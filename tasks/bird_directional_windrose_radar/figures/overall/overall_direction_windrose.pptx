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2990" y="0"/>
              <a:ext cx="861801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14820" y="151830"/>
              <a:ext cx="6432490" cy="64324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631066" y="473455"/>
              <a:ext cx="0" cy="2894620"/>
            </a:xfrm>
            <a:custGeom>
              <a:avLst/>
              <a:pathLst>
                <a:path w="0" h="2894620">
                  <a:moveTo>
                    <a:pt x="0" y="289462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1066" y="1321269"/>
              <a:ext cx="2046806" cy="2046806"/>
            </a:xfrm>
            <a:custGeom>
              <a:avLst/>
              <a:pathLst>
                <a:path w="2046806" h="2046806">
                  <a:moveTo>
                    <a:pt x="0" y="2046806"/>
                  </a:moveTo>
                  <a:lnTo>
                    <a:pt x="204680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1066" y="3368075"/>
              <a:ext cx="2894620" cy="0"/>
            </a:xfrm>
            <a:custGeom>
              <a:avLst/>
              <a:pathLst>
                <a:path w="2894620" h="0">
                  <a:moveTo>
                    <a:pt x="0" y="0"/>
                  </a:moveTo>
                  <a:lnTo>
                    <a:pt x="289462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1066" y="3368075"/>
              <a:ext cx="2046806" cy="2046806"/>
            </a:xfrm>
            <a:custGeom>
              <a:avLst/>
              <a:pathLst>
                <a:path w="2046806" h="2046806">
                  <a:moveTo>
                    <a:pt x="0" y="0"/>
                  </a:moveTo>
                  <a:lnTo>
                    <a:pt x="2046806" y="2046806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31066" y="3368075"/>
              <a:ext cx="0" cy="2894620"/>
            </a:xfrm>
            <a:custGeom>
              <a:avLst/>
              <a:pathLst>
                <a:path w="0" h="2894620">
                  <a:moveTo>
                    <a:pt x="0" y="0"/>
                  </a:moveTo>
                  <a:lnTo>
                    <a:pt x="0" y="289462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4260" y="3368075"/>
              <a:ext cx="2046806" cy="2046806"/>
            </a:xfrm>
            <a:custGeom>
              <a:avLst/>
              <a:pathLst>
                <a:path w="2046806" h="2046806">
                  <a:moveTo>
                    <a:pt x="2046806" y="0"/>
                  </a:moveTo>
                  <a:lnTo>
                    <a:pt x="0" y="2046806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36445" y="3368075"/>
              <a:ext cx="2894620" cy="0"/>
            </a:xfrm>
            <a:custGeom>
              <a:avLst/>
              <a:pathLst>
                <a:path w="2894620" h="0">
                  <a:moveTo>
                    <a:pt x="289462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84260" y="1321269"/>
              <a:ext cx="2046806" cy="2046806"/>
            </a:xfrm>
            <a:custGeom>
              <a:avLst/>
              <a:pathLst>
                <a:path w="2046806" h="2046806">
                  <a:moveTo>
                    <a:pt x="2046806" y="204680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44730" y="2081577"/>
              <a:ext cx="2572672" cy="2572348"/>
            </a:xfrm>
            <a:custGeom>
              <a:avLst/>
              <a:pathLst>
                <a:path w="2572672" h="2572348">
                  <a:moveTo>
                    <a:pt x="1286336" y="0"/>
                  </a:moveTo>
                  <a:lnTo>
                    <a:pt x="1367930" y="2590"/>
                  </a:lnTo>
                  <a:lnTo>
                    <a:pt x="1449197" y="10350"/>
                  </a:lnTo>
                  <a:lnTo>
                    <a:pt x="1529807" y="23248"/>
                  </a:lnTo>
                  <a:lnTo>
                    <a:pt x="1609437" y="41233"/>
                  </a:lnTo>
                  <a:lnTo>
                    <a:pt x="1687766" y="64233"/>
                  </a:lnTo>
                  <a:lnTo>
                    <a:pt x="1764479" y="92154"/>
                  </a:lnTo>
                  <a:lnTo>
                    <a:pt x="1839266" y="124884"/>
                  </a:lnTo>
                  <a:lnTo>
                    <a:pt x="1911827" y="162292"/>
                  </a:lnTo>
                  <a:lnTo>
                    <a:pt x="1981869" y="204227"/>
                  </a:lnTo>
                  <a:lnTo>
                    <a:pt x="2049111" y="250519"/>
                  </a:lnTo>
                  <a:lnTo>
                    <a:pt x="2113281" y="300983"/>
                  </a:lnTo>
                  <a:lnTo>
                    <a:pt x="2174121" y="355415"/>
                  </a:lnTo>
                  <a:lnTo>
                    <a:pt x="2231387" y="413597"/>
                  </a:lnTo>
                  <a:lnTo>
                    <a:pt x="2284847" y="475293"/>
                  </a:lnTo>
                  <a:lnTo>
                    <a:pt x="2334286" y="540256"/>
                  </a:lnTo>
                  <a:lnTo>
                    <a:pt x="2379506" y="608223"/>
                  </a:lnTo>
                  <a:lnTo>
                    <a:pt x="2420324" y="678922"/>
                  </a:lnTo>
                  <a:lnTo>
                    <a:pt x="2456576" y="752067"/>
                  </a:lnTo>
                  <a:lnTo>
                    <a:pt x="2488115" y="827364"/>
                  </a:lnTo>
                  <a:lnTo>
                    <a:pt x="2514816" y="904510"/>
                  </a:lnTo>
                  <a:lnTo>
                    <a:pt x="2536569" y="983194"/>
                  </a:lnTo>
                  <a:lnTo>
                    <a:pt x="2553289" y="1063100"/>
                  </a:lnTo>
                  <a:lnTo>
                    <a:pt x="2564907" y="1143904"/>
                  </a:lnTo>
                  <a:lnTo>
                    <a:pt x="2571377" y="1225284"/>
                  </a:lnTo>
                  <a:lnTo>
                    <a:pt x="2572672" y="1306909"/>
                  </a:lnTo>
                  <a:lnTo>
                    <a:pt x="2568788" y="1388453"/>
                  </a:lnTo>
                  <a:lnTo>
                    <a:pt x="2559739" y="1469585"/>
                  </a:lnTo>
                  <a:lnTo>
                    <a:pt x="2545563" y="1549981"/>
                  </a:lnTo>
                  <a:lnTo>
                    <a:pt x="2526317" y="1629316"/>
                  </a:lnTo>
                  <a:lnTo>
                    <a:pt x="2502077" y="1707270"/>
                  </a:lnTo>
                  <a:lnTo>
                    <a:pt x="2472943" y="1783530"/>
                  </a:lnTo>
                  <a:lnTo>
                    <a:pt x="2439030" y="1857789"/>
                  </a:lnTo>
                  <a:lnTo>
                    <a:pt x="2400476" y="1929747"/>
                  </a:lnTo>
                  <a:lnTo>
                    <a:pt x="2357435" y="1999115"/>
                  </a:lnTo>
                  <a:lnTo>
                    <a:pt x="2310082" y="2065613"/>
                  </a:lnTo>
                  <a:lnTo>
                    <a:pt x="2258606" y="2128975"/>
                  </a:lnTo>
                  <a:lnTo>
                    <a:pt x="2203215" y="2188944"/>
                  </a:lnTo>
                  <a:lnTo>
                    <a:pt x="2144133" y="2245279"/>
                  </a:lnTo>
                  <a:lnTo>
                    <a:pt x="2081596" y="2297753"/>
                  </a:lnTo>
                  <a:lnTo>
                    <a:pt x="2015857" y="2346156"/>
                  </a:lnTo>
                  <a:lnTo>
                    <a:pt x="1947181" y="2390292"/>
                  </a:lnTo>
                  <a:lnTo>
                    <a:pt x="1875843" y="2429983"/>
                  </a:lnTo>
                  <a:lnTo>
                    <a:pt x="1802132" y="2465069"/>
                  </a:lnTo>
                  <a:lnTo>
                    <a:pt x="1726344" y="2495410"/>
                  </a:lnTo>
                  <a:lnTo>
                    <a:pt x="1648784" y="2520884"/>
                  </a:lnTo>
                  <a:lnTo>
                    <a:pt x="1569765" y="2541386"/>
                  </a:lnTo>
                  <a:lnTo>
                    <a:pt x="1489604" y="2556836"/>
                  </a:lnTo>
                  <a:lnTo>
                    <a:pt x="1408625" y="2567170"/>
                  </a:lnTo>
                  <a:lnTo>
                    <a:pt x="1327154" y="2572348"/>
                  </a:lnTo>
                  <a:lnTo>
                    <a:pt x="1245518" y="2572348"/>
                  </a:lnTo>
                  <a:lnTo>
                    <a:pt x="1164046" y="2567170"/>
                  </a:lnTo>
                  <a:lnTo>
                    <a:pt x="1083067" y="2556836"/>
                  </a:lnTo>
                  <a:lnTo>
                    <a:pt x="1002907" y="2541386"/>
                  </a:lnTo>
                  <a:lnTo>
                    <a:pt x="923887" y="2520884"/>
                  </a:lnTo>
                  <a:lnTo>
                    <a:pt x="846327" y="2495410"/>
                  </a:lnTo>
                  <a:lnTo>
                    <a:pt x="770539" y="2465069"/>
                  </a:lnTo>
                  <a:lnTo>
                    <a:pt x="696828" y="2429983"/>
                  </a:lnTo>
                  <a:lnTo>
                    <a:pt x="625491" y="2390292"/>
                  </a:lnTo>
                  <a:lnTo>
                    <a:pt x="556814" y="2346156"/>
                  </a:lnTo>
                  <a:lnTo>
                    <a:pt x="491075" y="2297753"/>
                  </a:lnTo>
                  <a:lnTo>
                    <a:pt x="428539" y="2245279"/>
                  </a:lnTo>
                  <a:lnTo>
                    <a:pt x="369456" y="2188944"/>
                  </a:lnTo>
                  <a:lnTo>
                    <a:pt x="314065" y="2128975"/>
                  </a:lnTo>
                  <a:lnTo>
                    <a:pt x="262590" y="2065613"/>
                  </a:lnTo>
                  <a:lnTo>
                    <a:pt x="215236" y="1999115"/>
                  </a:lnTo>
                  <a:lnTo>
                    <a:pt x="172196" y="1929747"/>
                  </a:lnTo>
                  <a:lnTo>
                    <a:pt x="133641" y="1857789"/>
                  </a:lnTo>
                  <a:lnTo>
                    <a:pt x="99729" y="1783530"/>
                  </a:lnTo>
                  <a:lnTo>
                    <a:pt x="70594" y="1707270"/>
                  </a:lnTo>
                  <a:lnTo>
                    <a:pt x="46355" y="1629316"/>
                  </a:lnTo>
                  <a:lnTo>
                    <a:pt x="27108" y="1549981"/>
                  </a:lnTo>
                  <a:lnTo>
                    <a:pt x="12932" y="1469585"/>
                  </a:lnTo>
                  <a:lnTo>
                    <a:pt x="3884" y="1388453"/>
                  </a:lnTo>
                  <a:lnTo>
                    <a:pt x="0" y="1306909"/>
                  </a:lnTo>
                  <a:lnTo>
                    <a:pt x="1295" y="1225284"/>
                  </a:lnTo>
                  <a:lnTo>
                    <a:pt x="7764" y="1143904"/>
                  </a:lnTo>
                  <a:lnTo>
                    <a:pt x="19382" y="1063100"/>
                  </a:lnTo>
                  <a:lnTo>
                    <a:pt x="36102" y="983194"/>
                  </a:lnTo>
                  <a:lnTo>
                    <a:pt x="57856" y="904510"/>
                  </a:lnTo>
                  <a:lnTo>
                    <a:pt x="84556" y="827364"/>
                  </a:lnTo>
                  <a:lnTo>
                    <a:pt x="116096" y="752067"/>
                  </a:lnTo>
                  <a:lnTo>
                    <a:pt x="152348" y="678922"/>
                  </a:lnTo>
                  <a:lnTo>
                    <a:pt x="193166" y="608223"/>
                  </a:lnTo>
                  <a:lnTo>
                    <a:pt x="238385" y="540256"/>
                  </a:lnTo>
                  <a:lnTo>
                    <a:pt x="287825" y="475293"/>
                  </a:lnTo>
                  <a:lnTo>
                    <a:pt x="341285" y="413597"/>
                  </a:lnTo>
                  <a:lnTo>
                    <a:pt x="398550" y="355415"/>
                  </a:lnTo>
                  <a:lnTo>
                    <a:pt x="459391" y="300983"/>
                  </a:lnTo>
                  <a:lnTo>
                    <a:pt x="523561" y="250519"/>
                  </a:lnTo>
                  <a:lnTo>
                    <a:pt x="590802" y="204227"/>
                  </a:lnTo>
                  <a:lnTo>
                    <a:pt x="660845" y="162292"/>
                  </a:lnTo>
                  <a:lnTo>
                    <a:pt x="733405" y="124884"/>
                  </a:lnTo>
                  <a:lnTo>
                    <a:pt x="808193" y="92154"/>
                  </a:lnTo>
                  <a:lnTo>
                    <a:pt x="884905" y="64233"/>
                  </a:lnTo>
                  <a:lnTo>
                    <a:pt x="963234" y="41233"/>
                  </a:lnTo>
                  <a:lnTo>
                    <a:pt x="1042864" y="23248"/>
                  </a:lnTo>
                  <a:lnTo>
                    <a:pt x="1123475" y="10350"/>
                  </a:lnTo>
                  <a:lnTo>
                    <a:pt x="1204741" y="2590"/>
                  </a:lnTo>
                  <a:lnTo>
                    <a:pt x="128633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58393" y="795079"/>
              <a:ext cx="5145344" cy="5144697"/>
            </a:xfrm>
            <a:custGeom>
              <a:avLst/>
              <a:pathLst>
                <a:path w="5145344" h="5144697">
                  <a:moveTo>
                    <a:pt x="2572672" y="0"/>
                  </a:moveTo>
                  <a:lnTo>
                    <a:pt x="2735861" y="5180"/>
                  </a:lnTo>
                  <a:lnTo>
                    <a:pt x="2898394" y="20700"/>
                  </a:lnTo>
                  <a:lnTo>
                    <a:pt x="3059615" y="46497"/>
                  </a:lnTo>
                  <a:lnTo>
                    <a:pt x="3218875" y="82467"/>
                  </a:lnTo>
                  <a:lnTo>
                    <a:pt x="3375533" y="128466"/>
                  </a:lnTo>
                  <a:lnTo>
                    <a:pt x="3528958" y="184309"/>
                  </a:lnTo>
                  <a:lnTo>
                    <a:pt x="3678533" y="249769"/>
                  </a:lnTo>
                  <a:lnTo>
                    <a:pt x="3823654" y="324585"/>
                  </a:lnTo>
                  <a:lnTo>
                    <a:pt x="3963739" y="408454"/>
                  </a:lnTo>
                  <a:lnTo>
                    <a:pt x="4098222" y="501038"/>
                  </a:lnTo>
                  <a:lnTo>
                    <a:pt x="4226562" y="601966"/>
                  </a:lnTo>
                  <a:lnTo>
                    <a:pt x="4348243" y="710831"/>
                  </a:lnTo>
                  <a:lnTo>
                    <a:pt x="4462774" y="827194"/>
                  </a:lnTo>
                  <a:lnTo>
                    <a:pt x="4569694" y="950586"/>
                  </a:lnTo>
                  <a:lnTo>
                    <a:pt x="4668573" y="1080512"/>
                  </a:lnTo>
                  <a:lnTo>
                    <a:pt x="4759012" y="1216447"/>
                  </a:lnTo>
                  <a:lnTo>
                    <a:pt x="4840648" y="1357844"/>
                  </a:lnTo>
                  <a:lnTo>
                    <a:pt x="4913152" y="1504134"/>
                  </a:lnTo>
                  <a:lnTo>
                    <a:pt x="4976231" y="1654729"/>
                  </a:lnTo>
                  <a:lnTo>
                    <a:pt x="5029632" y="1809021"/>
                  </a:lnTo>
                  <a:lnTo>
                    <a:pt x="5073139" y="1966389"/>
                  </a:lnTo>
                  <a:lnTo>
                    <a:pt x="5106579" y="2126200"/>
                  </a:lnTo>
                  <a:lnTo>
                    <a:pt x="5129815" y="2287809"/>
                  </a:lnTo>
                  <a:lnTo>
                    <a:pt x="5142754" y="2450568"/>
                  </a:lnTo>
                  <a:lnTo>
                    <a:pt x="5145344" y="2613819"/>
                  </a:lnTo>
                  <a:lnTo>
                    <a:pt x="5137576" y="2776906"/>
                  </a:lnTo>
                  <a:lnTo>
                    <a:pt x="5119479" y="2939171"/>
                  </a:lnTo>
                  <a:lnTo>
                    <a:pt x="5091127" y="3099963"/>
                  </a:lnTo>
                  <a:lnTo>
                    <a:pt x="5052634" y="3258632"/>
                  </a:lnTo>
                  <a:lnTo>
                    <a:pt x="5004155" y="3414540"/>
                  </a:lnTo>
                  <a:lnTo>
                    <a:pt x="4945886" y="3567060"/>
                  </a:lnTo>
                  <a:lnTo>
                    <a:pt x="4878061" y="3715578"/>
                  </a:lnTo>
                  <a:lnTo>
                    <a:pt x="4800952" y="3859494"/>
                  </a:lnTo>
                  <a:lnTo>
                    <a:pt x="4714871" y="3998230"/>
                  </a:lnTo>
                  <a:lnTo>
                    <a:pt x="4620164" y="4131227"/>
                  </a:lnTo>
                  <a:lnTo>
                    <a:pt x="4517213" y="4257950"/>
                  </a:lnTo>
                  <a:lnTo>
                    <a:pt x="4406431" y="4377888"/>
                  </a:lnTo>
                  <a:lnTo>
                    <a:pt x="4288266" y="4490558"/>
                  </a:lnTo>
                  <a:lnTo>
                    <a:pt x="4163193" y="4595507"/>
                  </a:lnTo>
                  <a:lnTo>
                    <a:pt x="4031715" y="4692313"/>
                  </a:lnTo>
                  <a:lnTo>
                    <a:pt x="3894362" y="4780584"/>
                  </a:lnTo>
                  <a:lnTo>
                    <a:pt x="3751687" y="4859966"/>
                  </a:lnTo>
                  <a:lnTo>
                    <a:pt x="3604265" y="4930139"/>
                  </a:lnTo>
                  <a:lnTo>
                    <a:pt x="3452688" y="4990821"/>
                  </a:lnTo>
                  <a:lnTo>
                    <a:pt x="3297569" y="5041768"/>
                  </a:lnTo>
                  <a:lnTo>
                    <a:pt x="3139530" y="5082773"/>
                  </a:lnTo>
                  <a:lnTo>
                    <a:pt x="2979209" y="5113672"/>
                  </a:lnTo>
                  <a:lnTo>
                    <a:pt x="2817251" y="5134341"/>
                  </a:lnTo>
                  <a:lnTo>
                    <a:pt x="2654308" y="5144697"/>
                  </a:lnTo>
                  <a:lnTo>
                    <a:pt x="2491036" y="5144697"/>
                  </a:lnTo>
                  <a:lnTo>
                    <a:pt x="2328093" y="5134341"/>
                  </a:lnTo>
                  <a:lnTo>
                    <a:pt x="2166135" y="5113672"/>
                  </a:lnTo>
                  <a:lnTo>
                    <a:pt x="2005814" y="5082773"/>
                  </a:lnTo>
                  <a:lnTo>
                    <a:pt x="1847775" y="5041768"/>
                  </a:lnTo>
                  <a:lnTo>
                    <a:pt x="1692655" y="4990821"/>
                  </a:lnTo>
                  <a:lnTo>
                    <a:pt x="1541079" y="4930139"/>
                  </a:lnTo>
                  <a:lnTo>
                    <a:pt x="1393657" y="4859966"/>
                  </a:lnTo>
                  <a:lnTo>
                    <a:pt x="1250982" y="4780584"/>
                  </a:lnTo>
                  <a:lnTo>
                    <a:pt x="1113629" y="4692313"/>
                  </a:lnTo>
                  <a:lnTo>
                    <a:pt x="982151" y="4595507"/>
                  </a:lnTo>
                  <a:lnTo>
                    <a:pt x="857078" y="4490558"/>
                  </a:lnTo>
                  <a:lnTo>
                    <a:pt x="738912" y="4377888"/>
                  </a:lnTo>
                  <a:lnTo>
                    <a:pt x="628131" y="4257950"/>
                  </a:lnTo>
                  <a:lnTo>
                    <a:pt x="525180" y="4131227"/>
                  </a:lnTo>
                  <a:lnTo>
                    <a:pt x="430473" y="3998230"/>
                  </a:lnTo>
                  <a:lnTo>
                    <a:pt x="344392" y="3859494"/>
                  </a:lnTo>
                  <a:lnTo>
                    <a:pt x="267283" y="3715578"/>
                  </a:lnTo>
                  <a:lnTo>
                    <a:pt x="199458" y="3567060"/>
                  </a:lnTo>
                  <a:lnTo>
                    <a:pt x="141188" y="3414540"/>
                  </a:lnTo>
                  <a:lnTo>
                    <a:pt x="92710" y="3258632"/>
                  </a:lnTo>
                  <a:lnTo>
                    <a:pt x="54217" y="3099963"/>
                  </a:lnTo>
                  <a:lnTo>
                    <a:pt x="25865" y="2939171"/>
                  </a:lnTo>
                  <a:lnTo>
                    <a:pt x="7768" y="2776906"/>
                  </a:lnTo>
                  <a:lnTo>
                    <a:pt x="0" y="2613819"/>
                  </a:lnTo>
                  <a:lnTo>
                    <a:pt x="2590" y="2450568"/>
                  </a:lnTo>
                  <a:lnTo>
                    <a:pt x="15529" y="2287809"/>
                  </a:lnTo>
                  <a:lnTo>
                    <a:pt x="38765" y="2126200"/>
                  </a:lnTo>
                  <a:lnTo>
                    <a:pt x="72204" y="1966389"/>
                  </a:lnTo>
                  <a:lnTo>
                    <a:pt x="115712" y="1809021"/>
                  </a:lnTo>
                  <a:lnTo>
                    <a:pt x="169113" y="1654729"/>
                  </a:lnTo>
                  <a:lnTo>
                    <a:pt x="232192" y="1504134"/>
                  </a:lnTo>
                  <a:lnTo>
                    <a:pt x="304696" y="1357844"/>
                  </a:lnTo>
                  <a:lnTo>
                    <a:pt x="386332" y="1216447"/>
                  </a:lnTo>
                  <a:lnTo>
                    <a:pt x="476771" y="1080512"/>
                  </a:lnTo>
                  <a:lnTo>
                    <a:pt x="575650" y="950586"/>
                  </a:lnTo>
                  <a:lnTo>
                    <a:pt x="682570" y="827194"/>
                  </a:lnTo>
                  <a:lnTo>
                    <a:pt x="797101" y="710831"/>
                  </a:lnTo>
                  <a:lnTo>
                    <a:pt x="918782" y="601966"/>
                  </a:lnTo>
                  <a:lnTo>
                    <a:pt x="1047122" y="501038"/>
                  </a:lnTo>
                  <a:lnTo>
                    <a:pt x="1181605" y="408454"/>
                  </a:lnTo>
                  <a:lnTo>
                    <a:pt x="1321690" y="324585"/>
                  </a:lnTo>
                  <a:lnTo>
                    <a:pt x="1466811" y="249769"/>
                  </a:lnTo>
                  <a:lnTo>
                    <a:pt x="1616386" y="184309"/>
                  </a:lnTo>
                  <a:lnTo>
                    <a:pt x="1769811" y="128466"/>
                  </a:lnTo>
                  <a:lnTo>
                    <a:pt x="1926469" y="82467"/>
                  </a:lnTo>
                  <a:lnTo>
                    <a:pt x="2085729" y="46497"/>
                  </a:lnTo>
                  <a:lnTo>
                    <a:pt x="2246950" y="20700"/>
                  </a:lnTo>
                  <a:lnTo>
                    <a:pt x="2409482" y="5180"/>
                  </a:lnTo>
                  <a:lnTo>
                    <a:pt x="2572672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6809" y="473455"/>
              <a:ext cx="5788512" cy="5787784"/>
            </a:xfrm>
            <a:custGeom>
              <a:avLst/>
              <a:pathLst>
                <a:path w="5788512" h="5787784">
                  <a:moveTo>
                    <a:pt x="2894256" y="0"/>
                  </a:moveTo>
                  <a:lnTo>
                    <a:pt x="3077844" y="5827"/>
                  </a:lnTo>
                  <a:lnTo>
                    <a:pt x="3260693" y="23287"/>
                  </a:lnTo>
                  <a:lnTo>
                    <a:pt x="3442067" y="52309"/>
                  </a:lnTo>
                  <a:lnTo>
                    <a:pt x="3621234" y="92776"/>
                  </a:lnTo>
                  <a:lnTo>
                    <a:pt x="3797474" y="144525"/>
                  </a:lnTo>
                  <a:lnTo>
                    <a:pt x="3970078" y="207347"/>
                  </a:lnTo>
                  <a:lnTo>
                    <a:pt x="4138349" y="280990"/>
                  </a:lnTo>
                  <a:lnTo>
                    <a:pt x="4301611" y="365158"/>
                  </a:lnTo>
                  <a:lnTo>
                    <a:pt x="4459206" y="459510"/>
                  </a:lnTo>
                  <a:lnTo>
                    <a:pt x="4610500" y="563668"/>
                  </a:lnTo>
                  <a:lnTo>
                    <a:pt x="4754882" y="677212"/>
                  </a:lnTo>
                  <a:lnTo>
                    <a:pt x="4891773" y="799685"/>
                  </a:lnTo>
                  <a:lnTo>
                    <a:pt x="5020620" y="930593"/>
                  </a:lnTo>
                  <a:lnTo>
                    <a:pt x="5140906" y="1069409"/>
                  </a:lnTo>
                  <a:lnTo>
                    <a:pt x="5252144" y="1215576"/>
                  </a:lnTo>
                  <a:lnTo>
                    <a:pt x="5353889" y="1368502"/>
                  </a:lnTo>
                  <a:lnTo>
                    <a:pt x="5445729" y="1527575"/>
                  </a:lnTo>
                  <a:lnTo>
                    <a:pt x="5527296" y="1692151"/>
                  </a:lnTo>
                  <a:lnTo>
                    <a:pt x="5598260" y="1861570"/>
                  </a:lnTo>
                  <a:lnTo>
                    <a:pt x="5658336" y="2035148"/>
                  </a:lnTo>
                  <a:lnTo>
                    <a:pt x="5707282" y="2212188"/>
                  </a:lnTo>
                  <a:lnTo>
                    <a:pt x="5744901" y="2391975"/>
                  </a:lnTo>
                  <a:lnTo>
                    <a:pt x="5771041" y="2573786"/>
                  </a:lnTo>
                  <a:lnTo>
                    <a:pt x="5785598" y="2756889"/>
                  </a:lnTo>
                  <a:lnTo>
                    <a:pt x="5788512" y="2940546"/>
                  </a:lnTo>
                  <a:lnTo>
                    <a:pt x="5779773" y="3124019"/>
                  </a:lnTo>
                  <a:lnTo>
                    <a:pt x="5759414" y="3306568"/>
                  </a:lnTo>
                  <a:lnTo>
                    <a:pt x="5727518" y="3487458"/>
                  </a:lnTo>
                  <a:lnTo>
                    <a:pt x="5684214" y="3665961"/>
                  </a:lnTo>
                  <a:lnTo>
                    <a:pt x="5629675" y="3841358"/>
                  </a:lnTo>
                  <a:lnTo>
                    <a:pt x="5564122" y="4012943"/>
                  </a:lnTo>
                  <a:lnTo>
                    <a:pt x="5487818" y="4180025"/>
                  </a:lnTo>
                  <a:lnTo>
                    <a:pt x="5401071" y="4341931"/>
                  </a:lnTo>
                  <a:lnTo>
                    <a:pt x="5304230" y="4498009"/>
                  </a:lnTo>
                  <a:lnTo>
                    <a:pt x="5197685" y="4647631"/>
                  </a:lnTo>
                  <a:lnTo>
                    <a:pt x="5081864" y="4790194"/>
                  </a:lnTo>
                  <a:lnTo>
                    <a:pt x="4957235" y="4925124"/>
                  </a:lnTo>
                  <a:lnTo>
                    <a:pt x="4824299" y="5051878"/>
                  </a:lnTo>
                  <a:lnTo>
                    <a:pt x="4683592" y="5169946"/>
                  </a:lnTo>
                  <a:lnTo>
                    <a:pt x="4535679" y="5278852"/>
                  </a:lnTo>
                  <a:lnTo>
                    <a:pt x="4381157" y="5378157"/>
                  </a:lnTo>
                  <a:lnTo>
                    <a:pt x="4220648" y="5467462"/>
                  </a:lnTo>
                  <a:lnTo>
                    <a:pt x="4054798" y="5546407"/>
                  </a:lnTo>
                  <a:lnTo>
                    <a:pt x="3884275" y="5614674"/>
                  </a:lnTo>
                  <a:lnTo>
                    <a:pt x="3709765" y="5671989"/>
                  </a:lnTo>
                  <a:lnTo>
                    <a:pt x="3531971" y="5718120"/>
                  </a:lnTo>
                  <a:lnTo>
                    <a:pt x="3351610" y="5752881"/>
                  </a:lnTo>
                  <a:lnTo>
                    <a:pt x="3169407" y="5776134"/>
                  </a:lnTo>
                  <a:lnTo>
                    <a:pt x="2986096" y="5787784"/>
                  </a:lnTo>
                  <a:lnTo>
                    <a:pt x="2802416" y="5787784"/>
                  </a:lnTo>
                  <a:lnTo>
                    <a:pt x="2619105" y="5776134"/>
                  </a:lnTo>
                  <a:lnTo>
                    <a:pt x="2436902" y="5752881"/>
                  </a:lnTo>
                  <a:lnTo>
                    <a:pt x="2256541" y="5718120"/>
                  </a:lnTo>
                  <a:lnTo>
                    <a:pt x="2078747" y="5671989"/>
                  </a:lnTo>
                  <a:lnTo>
                    <a:pt x="1904237" y="5614674"/>
                  </a:lnTo>
                  <a:lnTo>
                    <a:pt x="1733714" y="5546407"/>
                  </a:lnTo>
                  <a:lnTo>
                    <a:pt x="1567864" y="5467462"/>
                  </a:lnTo>
                  <a:lnTo>
                    <a:pt x="1407355" y="5378157"/>
                  </a:lnTo>
                  <a:lnTo>
                    <a:pt x="1252833" y="5278852"/>
                  </a:lnTo>
                  <a:lnTo>
                    <a:pt x="1104920" y="5169946"/>
                  </a:lnTo>
                  <a:lnTo>
                    <a:pt x="964213" y="5051878"/>
                  </a:lnTo>
                  <a:lnTo>
                    <a:pt x="831277" y="4925124"/>
                  </a:lnTo>
                  <a:lnTo>
                    <a:pt x="706648" y="4790194"/>
                  </a:lnTo>
                  <a:lnTo>
                    <a:pt x="590827" y="4647631"/>
                  </a:lnTo>
                  <a:lnTo>
                    <a:pt x="484282" y="4498009"/>
                  </a:lnTo>
                  <a:lnTo>
                    <a:pt x="387441" y="4341931"/>
                  </a:lnTo>
                  <a:lnTo>
                    <a:pt x="300694" y="4180025"/>
                  </a:lnTo>
                  <a:lnTo>
                    <a:pt x="224390" y="4012943"/>
                  </a:lnTo>
                  <a:lnTo>
                    <a:pt x="158837" y="3841358"/>
                  </a:lnTo>
                  <a:lnTo>
                    <a:pt x="104298" y="3665961"/>
                  </a:lnTo>
                  <a:lnTo>
                    <a:pt x="60994" y="3487458"/>
                  </a:lnTo>
                  <a:lnTo>
                    <a:pt x="29098" y="3306568"/>
                  </a:lnTo>
                  <a:lnTo>
                    <a:pt x="8739" y="3124019"/>
                  </a:lnTo>
                  <a:lnTo>
                    <a:pt x="0" y="2940546"/>
                  </a:lnTo>
                  <a:lnTo>
                    <a:pt x="2914" y="2756889"/>
                  </a:lnTo>
                  <a:lnTo>
                    <a:pt x="17470" y="2573786"/>
                  </a:lnTo>
                  <a:lnTo>
                    <a:pt x="43611" y="2391975"/>
                  </a:lnTo>
                  <a:lnTo>
                    <a:pt x="81230" y="2212188"/>
                  </a:lnTo>
                  <a:lnTo>
                    <a:pt x="130176" y="2035148"/>
                  </a:lnTo>
                  <a:lnTo>
                    <a:pt x="190252" y="1861570"/>
                  </a:lnTo>
                  <a:lnTo>
                    <a:pt x="261216" y="1692151"/>
                  </a:lnTo>
                  <a:lnTo>
                    <a:pt x="342783" y="1527575"/>
                  </a:lnTo>
                  <a:lnTo>
                    <a:pt x="434623" y="1368502"/>
                  </a:lnTo>
                  <a:lnTo>
                    <a:pt x="536367" y="1215576"/>
                  </a:lnTo>
                  <a:lnTo>
                    <a:pt x="647606" y="1069409"/>
                  </a:lnTo>
                  <a:lnTo>
                    <a:pt x="767892" y="930593"/>
                  </a:lnTo>
                  <a:lnTo>
                    <a:pt x="896739" y="799685"/>
                  </a:lnTo>
                  <a:lnTo>
                    <a:pt x="1033630" y="677212"/>
                  </a:lnTo>
                  <a:lnTo>
                    <a:pt x="1178012" y="563668"/>
                  </a:lnTo>
                  <a:lnTo>
                    <a:pt x="1329306" y="459510"/>
                  </a:lnTo>
                  <a:lnTo>
                    <a:pt x="1486901" y="365158"/>
                  </a:lnTo>
                  <a:lnTo>
                    <a:pt x="1650163" y="280990"/>
                  </a:lnTo>
                  <a:lnTo>
                    <a:pt x="1818434" y="207347"/>
                  </a:lnTo>
                  <a:lnTo>
                    <a:pt x="1991037" y="144525"/>
                  </a:lnTo>
                  <a:lnTo>
                    <a:pt x="2167278" y="92776"/>
                  </a:lnTo>
                  <a:lnTo>
                    <a:pt x="2346445" y="52309"/>
                  </a:lnTo>
                  <a:lnTo>
                    <a:pt x="2527819" y="23287"/>
                  </a:lnTo>
                  <a:lnTo>
                    <a:pt x="2710668" y="5827"/>
                  </a:lnTo>
                  <a:lnTo>
                    <a:pt x="2894256" y="0"/>
                  </a:lnTo>
                </a:path>
              </a:pathLst>
            </a:custGeom>
            <a:ln w="21681" cap="flat">
              <a:solidFill>
                <a:srgbClr val="111111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976310" y="2269969"/>
              <a:ext cx="3037159" cy="2557684"/>
            </a:xfrm>
            <a:custGeom>
              <a:avLst/>
              <a:pathLst>
                <a:path w="3037159" h="2557684">
                  <a:moveTo>
                    <a:pt x="3037159" y="1098106"/>
                  </a:moveTo>
                  <a:lnTo>
                    <a:pt x="2980479" y="990581"/>
                  </a:lnTo>
                  <a:lnTo>
                    <a:pt x="2919068" y="888286"/>
                  </a:lnTo>
                  <a:lnTo>
                    <a:pt x="2853286" y="791424"/>
                  </a:lnTo>
                  <a:lnTo>
                    <a:pt x="2783504" y="700174"/>
                  </a:lnTo>
                  <a:lnTo>
                    <a:pt x="2710099" y="614693"/>
                  </a:lnTo>
                  <a:lnTo>
                    <a:pt x="2633453" y="535118"/>
                  </a:lnTo>
                  <a:lnTo>
                    <a:pt x="2553956" y="461558"/>
                  </a:lnTo>
                  <a:lnTo>
                    <a:pt x="2471995" y="394103"/>
                  </a:lnTo>
                  <a:lnTo>
                    <a:pt x="2387966" y="332819"/>
                  </a:lnTo>
                  <a:lnTo>
                    <a:pt x="2302259" y="277746"/>
                  </a:lnTo>
                  <a:lnTo>
                    <a:pt x="2215268" y="228906"/>
                  </a:lnTo>
                  <a:lnTo>
                    <a:pt x="2127382" y="186294"/>
                  </a:lnTo>
                  <a:lnTo>
                    <a:pt x="2038989" y="149883"/>
                  </a:lnTo>
                  <a:lnTo>
                    <a:pt x="1950471" y="119626"/>
                  </a:lnTo>
                  <a:lnTo>
                    <a:pt x="1862205" y="95452"/>
                  </a:lnTo>
                  <a:lnTo>
                    <a:pt x="1774560" y="77269"/>
                  </a:lnTo>
                  <a:lnTo>
                    <a:pt x="1687897" y="64964"/>
                  </a:lnTo>
                  <a:lnTo>
                    <a:pt x="1602569" y="58403"/>
                  </a:lnTo>
                  <a:lnTo>
                    <a:pt x="1518919" y="57433"/>
                  </a:lnTo>
                  <a:lnTo>
                    <a:pt x="1437275" y="61882"/>
                  </a:lnTo>
                  <a:lnTo>
                    <a:pt x="1357956" y="71560"/>
                  </a:lnTo>
                  <a:lnTo>
                    <a:pt x="1281266" y="86256"/>
                  </a:lnTo>
                  <a:lnTo>
                    <a:pt x="1207495" y="105748"/>
                  </a:lnTo>
                  <a:lnTo>
                    <a:pt x="1136917" y="129793"/>
                  </a:lnTo>
                  <a:lnTo>
                    <a:pt x="1069792" y="158136"/>
                  </a:lnTo>
                  <a:lnTo>
                    <a:pt x="1006361" y="190507"/>
                  </a:lnTo>
                  <a:lnTo>
                    <a:pt x="946847" y="226623"/>
                  </a:lnTo>
                  <a:lnTo>
                    <a:pt x="891456" y="266189"/>
                  </a:lnTo>
                  <a:lnTo>
                    <a:pt x="840374" y="308901"/>
                  </a:lnTo>
                  <a:lnTo>
                    <a:pt x="793770" y="354443"/>
                  </a:lnTo>
                  <a:lnTo>
                    <a:pt x="751789" y="402492"/>
                  </a:lnTo>
                  <a:lnTo>
                    <a:pt x="714559" y="452717"/>
                  </a:lnTo>
                  <a:lnTo>
                    <a:pt x="682186" y="504781"/>
                  </a:lnTo>
                  <a:lnTo>
                    <a:pt x="654755" y="558343"/>
                  </a:lnTo>
                  <a:lnTo>
                    <a:pt x="684322" y="496251"/>
                  </a:lnTo>
                  <a:lnTo>
                    <a:pt x="719975" y="435912"/>
                  </a:lnTo>
                  <a:lnTo>
                    <a:pt x="761606" y="377773"/>
                  </a:lnTo>
                  <a:lnTo>
                    <a:pt x="809078" y="322273"/>
                  </a:lnTo>
                  <a:lnTo>
                    <a:pt x="862223" y="269845"/>
                  </a:lnTo>
                  <a:lnTo>
                    <a:pt x="920849" y="220910"/>
                  </a:lnTo>
                  <a:lnTo>
                    <a:pt x="984733" y="175878"/>
                  </a:lnTo>
                  <a:lnTo>
                    <a:pt x="1053627" y="135145"/>
                  </a:lnTo>
                  <a:lnTo>
                    <a:pt x="1127254" y="99090"/>
                  </a:lnTo>
                  <a:lnTo>
                    <a:pt x="1205316" y="68078"/>
                  </a:lnTo>
                  <a:lnTo>
                    <a:pt x="1287489" y="42453"/>
                  </a:lnTo>
                  <a:lnTo>
                    <a:pt x="1373424" y="22541"/>
                  </a:lnTo>
                  <a:lnTo>
                    <a:pt x="1462754" y="8645"/>
                  </a:lnTo>
                  <a:lnTo>
                    <a:pt x="1555089" y="1045"/>
                  </a:lnTo>
                  <a:lnTo>
                    <a:pt x="1650021" y="0"/>
                  </a:lnTo>
                  <a:lnTo>
                    <a:pt x="1747122" y="5739"/>
                  </a:lnTo>
                  <a:lnTo>
                    <a:pt x="1809479" y="97531"/>
                  </a:lnTo>
                  <a:lnTo>
                    <a:pt x="1864372" y="192598"/>
                  </a:lnTo>
                  <a:lnTo>
                    <a:pt x="1911654" y="290346"/>
                  </a:lnTo>
                  <a:lnTo>
                    <a:pt x="1951226" y="390179"/>
                  </a:lnTo>
                  <a:lnTo>
                    <a:pt x="1983034" y="491501"/>
                  </a:lnTo>
                  <a:lnTo>
                    <a:pt x="2007071" y="593718"/>
                  </a:lnTo>
                  <a:lnTo>
                    <a:pt x="2023372" y="696244"/>
                  </a:lnTo>
                  <a:lnTo>
                    <a:pt x="2032020" y="798500"/>
                  </a:lnTo>
                  <a:lnTo>
                    <a:pt x="2033136" y="899925"/>
                  </a:lnTo>
                  <a:lnTo>
                    <a:pt x="2026885" y="999969"/>
                  </a:lnTo>
                  <a:lnTo>
                    <a:pt x="2013470" y="1098106"/>
                  </a:lnTo>
                  <a:lnTo>
                    <a:pt x="1993130" y="1193828"/>
                  </a:lnTo>
                  <a:lnTo>
                    <a:pt x="1966143" y="1286655"/>
                  </a:lnTo>
                  <a:lnTo>
                    <a:pt x="1932817" y="1376131"/>
                  </a:lnTo>
                  <a:lnTo>
                    <a:pt x="1893492" y="1461832"/>
                  </a:lnTo>
                  <a:lnTo>
                    <a:pt x="1848534" y="1543363"/>
                  </a:lnTo>
                  <a:lnTo>
                    <a:pt x="1798337" y="1620362"/>
                  </a:lnTo>
                  <a:lnTo>
                    <a:pt x="1743315" y="1692505"/>
                  </a:lnTo>
                  <a:lnTo>
                    <a:pt x="1683903" y="1759499"/>
                  </a:lnTo>
                  <a:lnTo>
                    <a:pt x="1620552" y="1821093"/>
                  </a:lnTo>
                  <a:lnTo>
                    <a:pt x="1553727" y="1877069"/>
                  </a:lnTo>
                  <a:lnTo>
                    <a:pt x="1483901" y="1927252"/>
                  </a:lnTo>
                  <a:lnTo>
                    <a:pt x="1411557" y="1971502"/>
                  </a:lnTo>
                  <a:lnTo>
                    <a:pt x="1337181" y="2009721"/>
                  </a:lnTo>
                  <a:lnTo>
                    <a:pt x="1261261" y="2041848"/>
                  </a:lnTo>
                  <a:lnTo>
                    <a:pt x="1184281" y="2067860"/>
                  </a:lnTo>
                  <a:lnTo>
                    <a:pt x="1106721" y="2087774"/>
                  </a:lnTo>
                  <a:lnTo>
                    <a:pt x="1029054" y="2101641"/>
                  </a:lnTo>
                  <a:lnTo>
                    <a:pt x="951742" y="2109552"/>
                  </a:lnTo>
                  <a:lnTo>
                    <a:pt x="875233" y="2111628"/>
                  </a:lnTo>
                  <a:lnTo>
                    <a:pt x="799959" y="2108026"/>
                  </a:lnTo>
                  <a:lnTo>
                    <a:pt x="726336" y="2098934"/>
                  </a:lnTo>
                  <a:lnTo>
                    <a:pt x="654755" y="2084570"/>
                  </a:lnTo>
                  <a:lnTo>
                    <a:pt x="585588" y="2065179"/>
                  </a:lnTo>
                  <a:lnTo>
                    <a:pt x="519182" y="2041033"/>
                  </a:lnTo>
                  <a:lnTo>
                    <a:pt x="455857" y="2012425"/>
                  </a:lnTo>
                  <a:lnTo>
                    <a:pt x="395904" y="1979671"/>
                  </a:lnTo>
                  <a:lnTo>
                    <a:pt x="339587" y="1943105"/>
                  </a:lnTo>
                  <a:lnTo>
                    <a:pt x="287137" y="1903077"/>
                  </a:lnTo>
                  <a:lnTo>
                    <a:pt x="238757" y="1859950"/>
                  </a:lnTo>
                  <a:lnTo>
                    <a:pt x="194615" y="1814097"/>
                  </a:lnTo>
                  <a:lnTo>
                    <a:pt x="154850" y="1765901"/>
                  </a:lnTo>
                  <a:lnTo>
                    <a:pt x="119564" y="1715749"/>
                  </a:lnTo>
                  <a:lnTo>
                    <a:pt x="88830" y="1664031"/>
                  </a:lnTo>
                  <a:lnTo>
                    <a:pt x="62687" y="1611136"/>
                  </a:lnTo>
                  <a:lnTo>
                    <a:pt x="41142" y="1557451"/>
                  </a:lnTo>
                  <a:lnTo>
                    <a:pt x="24170" y="1503358"/>
                  </a:lnTo>
                  <a:lnTo>
                    <a:pt x="11717" y="1449231"/>
                  </a:lnTo>
                  <a:lnTo>
                    <a:pt x="3698" y="1395434"/>
                  </a:lnTo>
                  <a:lnTo>
                    <a:pt x="0" y="1342317"/>
                  </a:lnTo>
                  <a:lnTo>
                    <a:pt x="481" y="1290218"/>
                  </a:lnTo>
                  <a:lnTo>
                    <a:pt x="4977" y="1239457"/>
                  </a:lnTo>
                  <a:lnTo>
                    <a:pt x="13297" y="1190334"/>
                  </a:lnTo>
                  <a:lnTo>
                    <a:pt x="25229" y="1143131"/>
                  </a:lnTo>
                  <a:lnTo>
                    <a:pt x="40541" y="1098106"/>
                  </a:lnTo>
                  <a:lnTo>
                    <a:pt x="58984" y="1055496"/>
                  </a:lnTo>
                  <a:lnTo>
                    <a:pt x="80290" y="1015510"/>
                  </a:lnTo>
                  <a:lnTo>
                    <a:pt x="104179" y="978336"/>
                  </a:lnTo>
                  <a:lnTo>
                    <a:pt x="130362" y="944130"/>
                  </a:lnTo>
                  <a:lnTo>
                    <a:pt x="158536" y="913026"/>
                  </a:lnTo>
                  <a:lnTo>
                    <a:pt x="188395" y="885127"/>
                  </a:lnTo>
                  <a:lnTo>
                    <a:pt x="219628" y="860509"/>
                  </a:lnTo>
                  <a:lnTo>
                    <a:pt x="251921" y="839220"/>
                  </a:lnTo>
                  <a:lnTo>
                    <a:pt x="284962" y="821282"/>
                  </a:lnTo>
                  <a:lnTo>
                    <a:pt x="318440" y="806687"/>
                  </a:lnTo>
                  <a:lnTo>
                    <a:pt x="352051" y="795402"/>
                  </a:lnTo>
                  <a:lnTo>
                    <a:pt x="318634" y="859615"/>
                  </a:lnTo>
                  <a:lnTo>
                    <a:pt x="297808" y="926209"/>
                  </a:lnTo>
                  <a:lnTo>
                    <a:pt x="289388" y="992845"/>
                  </a:lnTo>
                  <a:lnTo>
                    <a:pt x="292772" y="1057320"/>
                  </a:lnTo>
                  <a:lnTo>
                    <a:pt x="306983" y="1117636"/>
                  </a:lnTo>
                  <a:lnTo>
                    <a:pt x="330721" y="1172064"/>
                  </a:lnTo>
                  <a:lnTo>
                    <a:pt x="362427" y="1219192"/>
                  </a:lnTo>
                  <a:lnTo>
                    <a:pt x="400349" y="1257960"/>
                  </a:lnTo>
                  <a:lnTo>
                    <a:pt x="442615" y="1287685"/>
                  </a:lnTo>
                  <a:lnTo>
                    <a:pt x="487315" y="1308069"/>
                  </a:lnTo>
                  <a:lnTo>
                    <a:pt x="532568" y="1319186"/>
                  </a:lnTo>
                  <a:lnTo>
                    <a:pt x="576596" y="1321471"/>
                  </a:lnTo>
                  <a:lnTo>
                    <a:pt x="617788" y="1315679"/>
                  </a:lnTo>
                  <a:lnTo>
                    <a:pt x="654755" y="1302844"/>
                  </a:lnTo>
                  <a:lnTo>
                    <a:pt x="679840" y="1352796"/>
                  </a:lnTo>
                  <a:lnTo>
                    <a:pt x="714668" y="1399312"/>
                  </a:lnTo>
                  <a:lnTo>
                    <a:pt x="758761" y="1440969"/>
                  </a:lnTo>
                  <a:lnTo>
                    <a:pt x="811454" y="1476412"/>
                  </a:lnTo>
                  <a:lnTo>
                    <a:pt x="871909" y="1504372"/>
                  </a:lnTo>
                  <a:lnTo>
                    <a:pt x="939121" y="1523689"/>
                  </a:lnTo>
                  <a:lnTo>
                    <a:pt x="1011937" y="1533333"/>
                  </a:lnTo>
                  <a:lnTo>
                    <a:pt x="1089069" y="1532420"/>
                  </a:lnTo>
                  <a:lnTo>
                    <a:pt x="1039730" y="1573511"/>
                  </a:lnTo>
                  <a:lnTo>
                    <a:pt x="986576" y="1609066"/>
                  </a:lnTo>
                  <a:lnTo>
                    <a:pt x="930222" y="1638741"/>
                  </a:lnTo>
                  <a:lnTo>
                    <a:pt x="871312" y="1662256"/>
                  </a:lnTo>
                  <a:lnTo>
                    <a:pt x="810514" y="1679405"/>
                  </a:lnTo>
                  <a:lnTo>
                    <a:pt x="748510" y="1690051"/>
                  </a:lnTo>
                  <a:lnTo>
                    <a:pt x="685991" y="1694130"/>
                  </a:lnTo>
                  <a:lnTo>
                    <a:pt x="623648" y="1691652"/>
                  </a:lnTo>
                  <a:lnTo>
                    <a:pt x="562165" y="1682697"/>
                  </a:lnTo>
                  <a:lnTo>
                    <a:pt x="502208" y="1667420"/>
                  </a:lnTo>
                  <a:lnTo>
                    <a:pt x="444423" y="1646038"/>
                  </a:lnTo>
                  <a:lnTo>
                    <a:pt x="389428" y="1618840"/>
                  </a:lnTo>
                  <a:lnTo>
                    <a:pt x="337801" y="1586172"/>
                  </a:lnTo>
                  <a:lnTo>
                    <a:pt x="290083" y="1548439"/>
                  </a:lnTo>
                  <a:lnTo>
                    <a:pt x="246762" y="1506098"/>
                  </a:lnTo>
                  <a:lnTo>
                    <a:pt x="241066" y="1428012"/>
                  </a:lnTo>
                  <a:lnTo>
                    <a:pt x="247255" y="1354155"/>
                  </a:lnTo>
                  <a:lnTo>
                    <a:pt x="264270" y="1286154"/>
                  </a:lnTo>
                  <a:lnTo>
                    <a:pt x="290845" y="1225443"/>
                  </a:lnTo>
                  <a:lnTo>
                    <a:pt x="325537" y="1173248"/>
                  </a:lnTo>
                  <a:lnTo>
                    <a:pt x="366754" y="1130556"/>
                  </a:lnTo>
                  <a:lnTo>
                    <a:pt x="412792" y="1098106"/>
                  </a:lnTo>
                  <a:lnTo>
                    <a:pt x="375665" y="1113504"/>
                  </a:lnTo>
                  <a:lnTo>
                    <a:pt x="339613" y="1132986"/>
                  </a:lnTo>
                  <a:lnTo>
                    <a:pt x="304974" y="1156474"/>
                  </a:lnTo>
                  <a:lnTo>
                    <a:pt x="272078" y="1183866"/>
                  </a:lnTo>
                  <a:lnTo>
                    <a:pt x="241248" y="1215034"/>
                  </a:lnTo>
                  <a:lnTo>
                    <a:pt x="212801" y="1249829"/>
                  </a:lnTo>
                  <a:lnTo>
                    <a:pt x="187038" y="1288076"/>
                  </a:lnTo>
                  <a:lnTo>
                    <a:pt x="164254" y="1329579"/>
                  </a:lnTo>
                  <a:lnTo>
                    <a:pt x="144724" y="1374121"/>
                  </a:lnTo>
                  <a:lnTo>
                    <a:pt x="128713" y="1421463"/>
                  </a:lnTo>
                  <a:lnTo>
                    <a:pt x="116465" y="1471348"/>
                  </a:lnTo>
                  <a:lnTo>
                    <a:pt x="108210" y="1523499"/>
                  </a:lnTo>
                  <a:lnTo>
                    <a:pt x="104156" y="1577623"/>
                  </a:lnTo>
                  <a:lnTo>
                    <a:pt x="104492" y="1633410"/>
                  </a:lnTo>
                  <a:lnTo>
                    <a:pt x="109383" y="1690538"/>
                  </a:lnTo>
                  <a:lnTo>
                    <a:pt x="118974" y="1748668"/>
                  </a:lnTo>
                  <a:lnTo>
                    <a:pt x="133386" y="1807453"/>
                  </a:lnTo>
                  <a:lnTo>
                    <a:pt x="152716" y="1866534"/>
                  </a:lnTo>
                  <a:lnTo>
                    <a:pt x="177033" y="1925544"/>
                  </a:lnTo>
                  <a:lnTo>
                    <a:pt x="206385" y="1984110"/>
                  </a:lnTo>
                  <a:lnTo>
                    <a:pt x="240789" y="2041853"/>
                  </a:lnTo>
                  <a:lnTo>
                    <a:pt x="280240" y="2098392"/>
                  </a:lnTo>
                  <a:lnTo>
                    <a:pt x="324702" y="2153343"/>
                  </a:lnTo>
                  <a:lnTo>
                    <a:pt x="374116" y="2206326"/>
                  </a:lnTo>
                  <a:lnTo>
                    <a:pt x="428392" y="2256958"/>
                  </a:lnTo>
                  <a:lnTo>
                    <a:pt x="487416" y="2304863"/>
                  </a:lnTo>
                  <a:lnTo>
                    <a:pt x="551047" y="2349673"/>
                  </a:lnTo>
                  <a:lnTo>
                    <a:pt x="619116" y="2391022"/>
                  </a:lnTo>
                  <a:lnTo>
                    <a:pt x="691429" y="2428560"/>
                  </a:lnTo>
                  <a:lnTo>
                    <a:pt x="767766" y="2461943"/>
                  </a:lnTo>
                  <a:lnTo>
                    <a:pt x="847883" y="2490842"/>
                  </a:lnTo>
                  <a:lnTo>
                    <a:pt x="931511" y="2514943"/>
                  </a:lnTo>
                  <a:lnTo>
                    <a:pt x="1018360" y="2533948"/>
                  </a:lnTo>
                  <a:lnTo>
                    <a:pt x="1108114" y="2547577"/>
                  </a:lnTo>
                  <a:lnTo>
                    <a:pt x="1200441" y="2555569"/>
                  </a:lnTo>
                  <a:lnTo>
                    <a:pt x="1294985" y="2557684"/>
                  </a:lnTo>
                  <a:lnTo>
                    <a:pt x="1391374" y="2553705"/>
                  </a:lnTo>
                  <a:lnTo>
                    <a:pt x="1489217" y="2543436"/>
                  </a:lnTo>
                  <a:lnTo>
                    <a:pt x="1588108" y="2526710"/>
                  </a:lnTo>
                  <a:lnTo>
                    <a:pt x="1687629" y="2503382"/>
                  </a:lnTo>
                  <a:lnTo>
                    <a:pt x="1787347" y="2473336"/>
                  </a:lnTo>
                  <a:lnTo>
                    <a:pt x="1886818" y="2436483"/>
                  </a:lnTo>
                  <a:lnTo>
                    <a:pt x="1985592" y="2392764"/>
                  </a:lnTo>
                  <a:lnTo>
                    <a:pt x="2083209" y="2342147"/>
                  </a:lnTo>
                  <a:lnTo>
                    <a:pt x="2179205" y="2284633"/>
                  </a:lnTo>
                  <a:lnTo>
                    <a:pt x="2273112" y="2220250"/>
                  </a:lnTo>
                  <a:lnTo>
                    <a:pt x="2364462" y="2149059"/>
                  </a:lnTo>
                  <a:lnTo>
                    <a:pt x="2452786" y="2071152"/>
                  </a:lnTo>
                  <a:lnTo>
                    <a:pt x="2537619" y="1986651"/>
                  </a:lnTo>
                  <a:lnTo>
                    <a:pt x="2618499" y="1895710"/>
                  </a:lnTo>
                  <a:lnTo>
                    <a:pt x="2694972" y="1798513"/>
                  </a:lnTo>
                  <a:lnTo>
                    <a:pt x="2766592" y="1695277"/>
                  </a:lnTo>
                  <a:lnTo>
                    <a:pt x="2832925" y="1586245"/>
                  </a:lnTo>
                  <a:lnTo>
                    <a:pt x="2893548" y="1471694"/>
                  </a:lnTo>
                  <a:lnTo>
                    <a:pt x="2948052" y="1351928"/>
                  </a:lnTo>
                  <a:lnTo>
                    <a:pt x="2996047" y="1227279"/>
                  </a:lnTo>
                  <a:close/>
                </a:path>
              </a:pathLst>
            </a:custGeom>
            <a:solidFill>
              <a:srgbClr val="00BFC4">
                <a:alpha val="21960"/>
              </a:srgbClr>
            </a:solidFill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473133" y="3148761"/>
              <a:ext cx="772146" cy="580845"/>
            </a:xfrm>
            <a:custGeom>
              <a:avLst/>
              <a:pathLst>
                <a:path w="772146" h="580845">
                  <a:moveTo>
                    <a:pt x="772146" y="219314"/>
                  </a:moveTo>
                  <a:lnTo>
                    <a:pt x="720765" y="150974"/>
                  </a:lnTo>
                  <a:lnTo>
                    <a:pt x="662549" y="94937"/>
                  </a:lnTo>
                  <a:lnTo>
                    <a:pt x="599701" y="51773"/>
                  </a:lnTo>
                  <a:lnTo>
                    <a:pt x="534450" y="21703"/>
                  </a:lnTo>
                  <a:lnTo>
                    <a:pt x="469001" y="4599"/>
                  </a:lnTo>
                  <a:lnTo>
                    <a:pt x="405487" y="0"/>
                  </a:lnTo>
                  <a:lnTo>
                    <a:pt x="345916" y="7124"/>
                  </a:lnTo>
                  <a:lnTo>
                    <a:pt x="292129" y="24896"/>
                  </a:lnTo>
                  <a:lnTo>
                    <a:pt x="245760" y="51973"/>
                  </a:lnTo>
                  <a:lnTo>
                    <a:pt x="208194" y="86784"/>
                  </a:lnTo>
                  <a:lnTo>
                    <a:pt x="180546" y="127566"/>
                  </a:lnTo>
                  <a:lnTo>
                    <a:pt x="163627" y="172412"/>
                  </a:lnTo>
                  <a:lnTo>
                    <a:pt x="157932" y="219314"/>
                  </a:lnTo>
                  <a:lnTo>
                    <a:pt x="169172" y="177365"/>
                  </a:lnTo>
                  <a:lnTo>
                    <a:pt x="201361" y="144093"/>
                  </a:lnTo>
                  <a:lnTo>
                    <a:pt x="250059" y="127187"/>
                  </a:lnTo>
                  <a:lnTo>
                    <a:pt x="271795" y="188805"/>
                  </a:lnTo>
                  <a:lnTo>
                    <a:pt x="259809" y="246612"/>
                  </a:lnTo>
                  <a:lnTo>
                    <a:pt x="223737" y="285120"/>
                  </a:lnTo>
                  <a:lnTo>
                    <a:pt x="178807" y="297220"/>
                  </a:lnTo>
                  <a:lnTo>
                    <a:pt x="140269" y="285235"/>
                  </a:lnTo>
                  <a:lnTo>
                    <a:pt x="118449" y="258797"/>
                  </a:lnTo>
                  <a:lnTo>
                    <a:pt x="115983" y="230555"/>
                  </a:lnTo>
                  <a:lnTo>
                    <a:pt x="127968" y="211285"/>
                  </a:lnTo>
                  <a:lnTo>
                    <a:pt x="144771" y="206153"/>
                  </a:lnTo>
                  <a:lnTo>
                    <a:pt x="123541" y="233560"/>
                  </a:lnTo>
                  <a:lnTo>
                    <a:pt x="157932" y="275152"/>
                  </a:lnTo>
                  <a:lnTo>
                    <a:pt x="175402" y="329615"/>
                  </a:lnTo>
                  <a:lnTo>
                    <a:pt x="209696" y="378628"/>
                  </a:lnTo>
                  <a:lnTo>
                    <a:pt x="259331" y="418321"/>
                  </a:lnTo>
                  <a:lnTo>
                    <a:pt x="322035" y="445182"/>
                  </a:lnTo>
                  <a:lnTo>
                    <a:pt x="394831" y="456213"/>
                  </a:lnTo>
                  <a:lnTo>
                    <a:pt x="336307" y="486271"/>
                  </a:lnTo>
                  <a:lnTo>
                    <a:pt x="275457" y="503044"/>
                  </a:lnTo>
                  <a:lnTo>
                    <a:pt x="215122" y="506829"/>
                  </a:lnTo>
                  <a:lnTo>
                    <a:pt x="157932" y="498502"/>
                  </a:lnTo>
                  <a:lnTo>
                    <a:pt x="106189" y="479447"/>
                  </a:lnTo>
                  <a:lnTo>
                    <a:pt x="61776" y="451457"/>
                  </a:lnTo>
                  <a:lnTo>
                    <a:pt x="26090" y="416630"/>
                  </a:lnTo>
                  <a:lnTo>
                    <a:pt x="0" y="377247"/>
                  </a:lnTo>
                  <a:lnTo>
                    <a:pt x="14781" y="314965"/>
                  </a:lnTo>
                  <a:lnTo>
                    <a:pt x="46160" y="265612"/>
                  </a:lnTo>
                  <a:lnTo>
                    <a:pt x="89476" y="232931"/>
                  </a:lnTo>
                  <a:lnTo>
                    <a:pt x="139320" y="219314"/>
                  </a:lnTo>
                  <a:lnTo>
                    <a:pt x="108653" y="227537"/>
                  </a:lnTo>
                  <a:lnTo>
                    <a:pt x="81030" y="245715"/>
                  </a:lnTo>
                  <a:lnTo>
                    <a:pt x="58855" y="272932"/>
                  </a:lnTo>
                  <a:lnTo>
                    <a:pt x="44294" y="307762"/>
                  </a:lnTo>
                  <a:lnTo>
                    <a:pt x="39171" y="348323"/>
                  </a:lnTo>
                  <a:lnTo>
                    <a:pt x="44879" y="392354"/>
                  </a:lnTo>
                  <a:lnTo>
                    <a:pt x="62311" y="437309"/>
                  </a:lnTo>
                  <a:lnTo>
                    <a:pt x="91800" y="480463"/>
                  </a:lnTo>
                  <a:lnTo>
                    <a:pt x="133097" y="519026"/>
                  </a:lnTo>
                  <a:lnTo>
                    <a:pt x="185356" y="550267"/>
                  </a:lnTo>
                  <a:lnTo>
                    <a:pt x="247150" y="571627"/>
                  </a:lnTo>
                  <a:lnTo>
                    <a:pt x="316514" y="580845"/>
                  </a:lnTo>
                  <a:lnTo>
                    <a:pt x="391003" y="576055"/>
                  </a:lnTo>
                  <a:lnTo>
                    <a:pt x="467772" y="555891"/>
                  </a:lnTo>
                  <a:lnTo>
                    <a:pt x="543683" y="519556"/>
                  </a:lnTo>
                  <a:lnTo>
                    <a:pt x="615409" y="466888"/>
                  </a:lnTo>
                  <a:lnTo>
                    <a:pt x="679568" y="398392"/>
                  </a:lnTo>
                  <a:lnTo>
                    <a:pt x="732849" y="315251"/>
                  </a:lnTo>
                  <a:close/>
                </a:path>
              </a:pathLst>
            </a:custGeom>
            <a:solidFill>
              <a:srgbClr val="BE84DB">
                <a:alpha val="21960"/>
              </a:srgbClr>
            </a:solidFill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566582" y="3239107"/>
              <a:ext cx="287834" cy="263292"/>
            </a:xfrm>
            <a:custGeom>
              <a:avLst/>
              <a:pathLst>
                <a:path w="287834" h="263292">
                  <a:moveTo>
                    <a:pt x="287834" y="128968"/>
                  </a:moveTo>
                  <a:lnTo>
                    <a:pt x="262245" y="75977"/>
                  </a:lnTo>
                  <a:lnTo>
                    <a:pt x="225673" y="35905"/>
                  </a:lnTo>
                  <a:lnTo>
                    <a:pt x="182933" y="10518"/>
                  </a:lnTo>
                  <a:lnTo>
                    <a:pt x="138934" y="16"/>
                  </a:lnTo>
                  <a:lnTo>
                    <a:pt x="98204" y="3119"/>
                  </a:lnTo>
                  <a:lnTo>
                    <a:pt x="64484" y="17292"/>
                  </a:lnTo>
                  <a:lnTo>
                    <a:pt x="117904" y="0"/>
                  </a:lnTo>
                  <a:lnTo>
                    <a:pt x="182933" y="10518"/>
                  </a:lnTo>
                  <a:lnTo>
                    <a:pt x="209214" y="69018"/>
                  </a:lnTo>
                  <a:lnTo>
                    <a:pt x="210282" y="128968"/>
                  </a:lnTo>
                  <a:lnTo>
                    <a:pt x="189153" y="180607"/>
                  </a:lnTo>
                  <a:lnTo>
                    <a:pt x="152224" y="216708"/>
                  </a:lnTo>
                  <a:lnTo>
                    <a:pt x="107813" y="233575"/>
                  </a:lnTo>
                  <a:lnTo>
                    <a:pt x="64484" y="231336"/>
                  </a:lnTo>
                  <a:lnTo>
                    <a:pt x="29464" y="213513"/>
                  </a:lnTo>
                  <a:lnTo>
                    <a:pt x="7452" y="185999"/>
                  </a:lnTo>
                  <a:lnTo>
                    <a:pt x="0" y="155678"/>
                  </a:lnTo>
                  <a:lnTo>
                    <a:pt x="5544" y="128968"/>
                  </a:lnTo>
                  <a:lnTo>
                    <a:pt x="20061" y="110567"/>
                  </a:lnTo>
                  <a:lnTo>
                    <a:pt x="38161" y="102645"/>
                  </a:lnTo>
                  <a:lnTo>
                    <a:pt x="64484" y="128968"/>
                  </a:lnTo>
                  <a:lnTo>
                    <a:pt x="78729" y="163359"/>
                  </a:lnTo>
                  <a:lnTo>
                    <a:pt x="117128" y="181612"/>
                  </a:lnTo>
                  <a:lnTo>
                    <a:pt x="64484" y="194111"/>
                  </a:lnTo>
                  <a:lnTo>
                    <a:pt x="25000" y="168451"/>
                  </a:lnTo>
                  <a:lnTo>
                    <a:pt x="45871" y="128968"/>
                  </a:lnTo>
                  <a:lnTo>
                    <a:pt x="25617" y="143114"/>
                  </a:lnTo>
                  <a:lnTo>
                    <a:pt x="15373" y="170177"/>
                  </a:lnTo>
                  <a:lnTo>
                    <a:pt x="21054" y="204189"/>
                  </a:lnTo>
                  <a:lnTo>
                    <a:pt x="45450" y="236909"/>
                  </a:lnTo>
                  <a:lnTo>
                    <a:pt x="87467" y="259313"/>
                  </a:lnTo>
                  <a:lnTo>
                    <a:pt x="142036" y="263292"/>
                  </a:lnTo>
                  <a:lnTo>
                    <a:pt x="200727" y="243289"/>
                  </a:lnTo>
                  <a:lnTo>
                    <a:pt x="252987" y="197577"/>
                  </a:lnTo>
                  <a:close/>
                </a:path>
              </a:pathLst>
            </a:custGeom>
            <a:solidFill>
              <a:srgbClr val="F8766D">
                <a:alpha val="21960"/>
              </a:srgbClr>
            </a:solidFill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558680" y="3257002"/>
              <a:ext cx="370186" cy="293853"/>
            </a:xfrm>
            <a:custGeom>
              <a:avLst/>
              <a:pathLst>
                <a:path w="370186" h="293853">
                  <a:moveTo>
                    <a:pt x="370186" y="111073"/>
                  </a:moveTo>
                  <a:lnTo>
                    <a:pt x="323835" y="53681"/>
                  </a:lnTo>
                  <a:lnTo>
                    <a:pt x="268826" y="16473"/>
                  </a:lnTo>
                  <a:lnTo>
                    <a:pt x="211667" y="0"/>
                  </a:lnTo>
                  <a:lnTo>
                    <a:pt x="158592" y="2974"/>
                  </a:lnTo>
                  <a:lnTo>
                    <a:pt x="115071" y="22435"/>
                  </a:lnTo>
                  <a:lnTo>
                    <a:pt x="85402" y="54043"/>
                  </a:lnTo>
                  <a:lnTo>
                    <a:pt x="72385" y="92461"/>
                  </a:lnTo>
                  <a:lnTo>
                    <a:pt x="98707" y="84751"/>
                  </a:lnTo>
                  <a:lnTo>
                    <a:pt x="89933" y="128621"/>
                  </a:lnTo>
                  <a:lnTo>
                    <a:pt x="63611" y="119847"/>
                  </a:lnTo>
                  <a:lnTo>
                    <a:pt x="72385" y="111073"/>
                  </a:lnTo>
                  <a:lnTo>
                    <a:pt x="47569" y="111073"/>
                  </a:lnTo>
                  <a:lnTo>
                    <a:pt x="37289" y="146169"/>
                  </a:lnTo>
                  <a:lnTo>
                    <a:pt x="72385" y="185523"/>
                  </a:lnTo>
                  <a:lnTo>
                    <a:pt x="115122" y="214248"/>
                  </a:lnTo>
                  <a:lnTo>
                    <a:pt x="177674" y="216362"/>
                  </a:lnTo>
                  <a:lnTo>
                    <a:pt x="120464" y="227144"/>
                  </a:lnTo>
                  <a:lnTo>
                    <a:pt x="72385" y="213442"/>
                  </a:lnTo>
                  <a:lnTo>
                    <a:pt x="42114" y="184155"/>
                  </a:lnTo>
                  <a:lnTo>
                    <a:pt x="32902" y="150556"/>
                  </a:lnTo>
                  <a:lnTo>
                    <a:pt x="35160" y="111073"/>
                  </a:lnTo>
                  <a:lnTo>
                    <a:pt x="15454" y="126328"/>
                  </a:lnTo>
                  <a:lnTo>
                    <a:pt x="2537" y="151400"/>
                  </a:lnTo>
                  <a:lnTo>
                    <a:pt x="0" y="183459"/>
                  </a:lnTo>
                  <a:lnTo>
                    <a:pt x="10343" y="218533"/>
                  </a:lnTo>
                  <a:lnTo>
                    <a:pt x="34650" y="251903"/>
                  </a:lnTo>
                  <a:lnTo>
                    <a:pt x="72385" y="278586"/>
                  </a:lnTo>
                  <a:lnTo>
                    <a:pt x="121361" y="293853"/>
                  </a:lnTo>
                  <a:lnTo>
                    <a:pt x="177856" y="293754"/>
                  </a:lnTo>
                  <a:lnTo>
                    <a:pt x="236898" y="275586"/>
                  </a:lnTo>
                  <a:lnTo>
                    <a:pt x="292677" y="238259"/>
                  </a:lnTo>
                  <a:lnTo>
                    <a:pt x="339064" y="182530"/>
                  </a:lnTo>
                  <a:close/>
                </a:path>
              </a:pathLst>
            </a:custGeom>
            <a:solidFill>
              <a:srgbClr val="7AD151">
                <a:alpha val="21960"/>
              </a:srgbClr>
            </a:solidFill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578422" y="3302270"/>
              <a:ext cx="164319" cy="141026"/>
            </a:xfrm>
            <a:custGeom>
              <a:avLst/>
              <a:pathLst>
                <a:path w="164319" h="141026">
                  <a:moveTo>
                    <a:pt x="164319" y="65805"/>
                  </a:moveTo>
                  <a:lnTo>
                    <a:pt x="133238" y="19273"/>
                  </a:lnTo>
                  <a:lnTo>
                    <a:pt x="89869" y="1329"/>
                  </a:lnTo>
                  <a:lnTo>
                    <a:pt x="52644" y="9967"/>
                  </a:lnTo>
                  <a:lnTo>
                    <a:pt x="118449" y="0"/>
                  </a:lnTo>
                  <a:lnTo>
                    <a:pt x="134552" y="56576"/>
                  </a:lnTo>
                  <a:lnTo>
                    <a:pt x="113431" y="104000"/>
                  </a:lnTo>
                  <a:lnTo>
                    <a:pt x="72842" y="123528"/>
                  </a:lnTo>
                  <a:lnTo>
                    <a:pt x="35958" y="113489"/>
                  </a:lnTo>
                  <a:lnTo>
                    <a:pt x="18873" y="87024"/>
                  </a:lnTo>
                  <a:lnTo>
                    <a:pt x="23579" y="62530"/>
                  </a:lnTo>
                  <a:lnTo>
                    <a:pt x="39483" y="52644"/>
                  </a:lnTo>
                  <a:lnTo>
                    <a:pt x="52644" y="65805"/>
                  </a:lnTo>
                  <a:lnTo>
                    <a:pt x="65805" y="78966"/>
                  </a:lnTo>
                  <a:lnTo>
                    <a:pt x="52644" y="112336"/>
                  </a:lnTo>
                  <a:lnTo>
                    <a:pt x="0" y="118449"/>
                  </a:lnTo>
                  <a:lnTo>
                    <a:pt x="15419" y="65805"/>
                  </a:lnTo>
                  <a:lnTo>
                    <a:pt x="9660" y="90621"/>
                  </a:lnTo>
                  <a:lnTo>
                    <a:pt x="21623" y="119534"/>
                  </a:lnTo>
                  <a:lnTo>
                    <a:pt x="52644" y="140255"/>
                  </a:lnTo>
                  <a:lnTo>
                    <a:pt x="96073" y="141026"/>
                  </a:lnTo>
                  <a:lnTo>
                    <a:pt x="138611" y="115438"/>
                  </a:lnTo>
                  <a:close/>
                </a:path>
              </a:pathLst>
            </a:custGeom>
            <a:solidFill>
              <a:srgbClr val="F1B722">
                <a:alpha val="21960"/>
              </a:srgbClr>
            </a:solidFill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569140" y="3302270"/>
              <a:ext cx="154987" cy="139716"/>
            </a:xfrm>
            <a:custGeom>
              <a:avLst/>
              <a:pathLst>
                <a:path w="154987" h="139716">
                  <a:moveTo>
                    <a:pt x="154987" y="65805"/>
                  </a:moveTo>
                  <a:lnTo>
                    <a:pt x="126401" y="28580"/>
                  </a:lnTo>
                  <a:lnTo>
                    <a:pt x="89844" y="17448"/>
                  </a:lnTo>
                  <a:lnTo>
                    <a:pt x="61925" y="28580"/>
                  </a:lnTo>
                  <a:lnTo>
                    <a:pt x="127730" y="0"/>
                  </a:lnTo>
                  <a:lnTo>
                    <a:pt x="147821" y="42789"/>
                  </a:lnTo>
                  <a:lnTo>
                    <a:pt x="143826" y="87750"/>
                  </a:lnTo>
                  <a:lnTo>
                    <a:pt x="118956" y="122836"/>
                  </a:lnTo>
                  <a:lnTo>
                    <a:pt x="81729" y="139716"/>
                  </a:lnTo>
                  <a:lnTo>
                    <a:pt x="43191" y="135720"/>
                  </a:lnTo>
                  <a:lnTo>
                    <a:pt x="13668" y="114062"/>
                  </a:lnTo>
                  <a:lnTo>
                    <a:pt x="0" y="82398"/>
                  </a:lnTo>
                  <a:lnTo>
                    <a:pt x="3995" y="50282"/>
                  </a:lnTo>
                  <a:lnTo>
                    <a:pt x="22442" y="26322"/>
                  </a:lnTo>
                  <a:lnTo>
                    <a:pt x="36131" y="76489"/>
                  </a:lnTo>
                  <a:lnTo>
                    <a:pt x="61925" y="65805"/>
                  </a:lnTo>
                  <a:lnTo>
                    <a:pt x="48764" y="78966"/>
                  </a:lnTo>
                  <a:lnTo>
                    <a:pt x="61925" y="65805"/>
                  </a:lnTo>
                  <a:lnTo>
                    <a:pt x="45474" y="82256"/>
                  </a:lnTo>
                  <a:lnTo>
                    <a:pt x="61925" y="112336"/>
                  </a:lnTo>
                  <a:lnTo>
                    <a:pt x="111279" y="115159"/>
                  </a:lnTo>
                  <a:close/>
                </a:path>
              </a:pathLst>
            </a:custGeom>
            <a:solidFill>
              <a:srgbClr val="619CFF">
                <a:alpha val="21960"/>
              </a:srgbClr>
            </a:solidFill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17377" y="2269969"/>
              <a:ext cx="2796092" cy="1700567"/>
            </a:xfrm>
            <a:custGeom>
              <a:avLst/>
              <a:pathLst>
                <a:path w="2796092" h="1700567">
                  <a:moveTo>
                    <a:pt x="413688" y="558343"/>
                  </a:moveTo>
                  <a:lnTo>
                    <a:pt x="443255" y="496251"/>
                  </a:lnTo>
                  <a:lnTo>
                    <a:pt x="478909" y="435912"/>
                  </a:lnTo>
                  <a:lnTo>
                    <a:pt x="520540" y="377773"/>
                  </a:lnTo>
                  <a:lnTo>
                    <a:pt x="568011" y="322273"/>
                  </a:lnTo>
                  <a:lnTo>
                    <a:pt x="621157" y="269845"/>
                  </a:lnTo>
                  <a:lnTo>
                    <a:pt x="679783" y="220910"/>
                  </a:lnTo>
                  <a:lnTo>
                    <a:pt x="743667" y="175878"/>
                  </a:lnTo>
                  <a:lnTo>
                    <a:pt x="812560" y="135145"/>
                  </a:lnTo>
                  <a:lnTo>
                    <a:pt x="886187" y="99090"/>
                  </a:lnTo>
                  <a:lnTo>
                    <a:pt x="964250" y="68078"/>
                  </a:lnTo>
                  <a:lnTo>
                    <a:pt x="1046422" y="42453"/>
                  </a:lnTo>
                  <a:lnTo>
                    <a:pt x="1132358" y="22541"/>
                  </a:lnTo>
                  <a:lnTo>
                    <a:pt x="1221688" y="8645"/>
                  </a:lnTo>
                  <a:lnTo>
                    <a:pt x="1314023" y="1045"/>
                  </a:lnTo>
                  <a:lnTo>
                    <a:pt x="1408954" y="0"/>
                  </a:lnTo>
                  <a:lnTo>
                    <a:pt x="1506055" y="5739"/>
                  </a:lnTo>
                  <a:lnTo>
                    <a:pt x="1578851" y="21040"/>
                  </a:lnTo>
                  <a:lnTo>
                    <a:pt x="1652083" y="40417"/>
                  </a:lnTo>
                  <a:lnTo>
                    <a:pt x="1725540" y="63925"/>
                  </a:lnTo>
                  <a:lnTo>
                    <a:pt x="1799011" y="91610"/>
                  </a:lnTo>
                  <a:lnTo>
                    <a:pt x="1872278" y="123507"/>
                  </a:lnTo>
                  <a:lnTo>
                    <a:pt x="1945123" y="159641"/>
                  </a:lnTo>
                  <a:lnTo>
                    <a:pt x="2017325" y="200026"/>
                  </a:lnTo>
                  <a:lnTo>
                    <a:pt x="2088661" y="244665"/>
                  </a:lnTo>
                  <a:lnTo>
                    <a:pt x="2158907" y="293549"/>
                  </a:lnTo>
                  <a:lnTo>
                    <a:pt x="2227838" y="346660"/>
                  </a:lnTo>
                  <a:lnTo>
                    <a:pt x="2295231" y="403968"/>
                  </a:lnTo>
                  <a:lnTo>
                    <a:pt x="2360861" y="465431"/>
                  </a:lnTo>
                  <a:lnTo>
                    <a:pt x="2424504" y="530997"/>
                  </a:lnTo>
                  <a:lnTo>
                    <a:pt x="2485940" y="600602"/>
                  </a:lnTo>
                  <a:lnTo>
                    <a:pt x="2544947" y="674172"/>
                  </a:lnTo>
                  <a:lnTo>
                    <a:pt x="2601310" y="751621"/>
                  </a:lnTo>
                  <a:lnTo>
                    <a:pt x="2654815" y="832851"/>
                  </a:lnTo>
                  <a:lnTo>
                    <a:pt x="2705250" y="917756"/>
                  </a:lnTo>
                  <a:lnTo>
                    <a:pt x="2752409" y="1006217"/>
                  </a:lnTo>
                  <a:lnTo>
                    <a:pt x="2796092" y="1098106"/>
                  </a:lnTo>
                  <a:lnTo>
                    <a:pt x="2717870" y="1176819"/>
                  </a:lnTo>
                  <a:lnTo>
                    <a:pt x="2637141" y="1250194"/>
                  </a:lnTo>
                  <a:lnTo>
                    <a:pt x="2554177" y="1318155"/>
                  </a:lnTo>
                  <a:lnTo>
                    <a:pt x="2469255" y="1380637"/>
                  </a:lnTo>
                  <a:lnTo>
                    <a:pt x="2382651" y="1437589"/>
                  </a:lnTo>
                  <a:lnTo>
                    <a:pt x="2294643" y="1488973"/>
                  </a:lnTo>
                  <a:lnTo>
                    <a:pt x="2205510" y="1534761"/>
                  </a:lnTo>
                  <a:lnTo>
                    <a:pt x="2115530" y="1574940"/>
                  </a:lnTo>
                  <a:lnTo>
                    <a:pt x="2024983" y="1609508"/>
                  </a:lnTo>
                  <a:lnTo>
                    <a:pt x="1934144" y="1638476"/>
                  </a:lnTo>
                  <a:lnTo>
                    <a:pt x="1843291" y="1661868"/>
                  </a:lnTo>
                  <a:lnTo>
                    <a:pt x="1752697" y="1679720"/>
                  </a:lnTo>
                  <a:lnTo>
                    <a:pt x="1662633" y="1692078"/>
                  </a:lnTo>
                  <a:lnTo>
                    <a:pt x="1573368" y="1699003"/>
                  </a:lnTo>
                  <a:lnTo>
                    <a:pt x="1485165" y="1700567"/>
                  </a:lnTo>
                  <a:lnTo>
                    <a:pt x="1398286" y="1696853"/>
                  </a:lnTo>
                  <a:lnTo>
                    <a:pt x="1312986" y="1687955"/>
                  </a:lnTo>
                  <a:lnTo>
                    <a:pt x="1229517" y="1673980"/>
                  </a:lnTo>
                  <a:lnTo>
                    <a:pt x="1148123" y="1655046"/>
                  </a:lnTo>
                  <a:lnTo>
                    <a:pt x="1069046" y="1631279"/>
                  </a:lnTo>
                  <a:lnTo>
                    <a:pt x="992517" y="1602818"/>
                  </a:lnTo>
                  <a:lnTo>
                    <a:pt x="918763" y="1569813"/>
                  </a:lnTo>
                  <a:lnTo>
                    <a:pt x="848003" y="1532420"/>
                  </a:lnTo>
                  <a:lnTo>
                    <a:pt x="770870" y="1533333"/>
                  </a:lnTo>
                  <a:lnTo>
                    <a:pt x="698054" y="1523689"/>
                  </a:lnTo>
                  <a:lnTo>
                    <a:pt x="630842" y="1504372"/>
                  </a:lnTo>
                  <a:lnTo>
                    <a:pt x="570388" y="1476412"/>
                  </a:lnTo>
                  <a:lnTo>
                    <a:pt x="517695" y="1440969"/>
                  </a:lnTo>
                  <a:lnTo>
                    <a:pt x="473602" y="1399312"/>
                  </a:lnTo>
                  <a:lnTo>
                    <a:pt x="438773" y="1352796"/>
                  </a:lnTo>
                  <a:lnTo>
                    <a:pt x="413688" y="1302844"/>
                  </a:lnTo>
                  <a:lnTo>
                    <a:pt x="384811" y="1354401"/>
                  </a:lnTo>
                  <a:lnTo>
                    <a:pt x="344463" y="1401401"/>
                  </a:lnTo>
                  <a:lnTo>
                    <a:pt x="293376" y="1441938"/>
                  </a:lnTo>
                  <a:lnTo>
                    <a:pt x="232562" y="1474218"/>
                  </a:lnTo>
                  <a:lnTo>
                    <a:pt x="163297" y="1496601"/>
                  </a:lnTo>
                  <a:lnTo>
                    <a:pt x="87098" y="1507637"/>
                  </a:lnTo>
                  <a:lnTo>
                    <a:pt x="5696" y="1506098"/>
                  </a:lnTo>
                  <a:lnTo>
                    <a:pt x="0" y="1428012"/>
                  </a:lnTo>
                  <a:lnTo>
                    <a:pt x="6188" y="1354155"/>
                  </a:lnTo>
                  <a:lnTo>
                    <a:pt x="23203" y="1286154"/>
                  </a:lnTo>
                  <a:lnTo>
                    <a:pt x="49778" y="1225443"/>
                  </a:lnTo>
                  <a:lnTo>
                    <a:pt x="84470" y="1173248"/>
                  </a:lnTo>
                  <a:lnTo>
                    <a:pt x="125687" y="1130556"/>
                  </a:lnTo>
                  <a:lnTo>
                    <a:pt x="171725" y="1098106"/>
                  </a:lnTo>
                  <a:lnTo>
                    <a:pt x="137937" y="1054431"/>
                  </a:lnTo>
                  <a:lnTo>
                    <a:pt x="112761" y="1000329"/>
                  </a:lnTo>
                  <a:lnTo>
                    <a:pt x="98594" y="937558"/>
                  </a:lnTo>
                  <a:lnTo>
                    <a:pt x="97473" y="868362"/>
                  </a:lnTo>
                  <a:lnTo>
                    <a:pt x="110984" y="795402"/>
                  </a:lnTo>
                </a:path>
              </a:pathLst>
            </a:custGeom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73133" y="3221113"/>
              <a:ext cx="772146" cy="383861"/>
            </a:xfrm>
            <a:custGeom>
              <a:avLst/>
              <a:pathLst>
                <a:path w="772146" h="383861">
                  <a:moveTo>
                    <a:pt x="157932" y="146962"/>
                  </a:moveTo>
                  <a:lnTo>
                    <a:pt x="169172" y="105013"/>
                  </a:lnTo>
                  <a:lnTo>
                    <a:pt x="201361" y="71740"/>
                  </a:lnTo>
                  <a:lnTo>
                    <a:pt x="250059" y="54835"/>
                  </a:lnTo>
                  <a:lnTo>
                    <a:pt x="305406" y="25934"/>
                  </a:lnTo>
                  <a:lnTo>
                    <a:pt x="366855" y="7364"/>
                  </a:lnTo>
                  <a:lnTo>
                    <a:pt x="432880" y="0"/>
                  </a:lnTo>
                  <a:lnTo>
                    <a:pt x="501847" y="4508"/>
                  </a:lnTo>
                  <a:lnTo>
                    <a:pt x="572040" y="21344"/>
                  </a:lnTo>
                  <a:lnTo>
                    <a:pt x="641687" y="50737"/>
                  </a:lnTo>
                  <a:lnTo>
                    <a:pt x="708989" y="92688"/>
                  </a:lnTo>
                  <a:lnTo>
                    <a:pt x="772146" y="146962"/>
                  </a:lnTo>
                  <a:lnTo>
                    <a:pt x="728650" y="211267"/>
                  </a:lnTo>
                  <a:lnTo>
                    <a:pt x="678978" y="265887"/>
                  </a:lnTo>
                  <a:lnTo>
                    <a:pt x="624740" y="310305"/>
                  </a:lnTo>
                  <a:lnTo>
                    <a:pt x="567582" y="344239"/>
                  </a:lnTo>
                  <a:lnTo>
                    <a:pt x="509148" y="367646"/>
                  </a:lnTo>
                  <a:lnTo>
                    <a:pt x="451048" y="380714"/>
                  </a:lnTo>
                  <a:lnTo>
                    <a:pt x="394831" y="383861"/>
                  </a:lnTo>
                  <a:lnTo>
                    <a:pt x="322035" y="372830"/>
                  </a:lnTo>
                  <a:lnTo>
                    <a:pt x="259331" y="345969"/>
                  </a:lnTo>
                  <a:lnTo>
                    <a:pt x="209696" y="306276"/>
                  </a:lnTo>
                  <a:lnTo>
                    <a:pt x="175402" y="257262"/>
                  </a:lnTo>
                  <a:lnTo>
                    <a:pt x="157932" y="202800"/>
                  </a:lnTo>
                  <a:lnTo>
                    <a:pt x="129028" y="254832"/>
                  </a:lnTo>
                  <a:lnTo>
                    <a:pt x="74176" y="292032"/>
                  </a:lnTo>
                  <a:lnTo>
                    <a:pt x="0" y="304895"/>
                  </a:lnTo>
                  <a:lnTo>
                    <a:pt x="14781" y="242612"/>
                  </a:lnTo>
                  <a:lnTo>
                    <a:pt x="46160" y="193260"/>
                  </a:lnTo>
                  <a:lnTo>
                    <a:pt x="89476" y="160579"/>
                  </a:lnTo>
                  <a:lnTo>
                    <a:pt x="139320" y="146962"/>
                  </a:lnTo>
                  <a:lnTo>
                    <a:pt x="144771" y="133801"/>
                  </a:lnTo>
                </a:path>
              </a:pathLst>
            </a:custGeom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91583" y="3239107"/>
              <a:ext cx="262833" cy="191009"/>
            </a:xfrm>
            <a:custGeom>
              <a:avLst/>
              <a:pathLst>
                <a:path w="262833" h="191009">
                  <a:moveTo>
                    <a:pt x="39483" y="17292"/>
                  </a:moveTo>
                  <a:lnTo>
                    <a:pt x="92903" y="0"/>
                  </a:lnTo>
                  <a:lnTo>
                    <a:pt x="157932" y="10518"/>
                  </a:lnTo>
                  <a:lnTo>
                    <a:pt x="200672" y="35905"/>
                  </a:lnTo>
                  <a:lnTo>
                    <a:pt x="237244" y="75977"/>
                  </a:lnTo>
                  <a:lnTo>
                    <a:pt x="262833" y="128968"/>
                  </a:lnTo>
                  <a:lnTo>
                    <a:pt x="207280" y="173929"/>
                  </a:lnTo>
                  <a:lnTo>
                    <a:pt x="146942" y="191009"/>
                  </a:lnTo>
                  <a:lnTo>
                    <a:pt x="92127" y="181612"/>
                  </a:lnTo>
                  <a:lnTo>
                    <a:pt x="53728" y="163359"/>
                  </a:lnTo>
                  <a:lnTo>
                    <a:pt x="39483" y="128968"/>
                  </a:lnTo>
                  <a:lnTo>
                    <a:pt x="0" y="168451"/>
                  </a:lnTo>
                  <a:lnTo>
                    <a:pt x="20870" y="128968"/>
                  </a:lnTo>
                  <a:lnTo>
                    <a:pt x="13161" y="102645"/>
                  </a:lnTo>
                </a:path>
              </a:pathLst>
            </a:custGeom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591583" y="3303856"/>
              <a:ext cx="337283" cy="169507"/>
            </a:xfrm>
            <a:custGeom>
              <a:avLst/>
              <a:pathLst>
                <a:path w="337283" h="169507">
                  <a:moveTo>
                    <a:pt x="39483" y="45606"/>
                  </a:moveTo>
                  <a:lnTo>
                    <a:pt x="65805" y="37897"/>
                  </a:lnTo>
                  <a:lnTo>
                    <a:pt x="111760" y="11706"/>
                  </a:lnTo>
                  <a:lnTo>
                    <a:pt x="165520" y="0"/>
                  </a:lnTo>
                  <a:lnTo>
                    <a:pt x="223579" y="4402"/>
                  </a:lnTo>
                  <a:lnTo>
                    <a:pt x="282143" y="25785"/>
                  </a:lnTo>
                  <a:lnTo>
                    <a:pt x="337283" y="64219"/>
                  </a:lnTo>
                  <a:lnTo>
                    <a:pt x="295051" y="115055"/>
                  </a:lnTo>
                  <a:lnTo>
                    <a:pt x="245831" y="149691"/>
                  </a:lnTo>
                  <a:lnTo>
                    <a:pt x="194240" y="167625"/>
                  </a:lnTo>
                  <a:lnTo>
                    <a:pt x="144771" y="169507"/>
                  </a:lnTo>
                  <a:lnTo>
                    <a:pt x="82219" y="167393"/>
                  </a:lnTo>
                  <a:lnTo>
                    <a:pt x="39483" y="138669"/>
                  </a:lnTo>
                  <a:lnTo>
                    <a:pt x="0" y="103702"/>
                  </a:lnTo>
                  <a:lnTo>
                    <a:pt x="2258" y="64219"/>
                  </a:lnTo>
                  <a:lnTo>
                    <a:pt x="39483" y="64219"/>
                  </a:lnTo>
                </a:path>
              </a:pathLst>
            </a:custGeom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78422" y="3302270"/>
              <a:ext cx="164319" cy="118449"/>
            </a:xfrm>
            <a:custGeom>
              <a:avLst/>
              <a:pathLst>
                <a:path w="164319" h="118449">
                  <a:moveTo>
                    <a:pt x="52644" y="9967"/>
                  </a:moveTo>
                  <a:lnTo>
                    <a:pt x="118449" y="0"/>
                  </a:lnTo>
                  <a:lnTo>
                    <a:pt x="147220" y="26630"/>
                  </a:lnTo>
                  <a:lnTo>
                    <a:pt x="164319" y="65805"/>
                  </a:lnTo>
                  <a:lnTo>
                    <a:pt x="112829" y="90734"/>
                  </a:lnTo>
                  <a:lnTo>
                    <a:pt x="65805" y="78966"/>
                  </a:lnTo>
                  <a:lnTo>
                    <a:pt x="52644" y="65805"/>
                  </a:lnTo>
                  <a:lnTo>
                    <a:pt x="38398" y="100196"/>
                  </a:lnTo>
                  <a:lnTo>
                    <a:pt x="0" y="118449"/>
                  </a:lnTo>
                  <a:lnTo>
                    <a:pt x="15419" y="65805"/>
                  </a:lnTo>
                  <a:lnTo>
                    <a:pt x="39483" y="52644"/>
                  </a:lnTo>
                </a:path>
              </a:pathLst>
            </a:custGeom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91583" y="3302270"/>
              <a:ext cx="132545" cy="83612"/>
            </a:xfrm>
            <a:custGeom>
              <a:avLst/>
              <a:pathLst>
                <a:path w="132545" h="83612">
                  <a:moveTo>
                    <a:pt x="39483" y="28580"/>
                  </a:moveTo>
                  <a:lnTo>
                    <a:pt x="105288" y="0"/>
                  </a:lnTo>
                  <a:lnTo>
                    <a:pt x="132545" y="65805"/>
                  </a:lnTo>
                  <a:lnTo>
                    <a:pt x="82472" y="83612"/>
                  </a:lnTo>
                  <a:lnTo>
                    <a:pt x="39483" y="65805"/>
                  </a:lnTo>
                  <a:lnTo>
                    <a:pt x="39483" y="65805"/>
                  </a:lnTo>
                  <a:lnTo>
                    <a:pt x="26322" y="78966"/>
                  </a:lnTo>
                  <a:lnTo>
                    <a:pt x="39483" y="65805"/>
                  </a:lnTo>
                  <a:lnTo>
                    <a:pt x="0" y="26322"/>
                  </a:lnTo>
                </a:path>
              </a:pathLst>
            </a:custGeom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08037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84687" y="3210021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703136" y="3203247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58365" y="3295374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637331" y="3374341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45204" y="3361179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66074" y="3321696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82487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84687" y="3303084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11009" y="3295374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84687" y="339614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89975" y="3426985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45204" y="3361179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47462" y="3321696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198900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76814" y="3229569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71526" y="3308535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84687" y="3377534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21585" y="3558595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26754" y="3479629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66074" y="3321696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77749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84687" y="3284471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50492" y="3255891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45204" y="3282213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71526" y="3334857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967091" y="332169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84687" y="2781933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677054" y="2229329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81983" y="3018992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84687" y="3526434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019001" y="3756011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76694" y="3729689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342724" y="332169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96362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84687" y="3265859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50492" y="3255891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71526" y="3308535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84687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97848" y="3334857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32042" y="3374341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547462" y="3321696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3242517" y="1971559"/>
              <a:ext cx="777096" cy="1787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7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29(8.3%)</a:t>
              </a:r>
            </a:p>
          </p:txBody>
        </p:sp>
        <p:sp>
          <p:nvSpPr>
            <p:cNvPr id="78" name="pl78"/>
            <p:cNvSpPr/>
            <p:nvPr/>
          </p:nvSpPr>
          <p:spPr>
            <a:xfrm>
              <a:off x="3631066" y="795079"/>
              <a:ext cx="0" cy="2572996"/>
            </a:xfrm>
            <a:custGeom>
              <a:avLst/>
              <a:pathLst>
                <a:path w="0" h="2572996">
                  <a:moveTo>
                    <a:pt x="0" y="2572996"/>
                  </a:moveTo>
                  <a:lnTo>
                    <a:pt x="0" y="2484272"/>
                  </a:lnTo>
                  <a:lnTo>
                    <a:pt x="0" y="2395548"/>
                  </a:lnTo>
                  <a:lnTo>
                    <a:pt x="0" y="2306824"/>
                  </a:lnTo>
                  <a:lnTo>
                    <a:pt x="0" y="2218100"/>
                  </a:lnTo>
                  <a:lnTo>
                    <a:pt x="0" y="2129376"/>
                  </a:lnTo>
                  <a:lnTo>
                    <a:pt x="0" y="2040652"/>
                  </a:lnTo>
                  <a:lnTo>
                    <a:pt x="0" y="1951928"/>
                  </a:lnTo>
                  <a:lnTo>
                    <a:pt x="0" y="1863204"/>
                  </a:lnTo>
                  <a:lnTo>
                    <a:pt x="0" y="1774480"/>
                  </a:lnTo>
                  <a:lnTo>
                    <a:pt x="0" y="1685756"/>
                  </a:lnTo>
                  <a:lnTo>
                    <a:pt x="0" y="1597032"/>
                  </a:lnTo>
                  <a:lnTo>
                    <a:pt x="0" y="1508308"/>
                  </a:lnTo>
                  <a:lnTo>
                    <a:pt x="0" y="1419584"/>
                  </a:lnTo>
                  <a:lnTo>
                    <a:pt x="0" y="1330860"/>
                  </a:lnTo>
                  <a:lnTo>
                    <a:pt x="0" y="1242136"/>
                  </a:lnTo>
                  <a:lnTo>
                    <a:pt x="0" y="1153412"/>
                  </a:lnTo>
                  <a:lnTo>
                    <a:pt x="0" y="1064688"/>
                  </a:lnTo>
                  <a:lnTo>
                    <a:pt x="0" y="975964"/>
                  </a:lnTo>
                  <a:lnTo>
                    <a:pt x="0" y="887240"/>
                  </a:lnTo>
                  <a:lnTo>
                    <a:pt x="0" y="798516"/>
                  </a:lnTo>
                  <a:lnTo>
                    <a:pt x="0" y="709792"/>
                  </a:lnTo>
                  <a:lnTo>
                    <a:pt x="0" y="621068"/>
                  </a:lnTo>
                  <a:lnTo>
                    <a:pt x="0" y="532344"/>
                  </a:lnTo>
                  <a:lnTo>
                    <a:pt x="0" y="443620"/>
                  </a:lnTo>
                  <a:lnTo>
                    <a:pt x="0" y="354896"/>
                  </a:lnTo>
                  <a:lnTo>
                    <a:pt x="0" y="266172"/>
                  </a:lnTo>
                  <a:lnTo>
                    <a:pt x="0" y="177448"/>
                  </a:lnTo>
                  <a:lnTo>
                    <a:pt x="0" y="88724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631066" y="1548692"/>
              <a:ext cx="1819383" cy="1819383"/>
            </a:xfrm>
            <a:custGeom>
              <a:avLst/>
              <a:pathLst>
                <a:path w="1819383" h="1819383">
                  <a:moveTo>
                    <a:pt x="0" y="1819383"/>
                  </a:moveTo>
                  <a:lnTo>
                    <a:pt x="62737" y="1756645"/>
                  </a:lnTo>
                  <a:lnTo>
                    <a:pt x="125474" y="1693908"/>
                  </a:lnTo>
                  <a:lnTo>
                    <a:pt x="188212" y="1631171"/>
                  </a:lnTo>
                  <a:lnTo>
                    <a:pt x="250949" y="1568433"/>
                  </a:lnTo>
                  <a:lnTo>
                    <a:pt x="313686" y="1505696"/>
                  </a:lnTo>
                  <a:lnTo>
                    <a:pt x="376424" y="1442959"/>
                  </a:lnTo>
                  <a:lnTo>
                    <a:pt x="439161" y="1380221"/>
                  </a:lnTo>
                  <a:lnTo>
                    <a:pt x="501898" y="1317484"/>
                  </a:lnTo>
                  <a:lnTo>
                    <a:pt x="564636" y="1254746"/>
                  </a:lnTo>
                  <a:lnTo>
                    <a:pt x="627373" y="1192009"/>
                  </a:lnTo>
                  <a:lnTo>
                    <a:pt x="690110" y="1129272"/>
                  </a:lnTo>
                  <a:lnTo>
                    <a:pt x="752848" y="1066534"/>
                  </a:lnTo>
                  <a:lnTo>
                    <a:pt x="815585" y="1003797"/>
                  </a:lnTo>
                  <a:lnTo>
                    <a:pt x="878322" y="941060"/>
                  </a:lnTo>
                  <a:lnTo>
                    <a:pt x="941060" y="878322"/>
                  </a:lnTo>
                  <a:lnTo>
                    <a:pt x="1003797" y="815585"/>
                  </a:lnTo>
                  <a:lnTo>
                    <a:pt x="1066534" y="752848"/>
                  </a:lnTo>
                  <a:lnTo>
                    <a:pt x="1129272" y="690110"/>
                  </a:lnTo>
                  <a:lnTo>
                    <a:pt x="1192009" y="627373"/>
                  </a:lnTo>
                  <a:lnTo>
                    <a:pt x="1254746" y="564636"/>
                  </a:lnTo>
                  <a:lnTo>
                    <a:pt x="1317484" y="501898"/>
                  </a:lnTo>
                  <a:lnTo>
                    <a:pt x="1380221" y="439161"/>
                  </a:lnTo>
                  <a:lnTo>
                    <a:pt x="1442959" y="376424"/>
                  </a:lnTo>
                  <a:lnTo>
                    <a:pt x="1505696" y="313686"/>
                  </a:lnTo>
                  <a:lnTo>
                    <a:pt x="1568433" y="250949"/>
                  </a:lnTo>
                  <a:lnTo>
                    <a:pt x="1631171" y="188212"/>
                  </a:lnTo>
                  <a:lnTo>
                    <a:pt x="1693908" y="125474"/>
                  </a:lnTo>
                  <a:lnTo>
                    <a:pt x="1756645" y="62737"/>
                  </a:lnTo>
                  <a:lnTo>
                    <a:pt x="1819383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631066" y="3368075"/>
              <a:ext cx="2572996" cy="0"/>
            </a:xfrm>
            <a:custGeom>
              <a:avLst/>
              <a:pathLst>
                <a:path w="2572996" h="0">
                  <a:moveTo>
                    <a:pt x="0" y="0"/>
                  </a:moveTo>
                  <a:lnTo>
                    <a:pt x="88724" y="0"/>
                  </a:lnTo>
                  <a:lnTo>
                    <a:pt x="177448" y="0"/>
                  </a:lnTo>
                  <a:lnTo>
                    <a:pt x="266172" y="0"/>
                  </a:lnTo>
                  <a:lnTo>
                    <a:pt x="354896" y="0"/>
                  </a:lnTo>
                  <a:lnTo>
                    <a:pt x="443620" y="0"/>
                  </a:lnTo>
                  <a:lnTo>
                    <a:pt x="532344" y="0"/>
                  </a:lnTo>
                  <a:lnTo>
                    <a:pt x="621068" y="0"/>
                  </a:lnTo>
                  <a:lnTo>
                    <a:pt x="709792" y="0"/>
                  </a:lnTo>
                  <a:lnTo>
                    <a:pt x="798516" y="0"/>
                  </a:lnTo>
                  <a:lnTo>
                    <a:pt x="887240" y="0"/>
                  </a:lnTo>
                  <a:lnTo>
                    <a:pt x="975964" y="0"/>
                  </a:lnTo>
                  <a:lnTo>
                    <a:pt x="1064688" y="0"/>
                  </a:lnTo>
                  <a:lnTo>
                    <a:pt x="1153412" y="0"/>
                  </a:lnTo>
                  <a:lnTo>
                    <a:pt x="1242136" y="0"/>
                  </a:lnTo>
                  <a:lnTo>
                    <a:pt x="1330860" y="0"/>
                  </a:lnTo>
                  <a:lnTo>
                    <a:pt x="1419584" y="0"/>
                  </a:lnTo>
                  <a:lnTo>
                    <a:pt x="1508308" y="0"/>
                  </a:lnTo>
                  <a:lnTo>
                    <a:pt x="1597032" y="0"/>
                  </a:lnTo>
                  <a:lnTo>
                    <a:pt x="1685756" y="0"/>
                  </a:lnTo>
                  <a:lnTo>
                    <a:pt x="1774480" y="0"/>
                  </a:lnTo>
                  <a:lnTo>
                    <a:pt x="1863204" y="0"/>
                  </a:lnTo>
                  <a:lnTo>
                    <a:pt x="1951928" y="0"/>
                  </a:lnTo>
                  <a:lnTo>
                    <a:pt x="2040652" y="0"/>
                  </a:lnTo>
                  <a:lnTo>
                    <a:pt x="2129376" y="0"/>
                  </a:lnTo>
                  <a:lnTo>
                    <a:pt x="2218100" y="0"/>
                  </a:lnTo>
                  <a:lnTo>
                    <a:pt x="2306824" y="0"/>
                  </a:lnTo>
                  <a:lnTo>
                    <a:pt x="2395548" y="0"/>
                  </a:lnTo>
                  <a:lnTo>
                    <a:pt x="2484272" y="0"/>
                  </a:lnTo>
                  <a:lnTo>
                    <a:pt x="2572996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631066" y="3368075"/>
              <a:ext cx="1819383" cy="1819383"/>
            </a:xfrm>
            <a:custGeom>
              <a:avLst/>
              <a:pathLst>
                <a:path w="1819383" h="1819383">
                  <a:moveTo>
                    <a:pt x="0" y="0"/>
                  </a:moveTo>
                  <a:lnTo>
                    <a:pt x="62737" y="62737"/>
                  </a:lnTo>
                  <a:lnTo>
                    <a:pt x="125474" y="125474"/>
                  </a:lnTo>
                  <a:lnTo>
                    <a:pt x="188212" y="188212"/>
                  </a:lnTo>
                  <a:lnTo>
                    <a:pt x="250949" y="250949"/>
                  </a:lnTo>
                  <a:lnTo>
                    <a:pt x="313686" y="313686"/>
                  </a:lnTo>
                  <a:lnTo>
                    <a:pt x="376424" y="376424"/>
                  </a:lnTo>
                  <a:lnTo>
                    <a:pt x="439161" y="439161"/>
                  </a:lnTo>
                  <a:lnTo>
                    <a:pt x="501898" y="501898"/>
                  </a:lnTo>
                  <a:lnTo>
                    <a:pt x="564636" y="564636"/>
                  </a:lnTo>
                  <a:lnTo>
                    <a:pt x="627373" y="627373"/>
                  </a:lnTo>
                  <a:lnTo>
                    <a:pt x="690110" y="690110"/>
                  </a:lnTo>
                  <a:lnTo>
                    <a:pt x="752848" y="752848"/>
                  </a:lnTo>
                  <a:lnTo>
                    <a:pt x="815585" y="815585"/>
                  </a:lnTo>
                  <a:lnTo>
                    <a:pt x="878322" y="878322"/>
                  </a:lnTo>
                  <a:lnTo>
                    <a:pt x="941060" y="941060"/>
                  </a:lnTo>
                  <a:lnTo>
                    <a:pt x="1003797" y="1003797"/>
                  </a:lnTo>
                  <a:lnTo>
                    <a:pt x="1066534" y="1066534"/>
                  </a:lnTo>
                  <a:lnTo>
                    <a:pt x="1129272" y="1129272"/>
                  </a:lnTo>
                  <a:lnTo>
                    <a:pt x="1192009" y="1192009"/>
                  </a:lnTo>
                  <a:lnTo>
                    <a:pt x="1254746" y="1254746"/>
                  </a:lnTo>
                  <a:lnTo>
                    <a:pt x="1317484" y="1317484"/>
                  </a:lnTo>
                  <a:lnTo>
                    <a:pt x="1380221" y="1380221"/>
                  </a:lnTo>
                  <a:lnTo>
                    <a:pt x="1442959" y="1442959"/>
                  </a:lnTo>
                  <a:lnTo>
                    <a:pt x="1505696" y="1505696"/>
                  </a:lnTo>
                  <a:lnTo>
                    <a:pt x="1568433" y="1568433"/>
                  </a:lnTo>
                  <a:lnTo>
                    <a:pt x="1631171" y="1631171"/>
                  </a:lnTo>
                  <a:lnTo>
                    <a:pt x="1693908" y="1693908"/>
                  </a:lnTo>
                  <a:lnTo>
                    <a:pt x="1756645" y="1756645"/>
                  </a:lnTo>
                  <a:lnTo>
                    <a:pt x="1819383" y="1819383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631066" y="3368075"/>
              <a:ext cx="0" cy="2572996"/>
            </a:xfrm>
            <a:custGeom>
              <a:avLst/>
              <a:pathLst>
                <a:path w="0" h="2572996">
                  <a:moveTo>
                    <a:pt x="0" y="0"/>
                  </a:moveTo>
                  <a:lnTo>
                    <a:pt x="0" y="88724"/>
                  </a:lnTo>
                  <a:lnTo>
                    <a:pt x="0" y="177448"/>
                  </a:lnTo>
                  <a:lnTo>
                    <a:pt x="0" y="266172"/>
                  </a:lnTo>
                  <a:lnTo>
                    <a:pt x="0" y="354896"/>
                  </a:lnTo>
                  <a:lnTo>
                    <a:pt x="0" y="443620"/>
                  </a:lnTo>
                  <a:lnTo>
                    <a:pt x="0" y="532344"/>
                  </a:lnTo>
                  <a:lnTo>
                    <a:pt x="0" y="621068"/>
                  </a:lnTo>
                  <a:lnTo>
                    <a:pt x="0" y="709792"/>
                  </a:lnTo>
                  <a:lnTo>
                    <a:pt x="0" y="798516"/>
                  </a:lnTo>
                  <a:lnTo>
                    <a:pt x="0" y="887240"/>
                  </a:lnTo>
                  <a:lnTo>
                    <a:pt x="0" y="975964"/>
                  </a:lnTo>
                  <a:lnTo>
                    <a:pt x="0" y="1064688"/>
                  </a:lnTo>
                  <a:lnTo>
                    <a:pt x="0" y="1153412"/>
                  </a:lnTo>
                  <a:lnTo>
                    <a:pt x="0" y="1242136"/>
                  </a:lnTo>
                  <a:lnTo>
                    <a:pt x="0" y="1330860"/>
                  </a:lnTo>
                  <a:lnTo>
                    <a:pt x="0" y="1419584"/>
                  </a:lnTo>
                  <a:lnTo>
                    <a:pt x="0" y="1508308"/>
                  </a:lnTo>
                  <a:lnTo>
                    <a:pt x="0" y="1597032"/>
                  </a:lnTo>
                  <a:lnTo>
                    <a:pt x="0" y="1685756"/>
                  </a:lnTo>
                  <a:lnTo>
                    <a:pt x="0" y="1774480"/>
                  </a:lnTo>
                  <a:lnTo>
                    <a:pt x="0" y="1863204"/>
                  </a:lnTo>
                  <a:lnTo>
                    <a:pt x="0" y="1951928"/>
                  </a:lnTo>
                  <a:lnTo>
                    <a:pt x="0" y="2040652"/>
                  </a:lnTo>
                  <a:lnTo>
                    <a:pt x="0" y="2129376"/>
                  </a:lnTo>
                  <a:lnTo>
                    <a:pt x="0" y="2218100"/>
                  </a:lnTo>
                  <a:lnTo>
                    <a:pt x="0" y="2306824"/>
                  </a:lnTo>
                  <a:lnTo>
                    <a:pt x="0" y="2395548"/>
                  </a:lnTo>
                  <a:lnTo>
                    <a:pt x="0" y="2484272"/>
                  </a:lnTo>
                  <a:lnTo>
                    <a:pt x="0" y="2572996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11683" y="3368075"/>
              <a:ext cx="1819383" cy="1819383"/>
            </a:xfrm>
            <a:custGeom>
              <a:avLst/>
              <a:pathLst>
                <a:path w="1819383" h="1819383">
                  <a:moveTo>
                    <a:pt x="1819383" y="0"/>
                  </a:moveTo>
                  <a:lnTo>
                    <a:pt x="1756645" y="62737"/>
                  </a:lnTo>
                  <a:lnTo>
                    <a:pt x="1693908" y="125474"/>
                  </a:lnTo>
                  <a:lnTo>
                    <a:pt x="1631171" y="188212"/>
                  </a:lnTo>
                  <a:lnTo>
                    <a:pt x="1568433" y="250949"/>
                  </a:lnTo>
                  <a:lnTo>
                    <a:pt x="1505696" y="313686"/>
                  </a:lnTo>
                  <a:lnTo>
                    <a:pt x="1442959" y="376424"/>
                  </a:lnTo>
                  <a:lnTo>
                    <a:pt x="1380221" y="439161"/>
                  </a:lnTo>
                  <a:lnTo>
                    <a:pt x="1317484" y="501898"/>
                  </a:lnTo>
                  <a:lnTo>
                    <a:pt x="1254746" y="564636"/>
                  </a:lnTo>
                  <a:lnTo>
                    <a:pt x="1192009" y="627373"/>
                  </a:lnTo>
                  <a:lnTo>
                    <a:pt x="1129272" y="690110"/>
                  </a:lnTo>
                  <a:lnTo>
                    <a:pt x="1066534" y="752848"/>
                  </a:lnTo>
                  <a:lnTo>
                    <a:pt x="1003797" y="815585"/>
                  </a:lnTo>
                  <a:lnTo>
                    <a:pt x="941060" y="878322"/>
                  </a:lnTo>
                  <a:lnTo>
                    <a:pt x="878322" y="941060"/>
                  </a:lnTo>
                  <a:lnTo>
                    <a:pt x="815585" y="1003797"/>
                  </a:lnTo>
                  <a:lnTo>
                    <a:pt x="752848" y="1066534"/>
                  </a:lnTo>
                  <a:lnTo>
                    <a:pt x="690110" y="1129272"/>
                  </a:lnTo>
                  <a:lnTo>
                    <a:pt x="627373" y="1192009"/>
                  </a:lnTo>
                  <a:lnTo>
                    <a:pt x="564636" y="1254746"/>
                  </a:lnTo>
                  <a:lnTo>
                    <a:pt x="501898" y="1317484"/>
                  </a:lnTo>
                  <a:lnTo>
                    <a:pt x="439161" y="1380221"/>
                  </a:lnTo>
                  <a:lnTo>
                    <a:pt x="376424" y="1442959"/>
                  </a:lnTo>
                  <a:lnTo>
                    <a:pt x="313686" y="1505696"/>
                  </a:lnTo>
                  <a:lnTo>
                    <a:pt x="250949" y="1568433"/>
                  </a:lnTo>
                  <a:lnTo>
                    <a:pt x="188212" y="1631171"/>
                  </a:lnTo>
                  <a:lnTo>
                    <a:pt x="125474" y="1693908"/>
                  </a:lnTo>
                  <a:lnTo>
                    <a:pt x="62737" y="1756645"/>
                  </a:lnTo>
                  <a:lnTo>
                    <a:pt x="0" y="1819383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058070" y="3368075"/>
              <a:ext cx="2572996" cy="0"/>
            </a:xfrm>
            <a:custGeom>
              <a:avLst/>
              <a:pathLst>
                <a:path w="2572996" h="0">
                  <a:moveTo>
                    <a:pt x="2572996" y="0"/>
                  </a:moveTo>
                  <a:lnTo>
                    <a:pt x="2484272" y="0"/>
                  </a:lnTo>
                  <a:lnTo>
                    <a:pt x="2395548" y="0"/>
                  </a:lnTo>
                  <a:lnTo>
                    <a:pt x="2306824" y="0"/>
                  </a:lnTo>
                  <a:lnTo>
                    <a:pt x="2218100" y="0"/>
                  </a:lnTo>
                  <a:lnTo>
                    <a:pt x="2129376" y="0"/>
                  </a:lnTo>
                  <a:lnTo>
                    <a:pt x="2040652" y="0"/>
                  </a:lnTo>
                  <a:lnTo>
                    <a:pt x="1951928" y="0"/>
                  </a:lnTo>
                  <a:lnTo>
                    <a:pt x="1863204" y="0"/>
                  </a:lnTo>
                  <a:lnTo>
                    <a:pt x="1774480" y="0"/>
                  </a:lnTo>
                  <a:lnTo>
                    <a:pt x="1685756" y="0"/>
                  </a:lnTo>
                  <a:lnTo>
                    <a:pt x="1597032" y="0"/>
                  </a:lnTo>
                  <a:lnTo>
                    <a:pt x="1508308" y="0"/>
                  </a:lnTo>
                  <a:lnTo>
                    <a:pt x="1419584" y="0"/>
                  </a:lnTo>
                  <a:lnTo>
                    <a:pt x="1330860" y="0"/>
                  </a:lnTo>
                  <a:lnTo>
                    <a:pt x="1242136" y="0"/>
                  </a:lnTo>
                  <a:lnTo>
                    <a:pt x="1153412" y="0"/>
                  </a:lnTo>
                  <a:lnTo>
                    <a:pt x="1064688" y="0"/>
                  </a:lnTo>
                  <a:lnTo>
                    <a:pt x="975964" y="0"/>
                  </a:lnTo>
                  <a:lnTo>
                    <a:pt x="887240" y="0"/>
                  </a:lnTo>
                  <a:lnTo>
                    <a:pt x="798516" y="0"/>
                  </a:lnTo>
                  <a:lnTo>
                    <a:pt x="709792" y="0"/>
                  </a:lnTo>
                  <a:lnTo>
                    <a:pt x="621068" y="0"/>
                  </a:lnTo>
                  <a:lnTo>
                    <a:pt x="532344" y="0"/>
                  </a:lnTo>
                  <a:lnTo>
                    <a:pt x="443620" y="0"/>
                  </a:lnTo>
                  <a:lnTo>
                    <a:pt x="354896" y="0"/>
                  </a:lnTo>
                  <a:lnTo>
                    <a:pt x="266172" y="0"/>
                  </a:lnTo>
                  <a:lnTo>
                    <a:pt x="177448" y="0"/>
                  </a:lnTo>
                  <a:lnTo>
                    <a:pt x="88724" y="0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11683" y="1548692"/>
              <a:ext cx="1819383" cy="1819383"/>
            </a:xfrm>
            <a:custGeom>
              <a:avLst/>
              <a:pathLst>
                <a:path w="1819383" h="1819383">
                  <a:moveTo>
                    <a:pt x="1819383" y="1819383"/>
                  </a:moveTo>
                  <a:lnTo>
                    <a:pt x="1756645" y="1756645"/>
                  </a:lnTo>
                  <a:lnTo>
                    <a:pt x="1693908" y="1693908"/>
                  </a:lnTo>
                  <a:lnTo>
                    <a:pt x="1631171" y="1631171"/>
                  </a:lnTo>
                  <a:lnTo>
                    <a:pt x="1568433" y="1568433"/>
                  </a:lnTo>
                  <a:lnTo>
                    <a:pt x="1505696" y="1505696"/>
                  </a:lnTo>
                  <a:lnTo>
                    <a:pt x="1442959" y="1442959"/>
                  </a:lnTo>
                  <a:lnTo>
                    <a:pt x="1380221" y="1380221"/>
                  </a:lnTo>
                  <a:lnTo>
                    <a:pt x="1317484" y="1317484"/>
                  </a:lnTo>
                  <a:lnTo>
                    <a:pt x="1254746" y="1254746"/>
                  </a:lnTo>
                  <a:lnTo>
                    <a:pt x="1192009" y="1192009"/>
                  </a:lnTo>
                  <a:lnTo>
                    <a:pt x="1129272" y="1129272"/>
                  </a:lnTo>
                  <a:lnTo>
                    <a:pt x="1066534" y="1066534"/>
                  </a:lnTo>
                  <a:lnTo>
                    <a:pt x="1003797" y="1003797"/>
                  </a:lnTo>
                  <a:lnTo>
                    <a:pt x="941060" y="941060"/>
                  </a:lnTo>
                  <a:lnTo>
                    <a:pt x="878322" y="878322"/>
                  </a:lnTo>
                  <a:lnTo>
                    <a:pt x="815585" y="815585"/>
                  </a:lnTo>
                  <a:lnTo>
                    <a:pt x="752848" y="752848"/>
                  </a:lnTo>
                  <a:lnTo>
                    <a:pt x="690110" y="690110"/>
                  </a:lnTo>
                  <a:lnTo>
                    <a:pt x="627373" y="627373"/>
                  </a:lnTo>
                  <a:lnTo>
                    <a:pt x="564636" y="564636"/>
                  </a:lnTo>
                  <a:lnTo>
                    <a:pt x="501898" y="501898"/>
                  </a:lnTo>
                  <a:lnTo>
                    <a:pt x="439161" y="439161"/>
                  </a:lnTo>
                  <a:lnTo>
                    <a:pt x="376424" y="376424"/>
                  </a:lnTo>
                  <a:lnTo>
                    <a:pt x="313686" y="313686"/>
                  </a:lnTo>
                  <a:lnTo>
                    <a:pt x="250949" y="250949"/>
                  </a:lnTo>
                  <a:lnTo>
                    <a:pt x="188212" y="188212"/>
                  </a:lnTo>
                  <a:lnTo>
                    <a:pt x="125474" y="125474"/>
                  </a:lnTo>
                  <a:lnTo>
                    <a:pt x="62737" y="62737"/>
                  </a:lnTo>
                  <a:lnTo>
                    <a:pt x="0" y="0"/>
                  </a:lnTo>
                </a:path>
              </a:pathLst>
            </a:custGeom>
            <a:ln w="17615" cap="flat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398150" y="401040"/>
              <a:ext cx="465832" cy="140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64920" y="1248669"/>
              <a:ext cx="825903" cy="140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35094" y="3295940"/>
              <a:ext cx="381186" cy="1404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248921" y="5338840"/>
              <a:ext cx="857901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382151" y="6186654"/>
              <a:ext cx="497830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39496" y="5338840"/>
              <a:ext cx="889527" cy="144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19481" y="3295940"/>
              <a:ext cx="433927" cy="1404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155495" y="1248669"/>
              <a:ext cx="857529" cy="1409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4" name="rc94"/>
            <p:cNvSpPr/>
            <p:nvPr/>
          </p:nvSpPr>
          <p:spPr>
            <a:xfrm>
              <a:off x="7131915" y="2728607"/>
              <a:ext cx="181655" cy="181655"/>
            </a:xfrm>
            <a:prstGeom prst="rect">
              <a:avLst/>
            </a:prstGeom>
            <a:solidFill>
              <a:srgbClr val="00BFC4">
                <a:alpha val="21960"/>
              </a:srgbClr>
            </a:solidFill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134960" y="281943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176364" y="2773056"/>
              <a:ext cx="92758" cy="92758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1454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7131915" y="2948063"/>
              <a:ext cx="181655" cy="181655"/>
            </a:xfrm>
            <a:prstGeom prst="rect">
              <a:avLst/>
            </a:prstGeom>
            <a:solidFill>
              <a:srgbClr val="BE84DB">
                <a:alpha val="21960"/>
              </a:srgbClr>
            </a:solidFill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134960" y="30388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176364" y="2992512"/>
              <a:ext cx="92758" cy="92758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1454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31915" y="3167519"/>
              <a:ext cx="181655" cy="181655"/>
            </a:xfrm>
            <a:prstGeom prst="rect">
              <a:avLst/>
            </a:prstGeom>
            <a:solidFill>
              <a:srgbClr val="F8766D">
                <a:alpha val="21960"/>
              </a:srgbClr>
            </a:solidFill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134960" y="32583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176364" y="3211968"/>
              <a:ext cx="92758" cy="92758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1454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131915" y="3386975"/>
              <a:ext cx="181655" cy="181656"/>
            </a:xfrm>
            <a:prstGeom prst="rect">
              <a:avLst/>
            </a:prstGeom>
            <a:solidFill>
              <a:srgbClr val="7AD151">
                <a:alpha val="21960"/>
              </a:srgbClr>
            </a:solidFill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34960" y="347780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176364" y="3431424"/>
              <a:ext cx="92758" cy="92758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1454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131915" y="3606431"/>
              <a:ext cx="181655" cy="181655"/>
            </a:xfrm>
            <a:prstGeom prst="rect">
              <a:avLst/>
            </a:prstGeom>
            <a:solidFill>
              <a:srgbClr val="F1B722">
                <a:alpha val="21960"/>
              </a:srgbClr>
            </a:solidFill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134960" y="369725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176364" y="3650880"/>
              <a:ext cx="92758" cy="92758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1454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131915" y="3825887"/>
              <a:ext cx="181655" cy="181655"/>
            </a:xfrm>
            <a:prstGeom prst="rect">
              <a:avLst/>
            </a:prstGeom>
            <a:solidFill>
              <a:srgbClr val="619CFF">
                <a:alpha val="21960"/>
              </a:srgbClr>
            </a:solidFill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134960" y="39167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176364" y="3870336"/>
              <a:ext cx="92758" cy="92758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1454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7421039" y="2752756"/>
              <a:ext cx="1095672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421039" y="2970621"/>
              <a:ext cx="1219572" cy="1297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421039" y="3159354"/>
              <a:ext cx="1124136" cy="160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421039" y="3411124"/>
              <a:ext cx="1009947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421039" y="3630580"/>
              <a:ext cx="1181648" cy="1281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421039" y="3848445"/>
              <a:ext cx="1152850" cy="1297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2026-03-19T05:58:01Z</dcterms:modified>
  <cp:category/>
</cp:coreProperties>
</file>