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612093"/>
              <a:ext cx="9144000" cy="563381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01220" y="713313"/>
              <a:ext cx="6789215" cy="54313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tx6"/>
            <p:cNvSpPr/>
            <p:nvPr/>
          </p:nvSpPr>
          <p:spPr>
            <a:xfrm>
              <a:off x="1080444" y="5038505"/>
              <a:ext cx="742411" cy="1204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767727" y="3368794"/>
              <a:ext cx="362161" cy="1172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1107150" y="1695435"/>
              <a:ext cx="715705" cy="117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9" name="pl9"/>
            <p:cNvSpPr/>
            <p:nvPr/>
          </p:nvSpPr>
          <p:spPr>
            <a:xfrm>
              <a:off x="3290102" y="3223268"/>
              <a:ext cx="411459" cy="411463"/>
            </a:xfrm>
            <a:custGeom>
              <a:avLst/>
              <a:pathLst>
                <a:path w="411459" h="411463">
                  <a:moveTo>
                    <a:pt x="411459" y="205731"/>
                  </a:moveTo>
                  <a:lnTo>
                    <a:pt x="411428" y="202131"/>
                  </a:lnTo>
                  <a:lnTo>
                    <a:pt x="411333" y="198531"/>
                  </a:lnTo>
                  <a:lnTo>
                    <a:pt x="411176" y="194934"/>
                  </a:lnTo>
                  <a:lnTo>
                    <a:pt x="410955" y="191340"/>
                  </a:lnTo>
                  <a:lnTo>
                    <a:pt x="410672" y="187751"/>
                  </a:lnTo>
                  <a:lnTo>
                    <a:pt x="410326" y="184167"/>
                  </a:lnTo>
                  <a:lnTo>
                    <a:pt x="409917" y="180589"/>
                  </a:lnTo>
                  <a:lnTo>
                    <a:pt x="409446" y="177019"/>
                  </a:lnTo>
                  <a:lnTo>
                    <a:pt x="408912" y="173459"/>
                  </a:lnTo>
                  <a:lnTo>
                    <a:pt x="408316" y="169908"/>
                  </a:lnTo>
                  <a:lnTo>
                    <a:pt x="407658" y="166367"/>
                  </a:lnTo>
                  <a:lnTo>
                    <a:pt x="406938" y="162839"/>
                  </a:lnTo>
                  <a:lnTo>
                    <a:pt x="406157" y="159325"/>
                  </a:lnTo>
                  <a:lnTo>
                    <a:pt x="405314" y="155824"/>
                  </a:lnTo>
                  <a:lnTo>
                    <a:pt x="404410" y="152339"/>
                  </a:lnTo>
                  <a:lnTo>
                    <a:pt x="403445" y="148870"/>
                  </a:lnTo>
                  <a:lnTo>
                    <a:pt x="402420" y="145418"/>
                  </a:lnTo>
                  <a:lnTo>
                    <a:pt x="401334" y="141985"/>
                  </a:lnTo>
                  <a:lnTo>
                    <a:pt x="400189" y="138571"/>
                  </a:lnTo>
                  <a:lnTo>
                    <a:pt x="398983" y="135178"/>
                  </a:lnTo>
                  <a:lnTo>
                    <a:pt x="397719" y="131807"/>
                  </a:lnTo>
                  <a:lnTo>
                    <a:pt x="396396" y="128458"/>
                  </a:lnTo>
                  <a:lnTo>
                    <a:pt x="395014" y="125133"/>
                  </a:lnTo>
                  <a:lnTo>
                    <a:pt x="393575" y="121833"/>
                  </a:lnTo>
                  <a:lnTo>
                    <a:pt x="392078" y="118558"/>
                  </a:lnTo>
                  <a:lnTo>
                    <a:pt x="390524" y="115310"/>
                  </a:lnTo>
                  <a:lnTo>
                    <a:pt x="388913" y="112090"/>
                  </a:lnTo>
                  <a:lnTo>
                    <a:pt x="387246" y="108898"/>
                  </a:lnTo>
                  <a:lnTo>
                    <a:pt x="385523" y="105736"/>
                  </a:lnTo>
                  <a:lnTo>
                    <a:pt x="383746" y="102605"/>
                  </a:lnTo>
                  <a:lnTo>
                    <a:pt x="381914" y="99505"/>
                  </a:lnTo>
                  <a:lnTo>
                    <a:pt x="380028" y="96438"/>
                  </a:lnTo>
                  <a:lnTo>
                    <a:pt x="378088" y="93404"/>
                  </a:lnTo>
                  <a:lnTo>
                    <a:pt x="376096" y="90405"/>
                  </a:lnTo>
                  <a:lnTo>
                    <a:pt x="374052" y="87441"/>
                  </a:lnTo>
                  <a:lnTo>
                    <a:pt x="371956" y="84513"/>
                  </a:lnTo>
                  <a:lnTo>
                    <a:pt x="369809" y="81622"/>
                  </a:lnTo>
                  <a:lnTo>
                    <a:pt x="367612" y="78770"/>
                  </a:lnTo>
                  <a:lnTo>
                    <a:pt x="365365" y="75956"/>
                  </a:lnTo>
                  <a:lnTo>
                    <a:pt x="363069" y="73182"/>
                  </a:lnTo>
                  <a:lnTo>
                    <a:pt x="360725" y="70449"/>
                  </a:lnTo>
                  <a:lnTo>
                    <a:pt x="358334" y="67757"/>
                  </a:lnTo>
                  <a:lnTo>
                    <a:pt x="355896" y="65107"/>
                  </a:lnTo>
                  <a:lnTo>
                    <a:pt x="353412" y="62500"/>
                  </a:lnTo>
                  <a:lnTo>
                    <a:pt x="350883" y="59938"/>
                  </a:lnTo>
                  <a:lnTo>
                    <a:pt x="348309" y="57420"/>
                  </a:lnTo>
                  <a:lnTo>
                    <a:pt x="345691" y="54947"/>
                  </a:lnTo>
                  <a:lnTo>
                    <a:pt x="343031" y="52520"/>
                  </a:lnTo>
                  <a:lnTo>
                    <a:pt x="340329" y="50141"/>
                  </a:lnTo>
                  <a:lnTo>
                    <a:pt x="337585" y="47809"/>
                  </a:lnTo>
                  <a:lnTo>
                    <a:pt x="334801" y="45526"/>
                  </a:lnTo>
                  <a:lnTo>
                    <a:pt x="331978" y="43291"/>
                  </a:lnTo>
                  <a:lnTo>
                    <a:pt x="329115" y="41107"/>
                  </a:lnTo>
                  <a:lnTo>
                    <a:pt x="326215" y="38972"/>
                  </a:lnTo>
                  <a:lnTo>
                    <a:pt x="323278" y="36889"/>
                  </a:lnTo>
                  <a:lnTo>
                    <a:pt x="320306" y="34858"/>
                  </a:lnTo>
                  <a:lnTo>
                    <a:pt x="317297" y="32879"/>
                  </a:lnTo>
                  <a:lnTo>
                    <a:pt x="314255" y="30952"/>
                  </a:lnTo>
                  <a:lnTo>
                    <a:pt x="311180" y="29080"/>
                  </a:lnTo>
                  <a:lnTo>
                    <a:pt x="308072" y="27261"/>
                  </a:lnTo>
                  <a:lnTo>
                    <a:pt x="304933" y="25497"/>
                  </a:lnTo>
                  <a:lnTo>
                    <a:pt x="301764" y="23789"/>
                  </a:lnTo>
                  <a:lnTo>
                    <a:pt x="298565" y="22136"/>
                  </a:lnTo>
                  <a:lnTo>
                    <a:pt x="295337" y="20539"/>
                  </a:lnTo>
                  <a:lnTo>
                    <a:pt x="292083" y="18999"/>
                  </a:lnTo>
                  <a:lnTo>
                    <a:pt x="288801" y="17517"/>
                  </a:lnTo>
                  <a:lnTo>
                    <a:pt x="285495" y="16092"/>
                  </a:lnTo>
                  <a:lnTo>
                    <a:pt x="282164" y="14725"/>
                  </a:lnTo>
                  <a:lnTo>
                    <a:pt x="278809" y="13416"/>
                  </a:lnTo>
                  <a:lnTo>
                    <a:pt x="275432" y="12166"/>
                  </a:lnTo>
                  <a:lnTo>
                    <a:pt x="272034" y="10976"/>
                  </a:lnTo>
                  <a:lnTo>
                    <a:pt x="268615" y="9846"/>
                  </a:lnTo>
                  <a:lnTo>
                    <a:pt x="265178" y="8775"/>
                  </a:lnTo>
                  <a:lnTo>
                    <a:pt x="261721" y="7765"/>
                  </a:lnTo>
                  <a:lnTo>
                    <a:pt x="258248" y="6815"/>
                  </a:lnTo>
                  <a:lnTo>
                    <a:pt x="254759" y="5926"/>
                  </a:lnTo>
                  <a:lnTo>
                    <a:pt x="251255" y="5099"/>
                  </a:lnTo>
                  <a:lnTo>
                    <a:pt x="247736" y="4333"/>
                  </a:lnTo>
                  <a:lnTo>
                    <a:pt x="244205" y="3628"/>
                  </a:lnTo>
                  <a:lnTo>
                    <a:pt x="240662" y="2986"/>
                  </a:lnTo>
                  <a:lnTo>
                    <a:pt x="237109" y="2405"/>
                  </a:lnTo>
                  <a:lnTo>
                    <a:pt x="233546" y="1887"/>
                  </a:lnTo>
                  <a:lnTo>
                    <a:pt x="229974" y="1432"/>
                  </a:lnTo>
                  <a:lnTo>
                    <a:pt x="226395" y="1038"/>
                  </a:lnTo>
                  <a:lnTo>
                    <a:pt x="222809" y="708"/>
                  </a:lnTo>
                  <a:lnTo>
                    <a:pt x="219218" y="440"/>
                  </a:lnTo>
                  <a:lnTo>
                    <a:pt x="215624" y="236"/>
                  </a:lnTo>
                  <a:lnTo>
                    <a:pt x="212026" y="94"/>
                  </a:lnTo>
                  <a:lnTo>
                    <a:pt x="208426" y="15"/>
                  </a:lnTo>
                  <a:lnTo>
                    <a:pt x="204825" y="0"/>
                  </a:lnTo>
                  <a:lnTo>
                    <a:pt x="201225" y="47"/>
                  </a:lnTo>
                  <a:lnTo>
                    <a:pt x="197626" y="157"/>
                  </a:lnTo>
                  <a:lnTo>
                    <a:pt x="194029" y="330"/>
                  </a:lnTo>
                  <a:lnTo>
                    <a:pt x="190436" y="566"/>
                  </a:lnTo>
                  <a:lnTo>
                    <a:pt x="186848" y="865"/>
                  </a:lnTo>
                  <a:lnTo>
                    <a:pt x="183266" y="1227"/>
                  </a:lnTo>
                  <a:lnTo>
                    <a:pt x="179690" y="1652"/>
                  </a:lnTo>
                  <a:lnTo>
                    <a:pt x="176122" y="2138"/>
                  </a:lnTo>
                  <a:lnTo>
                    <a:pt x="172564" y="2688"/>
                  </a:lnTo>
                  <a:lnTo>
                    <a:pt x="169016" y="3299"/>
                  </a:lnTo>
                  <a:lnTo>
                    <a:pt x="165478" y="3973"/>
                  </a:lnTo>
                  <a:lnTo>
                    <a:pt x="161954" y="4708"/>
                  </a:lnTo>
                  <a:lnTo>
                    <a:pt x="158442" y="5505"/>
                  </a:lnTo>
                  <a:lnTo>
                    <a:pt x="154945" y="6363"/>
                  </a:lnTo>
                  <a:lnTo>
                    <a:pt x="151464" y="7282"/>
                  </a:lnTo>
                  <a:lnTo>
                    <a:pt x="147999" y="8262"/>
                  </a:lnTo>
                  <a:lnTo>
                    <a:pt x="144552" y="9303"/>
                  </a:lnTo>
                  <a:lnTo>
                    <a:pt x="141124" y="10403"/>
                  </a:lnTo>
                  <a:lnTo>
                    <a:pt x="137715" y="11564"/>
                  </a:lnTo>
                  <a:lnTo>
                    <a:pt x="134327" y="12784"/>
                  </a:lnTo>
                  <a:lnTo>
                    <a:pt x="130962" y="14063"/>
                  </a:lnTo>
                  <a:lnTo>
                    <a:pt x="127619" y="15401"/>
                  </a:lnTo>
                  <a:lnTo>
                    <a:pt x="124300" y="16797"/>
                  </a:lnTo>
                  <a:lnTo>
                    <a:pt x="121006" y="18251"/>
                  </a:lnTo>
                  <a:lnTo>
                    <a:pt x="117737" y="19762"/>
                  </a:lnTo>
                  <a:lnTo>
                    <a:pt x="114496" y="21331"/>
                  </a:lnTo>
                  <a:lnTo>
                    <a:pt x="111283" y="22955"/>
                  </a:lnTo>
                  <a:lnTo>
                    <a:pt x="108099" y="24636"/>
                  </a:lnTo>
                  <a:lnTo>
                    <a:pt x="104944" y="26373"/>
                  </a:lnTo>
                  <a:lnTo>
                    <a:pt x="101821" y="28164"/>
                  </a:lnTo>
                  <a:lnTo>
                    <a:pt x="98729" y="30009"/>
                  </a:lnTo>
                  <a:lnTo>
                    <a:pt x="95670" y="31909"/>
                  </a:lnTo>
                  <a:lnTo>
                    <a:pt x="92645" y="33862"/>
                  </a:lnTo>
                  <a:lnTo>
                    <a:pt x="89654" y="35867"/>
                  </a:lnTo>
                  <a:lnTo>
                    <a:pt x="86699" y="37924"/>
                  </a:lnTo>
                  <a:lnTo>
                    <a:pt x="83781" y="40033"/>
                  </a:lnTo>
                  <a:lnTo>
                    <a:pt x="80900" y="42193"/>
                  </a:lnTo>
                  <a:lnTo>
                    <a:pt x="78057" y="44402"/>
                  </a:lnTo>
                  <a:lnTo>
                    <a:pt x="75253" y="46661"/>
                  </a:lnTo>
                  <a:lnTo>
                    <a:pt x="72489" y="48969"/>
                  </a:lnTo>
                  <a:lnTo>
                    <a:pt x="69766" y="51325"/>
                  </a:lnTo>
                  <a:lnTo>
                    <a:pt x="67084" y="53728"/>
                  </a:lnTo>
                  <a:lnTo>
                    <a:pt x="64445" y="56178"/>
                  </a:lnTo>
                  <a:lnTo>
                    <a:pt x="61850" y="58673"/>
                  </a:lnTo>
                  <a:lnTo>
                    <a:pt x="59298" y="61213"/>
                  </a:lnTo>
                  <a:lnTo>
                    <a:pt x="56791" y="63798"/>
                  </a:lnTo>
                  <a:lnTo>
                    <a:pt x="54330" y="66426"/>
                  </a:lnTo>
                  <a:lnTo>
                    <a:pt x="51915" y="69097"/>
                  </a:lnTo>
                  <a:lnTo>
                    <a:pt x="49548" y="71810"/>
                  </a:lnTo>
                  <a:lnTo>
                    <a:pt x="47228" y="74564"/>
                  </a:lnTo>
                  <a:lnTo>
                    <a:pt x="44956" y="77358"/>
                  </a:lnTo>
                  <a:lnTo>
                    <a:pt x="42734" y="80191"/>
                  </a:lnTo>
                  <a:lnTo>
                    <a:pt x="40562" y="83063"/>
                  </a:lnTo>
                  <a:lnTo>
                    <a:pt x="38441" y="85972"/>
                  </a:lnTo>
                  <a:lnTo>
                    <a:pt x="36370" y="88918"/>
                  </a:lnTo>
                  <a:lnTo>
                    <a:pt x="34352" y="91900"/>
                  </a:lnTo>
                  <a:lnTo>
                    <a:pt x="32386" y="94917"/>
                  </a:lnTo>
                  <a:lnTo>
                    <a:pt x="30473" y="97967"/>
                  </a:lnTo>
                  <a:lnTo>
                    <a:pt x="28614" y="101051"/>
                  </a:lnTo>
                  <a:lnTo>
                    <a:pt x="26809" y="104166"/>
                  </a:lnTo>
                  <a:lnTo>
                    <a:pt x="25059" y="107313"/>
                  </a:lnTo>
                  <a:lnTo>
                    <a:pt x="23364" y="110490"/>
                  </a:lnTo>
                  <a:lnTo>
                    <a:pt x="21726" y="113696"/>
                  </a:lnTo>
                  <a:lnTo>
                    <a:pt x="20143" y="116931"/>
                  </a:lnTo>
                  <a:lnTo>
                    <a:pt x="18617" y="120192"/>
                  </a:lnTo>
                  <a:lnTo>
                    <a:pt x="17149" y="123480"/>
                  </a:lnTo>
                  <a:lnTo>
                    <a:pt x="15738" y="126793"/>
                  </a:lnTo>
                  <a:lnTo>
                    <a:pt x="14386" y="130130"/>
                  </a:lnTo>
                  <a:lnTo>
                    <a:pt x="13092" y="133490"/>
                  </a:lnTo>
                  <a:lnTo>
                    <a:pt x="11857" y="136872"/>
                  </a:lnTo>
                  <a:lnTo>
                    <a:pt x="10682" y="140276"/>
                  </a:lnTo>
                  <a:lnTo>
                    <a:pt x="9566" y="143699"/>
                  </a:lnTo>
                  <a:lnTo>
                    <a:pt x="8511" y="147142"/>
                  </a:lnTo>
                  <a:lnTo>
                    <a:pt x="7516" y="150602"/>
                  </a:lnTo>
                  <a:lnTo>
                    <a:pt x="6581" y="154079"/>
                  </a:lnTo>
                  <a:lnTo>
                    <a:pt x="5708" y="157572"/>
                  </a:lnTo>
                  <a:lnTo>
                    <a:pt x="4895" y="161080"/>
                  </a:lnTo>
                  <a:lnTo>
                    <a:pt x="4145" y="164602"/>
                  </a:lnTo>
                  <a:lnTo>
                    <a:pt x="3456" y="168136"/>
                  </a:lnTo>
                  <a:lnTo>
                    <a:pt x="2829" y="171682"/>
                  </a:lnTo>
                  <a:lnTo>
                    <a:pt x="2264" y="175238"/>
                  </a:lnTo>
                  <a:lnTo>
                    <a:pt x="1762" y="178803"/>
                  </a:lnTo>
                  <a:lnTo>
                    <a:pt x="1321" y="182377"/>
                  </a:lnTo>
                  <a:lnTo>
                    <a:pt x="944" y="185958"/>
                  </a:lnTo>
                  <a:lnTo>
                    <a:pt x="629" y="189545"/>
                  </a:lnTo>
                  <a:lnTo>
                    <a:pt x="377" y="193137"/>
                  </a:lnTo>
                  <a:lnTo>
                    <a:pt x="189" y="196732"/>
                  </a:lnTo>
                  <a:lnTo>
                    <a:pt x="63" y="200331"/>
                  </a:lnTo>
                  <a:lnTo>
                    <a:pt x="0" y="203931"/>
                  </a:lnTo>
                  <a:lnTo>
                    <a:pt x="0" y="207532"/>
                  </a:lnTo>
                  <a:lnTo>
                    <a:pt x="63" y="211132"/>
                  </a:lnTo>
                  <a:lnTo>
                    <a:pt x="189" y="214730"/>
                  </a:lnTo>
                  <a:lnTo>
                    <a:pt x="377" y="218326"/>
                  </a:lnTo>
                  <a:lnTo>
                    <a:pt x="629" y="221918"/>
                  </a:lnTo>
                  <a:lnTo>
                    <a:pt x="944" y="225505"/>
                  </a:lnTo>
                  <a:lnTo>
                    <a:pt x="1321" y="229086"/>
                  </a:lnTo>
                  <a:lnTo>
                    <a:pt x="1762" y="232659"/>
                  </a:lnTo>
                  <a:lnTo>
                    <a:pt x="2264" y="236225"/>
                  </a:lnTo>
                  <a:lnTo>
                    <a:pt x="2829" y="239781"/>
                  </a:lnTo>
                  <a:lnTo>
                    <a:pt x="3456" y="243327"/>
                  </a:lnTo>
                  <a:lnTo>
                    <a:pt x="4145" y="246861"/>
                  </a:lnTo>
                  <a:lnTo>
                    <a:pt x="4895" y="250382"/>
                  </a:lnTo>
                  <a:lnTo>
                    <a:pt x="5708" y="253890"/>
                  </a:lnTo>
                  <a:lnTo>
                    <a:pt x="6581" y="257383"/>
                  </a:lnTo>
                  <a:lnTo>
                    <a:pt x="7516" y="260861"/>
                  </a:lnTo>
                  <a:lnTo>
                    <a:pt x="8511" y="264321"/>
                  </a:lnTo>
                  <a:lnTo>
                    <a:pt x="9566" y="267764"/>
                  </a:lnTo>
                  <a:lnTo>
                    <a:pt x="10682" y="271187"/>
                  </a:lnTo>
                  <a:lnTo>
                    <a:pt x="11857" y="274590"/>
                  </a:lnTo>
                  <a:lnTo>
                    <a:pt x="13092" y="277973"/>
                  </a:lnTo>
                  <a:lnTo>
                    <a:pt x="14386" y="281333"/>
                  </a:lnTo>
                  <a:lnTo>
                    <a:pt x="15738" y="284670"/>
                  </a:lnTo>
                  <a:lnTo>
                    <a:pt x="17149" y="287983"/>
                  </a:lnTo>
                  <a:lnTo>
                    <a:pt x="18617" y="291271"/>
                  </a:lnTo>
                  <a:lnTo>
                    <a:pt x="20143" y="294532"/>
                  </a:lnTo>
                  <a:lnTo>
                    <a:pt x="21726" y="297766"/>
                  </a:lnTo>
                  <a:lnTo>
                    <a:pt x="23364" y="300973"/>
                  </a:lnTo>
                  <a:lnTo>
                    <a:pt x="25059" y="304149"/>
                  </a:lnTo>
                  <a:lnTo>
                    <a:pt x="26809" y="307296"/>
                  </a:lnTo>
                  <a:lnTo>
                    <a:pt x="28614" y="310412"/>
                  </a:lnTo>
                  <a:lnTo>
                    <a:pt x="30473" y="313495"/>
                  </a:lnTo>
                  <a:lnTo>
                    <a:pt x="32386" y="316546"/>
                  </a:lnTo>
                  <a:lnTo>
                    <a:pt x="34352" y="319563"/>
                  </a:lnTo>
                  <a:lnTo>
                    <a:pt x="36370" y="322544"/>
                  </a:lnTo>
                  <a:lnTo>
                    <a:pt x="38441" y="325490"/>
                  </a:lnTo>
                  <a:lnTo>
                    <a:pt x="40562" y="328400"/>
                  </a:lnTo>
                  <a:lnTo>
                    <a:pt x="42734" y="331271"/>
                  </a:lnTo>
                  <a:lnTo>
                    <a:pt x="44956" y="334105"/>
                  </a:lnTo>
                  <a:lnTo>
                    <a:pt x="47228" y="336899"/>
                  </a:lnTo>
                  <a:lnTo>
                    <a:pt x="49548" y="339652"/>
                  </a:lnTo>
                  <a:lnTo>
                    <a:pt x="51915" y="342365"/>
                  </a:lnTo>
                  <a:lnTo>
                    <a:pt x="54330" y="345036"/>
                  </a:lnTo>
                  <a:lnTo>
                    <a:pt x="56791" y="347664"/>
                  </a:lnTo>
                  <a:lnTo>
                    <a:pt x="59298" y="350249"/>
                  </a:lnTo>
                  <a:lnTo>
                    <a:pt x="61850" y="352790"/>
                  </a:lnTo>
                  <a:lnTo>
                    <a:pt x="64445" y="355285"/>
                  </a:lnTo>
                  <a:lnTo>
                    <a:pt x="67084" y="357735"/>
                  </a:lnTo>
                  <a:lnTo>
                    <a:pt x="69766" y="360138"/>
                  </a:lnTo>
                  <a:lnTo>
                    <a:pt x="72489" y="362494"/>
                  </a:lnTo>
                  <a:lnTo>
                    <a:pt x="75253" y="364801"/>
                  </a:lnTo>
                  <a:lnTo>
                    <a:pt x="78057" y="367060"/>
                  </a:lnTo>
                  <a:lnTo>
                    <a:pt x="80900" y="369270"/>
                  </a:lnTo>
                  <a:lnTo>
                    <a:pt x="83781" y="371430"/>
                  </a:lnTo>
                  <a:lnTo>
                    <a:pt x="86699" y="373538"/>
                  </a:lnTo>
                  <a:lnTo>
                    <a:pt x="89654" y="375596"/>
                  </a:lnTo>
                  <a:lnTo>
                    <a:pt x="92645" y="377601"/>
                  </a:lnTo>
                  <a:lnTo>
                    <a:pt x="95670" y="379554"/>
                  </a:lnTo>
                  <a:lnTo>
                    <a:pt x="98729" y="381453"/>
                  </a:lnTo>
                  <a:lnTo>
                    <a:pt x="101821" y="383299"/>
                  </a:lnTo>
                  <a:lnTo>
                    <a:pt x="104944" y="385090"/>
                  </a:lnTo>
                  <a:lnTo>
                    <a:pt x="108099" y="386826"/>
                  </a:lnTo>
                  <a:lnTo>
                    <a:pt x="111283" y="388507"/>
                  </a:lnTo>
                  <a:lnTo>
                    <a:pt x="114496" y="390132"/>
                  </a:lnTo>
                  <a:lnTo>
                    <a:pt x="117737" y="391700"/>
                  </a:lnTo>
                  <a:lnTo>
                    <a:pt x="121006" y="393212"/>
                  </a:lnTo>
                  <a:lnTo>
                    <a:pt x="124300" y="394666"/>
                  </a:lnTo>
                  <a:lnTo>
                    <a:pt x="127619" y="396062"/>
                  </a:lnTo>
                  <a:lnTo>
                    <a:pt x="130962" y="397400"/>
                  </a:lnTo>
                  <a:lnTo>
                    <a:pt x="134327" y="398679"/>
                  </a:lnTo>
                  <a:lnTo>
                    <a:pt x="137715" y="399899"/>
                  </a:lnTo>
                  <a:lnTo>
                    <a:pt x="141124" y="401059"/>
                  </a:lnTo>
                  <a:lnTo>
                    <a:pt x="144552" y="402160"/>
                  </a:lnTo>
                  <a:lnTo>
                    <a:pt x="147999" y="403200"/>
                  </a:lnTo>
                  <a:lnTo>
                    <a:pt x="151464" y="404180"/>
                  </a:lnTo>
                  <a:lnTo>
                    <a:pt x="154945" y="405100"/>
                  </a:lnTo>
                  <a:lnTo>
                    <a:pt x="158442" y="405958"/>
                  </a:lnTo>
                  <a:lnTo>
                    <a:pt x="161954" y="406755"/>
                  </a:lnTo>
                  <a:lnTo>
                    <a:pt x="165478" y="407490"/>
                  </a:lnTo>
                  <a:lnTo>
                    <a:pt x="169016" y="408163"/>
                  </a:lnTo>
                  <a:lnTo>
                    <a:pt x="172564" y="408775"/>
                  </a:lnTo>
                  <a:lnTo>
                    <a:pt x="176122" y="409324"/>
                  </a:lnTo>
                  <a:lnTo>
                    <a:pt x="179690" y="409811"/>
                  </a:lnTo>
                  <a:lnTo>
                    <a:pt x="183266" y="410235"/>
                  </a:lnTo>
                  <a:lnTo>
                    <a:pt x="186848" y="410597"/>
                  </a:lnTo>
                  <a:lnTo>
                    <a:pt x="190436" y="410896"/>
                  </a:lnTo>
                  <a:lnTo>
                    <a:pt x="194029" y="411132"/>
                  </a:lnTo>
                  <a:lnTo>
                    <a:pt x="197626" y="411306"/>
                  </a:lnTo>
                  <a:lnTo>
                    <a:pt x="201225" y="411416"/>
                  </a:lnTo>
                  <a:lnTo>
                    <a:pt x="204825" y="411463"/>
                  </a:lnTo>
                  <a:lnTo>
                    <a:pt x="208426" y="411447"/>
                  </a:lnTo>
                  <a:lnTo>
                    <a:pt x="212026" y="411369"/>
                  </a:lnTo>
                  <a:lnTo>
                    <a:pt x="215624" y="411227"/>
                  </a:lnTo>
                  <a:lnTo>
                    <a:pt x="219218" y="411022"/>
                  </a:lnTo>
                  <a:lnTo>
                    <a:pt x="222809" y="410755"/>
                  </a:lnTo>
                  <a:lnTo>
                    <a:pt x="226395" y="410424"/>
                  </a:lnTo>
                  <a:lnTo>
                    <a:pt x="229974" y="410031"/>
                  </a:lnTo>
                  <a:lnTo>
                    <a:pt x="233546" y="409575"/>
                  </a:lnTo>
                  <a:lnTo>
                    <a:pt x="237109" y="409057"/>
                  </a:lnTo>
                  <a:lnTo>
                    <a:pt x="240662" y="408477"/>
                  </a:lnTo>
                  <a:lnTo>
                    <a:pt x="244205" y="407834"/>
                  </a:lnTo>
                  <a:lnTo>
                    <a:pt x="247736" y="407130"/>
                  </a:lnTo>
                  <a:lnTo>
                    <a:pt x="251255" y="406364"/>
                  </a:lnTo>
                  <a:lnTo>
                    <a:pt x="254759" y="405536"/>
                  </a:lnTo>
                  <a:lnTo>
                    <a:pt x="258248" y="404648"/>
                  </a:lnTo>
                  <a:lnTo>
                    <a:pt x="261721" y="403698"/>
                  </a:lnTo>
                  <a:lnTo>
                    <a:pt x="265178" y="402688"/>
                  </a:lnTo>
                  <a:lnTo>
                    <a:pt x="268615" y="401617"/>
                  </a:lnTo>
                  <a:lnTo>
                    <a:pt x="272034" y="400486"/>
                  </a:lnTo>
                  <a:lnTo>
                    <a:pt x="275432" y="399296"/>
                  </a:lnTo>
                  <a:lnTo>
                    <a:pt x="278809" y="398047"/>
                  </a:lnTo>
                  <a:lnTo>
                    <a:pt x="282164" y="396738"/>
                  </a:lnTo>
                  <a:lnTo>
                    <a:pt x="285495" y="395371"/>
                  </a:lnTo>
                  <a:lnTo>
                    <a:pt x="288801" y="393946"/>
                  </a:lnTo>
                  <a:lnTo>
                    <a:pt x="292083" y="392463"/>
                  </a:lnTo>
                  <a:lnTo>
                    <a:pt x="295337" y="390923"/>
                  </a:lnTo>
                  <a:lnTo>
                    <a:pt x="298565" y="389327"/>
                  </a:lnTo>
                  <a:lnTo>
                    <a:pt x="301764" y="387674"/>
                  </a:lnTo>
                  <a:lnTo>
                    <a:pt x="304933" y="385965"/>
                  </a:lnTo>
                  <a:lnTo>
                    <a:pt x="308072" y="384201"/>
                  </a:lnTo>
                  <a:lnTo>
                    <a:pt x="311180" y="382383"/>
                  </a:lnTo>
                  <a:lnTo>
                    <a:pt x="314255" y="380510"/>
                  </a:lnTo>
                  <a:lnTo>
                    <a:pt x="317297" y="378584"/>
                  </a:lnTo>
                  <a:lnTo>
                    <a:pt x="320306" y="376605"/>
                  </a:lnTo>
                  <a:lnTo>
                    <a:pt x="323278" y="374574"/>
                  </a:lnTo>
                  <a:lnTo>
                    <a:pt x="326215" y="372490"/>
                  </a:lnTo>
                  <a:lnTo>
                    <a:pt x="329115" y="370356"/>
                  </a:lnTo>
                  <a:lnTo>
                    <a:pt x="331978" y="368171"/>
                  </a:lnTo>
                  <a:lnTo>
                    <a:pt x="334801" y="365937"/>
                  </a:lnTo>
                  <a:lnTo>
                    <a:pt x="337585" y="363654"/>
                  </a:lnTo>
                  <a:lnTo>
                    <a:pt x="340329" y="361322"/>
                  </a:lnTo>
                  <a:lnTo>
                    <a:pt x="343031" y="358942"/>
                  </a:lnTo>
                  <a:lnTo>
                    <a:pt x="345691" y="356516"/>
                  </a:lnTo>
                  <a:lnTo>
                    <a:pt x="348309" y="354043"/>
                  </a:lnTo>
                  <a:lnTo>
                    <a:pt x="350883" y="351525"/>
                  </a:lnTo>
                  <a:lnTo>
                    <a:pt x="353412" y="348962"/>
                  </a:lnTo>
                  <a:lnTo>
                    <a:pt x="355896" y="346356"/>
                  </a:lnTo>
                  <a:lnTo>
                    <a:pt x="358334" y="343706"/>
                  </a:lnTo>
                  <a:lnTo>
                    <a:pt x="360725" y="341014"/>
                  </a:lnTo>
                  <a:lnTo>
                    <a:pt x="363069" y="338281"/>
                  </a:lnTo>
                  <a:lnTo>
                    <a:pt x="365365" y="335507"/>
                  </a:lnTo>
                  <a:lnTo>
                    <a:pt x="367612" y="332693"/>
                  </a:lnTo>
                  <a:lnTo>
                    <a:pt x="369809" y="329840"/>
                  </a:lnTo>
                  <a:lnTo>
                    <a:pt x="371956" y="326950"/>
                  </a:lnTo>
                  <a:lnTo>
                    <a:pt x="374052" y="324022"/>
                  </a:lnTo>
                  <a:lnTo>
                    <a:pt x="376096" y="321058"/>
                  </a:lnTo>
                  <a:lnTo>
                    <a:pt x="378088" y="318059"/>
                  </a:lnTo>
                  <a:lnTo>
                    <a:pt x="380028" y="315025"/>
                  </a:lnTo>
                  <a:lnTo>
                    <a:pt x="381914" y="311958"/>
                  </a:lnTo>
                  <a:lnTo>
                    <a:pt x="383746" y="308858"/>
                  </a:lnTo>
                  <a:lnTo>
                    <a:pt x="385523" y="305727"/>
                  </a:lnTo>
                  <a:lnTo>
                    <a:pt x="387246" y="302565"/>
                  </a:lnTo>
                  <a:lnTo>
                    <a:pt x="388913" y="299373"/>
                  </a:lnTo>
                  <a:lnTo>
                    <a:pt x="390524" y="296153"/>
                  </a:lnTo>
                  <a:lnTo>
                    <a:pt x="392078" y="292905"/>
                  </a:lnTo>
                  <a:lnTo>
                    <a:pt x="393575" y="289630"/>
                  </a:lnTo>
                  <a:lnTo>
                    <a:pt x="395014" y="286330"/>
                  </a:lnTo>
                  <a:lnTo>
                    <a:pt x="396396" y="283005"/>
                  </a:lnTo>
                  <a:lnTo>
                    <a:pt x="397719" y="279656"/>
                  </a:lnTo>
                  <a:lnTo>
                    <a:pt x="398983" y="276284"/>
                  </a:lnTo>
                  <a:lnTo>
                    <a:pt x="400189" y="272891"/>
                  </a:lnTo>
                  <a:lnTo>
                    <a:pt x="401334" y="269478"/>
                  </a:lnTo>
                  <a:lnTo>
                    <a:pt x="402420" y="266045"/>
                  </a:lnTo>
                  <a:lnTo>
                    <a:pt x="403445" y="262593"/>
                  </a:lnTo>
                  <a:lnTo>
                    <a:pt x="404410" y="259124"/>
                  </a:lnTo>
                  <a:lnTo>
                    <a:pt x="405314" y="255639"/>
                  </a:lnTo>
                  <a:lnTo>
                    <a:pt x="406157" y="252138"/>
                  </a:lnTo>
                  <a:lnTo>
                    <a:pt x="406938" y="248623"/>
                  </a:lnTo>
                  <a:lnTo>
                    <a:pt x="407658" y="245095"/>
                  </a:lnTo>
                  <a:lnTo>
                    <a:pt x="408316" y="241555"/>
                  </a:lnTo>
                  <a:lnTo>
                    <a:pt x="408912" y="238004"/>
                  </a:lnTo>
                  <a:lnTo>
                    <a:pt x="409446" y="234443"/>
                  </a:lnTo>
                  <a:lnTo>
                    <a:pt x="409917" y="230873"/>
                  </a:lnTo>
                  <a:lnTo>
                    <a:pt x="410326" y="227296"/>
                  </a:lnTo>
                  <a:lnTo>
                    <a:pt x="410672" y="223712"/>
                  </a:lnTo>
                  <a:lnTo>
                    <a:pt x="410955" y="220122"/>
                  </a:lnTo>
                  <a:lnTo>
                    <a:pt x="411176" y="216529"/>
                  </a:lnTo>
                  <a:lnTo>
                    <a:pt x="411333" y="212931"/>
                  </a:lnTo>
                  <a:lnTo>
                    <a:pt x="411428" y="209332"/>
                  </a:lnTo>
                  <a:lnTo>
                    <a:pt x="411459" y="205731"/>
                  </a:lnTo>
                </a:path>
              </a:pathLst>
            </a:custGeom>
            <a:ln w="13550" cap="flat">
              <a:solidFill>
                <a:srgbClr val="222222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364335" y="2297474"/>
              <a:ext cx="2263028" cy="2263050"/>
            </a:xfrm>
            <a:custGeom>
              <a:avLst/>
              <a:pathLst>
                <a:path w="2263028" h="2263050">
                  <a:moveTo>
                    <a:pt x="2263028" y="1131525"/>
                  </a:moveTo>
                  <a:lnTo>
                    <a:pt x="2262855" y="1111721"/>
                  </a:lnTo>
                  <a:lnTo>
                    <a:pt x="2262335" y="1091925"/>
                  </a:lnTo>
                  <a:lnTo>
                    <a:pt x="2261468" y="1072140"/>
                  </a:lnTo>
                  <a:lnTo>
                    <a:pt x="2260256" y="1052373"/>
                  </a:lnTo>
                  <a:lnTo>
                    <a:pt x="2258698" y="1032631"/>
                  </a:lnTo>
                  <a:lnTo>
                    <a:pt x="2256795" y="1012919"/>
                  </a:lnTo>
                  <a:lnTo>
                    <a:pt x="2254547" y="993243"/>
                  </a:lnTo>
                  <a:lnTo>
                    <a:pt x="2251954" y="973609"/>
                  </a:lnTo>
                  <a:lnTo>
                    <a:pt x="2249019" y="954024"/>
                  </a:lnTo>
                  <a:lnTo>
                    <a:pt x="2245742" y="934494"/>
                  </a:lnTo>
                  <a:lnTo>
                    <a:pt x="2242123" y="915023"/>
                  </a:lnTo>
                  <a:lnTo>
                    <a:pt x="2238164" y="895619"/>
                  </a:lnTo>
                  <a:lnTo>
                    <a:pt x="2233866" y="876288"/>
                  </a:lnTo>
                  <a:lnTo>
                    <a:pt x="2229230" y="857034"/>
                  </a:lnTo>
                  <a:lnTo>
                    <a:pt x="2224258" y="837865"/>
                  </a:lnTo>
                  <a:lnTo>
                    <a:pt x="2218951" y="818785"/>
                  </a:lnTo>
                  <a:lnTo>
                    <a:pt x="2213311" y="799801"/>
                  </a:lnTo>
                  <a:lnTo>
                    <a:pt x="2207340" y="780919"/>
                  </a:lnTo>
                  <a:lnTo>
                    <a:pt x="2201039" y="762144"/>
                  </a:lnTo>
                  <a:lnTo>
                    <a:pt x="2194411" y="743483"/>
                  </a:lnTo>
                  <a:lnTo>
                    <a:pt x="2187457" y="724940"/>
                  </a:lnTo>
                  <a:lnTo>
                    <a:pt x="2180180" y="706522"/>
                  </a:lnTo>
                  <a:lnTo>
                    <a:pt x="2172581" y="688234"/>
                  </a:lnTo>
                  <a:lnTo>
                    <a:pt x="2164664" y="670082"/>
                  </a:lnTo>
                  <a:lnTo>
                    <a:pt x="2156430" y="652071"/>
                  </a:lnTo>
                  <a:lnTo>
                    <a:pt x="2147882" y="634207"/>
                  </a:lnTo>
                  <a:lnTo>
                    <a:pt x="2139023" y="616495"/>
                  </a:lnTo>
                  <a:lnTo>
                    <a:pt x="2129855" y="598941"/>
                  </a:lnTo>
                  <a:lnTo>
                    <a:pt x="2120381" y="581550"/>
                  </a:lnTo>
                  <a:lnTo>
                    <a:pt x="2110605" y="564328"/>
                  </a:lnTo>
                  <a:lnTo>
                    <a:pt x="2100528" y="547279"/>
                  </a:lnTo>
                  <a:lnTo>
                    <a:pt x="2090155" y="530410"/>
                  </a:lnTo>
                  <a:lnTo>
                    <a:pt x="2079488" y="513724"/>
                  </a:lnTo>
                  <a:lnTo>
                    <a:pt x="2068531" y="497228"/>
                  </a:lnTo>
                  <a:lnTo>
                    <a:pt x="2057286" y="480926"/>
                  </a:lnTo>
                  <a:lnTo>
                    <a:pt x="2045758" y="464823"/>
                  </a:lnTo>
                  <a:lnTo>
                    <a:pt x="2033950" y="448925"/>
                  </a:lnTo>
                  <a:lnTo>
                    <a:pt x="2021866" y="433235"/>
                  </a:lnTo>
                  <a:lnTo>
                    <a:pt x="2009509" y="417760"/>
                  </a:lnTo>
                  <a:lnTo>
                    <a:pt x="1996883" y="402503"/>
                  </a:lnTo>
                  <a:lnTo>
                    <a:pt x="1983992" y="387469"/>
                  </a:lnTo>
                  <a:lnTo>
                    <a:pt x="1970839" y="372664"/>
                  </a:lnTo>
                  <a:lnTo>
                    <a:pt x="1957430" y="358091"/>
                  </a:lnTo>
                  <a:lnTo>
                    <a:pt x="1943767" y="343754"/>
                  </a:lnTo>
                  <a:lnTo>
                    <a:pt x="1929856" y="329659"/>
                  </a:lnTo>
                  <a:lnTo>
                    <a:pt x="1915701" y="315810"/>
                  </a:lnTo>
                  <a:lnTo>
                    <a:pt x="1901305" y="302210"/>
                  </a:lnTo>
                  <a:lnTo>
                    <a:pt x="1886673" y="288865"/>
                  </a:lnTo>
                  <a:lnTo>
                    <a:pt x="1871810" y="275778"/>
                  </a:lnTo>
                  <a:lnTo>
                    <a:pt x="1856720" y="262952"/>
                  </a:lnTo>
                  <a:lnTo>
                    <a:pt x="1841408" y="250393"/>
                  </a:lnTo>
                  <a:lnTo>
                    <a:pt x="1825879" y="238104"/>
                  </a:lnTo>
                  <a:lnTo>
                    <a:pt x="1810137" y="226088"/>
                  </a:lnTo>
                  <a:lnTo>
                    <a:pt x="1794187" y="214350"/>
                  </a:lnTo>
                  <a:lnTo>
                    <a:pt x="1778034" y="202893"/>
                  </a:lnTo>
                  <a:lnTo>
                    <a:pt x="1761683" y="191720"/>
                  </a:lnTo>
                  <a:lnTo>
                    <a:pt x="1745138" y="180835"/>
                  </a:lnTo>
                  <a:lnTo>
                    <a:pt x="1728406" y="170241"/>
                  </a:lnTo>
                  <a:lnTo>
                    <a:pt x="1711492" y="159941"/>
                  </a:lnTo>
                  <a:lnTo>
                    <a:pt x="1694399" y="149940"/>
                  </a:lnTo>
                  <a:lnTo>
                    <a:pt x="1677134" y="140238"/>
                  </a:lnTo>
                  <a:lnTo>
                    <a:pt x="1659702" y="130841"/>
                  </a:lnTo>
                  <a:lnTo>
                    <a:pt x="1642108" y="121750"/>
                  </a:lnTo>
                  <a:lnTo>
                    <a:pt x="1624358" y="112968"/>
                  </a:lnTo>
                  <a:lnTo>
                    <a:pt x="1606457" y="104499"/>
                  </a:lnTo>
                  <a:lnTo>
                    <a:pt x="1588410" y="96344"/>
                  </a:lnTo>
                  <a:lnTo>
                    <a:pt x="1570223" y="88506"/>
                  </a:lnTo>
                  <a:lnTo>
                    <a:pt x="1551902" y="80987"/>
                  </a:lnTo>
                  <a:lnTo>
                    <a:pt x="1533452" y="73790"/>
                  </a:lnTo>
                  <a:lnTo>
                    <a:pt x="1514879" y="66918"/>
                  </a:lnTo>
                  <a:lnTo>
                    <a:pt x="1496189" y="60371"/>
                  </a:lnTo>
                  <a:lnTo>
                    <a:pt x="1477387" y="54153"/>
                  </a:lnTo>
                  <a:lnTo>
                    <a:pt x="1458479" y="48264"/>
                  </a:lnTo>
                  <a:lnTo>
                    <a:pt x="1439470" y="42707"/>
                  </a:lnTo>
                  <a:lnTo>
                    <a:pt x="1420368" y="37484"/>
                  </a:lnTo>
                  <a:lnTo>
                    <a:pt x="1401177" y="32596"/>
                  </a:lnTo>
                  <a:lnTo>
                    <a:pt x="1381903" y="28045"/>
                  </a:lnTo>
                  <a:lnTo>
                    <a:pt x="1362553" y="23831"/>
                  </a:lnTo>
                  <a:lnTo>
                    <a:pt x="1343132" y="19957"/>
                  </a:lnTo>
                  <a:lnTo>
                    <a:pt x="1323646" y="16423"/>
                  </a:lnTo>
                  <a:lnTo>
                    <a:pt x="1304101" y="13231"/>
                  </a:lnTo>
                  <a:lnTo>
                    <a:pt x="1284503" y="10382"/>
                  </a:lnTo>
                  <a:lnTo>
                    <a:pt x="1264859" y="7876"/>
                  </a:lnTo>
                  <a:lnTo>
                    <a:pt x="1245173" y="5714"/>
                  </a:lnTo>
                  <a:lnTo>
                    <a:pt x="1225453" y="3897"/>
                  </a:lnTo>
                  <a:lnTo>
                    <a:pt x="1205704" y="2425"/>
                  </a:lnTo>
                  <a:lnTo>
                    <a:pt x="1185932" y="1299"/>
                  </a:lnTo>
                  <a:lnTo>
                    <a:pt x="1166144" y="519"/>
                  </a:lnTo>
                  <a:lnTo>
                    <a:pt x="1146345" y="86"/>
                  </a:lnTo>
                  <a:lnTo>
                    <a:pt x="1126541" y="0"/>
                  </a:lnTo>
                  <a:lnTo>
                    <a:pt x="1106739" y="259"/>
                  </a:lnTo>
                  <a:lnTo>
                    <a:pt x="1086944" y="866"/>
                  </a:lnTo>
                  <a:lnTo>
                    <a:pt x="1067164" y="1819"/>
                  </a:lnTo>
                  <a:lnTo>
                    <a:pt x="1047402" y="3118"/>
                  </a:lnTo>
                  <a:lnTo>
                    <a:pt x="1027667" y="4762"/>
                  </a:lnTo>
                  <a:lnTo>
                    <a:pt x="1007963" y="6752"/>
                  </a:lnTo>
                  <a:lnTo>
                    <a:pt x="988298" y="9086"/>
                  </a:lnTo>
                  <a:lnTo>
                    <a:pt x="968676" y="11764"/>
                  </a:lnTo>
                  <a:lnTo>
                    <a:pt x="949104" y="14785"/>
                  </a:lnTo>
                  <a:lnTo>
                    <a:pt x="929588" y="18148"/>
                  </a:lnTo>
                  <a:lnTo>
                    <a:pt x="910133" y="21852"/>
                  </a:lnTo>
                  <a:lnTo>
                    <a:pt x="890747" y="25896"/>
                  </a:lnTo>
                  <a:lnTo>
                    <a:pt x="871434" y="30278"/>
                  </a:lnTo>
                  <a:lnTo>
                    <a:pt x="852201" y="34998"/>
                  </a:lnTo>
                  <a:lnTo>
                    <a:pt x="833053" y="40054"/>
                  </a:lnTo>
                  <a:lnTo>
                    <a:pt x="813997" y="45444"/>
                  </a:lnTo>
                  <a:lnTo>
                    <a:pt x="795038" y="51167"/>
                  </a:lnTo>
                  <a:lnTo>
                    <a:pt x="776183" y="57221"/>
                  </a:lnTo>
                  <a:lnTo>
                    <a:pt x="757436" y="63604"/>
                  </a:lnTo>
                  <a:lnTo>
                    <a:pt x="738803" y="70313"/>
                  </a:lnTo>
                  <a:lnTo>
                    <a:pt x="720291" y="77348"/>
                  </a:lnTo>
                  <a:lnTo>
                    <a:pt x="701905" y="84706"/>
                  </a:lnTo>
                  <a:lnTo>
                    <a:pt x="683650" y="92385"/>
                  </a:lnTo>
                  <a:lnTo>
                    <a:pt x="665533" y="100382"/>
                  </a:lnTo>
                  <a:lnTo>
                    <a:pt x="647558" y="108694"/>
                  </a:lnTo>
                  <a:lnTo>
                    <a:pt x="629732" y="117320"/>
                  </a:lnTo>
                  <a:lnTo>
                    <a:pt x="612059" y="126257"/>
                  </a:lnTo>
                  <a:lnTo>
                    <a:pt x="594545" y="135502"/>
                  </a:lnTo>
                  <a:lnTo>
                    <a:pt x="577196" y="145051"/>
                  </a:lnTo>
                  <a:lnTo>
                    <a:pt x="560017" y="154903"/>
                  </a:lnTo>
                  <a:lnTo>
                    <a:pt x="543012" y="165054"/>
                  </a:lnTo>
                  <a:lnTo>
                    <a:pt x="526188" y="175501"/>
                  </a:lnTo>
                  <a:lnTo>
                    <a:pt x="509550" y="186241"/>
                  </a:lnTo>
                  <a:lnTo>
                    <a:pt x="493102" y="197270"/>
                  </a:lnTo>
                  <a:lnTo>
                    <a:pt x="476849" y="208586"/>
                  </a:lnTo>
                  <a:lnTo>
                    <a:pt x="460797" y="220184"/>
                  </a:lnTo>
                  <a:lnTo>
                    <a:pt x="444950" y="232062"/>
                  </a:lnTo>
                  <a:lnTo>
                    <a:pt x="429314" y="244214"/>
                  </a:lnTo>
                  <a:lnTo>
                    <a:pt x="413893" y="256639"/>
                  </a:lnTo>
                  <a:lnTo>
                    <a:pt x="398691" y="269332"/>
                  </a:lnTo>
                  <a:lnTo>
                    <a:pt x="383714" y="282289"/>
                  </a:lnTo>
                  <a:lnTo>
                    <a:pt x="368966" y="295506"/>
                  </a:lnTo>
                  <a:lnTo>
                    <a:pt x="354452" y="308979"/>
                  </a:lnTo>
                  <a:lnTo>
                    <a:pt x="340175" y="322704"/>
                  </a:lnTo>
                  <a:lnTo>
                    <a:pt x="326141" y="336676"/>
                  </a:lnTo>
                  <a:lnTo>
                    <a:pt x="312354" y="350893"/>
                  </a:lnTo>
                  <a:lnTo>
                    <a:pt x="298818" y="365348"/>
                  </a:lnTo>
                  <a:lnTo>
                    <a:pt x="285536" y="380038"/>
                  </a:lnTo>
                  <a:lnTo>
                    <a:pt x="272514" y="394958"/>
                  </a:lnTo>
                  <a:lnTo>
                    <a:pt x="259755" y="410104"/>
                  </a:lnTo>
                  <a:lnTo>
                    <a:pt x="247263" y="425471"/>
                  </a:lnTo>
                  <a:lnTo>
                    <a:pt x="235042" y="441054"/>
                  </a:lnTo>
                  <a:lnTo>
                    <a:pt x="223095" y="456848"/>
                  </a:lnTo>
                  <a:lnTo>
                    <a:pt x="211427" y="472849"/>
                  </a:lnTo>
                  <a:lnTo>
                    <a:pt x="200040" y="489052"/>
                  </a:lnTo>
                  <a:lnTo>
                    <a:pt x="188939" y="505452"/>
                  </a:lnTo>
                  <a:lnTo>
                    <a:pt x="178126" y="522044"/>
                  </a:lnTo>
                  <a:lnTo>
                    <a:pt x="167606" y="538822"/>
                  </a:lnTo>
                  <a:lnTo>
                    <a:pt x="157380" y="555782"/>
                  </a:lnTo>
                  <a:lnTo>
                    <a:pt x="147453" y="572918"/>
                  </a:lnTo>
                  <a:lnTo>
                    <a:pt x="137828" y="590225"/>
                  </a:lnTo>
                  <a:lnTo>
                    <a:pt x="128507" y="607698"/>
                  </a:lnTo>
                  <a:lnTo>
                    <a:pt x="119493" y="625331"/>
                  </a:lnTo>
                  <a:lnTo>
                    <a:pt x="110789" y="643120"/>
                  </a:lnTo>
                  <a:lnTo>
                    <a:pt x="102398" y="661058"/>
                  </a:lnTo>
                  <a:lnTo>
                    <a:pt x="94322" y="679140"/>
                  </a:lnTo>
                  <a:lnTo>
                    <a:pt x="86564" y="697361"/>
                  </a:lnTo>
                  <a:lnTo>
                    <a:pt x="79125" y="715715"/>
                  </a:lnTo>
                  <a:lnTo>
                    <a:pt x="72009" y="734196"/>
                  </a:lnTo>
                  <a:lnTo>
                    <a:pt x="65218" y="752799"/>
                  </a:lnTo>
                  <a:lnTo>
                    <a:pt x="58753" y="771518"/>
                  </a:lnTo>
                  <a:lnTo>
                    <a:pt x="52617" y="790347"/>
                  </a:lnTo>
                  <a:lnTo>
                    <a:pt x="46811" y="809281"/>
                  </a:lnTo>
                  <a:lnTo>
                    <a:pt x="41338" y="828313"/>
                  </a:lnTo>
                  <a:lnTo>
                    <a:pt x="36198" y="847438"/>
                  </a:lnTo>
                  <a:lnTo>
                    <a:pt x="31394" y="866651"/>
                  </a:lnTo>
                  <a:lnTo>
                    <a:pt x="26927" y="885944"/>
                  </a:lnTo>
                  <a:lnTo>
                    <a:pt x="22798" y="905313"/>
                  </a:lnTo>
                  <a:lnTo>
                    <a:pt x="19009" y="924751"/>
                  </a:lnTo>
                  <a:lnTo>
                    <a:pt x="15561" y="944252"/>
                  </a:lnTo>
                  <a:lnTo>
                    <a:pt x="12454" y="963810"/>
                  </a:lnTo>
                  <a:lnTo>
                    <a:pt x="9691" y="983420"/>
                  </a:lnTo>
                  <a:lnTo>
                    <a:pt x="7270" y="1003076"/>
                  </a:lnTo>
                  <a:lnTo>
                    <a:pt x="5195" y="1022770"/>
                  </a:lnTo>
                  <a:lnTo>
                    <a:pt x="3464" y="1042498"/>
                  </a:lnTo>
                  <a:lnTo>
                    <a:pt x="2078" y="1062254"/>
                  </a:lnTo>
                  <a:lnTo>
                    <a:pt x="1039" y="1082030"/>
                  </a:lnTo>
                  <a:lnTo>
                    <a:pt x="346" y="1101822"/>
                  </a:lnTo>
                  <a:lnTo>
                    <a:pt x="0" y="1121623"/>
                  </a:lnTo>
                  <a:lnTo>
                    <a:pt x="0" y="1141426"/>
                  </a:lnTo>
                  <a:lnTo>
                    <a:pt x="346" y="1161227"/>
                  </a:lnTo>
                  <a:lnTo>
                    <a:pt x="1039" y="1181019"/>
                  </a:lnTo>
                  <a:lnTo>
                    <a:pt x="2078" y="1200795"/>
                  </a:lnTo>
                  <a:lnTo>
                    <a:pt x="3464" y="1220551"/>
                  </a:lnTo>
                  <a:lnTo>
                    <a:pt x="5195" y="1240279"/>
                  </a:lnTo>
                  <a:lnTo>
                    <a:pt x="7270" y="1259973"/>
                  </a:lnTo>
                  <a:lnTo>
                    <a:pt x="9691" y="1279629"/>
                  </a:lnTo>
                  <a:lnTo>
                    <a:pt x="12454" y="1299239"/>
                  </a:lnTo>
                  <a:lnTo>
                    <a:pt x="15561" y="1318797"/>
                  </a:lnTo>
                  <a:lnTo>
                    <a:pt x="19009" y="1338298"/>
                  </a:lnTo>
                  <a:lnTo>
                    <a:pt x="22798" y="1357736"/>
                  </a:lnTo>
                  <a:lnTo>
                    <a:pt x="26927" y="1377105"/>
                  </a:lnTo>
                  <a:lnTo>
                    <a:pt x="31394" y="1396398"/>
                  </a:lnTo>
                  <a:lnTo>
                    <a:pt x="36198" y="1415611"/>
                  </a:lnTo>
                  <a:lnTo>
                    <a:pt x="41338" y="1434736"/>
                  </a:lnTo>
                  <a:lnTo>
                    <a:pt x="46811" y="1453768"/>
                  </a:lnTo>
                  <a:lnTo>
                    <a:pt x="52617" y="1472702"/>
                  </a:lnTo>
                  <a:lnTo>
                    <a:pt x="58753" y="1491531"/>
                  </a:lnTo>
                  <a:lnTo>
                    <a:pt x="65218" y="1510250"/>
                  </a:lnTo>
                  <a:lnTo>
                    <a:pt x="72009" y="1528853"/>
                  </a:lnTo>
                  <a:lnTo>
                    <a:pt x="79125" y="1547334"/>
                  </a:lnTo>
                  <a:lnTo>
                    <a:pt x="86564" y="1565688"/>
                  </a:lnTo>
                  <a:lnTo>
                    <a:pt x="94322" y="1583909"/>
                  </a:lnTo>
                  <a:lnTo>
                    <a:pt x="102398" y="1601991"/>
                  </a:lnTo>
                  <a:lnTo>
                    <a:pt x="110789" y="1619929"/>
                  </a:lnTo>
                  <a:lnTo>
                    <a:pt x="119493" y="1637718"/>
                  </a:lnTo>
                  <a:lnTo>
                    <a:pt x="128507" y="1655351"/>
                  </a:lnTo>
                  <a:lnTo>
                    <a:pt x="137828" y="1672824"/>
                  </a:lnTo>
                  <a:lnTo>
                    <a:pt x="147453" y="1690131"/>
                  </a:lnTo>
                  <a:lnTo>
                    <a:pt x="157380" y="1707267"/>
                  </a:lnTo>
                  <a:lnTo>
                    <a:pt x="167606" y="1724227"/>
                  </a:lnTo>
                  <a:lnTo>
                    <a:pt x="178126" y="1741005"/>
                  </a:lnTo>
                  <a:lnTo>
                    <a:pt x="188939" y="1757597"/>
                  </a:lnTo>
                  <a:lnTo>
                    <a:pt x="200040" y="1773997"/>
                  </a:lnTo>
                  <a:lnTo>
                    <a:pt x="211427" y="1790200"/>
                  </a:lnTo>
                  <a:lnTo>
                    <a:pt x="223095" y="1806201"/>
                  </a:lnTo>
                  <a:lnTo>
                    <a:pt x="235042" y="1821995"/>
                  </a:lnTo>
                  <a:lnTo>
                    <a:pt x="247263" y="1837578"/>
                  </a:lnTo>
                  <a:lnTo>
                    <a:pt x="259755" y="1852945"/>
                  </a:lnTo>
                  <a:lnTo>
                    <a:pt x="272514" y="1868091"/>
                  </a:lnTo>
                  <a:lnTo>
                    <a:pt x="285536" y="1883011"/>
                  </a:lnTo>
                  <a:lnTo>
                    <a:pt x="298818" y="1897701"/>
                  </a:lnTo>
                  <a:lnTo>
                    <a:pt x="312354" y="1912156"/>
                  </a:lnTo>
                  <a:lnTo>
                    <a:pt x="326141" y="1926373"/>
                  </a:lnTo>
                  <a:lnTo>
                    <a:pt x="340175" y="1940345"/>
                  </a:lnTo>
                  <a:lnTo>
                    <a:pt x="354452" y="1954070"/>
                  </a:lnTo>
                  <a:lnTo>
                    <a:pt x="368966" y="1967543"/>
                  </a:lnTo>
                  <a:lnTo>
                    <a:pt x="383714" y="1980760"/>
                  </a:lnTo>
                  <a:lnTo>
                    <a:pt x="398691" y="1993717"/>
                  </a:lnTo>
                  <a:lnTo>
                    <a:pt x="413893" y="2006410"/>
                  </a:lnTo>
                  <a:lnTo>
                    <a:pt x="429314" y="2018835"/>
                  </a:lnTo>
                  <a:lnTo>
                    <a:pt x="444950" y="2030987"/>
                  </a:lnTo>
                  <a:lnTo>
                    <a:pt x="460797" y="2042865"/>
                  </a:lnTo>
                  <a:lnTo>
                    <a:pt x="476849" y="2054463"/>
                  </a:lnTo>
                  <a:lnTo>
                    <a:pt x="493102" y="2065779"/>
                  </a:lnTo>
                  <a:lnTo>
                    <a:pt x="509550" y="2076808"/>
                  </a:lnTo>
                  <a:lnTo>
                    <a:pt x="526188" y="2087548"/>
                  </a:lnTo>
                  <a:lnTo>
                    <a:pt x="543012" y="2097995"/>
                  </a:lnTo>
                  <a:lnTo>
                    <a:pt x="560017" y="2108146"/>
                  </a:lnTo>
                  <a:lnTo>
                    <a:pt x="577196" y="2117998"/>
                  </a:lnTo>
                  <a:lnTo>
                    <a:pt x="594545" y="2127547"/>
                  </a:lnTo>
                  <a:lnTo>
                    <a:pt x="612059" y="2136792"/>
                  </a:lnTo>
                  <a:lnTo>
                    <a:pt x="629732" y="2145729"/>
                  </a:lnTo>
                  <a:lnTo>
                    <a:pt x="647558" y="2154355"/>
                  </a:lnTo>
                  <a:lnTo>
                    <a:pt x="665533" y="2162667"/>
                  </a:lnTo>
                  <a:lnTo>
                    <a:pt x="683650" y="2170664"/>
                  </a:lnTo>
                  <a:lnTo>
                    <a:pt x="701905" y="2178343"/>
                  </a:lnTo>
                  <a:lnTo>
                    <a:pt x="720291" y="2185701"/>
                  </a:lnTo>
                  <a:lnTo>
                    <a:pt x="738803" y="2192736"/>
                  </a:lnTo>
                  <a:lnTo>
                    <a:pt x="757436" y="2199445"/>
                  </a:lnTo>
                  <a:lnTo>
                    <a:pt x="776183" y="2205828"/>
                  </a:lnTo>
                  <a:lnTo>
                    <a:pt x="795038" y="2211882"/>
                  </a:lnTo>
                  <a:lnTo>
                    <a:pt x="813997" y="2217605"/>
                  </a:lnTo>
                  <a:lnTo>
                    <a:pt x="833053" y="2222995"/>
                  </a:lnTo>
                  <a:lnTo>
                    <a:pt x="852201" y="2228051"/>
                  </a:lnTo>
                  <a:lnTo>
                    <a:pt x="871434" y="2232771"/>
                  </a:lnTo>
                  <a:lnTo>
                    <a:pt x="890747" y="2237153"/>
                  </a:lnTo>
                  <a:lnTo>
                    <a:pt x="910133" y="2241197"/>
                  </a:lnTo>
                  <a:lnTo>
                    <a:pt x="929588" y="2244901"/>
                  </a:lnTo>
                  <a:lnTo>
                    <a:pt x="949104" y="2248264"/>
                  </a:lnTo>
                  <a:lnTo>
                    <a:pt x="968676" y="2251285"/>
                  </a:lnTo>
                  <a:lnTo>
                    <a:pt x="988298" y="2253963"/>
                  </a:lnTo>
                  <a:lnTo>
                    <a:pt x="1007963" y="2256297"/>
                  </a:lnTo>
                  <a:lnTo>
                    <a:pt x="1027667" y="2258287"/>
                  </a:lnTo>
                  <a:lnTo>
                    <a:pt x="1047402" y="2259931"/>
                  </a:lnTo>
                  <a:lnTo>
                    <a:pt x="1067164" y="2261230"/>
                  </a:lnTo>
                  <a:lnTo>
                    <a:pt x="1086944" y="2262183"/>
                  </a:lnTo>
                  <a:lnTo>
                    <a:pt x="1106739" y="2262790"/>
                  </a:lnTo>
                  <a:lnTo>
                    <a:pt x="1126541" y="2263050"/>
                  </a:lnTo>
                  <a:lnTo>
                    <a:pt x="1146345" y="2262963"/>
                  </a:lnTo>
                  <a:lnTo>
                    <a:pt x="1166144" y="2262530"/>
                  </a:lnTo>
                  <a:lnTo>
                    <a:pt x="1185932" y="2261750"/>
                  </a:lnTo>
                  <a:lnTo>
                    <a:pt x="1205704" y="2260624"/>
                  </a:lnTo>
                  <a:lnTo>
                    <a:pt x="1225453" y="2259152"/>
                  </a:lnTo>
                  <a:lnTo>
                    <a:pt x="1245173" y="2257335"/>
                  </a:lnTo>
                  <a:lnTo>
                    <a:pt x="1264859" y="2255173"/>
                  </a:lnTo>
                  <a:lnTo>
                    <a:pt x="1284503" y="2252667"/>
                  </a:lnTo>
                  <a:lnTo>
                    <a:pt x="1304101" y="2249818"/>
                  </a:lnTo>
                  <a:lnTo>
                    <a:pt x="1323646" y="2246626"/>
                  </a:lnTo>
                  <a:lnTo>
                    <a:pt x="1343132" y="2243092"/>
                  </a:lnTo>
                  <a:lnTo>
                    <a:pt x="1362553" y="2239218"/>
                  </a:lnTo>
                  <a:lnTo>
                    <a:pt x="1381903" y="2235004"/>
                  </a:lnTo>
                  <a:lnTo>
                    <a:pt x="1401177" y="2230453"/>
                  </a:lnTo>
                  <a:lnTo>
                    <a:pt x="1420368" y="2225565"/>
                  </a:lnTo>
                  <a:lnTo>
                    <a:pt x="1439470" y="2220342"/>
                  </a:lnTo>
                  <a:lnTo>
                    <a:pt x="1458479" y="2214785"/>
                  </a:lnTo>
                  <a:lnTo>
                    <a:pt x="1477387" y="2208896"/>
                  </a:lnTo>
                  <a:lnTo>
                    <a:pt x="1496189" y="2202678"/>
                  </a:lnTo>
                  <a:lnTo>
                    <a:pt x="1514879" y="2196131"/>
                  </a:lnTo>
                  <a:lnTo>
                    <a:pt x="1533452" y="2189259"/>
                  </a:lnTo>
                  <a:lnTo>
                    <a:pt x="1551902" y="2182062"/>
                  </a:lnTo>
                  <a:lnTo>
                    <a:pt x="1570223" y="2174543"/>
                  </a:lnTo>
                  <a:lnTo>
                    <a:pt x="1588410" y="2166705"/>
                  </a:lnTo>
                  <a:lnTo>
                    <a:pt x="1606457" y="2158550"/>
                  </a:lnTo>
                  <a:lnTo>
                    <a:pt x="1624358" y="2150081"/>
                  </a:lnTo>
                  <a:lnTo>
                    <a:pt x="1642108" y="2141299"/>
                  </a:lnTo>
                  <a:lnTo>
                    <a:pt x="1659702" y="2132208"/>
                  </a:lnTo>
                  <a:lnTo>
                    <a:pt x="1677134" y="2122811"/>
                  </a:lnTo>
                  <a:lnTo>
                    <a:pt x="1694399" y="2113109"/>
                  </a:lnTo>
                  <a:lnTo>
                    <a:pt x="1711492" y="2103108"/>
                  </a:lnTo>
                  <a:lnTo>
                    <a:pt x="1728406" y="2092808"/>
                  </a:lnTo>
                  <a:lnTo>
                    <a:pt x="1745138" y="2082214"/>
                  </a:lnTo>
                  <a:lnTo>
                    <a:pt x="1761683" y="2071329"/>
                  </a:lnTo>
                  <a:lnTo>
                    <a:pt x="1778034" y="2060157"/>
                  </a:lnTo>
                  <a:lnTo>
                    <a:pt x="1794187" y="2048699"/>
                  </a:lnTo>
                  <a:lnTo>
                    <a:pt x="1810137" y="2036961"/>
                  </a:lnTo>
                  <a:lnTo>
                    <a:pt x="1825879" y="2024945"/>
                  </a:lnTo>
                  <a:lnTo>
                    <a:pt x="1841408" y="2012656"/>
                  </a:lnTo>
                  <a:lnTo>
                    <a:pt x="1856720" y="2000097"/>
                  </a:lnTo>
                  <a:lnTo>
                    <a:pt x="1871810" y="1987271"/>
                  </a:lnTo>
                  <a:lnTo>
                    <a:pt x="1886673" y="1974184"/>
                  </a:lnTo>
                  <a:lnTo>
                    <a:pt x="1901305" y="1960839"/>
                  </a:lnTo>
                  <a:lnTo>
                    <a:pt x="1915701" y="1947239"/>
                  </a:lnTo>
                  <a:lnTo>
                    <a:pt x="1929856" y="1933390"/>
                  </a:lnTo>
                  <a:lnTo>
                    <a:pt x="1943767" y="1919295"/>
                  </a:lnTo>
                  <a:lnTo>
                    <a:pt x="1957430" y="1904958"/>
                  </a:lnTo>
                  <a:lnTo>
                    <a:pt x="1970839" y="1890385"/>
                  </a:lnTo>
                  <a:lnTo>
                    <a:pt x="1983992" y="1875580"/>
                  </a:lnTo>
                  <a:lnTo>
                    <a:pt x="1996883" y="1860546"/>
                  </a:lnTo>
                  <a:lnTo>
                    <a:pt x="2009509" y="1845289"/>
                  </a:lnTo>
                  <a:lnTo>
                    <a:pt x="2021866" y="1829814"/>
                  </a:lnTo>
                  <a:lnTo>
                    <a:pt x="2033950" y="1814124"/>
                  </a:lnTo>
                  <a:lnTo>
                    <a:pt x="2045758" y="1798226"/>
                  </a:lnTo>
                  <a:lnTo>
                    <a:pt x="2057286" y="1782123"/>
                  </a:lnTo>
                  <a:lnTo>
                    <a:pt x="2068531" y="1765821"/>
                  </a:lnTo>
                  <a:lnTo>
                    <a:pt x="2079488" y="1749325"/>
                  </a:lnTo>
                  <a:lnTo>
                    <a:pt x="2090155" y="1732639"/>
                  </a:lnTo>
                  <a:lnTo>
                    <a:pt x="2100528" y="1715770"/>
                  </a:lnTo>
                  <a:lnTo>
                    <a:pt x="2110605" y="1698721"/>
                  </a:lnTo>
                  <a:lnTo>
                    <a:pt x="2120381" y="1681499"/>
                  </a:lnTo>
                  <a:lnTo>
                    <a:pt x="2129855" y="1664108"/>
                  </a:lnTo>
                  <a:lnTo>
                    <a:pt x="2139023" y="1646554"/>
                  </a:lnTo>
                  <a:lnTo>
                    <a:pt x="2147882" y="1628842"/>
                  </a:lnTo>
                  <a:lnTo>
                    <a:pt x="2156430" y="1610978"/>
                  </a:lnTo>
                  <a:lnTo>
                    <a:pt x="2164664" y="1592967"/>
                  </a:lnTo>
                  <a:lnTo>
                    <a:pt x="2172581" y="1574815"/>
                  </a:lnTo>
                  <a:lnTo>
                    <a:pt x="2180180" y="1556527"/>
                  </a:lnTo>
                  <a:lnTo>
                    <a:pt x="2187457" y="1538109"/>
                  </a:lnTo>
                  <a:lnTo>
                    <a:pt x="2194411" y="1519566"/>
                  </a:lnTo>
                  <a:lnTo>
                    <a:pt x="2201039" y="1500905"/>
                  </a:lnTo>
                  <a:lnTo>
                    <a:pt x="2207340" y="1482130"/>
                  </a:lnTo>
                  <a:lnTo>
                    <a:pt x="2213311" y="1463248"/>
                  </a:lnTo>
                  <a:lnTo>
                    <a:pt x="2218951" y="1444264"/>
                  </a:lnTo>
                  <a:lnTo>
                    <a:pt x="2224258" y="1425185"/>
                  </a:lnTo>
                  <a:lnTo>
                    <a:pt x="2229230" y="1406015"/>
                  </a:lnTo>
                  <a:lnTo>
                    <a:pt x="2233866" y="1386761"/>
                  </a:lnTo>
                  <a:lnTo>
                    <a:pt x="2238164" y="1367430"/>
                  </a:lnTo>
                  <a:lnTo>
                    <a:pt x="2242123" y="1348026"/>
                  </a:lnTo>
                  <a:lnTo>
                    <a:pt x="2245742" y="1328555"/>
                  </a:lnTo>
                  <a:lnTo>
                    <a:pt x="2249019" y="1309025"/>
                  </a:lnTo>
                  <a:lnTo>
                    <a:pt x="2251954" y="1289440"/>
                  </a:lnTo>
                  <a:lnTo>
                    <a:pt x="2254547" y="1269806"/>
                  </a:lnTo>
                  <a:lnTo>
                    <a:pt x="2256795" y="1250130"/>
                  </a:lnTo>
                  <a:lnTo>
                    <a:pt x="2258698" y="1230418"/>
                  </a:lnTo>
                  <a:lnTo>
                    <a:pt x="2260256" y="1210676"/>
                  </a:lnTo>
                  <a:lnTo>
                    <a:pt x="2261468" y="1190909"/>
                  </a:lnTo>
                  <a:lnTo>
                    <a:pt x="2262335" y="1171124"/>
                  </a:lnTo>
                  <a:lnTo>
                    <a:pt x="2262855" y="1151328"/>
                  </a:lnTo>
                  <a:lnTo>
                    <a:pt x="2263028" y="1131525"/>
                  </a:lnTo>
                </a:path>
              </a:pathLst>
            </a:custGeom>
            <a:ln w="13550" cap="flat">
              <a:solidFill>
                <a:srgbClr val="222222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438568" y="1371681"/>
              <a:ext cx="4114596" cy="4114636"/>
            </a:xfrm>
            <a:custGeom>
              <a:avLst/>
              <a:pathLst>
                <a:path w="4114596" h="4114636">
                  <a:moveTo>
                    <a:pt x="4114596" y="2057318"/>
                  </a:moveTo>
                  <a:lnTo>
                    <a:pt x="4114281" y="2021312"/>
                  </a:lnTo>
                  <a:lnTo>
                    <a:pt x="4113336" y="1985318"/>
                  </a:lnTo>
                  <a:lnTo>
                    <a:pt x="4111761" y="1949345"/>
                  </a:lnTo>
                  <a:lnTo>
                    <a:pt x="4109557" y="1913406"/>
                  </a:lnTo>
                  <a:lnTo>
                    <a:pt x="4106724" y="1877511"/>
                  </a:lnTo>
                  <a:lnTo>
                    <a:pt x="4103263" y="1841670"/>
                  </a:lnTo>
                  <a:lnTo>
                    <a:pt x="4099176" y="1805896"/>
                  </a:lnTo>
                  <a:lnTo>
                    <a:pt x="4094463" y="1770199"/>
                  </a:lnTo>
                  <a:lnTo>
                    <a:pt x="4089126" y="1734590"/>
                  </a:lnTo>
                  <a:lnTo>
                    <a:pt x="4083167" y="1699080"/>
                  </a:lnTo>
                  <a:lnTo>
                    <a:pt x="4076587" y="1663679"/>
                  </a:lnTo>
                  <a:lnTo>
                    <a:pt x="4069389" y="1628399"/>
                  </a:lnTo>
                  <a:lnTo>
                    <a:pt x="4061574" y="1593251"/>
                  </a:lnTo>
                  <a:lnTo>
                    <a:pt x="4053146" y="1558244"/>
                  </a:lnTo>
                  <a:lnTo>
                    <a:pt x="4044106" y="1523390"/>
                  </a:lnTo>
                  <a:lnTo>
                    <a:pt x="4034457" y="1488700"/>
                  </a:lnTo>
                  <a:lnTo>
                    <a:pt x="4024203" y="1454184"/>
                  </a:lnTo>
                  <a:lnTo>
                    <a:pt x="4013346" y="1419853"/>
                  </a:lnTo>
                  <a:lnTo>
                    <a:pt x="4001890" y="1385717"/>
                  </a:lnTo>
                  <a:lnTo>
                    <a:pt x="3989839" y="1351787"/>
                  </a:lnTo>
                  <a:lnTo>
                    <a:pt x="3977195" y="1318073"/>
                  </a:lnTo>
                  <a:lnTo>
                    <a:pt x="3963964" y="1284586"/>
                  </a:lnTo>
                  <a:lnTo>
                    <a:pt x="3950148" y="1251335"/>
                  </a:lnTo>
                  <a:lnTo>
                    <a:pt x="3935753" y="1218331"/>
                  </a:lnTo>
                  <a:lnTo>
                    <a:pt x="3920782" y="1185584"/>
                  </a:lnTo>
                  <a:lnTo>
                    <a:pt x="3905240" y="1153104"/>
                  </a:lnTo>
                  <a:lnTo>
                    <a:pt x="3889132" y="1120900"/>
                  </a:lnTo>
                  <a:lnTo>
                    <a:pt x="3872464" y="1088984"/>
                  </a:lnTo>
                  <a:lnTo>
                    <a:pt x="3855239" y="1057365"/>
                  </a:lnTo>
                  <a:lnTo>
                    <a:pt x="3837463" y="1026051"/>
                  </a:lnTo>
                  <a:lnTo>
                    <a:pt x="3819142" y="995054"/>
                  </a:lnTo>
                  <a:lnTo>
                    <a:pt x="3800282" y="964382"/>
                  </a:lnTo>
                  <a:lnTo>
                    <a:pt x="3780887" y="934044"/>
                  </a:lnTo>
                  <a:lnTo>
                    <a:pt x="3760965" y="904051"/>
                  </a:lnTo>
                  <a:lnTo>
                    <a:pt x="3740521" y="874411"/>
                  </a:lnTo>
                  <a:lnTo>
                    <a:pt x="3719561" y="845134"/>
                  </a:lnTo>
                  <a:lnTo>
                    <a:pt x="3698092" y="816227"/>
                  </a:lnTo>
                  <a:lnTo>
                    <a:pt x="3676120" y="787701"/>
                  </a:lnTo>
                  <a:lnTo>
                    <a:pt x="3653653" y="759564"/>
                  </a:lnTo>
                  <a:lnTo>
                    <a:pt x="3630696" y="731824"/>
                  </a:lnTo>
                  <a:lnTo>
                    <a:pt x="3607258" y="704490"/>
                  </a:lnTo>
                  <a:lnTo>
                    <a:pt x="3583345" y="677571"/>
                  </a:lnTo>
                  <a:lnTo>
                    <a:pt x="3558964" y="651074"/>
                  </a:lnTo>
                  <a:lnTo>
                    <a:pt x="3534123" y="625008"/>
                  </a:lnTo>
                  <a:lnTo>
                    <a:pt x="3508830" y="599381"/>
                  </a:lnTo>
                  <a:lnTo>
                    <a:pt x="3483092" y="574200"/>
                  </a:lnTo>
                  <a:lnTo>
                    <a:pt x="3456918" y="549474"/>
                  </a:lnTo>
                  <a:lnTo>
                    <a:pt x="3430315" y="525209"/>
                  </a:lnTo>
                  <a:lnTo>
                    <a:pt x="3403291" y="501414"/>
                  </a:lnTo>
                  <a:lnTo>
                    <a:pt x="3375855" y="478096"/>
                  </a:lnTo>
                  <a:lnTo>
                    <a:pt x="3348015" y="455261"/>
                  </a:lnTo>
                  <a:lnTo>
                    <a:pt x="3319780" y="432916"/>
                  </a:lnTo>
                  <a:lnTo>
                    <a:pt x="3291158" y="411070"/>
                  </a:lnTo>
                  <a:lnTo>
                    <a:pt x="3262158" y="389727"/>
                  </a:lnTo>
                  <a:lnTo>
                    <a:pt x="3232789" y="368896"/>
                  </a:lnTo>
                  <a:lnTo>
                    <a:pt x="3203060" y="348581"/>
                  </a:lnTo>
                  <a:lnTo>
                    <a:pt x="3172979" y="328791"/>
                  </a:lnTo>
                  <a:lnTo>
                    <a:pt x="3142558" y="309529"/>
                  </a:lnTo>
                  <a:lnTo>
                    <a:pt x="3111803" y="290803"/>
                  </a:lnTo>
                  <a:lnTo>
                    <a:pt x="3080726" y="272618"/>
                  </a:lnTo>
                  <a:lnTo>
                    <a:pt x="3049335" y="254979"/>
                  </a:lnTo>
                  <a:lnTo>
                    <a:pt x="3017640" y="237893"/>
                  </a:lnTo>
                  <a:lnTo>
                    <a:pt x="2985652" y="221364"/>
                  </a:lnTo>
                  <a:lnTo>
                    <a:pt x="2953378" y="205397"/>
                  </a:lnTo>
                  <a:lnTo>
                    <a:pt x="2920831" y="189998"/>
                  </a:lnTo>
                  <a:lnTo>
                    <a:pt x="2888018" y="175171"/>
                  </a:lnTo>
                  <a:lnTo>
                    <a:pt x="2854952" y="160920"/>
                  </a:lnTo>
                  <a:lnTo>
                    <a:pt x="2821641" y="147250"/>
                  </a:lnTo>
                  <a:lnTo>
                    <a:pt x="2788095" y="134165"/>
                  </a:lnTo>
                  <a:lnTo>
                    <a:pt x="2754326" y="121669"/>
                  </a:lnTo>
                  <a:lnTo>
                    <a:pt x="2720344" y="109766"/>
                  </a:lnTo>
                  <a:lnTo>
                    <a:pt x="2686158" y="98460"/>
                  </a:lnTo>
                  <a:lnTo>
                    <a:pt x="2651780" y="87753"/>
                  </a:lnTo>
                  <a:lnTo>
                    <a:pt x="2617219" y="77650"/>
                  </a:lnTo>
                  <a:lnTo>
                    <a:pt x="2582487" y="68154"/>
                  </a:lnTo>
                  <a:lnTo>
                    <a:pt x="2547595" y="59266"/>
                  </a:lnTo>
                  <a:lnTo>
                    <a:pt x="2512552" y="50991"/>
                  </a:lnTo>
                  <a:lnTo>
                    <a:pt x="2477369" y="43330"/>
                  </a:lnTo>
                  <a:lnTo>
                    <a:pt x="2442058" y="36286"/>
                  </a:lnTo>
                  <a:lnTo>
                    <a:pt x="2406629" y="29861"/>
                  </a:lnTo>
                  <a:lnTo>
                    <a:pt x="2371093" y="24057"/>
                  </a:lnTo>
                  <a:lnTo>
                    <a:pt x="2335461" y="18876"/>
                  </a:lnTo>
                  <a:lnTo>
                    <a:pt x="2299743" y="14320"/>
                  </a:lnTo>
                  <a:lnTo>
                    <a:pt x="2263952" y="10389"/>
                  </a:lnTo>
                  <a:lnTo>
                    <a:pt x="2228097" y="7085"/>
                  </a:lnTo>
                  <a:lnTo>
                    <a:pt x="2192189" y="4409"/>
                  </a:lnTo>
                  <a:lnTo>
                    <a:pt x="2156241" y="2362"/>
                  </a:lnTo>
                  <a:lnTo>
                    <a:pt x="2120262" y="945"/>
                  </a:lnTo>
                  <a:lnTo>
                    <a:pt x="2084263" y="157"/>
                  </a:lnTo>
                  <a:lnTo>
                    <a:pt x="2048257" y="0"/>
                  </a:lnTo>
                  <a:lnTo>
                    <a:pt x="2012253" y="472"/>
                  </a:lnTo>
                  <a:lnTo>
                    <a:pt x="1976263" y="1575"/>
                  </a:lnTo>
                  <a:lnTo>
                    <a:pt x="1940298" y="3307"/>
                  </a:lnTo>
                  <a:lnTo>
                    <a:pt x="1904368" y="5669"/>
                  </a:lnTo>
                  <a:lnTo>
                    <a:pt x="1868486" y="8659"/>
                  </a:lnTo>
                  <a:lnTo>
                    <a:pt x="1832661" y="12276"/>
                  </a:lnTo>
                  <a:lnTo>
                    <a:pt x="1796905" y="16520"/>
                  </a:lnTo>
                  <a:lnTo>
                    <a:pt x="1761229" y="21389"/>
                  </a:lnTo>
                  <a:lnTo>
                    <a:pt x="1725644" y="26882"/>
                  </a:lnTo>
                  <a:lnTo>
                    <a:pt x="1690160" y="32996"/>
                  </a:lnTo>
                  <a:lnTo>
                    <a:pt x="1654788" y="39731"/>
                  </a:lnTo>
                  <a:lnTo>
                    <a:pt x="1619540" y="47083"/>
                  </a:lnTo>
                  <a:lnTo>
                    <a:pt x="1584426" y="55052"/>
                  </a:lnTo>
                  <a:lnTo>
                    <a:pt x="1549457" y="63634"/>
                  </a:lnTo>
                  <a:lnTo>
                    <a:pt x="1514643" y="72826"/>
                  </a:lnTo>
                  <a:lnTo>
                    <a:pt x="1479996" y="82626"/>
                  </a:lnTo>
                  <a:lnTo>
                    <a:pt x="1445525" y="93031"/>
                  </a:lnTo>
                  <a:lnTo>
                    <a:pt x="1411242" y="104038"/>
                  </a:lnTo>
                  <a:lnTo>
                    <a:pt x="1377156" y="115643"/>
                  </a:lnTo>
                  <a:lnTo>
                    <a:pt x="1343279" y="127843"/>
                  </a:lnTo>
                  <a:lnTo>
                    <a:pt x="1309621" y="140634"/>
                  </a:lnTo>
                  <a:lnTo>
                    <a:pt x="1276191" y="154012"/>
                  </a:lnTo>
                  <a:lnTo>
                    <a:pt x="1243001" y="167973"/>
                  </a:lnTo>
                  <a:lnTo>
                    <a:pt x="1210060" y="182513"/>
                  </a:lnTo>
                  <a:lnTo>
                    <a:pt x="1177379" y="197627"/>
                  </a:lnTo>
                  <a:lnTo>
                    <a:pt x="1144967" y="213310"/>
                  </a:lnTo>
                  <a:lnTo>
                    <a:pt x="1112835" y="229559"/>
                  </a:lnTo>
                  <a:lnTo>
                    <a:pt x="1080992" y="246367"/>
                  </a:lnTo>
                  <a:lnTo>
                    <a:pt x="1049448" y="263730"/>
                  </a:lnTo>
                  <a:lnTo>
                    <a:pt x="1018213" y="281642"/>
                  </a:lnTo>
                  <a:lnTo>
                    <a:pt x="987296" y="300099"/>
                  </a:lnTo>
                  <a:lnTo>
                    <a:pt x="956707" y="319093"/>
                  </a:lnTo>
                  <a:lnTo>
                    <a:pt x="926454" y="338620"/>
                  </a:lnTo>
                  <a:lnTo>
                    <a:pt x="896549" y="358674"/>
                  </a:lnTo>
                  <a:lnTo>
                    <a:pt x="866998" y="379247"/>
                  </a:lnTo>
                  <a:lnTo>
                    <a:pt x="837813" y="400335"/>
                  </a:lnTo>
                  <a:lnTo>
                    <a:pt x="809001" y="421930"/>
                  </a:lnTo>
                  <a:lnTo>
                    <a:pt x="780571" y="444027"/>
                  </a:lnTo>
                  <a:lnTo>
                    <a:pt x="752532" y="466617"/>
                  </a:lnTo>
                  <a:lnTo>
                    <a:pt x="724893" y="489695"/>
                  </a:lnTo>
                  <a:lnTo>
                    <a:pt x="697662" y="513253"/>
                  </a:lnTo>
                  <a:lnTo>
                    <a:pt x="670848" y="537283"/>
                  </a:lnTo>
                  <a:lnTo>
                    <a:pt x="644458" y="561780"/>
                  </a:lnTo>
                  <a:lnTo>
                    <a:pt x="618501" y="586734"/>
                  </a:lnTo>
                  <a:lnTo>
                    <a:pt x="592985" y="612139"/>
                  </a:lnTo>
                  <a:lnTo>
                    <a:pt x="567917" y="637987"/>
                  </a:lnTo>
                  <a:lnTo>
                    <a:pt x="543305" y="664269"/>
                  </a:lnTo>
                  <a:lnTo>
                    <a:pt x="519157" y="690978"/>
                  </a:lnTo>
                  <a:lnTo>
                    <a:pt x="495480" y="718106"/>
                  </a:lnTo>
                  <a:lnTo>
                    <a:pt x="472282" y="745644"/>
                  </a:lnTo>
                  <a:lnTo>
                    <a:pt x="449569" y="773583"/>
                  </a:lnTo>
                  <a:lnTo>
                    <a:pt x="427349" y="801916"/>
                  </a:lnTo>
                  <a:lnTo>
                    <a:pt x="405628" y="830633"/>
                  </a:lnTo>
                  <a:lnTo>
                    <a:pt x="384412" y="859727"/>
                  </a:lnTo>
                  <a:lnTo>
                    <a:pt x="363709" y="889187"/>
                  </a:lnTo>
                  <a:lnTo>
                    <a:pt x="343525" y="919004"/>
                  </a:lnTo>
                  <a:lnTo>
                    <a:pt x="323866" y="949171"/>
                  </a:lnTo>
                  <a:lnTo>
                    <a:pt x="304738" y="979676"/>
                  </a:lnTo>
                  <a:lnTo>
                    <a:pt x="286147" y="1010512"/>
                  </a:lnTo>
                  <a:lnTo>
                    <a:pt x="268098" y="1041669"/>
                  </a:lnTo>
                  <a:lnTo>
                    <a:pt x="250597" y="1073137"/>
                  </a:lnTo>
                  <a:lnTo>
                    <a:pt x="233649" y="1104906"/>
                  </a:lnTo>
                  <a:lnTo>
                    <a:pt x="217260" y="1136967"/>
                  </a:lnTo>
                  <a:lnTo>
                    <a:pt x="201435" y="1169310"/>
                  </a:lnTo>
                  <a:lnTo>
                    <a:pt x="186178" y="1201924"/>
                  </a:lnTo>
                  <a:lnTo>
                    <a:pt x="171495" y="1234801"/>
                  </a:lnTo>
                  <a:lnTo>
                    <a:pt x="157389" y="1267930"/>
                  </a:lnTo>
                  <a:lnTo>
                    <a:pt x="143864" y="1301300"/>
                  </a:lnTo>
                  <a:lnTo>
                    <a:pt x="130926" y="1334903"/>
                  </a:lnTo>
                  <a:lnTo>
                    <a:pt x="118578" y="1368726"/>
                  </a:lnTo>
                  <a:lnTo>
                    <a:pt x="106824" y="1402760"/>
                  </a:lnTo>
                  <a:lnTo>
                    <a:pt x="95668" y="1436995"/>
                  </a:lnTo>
                  <a:lnTo>
                    <a:pt x="85112" y="1471420"/>
                  </a:lnTo>
                  <a:lnTo>
                    <a:pt x="75160" y="1506024"/>
                  </a:lnTo>
                  <a:lnTo>
                    <a:pt x="65815" y="1540797"/>
                  </a:lnTo>
                  <a:lnTo>
                    <a:pt x="57081" y="1575729"/>
                  </a:lnTo>
                  <a:lnTo>
                    <a:pt x="48959" y="1610808"/>
                  </a:lnTo>
                  <a:lnTo>
                    <a:pt x="41452" y="1646023"/>
                  </a:lnTo>
                  <a:lnTo>
                    <a:pt x="34563" y="1681365"/>
                  </a:lnTo>
                  <a:lnTo>
                    <a:pt x="28293" y="1716822"/>
                  </a:lnTo>
                  <a:lnTo>
                    <a:pt x="22645" y="1752383"/>
                  </a:lnTo>
                  <a:lnTo>
                    <a:pt x="17620" y="1788037"/>
                  </a:lnTo>
                  <a:lnTo>
                    <a:pt x="13219" y="1823774"/>
                  </a:lnTo>
                  <a:lnTo>
                    <a:pt x="9445" y="1859583"/>
                  </a:lnTo>
                  <a:lnTo>
                    <a:pt x="6298" y="1895452"/>
                  </a:lnTo>
                  <a:lnTo>
                    <a:pt x="3779" y="1931371"/>
                  </a:lnTo>
                  <a:lnTo>
                    <a:pt x="1890" y="1967328"/>
                  </a:lnTo>
                  <a:lnTo>
                    <a:pt x="630" y="2003313"/>
                  </a:lnTo>
                  <a:lnTo>
                    <a:pt x="0" y="2039314"/>
                  </a:lnTo>
                  <a:lnTo>
                    <a:pt x="0" y="2075321"/>
                  </a:lnTo>
                  <a:lnTo>
                    <a:pt x="630" y="2111322"/>
                  </a:lnTo>
                  <a:lnTo>
                    <a:pt x="1890" y="2147307"/>
                  </a:lnTo>
                  <a:lnTo>
                    <a:pt x="3779" y="2183265"/>
                  </a:lnTo>
                  <a:lnTo>
                    <a:pt x="6298" y="2219183"/>
                  </a:lnTo>
                  <a:lnTo>
                    <a:pt x="9445" y="2255052"/>
                  </a:lnTo>
                  <a:lnTo>
                    <a:pt x="13219" y="2290861"/>
                  </a:lnTo>
                  <a:lnTo>
                    <a:pt x="17620" y="2326598"/>
                  </a:lnTo>
                  <a:lnTo>
                    <a:pt x="22645" y="2362252"/>
                  </a:lnTo>
                  <a:lnTo>
                    <a:pt x="28293" y="2397814"/>
                  </a:lnTo>
                  <a:lnTo>
                    <a:pt x="34563" y="2433270"/>
                  </a:lnTo>
                  <a:lnTo>
                    <a:pt x="41452" y="2468612"/>
                  </a:lnTo>
                  <a:lnTo>
                    <a:pt x="48959" y="2503828"/>
                  </a:lnTo>
                  <a:lnTo>
                    <a:pt x="57081" y="2538907"/>
                  </a:lnTo>
                  <a:lnTo>
                    <a:pt x="65815" y="2573838"/>
                  </a:lnTo>
                  <a:lnTo>
                    <a:pt x="75160" y="2608611"/>
                  </a:lnTo>
                  <a:lnTo>
                    <a:pt x="85112" y="2643215"/>
                  </a:lnTo>
                  <a:lnTo>
                    <a:pt x="95668" y="2677640"/>
                  </a:lnTo>
                  <a:lnTo>
                    <a:pt x="106824" y="2711875"/>
                  </a:lnTo>
                  <a:lnTo>
                    <a:pt x="118578" y="2745909"/>
                  </a:lnTo>
                  <a:lnTo>
                    <a:pt x="130926" y="2779733"/>
                  </a:lnTo>
                  <a:lnTo>
                    <a:pt x="143864" y="2813335"/>
                  </a:lnTo>
                  <a:lnTo>
                    <a:pt x="157389" y="2846705"/>
                  </a:lnTo>
                  <a:lnTo>
                    <a:pt x="171495" y="2879834"/>
                  </a:lnTo>
                  <a:lnTo>
                    <a:pt x="186178" y="2912711"/>
                  </a:lnTo>
                  <a:lnTo>
                    <a:pt x="201435" y="2945326"/>
                  </a:lnTo>
                  <a:lnTo>
                    <a:pt x="217260" y="2977669"/>
                  </a:lnTo>
                  <a:lnTo>
                    <a:pt x="233649" y="3009730"/>
                  </a:lnTo>
                  <a:lnTo>
                    <a:pt x="250597" y="3041499"/>
                  </a:lnTo>
                  <a:lnTo>
                    <a:pt x="268098" y="3072966"/>
                  </a:lnTo>
                  <a:lnTo>
                    <a:pt x="286147" y="3104123"/>
                  </a:lnTo>
                  <a:lnTo>
                    <a:pt x="304738" y="3134959"/>
                  </a:lnTo>
                  <a:lnTo>
                    <a:pt x="323866" y="3165465"/>
                  </a:lnTo>
                  <a:lnTo>
                    <a:pt x="343525" y="3195631"/>
                  </a:lnTo>
                  <a:lnTo>
                    <a:pt x="363709" y="3225449"/>
                  </a:lnTo>
                  <a:lnTo>
                    <a:pt x="384412" y="3254909"/>
                  </a:lnTo>
                  <a:lnTo>
                    <a:pt x="405628" y="3284002"/>
                  </a:lnTo>
                  <a:lnTo>
                    <a:pt x="427349" y="3312719"/>
                  </a:lnTo>
                  <a:lnTo>
                    <a:pt x="449569" y="3341052"/>
                  </a:lnTo>
                  <a:lnTo>
                    <a:pt x="472282" y="3368992"/>
                  </a:lnTo>
                  <a:lnTo>
                    <a:pt x="495480" y="3396529"/>
                  </a:lnTo>
                  <a:lnTo>
                    <a:pt x="519157" y="3423657"/>
                  </a:lnTo>
                  <a:lnTo>
                    <a:pt x="543305" y="3450366"/>
                  </a:lnTo>
                  <a:lnTo>
                    <a:pt x="567917" y="3476648"/>
                  </a:lnTo>
                  <a:lnTo>
                    <a:pt x="592985" y="3502496"/>
                  </a:lnTo>
                  <a:lnTo>
                    <a:pt x="618501" y="3527901"/>
                  </a:lnTo>
                  <a:lnTo>
                    <a:pt x="644458" y="3552856"/>
                  </a:lnTo>
                  <a:lnTo>
                    <a:pt x="670848" y="3577352"/>
                  </a:lnTo>
                  <a:lnTo>
                    <a:pt x="697662" y="3601383"/>
                  </a:lnTo>
                  <a:lnTo>
                    <a:pt x="724893" y="3624941"/>
                  </a:lnTo>
                  <a:lnTo>
                    <a:pt x="752532" y="3648018"/>
                  </a:lnTo>
                  <a:lnTo>
                    <a:pt x="780571" y="3670609"/>
                  </a:lnTo>
                  <a:lnTo>
                    <a:pt x="809001" y="3692705"/>
                  </a:lnTo>
                  <a:lnTo>
                    <a:pt x="837813" y="3714300"/>
                  </a:lnTo>
                  <a:lnTo>
                    <a:pt x="866998" y="3735388"/>
                  </a:lnTo>
                  <a:lnTo>
                    <a:pt x="896549" y="3755962"/>
                  </a:lnTo>
                  <a:lnTo>
                    <a:pt x="926454" y="3776015"/>
                  </a:lnTo>
                  <a:lnTo>
                    <a:pt x="956707" y="3795542"/>
                  </a:lnTo>
                  <a:lnTo>
                    <a:pt x="987296" y="3814537"/>
                  </a:lnTo>
                  <a:lnTo>
                    <a:pt x="1018213" y="3832993"/>
                  </a:lnTo>
                  <a:lnTo>
                    <a:pt x="1049448" y="3850905"/>
                  </a:lnTo>
                  <a:lnTo>
                    <a:pt x="1080992" y="3868268"/>
                  </a:lnTo>
                  <a:lnTo>
                    <a:pt x="1112835" y="3885077"/>
                  </a:lnTo>
                  <a:lnTo>
                    <a:pt x="1144967" y="3901325"/>
                  </a:lnTo>
                  <a:lnTo>
                    <a:pt x="1177379" y="3917009"/>
                  </a:lnTo>
                  <a:lnTo>
                    <a:pt x="1210060" y="3932123"/>
                  </a:lnTo>
                  <a:lnTo>
                    <a:pt x="1243001" y="3946662"/>
                  </a:lnTo>
                  <a:lnTo>
                    <a:pt x="1276191" y="3960623"/>
                  </a:lnTo>
                  <a:lnTo>
                    <a:pt x="1309621" y="3974001"/>
                  </a:lnTo>
                  <a:lnTo>
                    <a:pt x="1343279" y="3986792"/>
                  </a:lnTo>
                  <a:lnTo>
                    <a:pt x="1377156" y="3998992"/>
                  </a:lnTo>
                  <a:lnTo>
                    <a:pt x="1411242" y="4010597"/>
                  </a:lnTo>
                  <a:lnTo>
                    <a:pt x="1445525" y="4021604"/>
                  </a:lnTo>
                  <a:lnTo>
                    <a:pt x="1479996" y="4032009"/>
                  </a:lnTo>
                  <a:lnTo>
                    <a:pt x="1514643" y="4041809"/>
                  </a:lnTo>
                  <a:lnTo>
                    <a:pt x="1549457" y="4051002"/>
                  </a:lnTo>
                  <a:lnTo>
                    <a:pt x="1584426" y="4059584"/>
                  </a:lnTo>
                  <a:lnTo>
                    <a:pt x="1619540" y="4067552"/>
                  </a:lnTo>
                  <a:lnTo>
                    <a:pt x="1654788" y="4074905"/>
                  </a:lnTo>
                  <a:lnTo>
                    <a:pt x="1690160" y="4081639"/>
                  </a:lnTo>
                  <a:lnTo>
                    <a:pt x="1725644" y="4087754"/>
                  </a:lnTo>
                  <a:lnTo>
                    <a:pt x="1761229" y="4093246"/>
                  </a:lnTo>
                  <a:lnTo>
                    <a:pt x="1796905" y="4098115"/>
                  </a:lnTo>
                  <a:lnTo>
                    <a:pt x="1832661" y="4102359"/>
                  </a:lnTo>
                  <a:lnTo>
                    <a:pt x="1868486" y="4105977"/>
                  </a:lnTo>
                  <a:lnTo>
                    <a:pt x="1904368" y="4108967"/>
                  </a:lnTo>
                  <a:lnTo>
                    <a:pt x="1940298" y="4111328"/>
                  </a:lnTo>
                  <a:lnTo>
                    <a:pt x="1976263" y="4113061"/>
                  </a:lnTo>
                  <a:lnTo>
                    <a:pt x="2012253" y="4114163"/>
                  </a:lnTo>
                  <a:lnTo>
                    <a:pt x="2048257" y="4114636"/>
                  </a:lnTo>
                  <a:lnTo>
                    <a:pt x="2084263" y="4114478"/>
                  </a:lnTo>
                  <a:lnTo>
                    <a:pt x="2120262" y="4113691"/>
                  </a:lnTo>
                  <a:lnTo>
                    <a:pt x="2156241" y="4112273"/>
                  </a:lnTo>
                  <a:lnTo>
                    <a:pt x="2192189" y="4110226"/>
                  </a:lnTo>
                  <a:lnTo>
                    <a:pt x="2228097" y="4107550"/>
                  </a:lnTo>
                  <a:lnTo>
                    <a:pt x="2263952" y="4104246"/>
                  </a:lnTo>
                  <a:lnTo>
                    <a:pt x="2299743" y="4100316"/>
                  </a:lnTo>
                  <a:lnTo>
                    <a:pt x="2335461" y="4095759"/>
                  </a:lnTo>
                  <a:lnTo>
                    <a:pt x="2371093" y="4090578"/>
                  </a:lnTo>
                  <a:lnTo>
                    <a:pt x="2406629" y="4084774"/>
                  </a:lnTo>
                  <a:lnTo>
                    <a:pt x="2442058" y="4078349"/>
                  </a:lnTo>
                  <a:lnTo>
                    <a:pt x="2477369" y="4071305"/>
                  </a:lnTo>
                  <a:lnTo>
                    <a:pt x="2512552" y="4063645"/>
                  </a:lnTo>
                  <a:lnTo>
                    <a:pt x="2547595" y="4055369"/>
                  </a:lnTo>
                  <a:lnTo>
                    <a:pt x="2582487" y="4046482"/>
                  </a:lnTo>
                  <a:lnTo>
                    <a:pt x="2617219" y="4036985"/>
                  </a:lnTo>
                  <a:lnTo>
                    <a:pt x="2651780" y="4026882"/>
                  </a:lnTo>
                  <a:lnTo>
                    <a:pt x="2686158" y="4016176"/>
                  </a:lnTo>
                  <a:lnTo>
                    <a:pt x="2720344" y="4004869"/>
                  </a:lnTo>
                  <a:lnTo>
                    <a:pt x="2754326" y="3992966"/>
                  </a:lnTo>
                  <a:lnTo>
                    <a:pt x="2788095" y="3980471"/>
                  </a:lnTo>
                  <a:lnTo>
                    <a:pt x="2821641" y="3967386"/>
                  </a:lnTo>
                  <a:lnTo>
                    <a:pt x="2854952" y="3953716"/>
                  </a:lnTo>
                  <a:lnTo>
                    <a:pt x="2888018" y="3939465"/>
                  </a:lnTo>
                  <a:lnTo>
                    <a:pt x="2920831" y="3924637"/>
                  </a:lnTo>
                  <a:lnTo>
                    <a:pt x="2953378" y="3909238"/>
                  </a:lnTo>
                  <a:lnTo>
                    <a:pt x="2985652" y="3893271"/>
                  </a:lnTo>
                  <a:lnTo>
                    <a:pt x="3017640" y="3876742"/>
                  </a:lnTo>
                  <a:lnTo>
                    <a:pt x="3049335" y="3859656"/>
                  </a:lnTo>
                  <a:lnTo>
                    <a:pt x="3080726" y="3842018"/>
                  </a:lnTo>
                  <a:lnTo>
                    <a:pt x="3111803" y="3823833"/>
                  </a:lnTo>
                  <a:lnTo>
                    <a:pt x="3142558" y="3805106"/>
                  </a:lnTo>
                  <a:lnTo>
                    <a:pt x="3172979" y="3785845"/>
                  </a:lnTo>
                  <a:lnTo>
                    <a:pt x="3203060" y="3766054"/>
                  </a:lnTo>
                  <a:lnTo>
                    <a:pt x="3232789" y="3745740"/>
                  </a:lnTo>
                  <a:lnTo>
                    <a:pt x="3262158" y="3724908"/>
                  </a:lnTo>
                  <a:lnTo>
                    <a:pt x="3291158" y="3703566"/>
                  </a:lnTo>
                  <a:lnTo>
                    <a:pt x="3319780" y="3681719"/>
                  </a:lnTo>
                  <a:lnTo>
                    <a:pt x="3348015" y="3659375"/>
                  </a:lnTo>
                  <a:lnTo>
                    <a:pt x="3375855" y="3636540"/>
                  </a:lnTo>
                  <a:lnTo>
                    <a:pt x="3403291" y="3613221"/>
                  </a:lnTo>
                  <a:lnTo>
                    <a:pt x="3430315" y="3589426"/>
                  </a:lnTo>
                  <a:lnTo>
                    <a:pt x="3456918" y="3565161"/>
                  </a:lnTo>
                  <a:lnTo>
                    <a:pt x="3483092" y="3540435"/>
                  </a:lnTo>
                  <a:lnTo>
                    <a:pt x="3508830" y="3515254"/>
                  </a:lnTo>
                  <a:lnTo>
                    <a:pt x="3534123" y="3489627"/>
                  </a:lnTo>
                  <a:lnTo>
                    <a:pt x="3558964" y="3463561"/>
                  </a:lnTo>
                  <a:lnTo>
                    <a:pt x="3583345" y="3437064"/>
                  </a:lnTo>
                  <a:lnTo>
                    <a:pt x="3607258" y="3410145"/>
                  </a:lnTo>
                  <a:lnTo>
                    <a:pt x="3630696" y="3382811"/>
                  </a:lnTo>
                  <a:lnTo>
                    <a:pt x="3653653" y="3355072"/>
                  </a:lnTo>
                  <a:lnTo>
                    <a:pt x="3676120" y="3326934"/>
                  </a:lnTo>
                  <a:lnTo>
                    <a:pt x="3698092" y="3298408"/>
                  </a:lnTo>
                  <a:lnTo>
                    <a:pt x="3719561" y="3269502"/>
                  </a:lnTo>
                  <a:lnTo>
                    <a:pt x="3740521" y="3240224"/>
                  </a:lnTo>
                  <a:lnTo>
                    <a:pt x="3760965" y="3210584"/>
                  </a:lnTo>
                  <a:lnTo>
                    <a:pt x="3780887" y="3180591"/>
                  </a:lnTo>
                  <a:lnTo>
                    <a:pt x="3800282" y="3150254"/>
                  </a:lnTo>
                  <a:lnTo>
                    <a:pt x="3819142" y="3119582"/>
                  </a:lnTo>
                  <a:lnTo>
                    <a:pt x="3837463" y="3088584"/>
                  </a:lnTo>
                  <a:lnTo>
                    <a:pt x="3855239" y="3057271"/>
                  </a:lnTo>
                  <a:lnTo>
                    <a:pt x="3872464" y="3025651"/>
                  </a:lnTo>
                  <a:lnTo>
                    <a:pt x="3889132" y="2993735"/>
                  </a:lnTo>
                  <a:lnTo>
                    <a:pt x="3905240" y="2961532"/>
                  </a:lnTo>
                  <a:lnTo>
                    <a:pt x="3920782" y="2929052"/>
                  </a:lnTo>
                  <a:lnTo>
                    <a:pt x="3935753" y="2896305"/>
                  </a:lnTo>
                  <a:lnTo>
                    <a:pt x="3950148" y="2863301"/>
                  </a:lnTo>
                  <a:lnTo>
                    <a:pt x="3963964" y="2830050"/>
                  </a:lnTo>
                  <a:lnTo>
                    <a:pt x="3977195" y="2796562"/>
                  </a:lnTo>
                  <a:lnTo>
                    <a:pt x="3989839" y="2762848"/>
                  </a:lnTo>
                  <a:lnTo>
                    <a:pt x="4001890" y="2728918"/>
                  </a:lnTo>
                  <a:lnTo>
                    <a:pt x="4013346" y="2694782"/>
                  </a:lnTo>
                  <a:lnTo>
                    <a:pt x="4024203" y="2660451"/>
                  </a:lnTo>
                  <a:lnTo>
                    <a:pt x="4034457" y="2625935"/>
                  </a:lnTo>
                  <a:lnTo>
                    <a:pt x="4044106" y="2591245"/>
                  </a:lnTo>
                  <a:lnTo>
                    <a:pt x="4053146" y="2556391"/>
                  </a:lnTo>
                  <a:lnTo>
                    <a:pt x="4061574" y="2521385"/>
                  </a:lnTo>
                  <a:lnTo>
                    <a:pt x="4069389" y="2486236"/>
                  </a:lnTo>
                  <a:lnTo>
                    <a:pt x="4076587" y="2450956"/>
                  </a:lnTo>
                  <a:lnTo>
                    <a:pt x="4083167" y="2415556"/>
                  </a:lnTo>
                  <a:lnTo>
                    <a:pt x="4089126" y="2380045"/>
                  </a:lnTo>
                  <a:lnTo>
                    <a:pt x="4094463" y="2344436"/>
                  </a:lnTo>
                  <a:lnTo>
                    <a:pt x="4099176" y="2308739"/>
                  </a:lnTo>
                  <a:lnTo>
                    <a:pt x="4103263" y="2272965"/>
                  </a:lnTo>
                  <a:lnTo>
                    <a:pt x="4106724" y="2237125"/>
                  </a:lnTo>
                  <a:lnTo>
                    <a:pt x="4109557" y="2201229"/>
                  </a:lnTo>
                  <a:lnTo>
                    <a:pt x="4111761" y="2165290"/>
                  </a:lnTo>
                  <a:lnTo>
                    <a:pt x="4113336" y="2129318"/>
                  </a:lnTo>
                  <a:lnTo>
                    <a:pt x="4114281" y="2093323"/>
                  </a:lnTo>
                  <a:lnTo>
                    <a:pt x="4114596" y="2057318"/>
                  </a:lnTo>
                </a:path>
              </a:pathLst>
            </a:custGeom>
            <a:ln w="13550" cap="flat">
              <a:solidFill>
                <a:srgbClr val="222222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3301432" y="1002623"/>
              <a:ext cx="388790" cy="117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3288079" y="5731472"/>
              <a:ext cx="415496" cy="1204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5168799" y="1695435"/>
              <a:ext cx="689310" cy="117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5861766" y="3368794"/>
              <a:ext cx="318143" cy="1172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5168799" y="5038505"/>
              <a:ext cx="716016" cy="1204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17" name="pg17"/>
            <p:cNvSpPr/>
            <p:nvPr/>
          </p:nvSpPr>
          <p:spPr>
            <a:xfrm>
              <a:off x="1438568" y="1371681"/>
              <a:ext cx="4114596" cy="4114636"/>
            </a:xfrm>
            <a:custGeom>
              <a:avLst/>
              <a:pathLst>
                <a:path w="4114596" h="4114636">
                  <a:moveTo>
                    <a:pt x="4114596" y="2057318"/>
                  </a:moveTo>
                  <a:lnTo>
                    <a:pt x="4114281" y="2021312"/>
                  </a:lnTo>
                  <a:lnTo>
                    <a:pt x="4113336" y="1985318"/>
                  </a:lnTo>
                  <a:lnTo>
                    <a:pt x="4111761" y="1949345"/>
                  </a:lnTo>
                  <a:lnTo>
                    <a:pt x="4109557" y="1913406"/>
                  </a:lnTo>
                  <a:lnTo>
                    <a:pt x="4106724" y="1877511"/>
                  </a:lnTo>
                  <a:lnTo>
                    <a:pt x="4103263" y="1841670"/>
                  </a:lnTo>
                  <a:lnTo>
                    <a:pt x="4099176" y="1805896"/>
                  </a:lnTo>
                  <a:lnTo>
                    <a:pt x="4094463" y="1770199"/>
                  </a:lnTo>
                  <a:lnTo>
                    <a:pt x="4089126" y="1734590"/>
                  </a:lnTo>
                  <a:lnTo>
                    <a:pt x="4083167" y="1699080"/>
                  </a:lnTo>
                  <a:lnTo>
                    <a:pt x="4076587" y="1663679"/>
                  </a:lnTo>
                  <a:lnTo>
                    <a:pt x="4069389" y="1628399"/>
                  </a:lnTo>
                  <a:lnTo>
                    <a:pt x="4061574" y="1593251"/>
                  </a:lnTo>
                  <a:lnTo>
                    <a:pt x="4053146" y="1558244"/>
                  </a:lnTo>
                  <a:lnTo>
                    <a:pt x="4044106" y="1523390"/>
                  </a:lnTo>
                  <a:lnTo>
                    <a:pt x="4034457" y="1488700"/>
                  </a:lnTo>
                  <a:lnTo>
                    <a:pt x="4024203" y="1454184"/>
                  </a:lnTo>
                  <a:lnTo>
                    <a:pt x="4013346" y="1419853"/>
                  </a:lnTo>
                  <a:lnTo>
                    <a:pt x="4001890" y="1385717"/>
                  </a:lnTo>
                  <a:lnTo>
                    <a:pt x="3989839" y="1351787"/>
                  </a:lnTo>
                  <a:lnTo>
                    <a:pt x="3977195" y="1318073"/>
                  </a:lnTo>
                  <a:lnTo>
                    <a:pt x="3963964" y="1284586"/>
                  </a:lnTo>
                  <a:lnTo>
                    <a:pt x="3950148" y="1251335"/>
                  </a:lnTo>
                  <a:lnTo>
                    <a:pt x="3935753" y="1218331"/>
                  </a:lnTo>
                  <a:lnTo>
                    <a:pt x="3920782" y="1185584"/>
                  </a:lnTo>
                  <a:lnTo>
                    <a:pt x="3905240" y="1153104"/>
                  </a:lnTo>
                  <a:lnTo>
                    <a:pt x="3889132" y="1120900"/>
                  </a:lnTo>
                  <a:lnTo>
                    <a:pt x="3872464" y="1088984"/>
                  </a:lnTo>
                  <a:lnTo>
                    <a:pt x="3855239" y="1057365"/>
                  </a:lnTo>
                  <a:lnTo>
                    <a:pt x="3837463" y="1026051"/>
                  </a:lnTo>
                  <a:lnTo>
                    <a:pt x="3819142" y="995054"/>
                  </a:lnTo>
                  <a:lnTo>
                    <a:pt x="3800282" y="964382"/>
                  </a:lnTo>
                  <a:lnTo>
                    <a:pt x="3780887" y="934044"/>
                  </a:lnTo>
                  <a:lnTo>
                    <a:pt x="3760965" y="904051"/>
                  </a:lnTo>
                  <a:lnTo>
                    <a:pt x="3740521" y="874411"/>
                  </a:lnTo>
                  <a:lnTo>
                    <a:pt x="3719561" y="845134"/>
                  </a:lnTo>
                  <a:lnTo>
                    <a:pt x="3698092" y="816227"/>
                  </a:lnTo>
                  <a:lnTo>
                    <a:pt x="3676120" y="787701"/>
                  </a:lnTo>
                  <a:lnTo>
                    <a:pt x="3653653" y="759564"/>
                  </a:lnTo>
                  <a:lnTo>
                    <a:pt x="3630696" y="731824"/>
                  </a:lnTo>
                  <a:lnTo>
                    <a:pt x="3607258" y="704490"/>
                  </a:lnTo>
                  <a:lnTo>
                    <a:pt x="3583345" y="677571"/>
                  </a:lnTo>
                  <a:lnTo>
                    <a:pt x="3558964" y="651074"/>
                  </a:lnTo>
                  <a:lnTo>
                    <a:pt x="3534123" y="625008"/>
                  </a:lnTo>
                  <a:lnTo>
                    <a:pt x="3508830" y="599381"/>
                  </a:lnTo>
                  <a:lnTo>
                    <a:pt x="3483092" y="574200"/>
                  </a:lnTo>
                  <a:lnTo>
                    <a:pt x="3456918" y="549474"/>
                  </a:lnTo>
                  <a:lnTo>
                    <a:pt x="3430315" y="525209"/>
                  </a:lnTo>
                  <a:lnTo>
                    <a:pt x="3403291" y="501414"/>
                  </a:lnTo>
                  <a:lnTo>
                    <a:pt x="3375855" y="478096"/>
                  </a:lnTo>
                  <a:lnTo>
                    <a:pt x="3348015" y="455261"/>
                  </a:lnTo>
                  <a:lnTo>
                    <a:pt x="3319780" y="432916"/>
                  </a:lnTo>
                  <a:lnTo>
                    <a:pt x="3291158" y="411070"/>
                  </a:lnTo>
                  <a:lnTo>
                    <a:pt x="3262158" y="389727"/>
                  </a:lnTo>
                  <a:lnTo>
                    <a:pt x="3232789" y="368896"/>
                  </a:lnTo>
                  <a:lnTo>
                    <a:pt x="3203060" y="348581"/>
                  </a:lnTo>
                  <a:lnTo>
                    <a:pt x="3172979" y="328791"/>
                  </a:lnTo>
                  <a:lnTo>
                    <a:pt x="3142558" y="309529"/>
                  </a:lnTo>
                  <a:lnTo>
                    <a:pt x="3111803" y="290803"/>
                  </a:lnTo>
                  <a:lnTo>
                    <a:pt x="3080726" y="272618"/>
                  </a:lnTo>
                  <a:lnTo>
                    <a:pt x="3049335" y="254979"/>
                  </a:lnTo>
                  <a:lnTo>
                    <a:pt x="3017640" y="237893"/>
                  </a:lnTo>
                  <a:lnTo>
                    <a:pt x="2985652" y="221364"/>
                  </a:lnTo>
                  <a:lnTo>
                    <a:pt x="2953378" y="205397"/>
                  </a:lnTo>
                  <a:lnTo>
                    <a:pt x="2920831" y="189998"/>
                  </a:lnTo>
                  <a:lnTo>
                    <a:pt x="2888018" y="175171"/>
                  </a:lnTo>
                  <a:lnTo>
                    <a:pt x="2854952" y="160920"/>
                  </a:lnTo>
                  <a:lnTo>
                    <a:pt x="2821641" y="147250"/>
                  </a:lnTo>
                  <a:lnTo>
                    <a:pt x="2788095" y="134165"/>
                  </a:lnTo>
                  <a:lnTo>
                    <a:pt x="2754326" y="121669"/>
                  </a:lnTo>
                  <a:lnTo>
                    <a:pt x="2720344" y="109766"/>
                  </a:lnTo>
                  <a:lnTo>
                    <a:pt x="2686158" y="98460"/>
                  </a:lnTo>
                  <a:lnTo>
                    <a:pt x="2651780" y="87753"/>
                  </a:lnTo>
                  <a:lnTo>
                    <a:pt x="2617219" y="77650"/>
                  </a:lnTo>
                  <a:lnTo>
                    <a:pt x="2582487" y="68154"/>
                  </a:lnTo>
                  <a:lnTo>
                    <a:pt x="2547595" y="59266"/>
                  </a:lnTo>
                  <a:lnTo>
                    <a:pt x="2512552" y="50991"/>
                  </a:lnTo>
                  <a:lnTo>
                    <a:pt x="2477369" y="43330"/>
                  </a:lnTo>
                  <a:lnTo>
                    <a:pt x="2442058" y="36286"/>
                  </a:lnTo>
                  <a:lnTo>
                    <a:pt x="2406629" y="29861"/>
                  </a:lnTo>
                  <a:lnTo>
                    <a:pt x="2371093" y="24057"/>
                  </a:lnTo>
                  <a:lnTo>
                    <a:pt x="2335461" y="18876"/>
                  </a:lnTo>
                  <a:lnTo>
                    <a:pt x="2299743" y="14320"/>
                  </a:lnTo>
                  <a:lnTo>
                    <a:pt x="2263952" y="10389"/>
                  </a:lnTo>
                  <a:lnTo>
                    <a:pt x="2228097" y="7085"/>
                  </a:lnTo>
                  <a:lnTo>
                    <a:pt x="2192189" y="4409"/>
                  </a:lnTo>
                  <a:lnTo>
                    <a:pt x="2156241" y="2362"/>
                  </a:lnTo>
                  <a:lnTo>
                    <a:pt x="2120262" y="945"/>
                  </a:lnTo>
                  <a:lnTo>
                    <a:pt x="2084263" y="157"/>
                  </a:lnTo>
                  <a:lnTo>
                    <a:pt x="2048257" y="0"/>
                  </a:lnTo>
                  <a:lnTo>
                    <a:pt x="2012253" y="472"/>
                  </a:lnTo>
                  <a:lnTo>
                    <a:pt x="1976263" y="1575"/>
                  </a:lnTo>
                  <a:lnTo>
                    <a:pt x="1940298" y="3307"/>
                  </a:lnTo>
                  <a:lnTo>
                    <a:pt x="1904368" y="5669"/>
                  </a:lnTo>
                  <a:lnTo>
                    <a:pt x="1868486" y="8659"/>
                  </a:lnTo>
                  <a:lnTo>
                    <a:pt x="1832661" y="12276"/>
                  </a:lnTo>
                  <a:lnTo>
                    <a:pt x="1796905" y="16520"/>
                  </a:lnTo>
                  <a:lnTo>
                    <a:pt x="1761229" y="21389"/>
                  </a:lnTo>
                  <a:lnTo>
                    <a:pt x="1725644" y="26882"/>
                  </a:lnTo>
                  <a:lnTo>
                    <a:pt x="1690160" y="32996"/>
                  </a:lnTo>
                  <a:lnTo>
                    <a:pt x="1654788" y="39731"/>
                  </a:lnTo>
                  <a:lnTo>
                    <a:pt x="1619540" y="47083"/>
                  </a:lnTo>
                  <a:lnTo>
                    <a:pt x="1584426" y="55052"/>
                  </a:lnTo>
                  <a:lnTo>
                    <a:pt x="1549457" y="63634"/>
                  </a:lnTo>
                  <a:lnTo>
                    <a:pt x="1514643" y="72826"/>
                  </a:lnTo>
                  <a:lnTo>
                    <a:pt x="1479996" y="82626"/>
                  </a:lnTo>
                  <a:lnTo>
                    <a:pt x="1445525" y="93031"/>
                  </a:lnTo>
                  <a:lnTo>
                    <a:pt x="1411242" y="104038"/>
                  </a:lnTo>
                  <a:lnTo>
                    <a:pt x="1377156" y="115643"/>
                  </a:lnTo>
                  <a:lnTo>
                    <a:pt x="1343279" y="127843"/>
                  </a:lnTo>
                  <a:lnTo>
                    <a:pt x="1309621" y="140634"/>
                  </a:lnTo>
                  <a:lnTo>
                    <a:pt x="1276191" y="154012"/>
                  </a:lnTo>
                  <a:lnTo>
                    <a:pt x="1243001" y="167973"/>
                  </a:lnTo>
                  <a:lnTo>
                    <a:pt x="1210060" y="182513"/>
                  </a:lnTo>
                  <a:lnTo>
                    <a:pt x="1177379" y="197627"/>
                  </a:lnTo>
                  <a:lnTo>
                    <a:pt x="1144967" y="213310"/>
                  </a:lnTo>
                  <a:lnTo>
                    <a:pt x="1112835" y="229559"/>
                  </a:lnTo>
                  <a:lnTo>
                    <a:pt x="1080992" y="246367"/>
                  </a:lnTo>
                  <a:lnTo>
                    <a:pt x="1049448" y="263730"/>
                  </a:lnTo>
                  <a:lnTo>
                    <a:pt x="1018213" y="281642"/>
                  </a:lnTo>
                  <a:lnTo>
                    <a:pt x="987296" y="300099"/>
                  </a:lnTo>
                  <a:lnTo>
                    <a:pt x="956707" y="319093"/>
                  </a:lnTo>
                  <a:lnTo>
                    <a:pt x="926454" y="338620"/>
                  </a:lnTo>
                  <a:lnTo>
                    <a:pt x="896549" y="358674"/>
                  </a:lnTo>
                  <a:lnTo>
                    <a:pt x="866998" y="379247"/>
                  </a:lnTo>
                  <a:lnTo>
                    <a:pt x="837813" y="400335"/>
                  </a:lnTo>
                  <a:lnTo>
                    <a:pt x="809001" y="421930"/>
                  </a:lnTo>
                  <a:lnTo>
                    <a:pt x="780571" y="444027"/>
                  </a:lnTo>
                  <a:lnTo>
                    <a:pt x="752532" y="466617"/>
                  </a:lnTo>
                  <a:lnTo>
                    <a:pt x="724893" y="489695"/>
                  </a:lnTo>
                  <a:lnTo>
                    <a:pt x="697662" y="513253"/>
                  </a:lnTo>
                  <a:lnTo>
                    <a:pt x="670848" y="537283"/>
                  </a:lnTo>
                  <a:lnTo>
                    <a:pt x="644458" y="561780"/>
                  </a:lnTo>
                  <a:lnTo>
                    <a:pt x="618501" y="586734"/>
                  </a:lnTo>
                  <a:lnTo>
                    <a:pt x="592985" y="612139"/>
                  </a:lnTo>
                  <a:lnTo>
                    <a:pt x="567917" y="637987"/>
                  </a:lnTo>
                  <a:lnTo>
                    <a:pt x="543305" y="664269"/>
                  </a:lnTo>
                  <a:lnTo>
                    <a:pt x="519157" y="690978"/>
                  </a:lnTo>
                  <a:lnTo>
                    <a:pt x="495480" y="718106"/>
                  </a:lnTo>
                  <a:lnTo>
                    <a:pt x="472282" y="745644"/>
                  </a:lnTo>
                  <a:lnTo>
                    <a:pt x="449569" y="773583"/>
                  </a:lnTo>
                  <a:lnTo>
                    <a:pt x="427349" y="801916"/>
                  </a:lnTo>
                  <a:lnTo>
                    <a:pt x="405628" y="830633"/>
                  </a:lnTo>
                  <a:lnTo>
                    <a:pt x="384412" y="859727"/>
                  </a:lnTo>
                  <a:lnTo>
                    <a:pt x="363709" y="889187"/>
                  </a:lnTo>
                  <a:lnTo>
                    <a:pt x="343525" y="919004"/>
                  </a:lnTo>
                  <a:lnTo>
                    <a:pt x="323866" y="949171"/>
                  </a:lnTo>
                  <a:lnTo>
                    <a:pt x="304738" y="979676"/>
                  </a:lnTo>
                  <a:lnTo>
                    <a:pt x="286147" y="1010512"/>
                  </a:lnTo>
                  <a:lnTo>
                    <a:pt x="268098" y="1041669"/>
                  </a:lnTo>
                  <a:lnTo>
                    <a:pt x="250597" y="1073137"/>
                  </a:lnTo>
                  <a:lnTo>
                    <a:pt x="233649" y="1104906"/>
                  </a:lnTo>
                  <a:lnTo>
                    <a:pt x="217260" y="1136967"/>
                  </a:lnTo>
                  <a:lnTo>
                    <a:pt x="201435" y="1169310"/>
                  </a:lnTo>
                  <a:lnTo>
                    <a:pt x="186178" y="1201924"/>
                  </a:lnTo>
                  <a:lnTo>
                    <a:pt x="171495" y="1234801"/>
                  </a:lnTo>
                  <a:lnTo>
                    <a:pt x="157389" y="1267930"/>
                  </a:lnTo>
                  <a:lnTo>
                    <a:pt x="143864" y="1301300"/>
                  </a:lnTo>
                  <a:lnTo>
                    <a:pt x="130926" y="1334903"/>
                  </a:lnTo>
                  <a:lnTo>
                    <a:pt x="118578" y="1368726"/>
                  </a:lnTo>
                  <a:lnTo>
                    <a:pt x="106824" y="1402760"/>
                  </a:lnTo>
                  <a:lnTo>
                    <a:pt x="95668" y="1436995"/>
                  </a:lnTo>
                  <a:lnTo>
                    <a:pt x="85112" y="1471420"/>
                  </a:lnTo>
                  <a:lnTo>
                    <a:pt x="75160" y="1506024"/>
                  </a:lnTo>
                  <a:lnTo>
                    <a:pt x="65815" y="1540797"/>
                  </a:lnTo>
                  <a:lnTo>
                    <a:pt x="57081" y="1575729"/>
                  </a:lnTo>
                  <a:lnTo>
                    <a:pt x="48959" y="1610808"/>
                  </a:lnTo>
                  <a:lnTo>
                    <a:pt x="41452" y="1646023"/>
                  </a:lnTo>
                  <a:lnTo>
                    <a:pt x="34563" y="1681365"/>
                  </a:lnTo>
                  <a:lnTo>
                    <a:pt x="28293" y="1716822"/>
                  </a:lnTo>
                  <a:lnTo>
                    <a:pt x="22645" y="1752383"/>
                  </a:lnTo>
                  <a:lnTo>
                    <a:pt x="17620" y="1788037"/>
                  </a:lnTo>
                  <a:lnTo>
                    <a:pt x="13219" y="1823774"/>
                  </a:lnTo>
                  <a:lnTo>
                    <a:pt x="9445" y="1859583"/>
                  </a:lnTo>
                  <a:lnTo>
                    <a:pt x="6298" y="1895452"/>
                  </a:lnTo>
                  <a:lnTo>
                    <a:pt x="3779" y="1931371"/>
                  </a:lnTo>
                  <a:lnTo>
                    <a:pt x="1890" y="1967328"/>
                  </a:lnTo>
                  <a:lnTo>
                    <a:pt x="630" y="2003313"/>
                  </a:lnTo>
                  <a:lnTo>
                    <a:pt x="0" y="2039314"/>
                  </a:lnTo>
                  <a:lnTo>
                    <a:pt x="0" y="2075321"/>
                  </a:lnTo>
                  <a:lnTo>
                    <a:pt x="630" y="2111322"/>
                  </a:lnTo>
                  <a:lnTo>
                    <a:pt x="1890" y="2147307"/>
                  </a:lnTo>
                  <a:lnTo>
                    <a:pt x="3779" y="2183265"/>
                  </a:lnTo>
                  <a:lnTo>
                    <a:pt x="6298" y="2219183"/>
                  </a:lnTo>
                  <a:lnTo>
                    <a:pt x="9445" y="2255052"/>
                  </a:lnTo>
                  <a:lnTo>
                    <a:pt x="13219" y="2290861"/>
                  </a:lnTo>
                  <a:lnTo>
                    <a:pt x="17620" y="2326598"/>
                  </a:lnTo>
                  <a:lnTo>
                    <a:pt x="22645" y="2362252"/>
                  </a:lnTo>
                  <a:lnTo>
                    <a:pt x="28293" y="2397814"/>
                  </a:lnTo>
                  <a:lnTo>
                    <a:pt x="34563" y="2433270"/>
                  </a:lnTo>
                  <a:lnTo>
                    <a:pt x="41452" y="2468612"/>
                  </a:lnTo>
                  <a:lnTo>
                    <a:pt x="48959" y="2503828"/>
                  </a:lnTo>
                  <a:lnTo>
                    <a:pt x="57081" y="2538907"/>
                  </a:lnTo>
                  <a:lnTo>
                    <a:pt x="65815" y="2573838"/>
                  </a:lnTo>
                  <a:lnTo>
                    <a:pt x="75160" y="2608611"/>
                  </a:lnTo>
                  <a:lnTo>
                    <a:pt x="85112" y="2643215"/>
                  </a:lnTo>
                  <a:lnTo>
                    <a:pt x="95668" y="2677640"/>
                  </a:lnTo>
                  <a:lnTo>
                    <a:pt x="106824" y="2711875"/>
                  </a:lnTo>
                  <a:lnTo>
                    <a:pt x="118578" y="2745909"/>
                  </a:lnTo>
                  <a:lnTo>
                    <a:pt x="130926" y="2779733"/>
                  </a:lnTo>
                  <a:lnTo>
                    <a:pt x="143864" y="2813335"/>
                  </a:lnTo>
                  <a:lnTo>
                    <a:pt x="157389" y="2846705"/>
                  </a:lnTo>
                  <a:lnTo>
                    <a:pt x="171495" y="2879834"/>
                  </a:lnTo>
                  <a:lnTo>
                    <a:pt x="186178" y="2912711"/>
                  </a:lnTo>
                  <a:lnTo>
                    <a:pt x="201435" y="2945326"/>
                  </a:lnTo>
                  <a:lnTo>
                    <a:pt x="217260" y="2977669"/>
                  </a:lnTo>
                  <a:lnTo>
                    <a:pt x="233649" y="3009730"/>
                  </a:lnTo>
                  <a:lnTo>
                    <a:pt x="250597" y="3041499"/>
                  </a:lnTo>
                  <a:lnTo>
                    <a:pt x="268098" y="3072966"/>
                  </a:lnTo>
                  <a:lnTo>
                    <a:pt x="286147" y="3104123"/>
                  </a:lnTo>
                  <a:lnTo>
                    <a:pt x="304738" y="3134959"/>
                  </a:lnTo>
                  <a:lnTo>
                    <a:pt x="323866" y="3165465"/>
                  </a:lnTo>
                  <a:lnTo>
                    <a:pt x="343525" y="3195631"/>
                  </a:lnTo>
                  <a:lnTo>
                    <a:pt x="363709" y="3225449"/>
                  </a:lnTo>
                  <a:lnTo>
                    <a:pt x="384412" y="3254909"/>
                  </a:lnTo>
                  <a:lnTo>
                    <a:pt x="405628" y="3284002"/>
                  </a:lnTo>
                  <a:lnTo>
                    <a:pt x="427349" y="3312719"/>
                  </a:lnTo>
                  <a:lnTo>
                    <a:pt x="449569" y="3341052"/>
                  </a:lnTo>
                  <a:lnTo>
                    <a:pt x="472282" y="3368992"/>
                  </a:lnTo>
                  <a:lnTo>
                    <a:pt x="495480" y="3396529"/>
                  </a:lnTo>
                  <a:lnTo>
                    <a:pt x="519157" y="3423657"/>
                  </a:lnTo>
                  <a:lnTo>
                    <a:pt x="543305" y="3450366"/>
                  </a:lnTo>
                  <a:lnTo>
                    <a:pt x="567917" y="3476648"/>
                  </a:lnTo>
                  <a:lnTo>
                    <a:pt x="592985" y="3502496"/>
                  </a:lnTo>
                  <a:lnTo>
                    <a:pt x="618501" y="3527901"/>
                  </a:lnTo>
                  <a:lnTo>
                    <a:pt x="644458" y="3552856"/>
                  </a:lnTo>
                  <a:lnTo>
                    <a:pt x="670848" y="3577352"/>
                  </a:lnTo>
                  <a:lnTo>
                    <a:pt x="697662" y="3601383"/>
                  </a:lnTo>
                  <a:lnTo>
                    <a:pt x="724893" y="3624941"/>
                  </a:lnTo>
                  <a:lnTo>
                    <a:pt x="752532" y="3648018"/>
                  </a:lnTo>
                  <a:lnTo>
                    <a:pt x="780571" y="3670609"/>
                  </a:lnTo>
                  <a:lnTo>
                    <a:pt x="809001" y="3692705"/>
                  </a:lnTo>
                  <a:lnTo>
                    <a:pt x="837813" y="3714300"/>
                  </a:lnTo>
                  <a:lnTo>
                    <a:pt x="866998" y="3735388"/>
                  </a:lnTo>
                  <a:lnTo>
                    <a:pt x="896549" y="3755962"/>
                  </a:lnTo>
                  <a:lnTo>
                    <a:pt x="926454" y="3776015"/>
                  </a:lnTo>
                  <a:lnTo>
                    <a:pt x="956707" y="3795542"/>
                  </a:lnTo>
                  <a:lnTo>
                    <a:pt x="987296" y="3814537"/>
                  </a:lnTo>
                  <a:lnTo>
                    <a:pt x="1018213" y="3832993"/>
                  </a:lnTo>
                  <a:lnTo>
                    <a:pt x="1049448" y="3850905"/>
                  </a:lnTo>
                  <a:lnTo>
                    <a:pt x="1080992" y="3868268"/>
                  </a:lnTo>
                  <a:lnTo>
                    <a:pt x="1112835" y="3885077"/>
                  </a:lnTo>
                  <a:lnTo>
                    <a:pt x="1144967" y="3901325"/>
                  </a:lnTo>
                  <a:lnTo>
                    <a:pt x="1177379" y="3917009"/>
                  </a:lnTo>
                  <a:lnTo>
                    <a:pt x="1210060" y="3932123"/>
                  </a:lnTo>
                  <a:lnTo>
                    <a:pt x="1243001" y="3946662"/>
                  </a:lnTo>
                  <a:lnTo>
                    <a:pt x="1276191" y="3960623"/>
                  </a:lnTo>
                  <a:lnTo>
                    <a:pt x="1309621" y="3974001"/>
                  </a:lnTo>
                  <a:lnTo>
                    <a:pt x="1343279" y="3986792"/>
                  </a:lnTo>
                  <a:lnTo>
                    <a:pt x="1377156" y="3998992"/>
                  </a:lnTo>
                  <a:lnTo>
                    <a:pt x="1411242" y="4010597"/>
                  </a:lnTo>
                  <a:lnTo>
                    <a:pt x="1445525" y="4021604"/>
                  </a:lnTo>
                  <a:lnTo>
                    <a:pt x="1479996" y="4032009"/>
                  </a:lnTo>
                  <a:lnTo>
                    <a:pt x="1514643" y="4041809"/>
                  </a:lnTo>
                  <a:lnTo>
                    <a:pt x="1549457" y="4051002"/>
                  </a:lnTo>
                  <a:lnTo>
                    <a:pt x="1584426" y="4059584"/>
                  </a:lnTo>
                  <a:lnTo>
                    <a:pt x="1619540" y="4067552"/>
                  </a:lnTo>
                  <a:lnTo>
                    <a:pt x="1654788" y="4074905"/>
                  </a:lnTo>
                  <a:lnTo>
                    <a:pt x="1690160" y="4081639"/>
                  </a:lnTo>
                  <a:lnTo>
                    <a:pt x="1725644" y="4087754"/>
                  </a:lnTo>
                  <a:lnTo>
                    <a:pt x="1761229" y="4093246"/>
                  </a:lnTo>
                  <a:lnTo>
                    <a:pt x="1796905" y="4098115"/>
                  </a:lnTo>
                  <a:lnTo>
                    <a:pt x="1832661" y="4102359"/>
                  </a:lnTo>
                  <a:lnTo>
                    <a:pt x="1868486" y="4105977"/>
                  </a:lnTo>
                  <a:lnTo>
                    <a:pt x="1904368" y="4108967"/>
                  </a:lnTo>
                  <a:lnTo>
                    <a:pt x="1940298" y="4111328"/>
                  </a:lnTo>
                  <a:lnTo>
                    <a:pt x="1976263" y="4113061"/>
                  </a:lnTo>
                  <a:lnTo>
                    <a:pt x="2012253" y="4114163"/>
                  </a:lnTo>
                  <a:lnTo>
                    <a:pt x="2048257" y="4114636"/>
                  </a:lnTo>
                  <a:lnTo>
                    <a:pt x="2084263" y="4114478"/>
                  </a:lnTo>
                  <a:lnTo>
                    <a:pt x="2120262" y="4113691"/>
                  </a:lnTo>
                  <a:lnTo>
                    <a:pt x="2156241" y="4112273"/>
                  </a:lnTo>
                  <a:lnTo>
                    <a:pt x="2192189" y="4110226"/>
                  </a:lnTo>
                  <a:lnTo>
                    <a:pt x="2228097" y="4107550"/>
                  </a:lnTo>
                  <a:lnTo>
                    <a:pt x="2263952" y="4104246"/>
                  </a:lnTo>
                  <a:lnTo>
                    <a:pt x="2299743" y="4100316"/>
                  </a:lnTo>
                  <a:lnTo>
                    <a:pt x="2335461" y="4095759"/>
                  </a:lnTo>
                  <a:lnTo>
                    <a:pt x="2371093" y="4090578"/>
                  </a:lnTo>
                  <a:lnTo>
                    <a:pt x="2406629" y="4084774"/>
                  </a:lnTo>
                  <a:lnTo>
                    <a:pt x="2442058" y="4078349"/>
                  </a:lnTo>
                  <a:lnTo>
                    <a:pt x="2477369" y="4071305"/>
                  </a:lnTo>
                  <a:lnTo>
                    <a:pt x="2512552" y="4063645"/>
                  </a:lnTo>
                  <a:lnTo>
                    <a:pt x="2547595" y="4055369"/>
                  </a:lnTo>
                  <a:lnTo>
                    <a:pt x="2582487" y="4046482"/>
                  </a:lnTo>
                  <a:lnTo>
                    <a:pt x="2617219" y="4036985"/>
                  </a:lnTo>
                  <a:lnTo>
                    <a:pt x="2651780" y="4026882"/>
                  </a:lnTo>
                  <a:lnTo>
                    <a:pt x="2686158" y="4016176"/>
                  </a:lnTo>
                  <a:lnTo>
                    <a:pt x="2720344" y="4004869"/>
                  </a:lnTo>
                  <a:lnTo>
                    <a:pt x="2754326" y="3992966"/>
                  </a:lnTo>
                  <a:lnTo>
                    <a:pt x="2788095" y="3980471"/>
                  </a:lnTo>
                  <a:lnTo>
                    <a:pt x="2821641" y="3967386"/>
                  </a:lnTo>
                  <a:lnTo>
                    <a:pt x="2854952" y="3953716"/>
                  </a:lnTo>
                  <a:lnTo>
                    <a:pt x="2888018" y="3939465"/>
                  </a:lnTo>
                  <a:lnTo>
                    <a:pt x="2920831" y="3924637"/>
                  </a:lnTo>
                  <a:lnTo>
                    <a:pt x="2953378" y="3909238"/>
                  </a:lnTo>
                  <a:lnTo>
                    <a:pt x="2985652" y="3893271"/>
                  </a:lnTo>
                  <a:lnTo>
                    <a:pt x="3017640" y="3876742"/>
                  </a:lnTo>
                  <a:lnTo>
                    <a:pt x="3049335" y="3859656"/>
                  </a:lnTo>
                  <a:lnTo>
                    <a:pt x="3080726" y="3842018"/>
                  </a:lnTo>
                  <a:lnTo>
                    <a:pt x="3111803" y="3823833"/>
                  </a:lnTo>
                  <a:lnTo>
                    <a:pt x="3142558" y="3805106"/>
                  </a:lnTo>
                  <a:lnTo>
                    <a:pt x="3172979" y="3785845"/>
                  </a:lnTo>
                  <a:lnTo>
                    <a:pt x="3203060" y="3766054"/>
                  </a:lnTo>
                  <a:lnTo>
                    <a:pt x="3232789" y="3745740"/>
                  </a:lnTo>
                  <a:lnTo>
                    <a:pt x="3262158" y="3724908"/>
                  </a:lnTo>
                  <a:lnTo>
                    <a:pt x="3291158" y="3703566"/>
                  </a:lnTo>
                  <a:lnTo>
                    <a:pt x="3319780" y="3681719"/>
                  </a:lnTo>
                  <a:lnTo>
                    <a:pt x="3348015" y="3659375"/>
                  </a:lnTo>
                  <a:lnTo>
                    <a:pt x="3375855" y="3636540"/>
                  </a:lnTo>
                  <a:lnTo>
                    <a:pt x="3403291" y="3613221"/>
                  </a:lnTo>
                  <a:lnTo>
                    <a:pt x="3430315" y="3589426"/>
                  </a:lnTo>
                  <a:lnTo>
                    <a:pt x="3456918" y="3565161"/>
                  </a:lnTo>
                  <a:lnTo>
                    <a:pt x="3483092" y="3540435"/>
                  </a:lnTo>
                  <a:lnTo>
                    <a:pt x="3508830" y="3515254"/>
                  </a:lnTo>
                  <a:lnTo>
                    <a:pt x="3534123" y="3489627"/>
                  </a:lnTo>
                  <a:lnTo>
                    <a:pt x="3558964" y="3463561"/>
                  </a:lnTo>
                  <a:lnTo>
                    <a:pt x="3583345" y="3437064"/>
                  </a:lnTo>
                  <a:lnTo>
                    <a:pt x="3607258" y="3410145"/>
                  </a:lnTo>
                  <a:lnTo>
                    <a:pt x="3630696" y="3382811"/>
                  </a:lnTo>
                  <a:lnTo>
                    <a:pt x="3653653" y="3355072"/>
                  </a:lnTo>
                  <a:lnTo>
                    <a:pt x="3676120" y="3326934"/>
                  </a:lnTo>
                  <a:lnTo>
                    <a:pt x="3698092" y="3298408"/>
                  </a:lnTo>
                  <a:lnTo>
                    <a:pt x="3719561" y="3269502"/>
                  </a:lnTo>
                  <a:lnTo>
                    <a:pt x="3740521" y="3240224"/>
                  </a:lnTo>
                  <a:lnTo>
                    <a:pt x="3760965" y="3210584"/>
                  </a:lnTo>
                  <a:lnTo>
                    <a:pt x="3780887" y="3180591"/>
                  </a:lnTo>
                  <a:lnTo>
                    <a:pt x="3800282" y="3150254"/>
                  </a:lnTo>
                  <a:lnTo>
                    <a:pt x="3819142" y="3119582"/>
                  </a:lnTo>
                  <a:lnTo>
                    <a:pt x="3837463" y="3088584"/>
                  </a:lnTo>
                  <a:lnTo>
                    <a:pt x="3855239" y="3057271"/>
                  </a:lnTo>
                  <a:lnTo>
                    <a:pt x="3872464" y="3025651"/>
                  </a:lnTo>
                  <a:lnTo>
                    <a:pt x="3889132" y="2993735"/>
                  </a:lnTo>
                  <a:lnTo>
                    <a:pt x="3905240" y="2961532"/>
                  </a:lnTo>
                  <a:lnTo>
                    <a:pt x="3920782" y="2929052"/>
                  </a:lnTo>
                  <a:lnTo>
                    <a:pt x="3935753" y="2896305"/>
                  </a:lnTo>
                  <a:lnTo>
                    <a:pt x="3950148" y="2863301"/>
                  </a:lnTo>
                  <a:lnTo>
                    <a:pt x="3963964" y="2830050"/>
                  </a:lnTo>
                  <a:lnTo>
                    <a:pt x="3977195" y="2796562"/>
                  </a:lnTo>
                  <a:lnTo>
                    <a:pt x="3989839" y="2762848"/>
                  </a:lnTo>
                  <a:lnTo>
                    <a:pt x="4001890" y="2728918"/>
                  </a:lnTo>
                  <a:lnTo>
                    <a:pt x="4013346" y="2694782"/>
                  </a:lnTo>
                  <a:lnTo>
                    <a:pt x="4024203" y="2660451"/>
                  </a:lnTo>
                  <a:lnTo>
                    <a:pt x="4034457" y="2625935"/>
                  </a:lnTo>
                  <a:lnTo>
                    <a:pt x="4044106" y="2591245"/>
                  </a:lnTo>
                  <a:lnTo>
                    <a:pt x="4053146" y="2556391"/>
                  </a:lnTo>
                  <a:lnTo>
                    <a:pt x="4061574" y="2521385"/>
                  </a:lnTo>
                  <a:lnTo>
                    <a:pt x="4069389" y="2486236"/>
                  </a:lnTo>
                  <a:lnTo>
                    <a:pt x="4076587" y="2450956"/>
                  </a:lnTo>
                  <a:lnTo>
                    <a:pt x="4083167" y="2415556"/>
                  </a:lnTo>
                  <a:lnTo>
                    <a:pt x="4089126" y="2380045"/>
                  </a:lnTo>
                  <a:lnTo>
                    <a:pt x="4094463" y="2344436"/>
                  </a:lnTo>
                  <a:lnTo>
                    <a:pt x="4099176" y="2308739"/>
                  </a:lnTo>
                  <a:lnTo>
                    <a:pt x="4103263" y="2272965"/>
                  </a:lnTo>
                  <a:lnTo>
                    <a:pt x="4106724" y="2237125"/>
                  </a:lnTo>
                  <a:lnTo>
                    <a:pt x="4109557" y="2201229"/>
                  </a:lnTo>
                  <a:lnTo>
                    <a:pt x="4111761" y="2165290"/>
                  </a:lnTo>
                  <a:lnTo>
                    <a:pt x="4113336" y="2129318"/>
                  </a:lnTo>
                  <a:lnTo>
                    <a:pt x="4114281" y="2093323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495827" y="1371662"/>
              <a:ext cx="0" cy="1851604"/>
            </a:xfrm>
            <a:custGeom>
              <a:avLst/>
              <a:pathLst>
                <a:path w="0" h="1851604">
                  <a:moveTo>
                    <a:pt x="0" y="18516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41303" y="1974242"/>
              <a:ext cx="1309281" cy="1309281"/>
            </a:xfrm>
            <a:custGeom>
              <a:avLst/>
              <a:pathLst>
                <a:path w="1309281" h="1309281">
                  <a:moveTo>
                    <a:pt x="0" y="1309281"/>
                  </a:moveTo>
                  <a:lnTo>
                    <a:pt x="130928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701561" y="3429000"/>
              <a:ext cx="1851604" cy="0"/>
            </a:xfrm>
            <a:custGeom>
              <a:avLst/>
              <a:pathLst>
                <a:path w="1851604" h="0">
                  <a:moveTo>
                    <a:pt x="0" y="0"/>
                  </a:moveTo>
                  <a:lnTo>
                    <a:pt x="18516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641303" y="3574475"/>
              <a:ext cx="1309281" cy="1309281"/>
            </a:xfrm>
            <a:custGeom>
              <a:avLst/>
              <a:pathLst>
                <a:path w="1309281" h="1309281">
                  <a:moveTo>
                    <a:pt x="0" y="0"/>
                  </a:moveTo>
                  <a:lnTo>
                    <a:pt x="1309281" y="13092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495827" y="3634733"/>
              <a:ext cx="0" cy="1851604"/>
            </a:xfrm>
            <a:custGeom>
              <a:avLst/>
              <a:pathLst>
                <a:path w="0" h="1851604">
                  <a:moveTo>
                    <a:pt x="0" y="0"/>
                  </a:moveTo>
                  <a:lnTo>
                    <a:pt x="0" y="18516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1070" y="3574475"/>
              <a:ext cx="1309281" cy="1309281"/>
            </a:xfrm>
            <a:custGeom>
              <a:avLst/>
              <a:pathLst>
                <a:path w="1309281" h="1309281">
                  <a:moveTo>
                    <a:pt x="1309281" y="0"/>
                  </a:moveTo>
                  <a:lnTo>
                    <a:pt x="0" y="13092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438490" y="3429000"/>
              <a:ext cx="1851604" cy="0"/>
            </a:xfrm>
            <a:custGeom>
              <a:avLst/>
              <a:pathLst>
                <a:path w="1851604" h="0">
                  <a:moveTo>
                    <a:pt x="18516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041070" y="1974242"/>
              <a:ext cx="1309281" cy="1309281"/>
            </a:xfrm>
            <a:custGeom>
              <a:avLst/>
              <a:pathLst>
                <a:path w="1309281" h="1309281">
                  <a:moveTo>
                    <a:pt x="1309281" y="130928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221516" y="2973921"/>
              <a:ext cx="1155274" cy="723648"/>
            </a:xfrm>
            <a:custGeom>
              <a:avLst/>
              <a:pathLst>
                <a:path w="1155274" h="723648">
                  <a:moveTo>
                    <a:pt x="274311" y="96362"/>
                  </a:moveTo>
                  <a:lnTo>
                    <a:pt x="729389" y="0"/>
                  </a:lnTo>
                  <a:lnTo>
                    <a:pt x="1155274" y="455078"/>
                  </a:lnTo>
                  <a:lnTo>
                    <a:pt x="542882" y="723648"/>
                  </a:lnTo>
                  <a:lnTo>
                    <a:pt x="274311" y="718839"/>
                  </a:lnTo>
                  <a:lnTo>
                    <a:pt x="13201" y="716188"/>
                  </a:lnTo>
                  <a:lnTo>
                    <a:pt x="0" y="455078"/>
                  </a:lnTo>
                  <a:lnTo>
                    <a:pt x="43042" y="223808"/>
                  </a:lnTo>
                  <a:lnTo>
                    <a:pt x="274311" y="96362"/>
                  </a:lnTo>
                </a:path>
              </a:pathLst>
            </a:custGeom>
            <a:ln w="3252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140867" y="3161324"/>
              <a:ext cx="1375400" cy="727378"/>
            </a:xfrm>
            <a:custGeom>
              <a:avLst/>
              <a:pathLst>
                <a:path w="1375400" h="727378">
                  <a:moveTo>
                    <a:pt x="354960" y="61941"/>
                  </a:moveTo>
                  <a:lnTo>
                    <a:pt x="622636" y="0"/>
                  </a:lnTo>
                  <a:lnTo>
                    <a:pt x="1375400" y="267675"/>
                  </a:lnTo>
                  <a:lnTo>
                    <a:pt x="814664" y="727378"/>
                  </a:lnTo>
                  <a:lnTo>
                    <a:pt x="354960" y="547473"/>
                  </a:lnTo>
                  <a:lnTo>
                    <a:pt x="0" y="622636"/>
                  </a:lnTo>
                  <a:lnTo>
                    <a:pt x="124539" y="267675"/>
                  </a:lnTo>
                  <a:lnTo>
                    <a:pt x="192027" y="104742"/>
                  </a:lnTo>
                  <a:lnTo>
                    <a:pt x="354960" y="61941"/>
                  </a:lnTo>
                </a:path>
              </a:pathLst>
            </a:custGeom>
            <a:ln w="32521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240050" y="2923006"/>
              <a:ext cx="1062031" cy="793013"/>
            </a:xfrm>
            <a:custGeom>
              <a:avLst/>
              <a:pathLst>
                <a:path w="1062031" h="793013">
                  <a:moveTo>
                    <a:pt x="255777" y="0"/>
                  </a:moveTo>
                  <a:lnTo>
                    <a:pt x="719726" y="42044"/>
                  </a:lnTo>
                  <a:lnTo>
                    <a:pt x="1062031" y="505993"/>
                  </a:lnTo>
                  <a:lnTo>
                    <a:pt x="542796" y="793013"/>
                  </a:lnTo>
                  <a:lnTo>
                    <a:pt x="255777" y="711727"/>
                  </a:lnTo>
                  <a:lnTo>
                    <a:pt x="4143" y="757627"/>
                  </a:lnTo>
                  <a:lnTo>
                    <a:pt x="0" y="505993"/>
                  </a:lnTo>
                  <a:lnTo>
                    <a:pt x="39529" y="289746"/>
                  </a:lnTo>
                  <a:lnTo>
                    <a:pt x="255777" y="0"/>
                  </a:lnTo>
                </a:path>
              </a:pathLst>
            </a:custGeom>
            <a:ln w="3252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187227" y="3171832"/>
              <a:ext cx="1337269" cy="693594"/>
            </a:xfrm>
            <a:custGeom>
              <a:avLst/>
              <a:pathLst>
                <a:path w="1337269" h="693594">
                  <a:moveTo>
                    <a:pt x="308600" y="0"/>
                  </a:moveTo>
                  <a:lnTo>
                    <a:pt x="526814" y="38953"/>
                  </a:lnTo>
                  <a:lnTo>
                    <a:pt x="1337269" y="257167"/>
                  </a:lnTo>
                  <a:lnTo>
                    <a:pt x="745027" y="693594"/>
                  </a:lnTo>
                  <a:lnTo>
                    <a:pt x="308600" y="668634"/>
                  </a:lnTo>
                  <a:lnTo>
                    <a:pt x="54018" y="511749"/>
                  </a:lnTo>
                  <a:lnTo>
                    <a:pt x="0" y="257167"/>
                  </a:lnTo>
                  <a:lnTo>
                    <a:pt x="163124" y="111691"/>
                  </a:lnTo>
                  <a:lnTo>
                    <a:pt x="308600" y="0"/>
                  </a:lnTo>
                </a:path>
              </a:pathLst>
            </a:custGeom>
            <a:ln w="32521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112300" y="2970774"/>
              <a:ext cx="1094243" cy="841752"/>
            </a:xfrm>
            <a:custGeom>
              <a:avLst/>
              <a:pathLst>
                <a:path w="1094243" h="841752">
                  <a:moveTo>
                    <a:pt x="383526" y="0"/>
                  </a:moveTo>
                  <a:lnTo>
                    <a:pt x="826566" y="15185"/>
                  </a:lnTo>
                  <a:lnTo>
                    <a:pt x="1094243" y="458225"/>
                  </a:lnTo>
                  <a:lnTo>
                    <a:pt x="588515" y="663213"/>
                  </a:lnTo>
                  <a:lnTo>
                    <a:pt x="383526" y="663959"/>
                  </a:lnTo>
                  <a:lnTo>
                    <a:pt x="0" y="841752"/>
                  </a:lnTo>
                  <a:lnTo>
                    <a:pt x="9465" y="458225"/>
                  </a:lnTo>
                  <a:lnTo>
                    <a:pt x="178538" y="253236"/>
                  </a:lnTo>
                  <a:lnTo>
                    <a:pt x="383526" y="0"/>
                  </a:lnTo>
                </a:path>
              </a:pathLst>
            </a:custGeom>
            <a:ln w="32521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104861" y="2874373"/>
              <a:ext cx="1175326" cy="781932"/>
            </a:xfrm>
            <a:custGeom>
              <a:avLst/>
              <a:pathLst>
                <a:path w="1175326" h="781932">
                  <a:moveTo>
                    <a:pt x="390966" y="117442"/>
                  </a:moveTo>
                  <a:lnTo>
                    <a:pt x="945592" y="0"/>
                  </a:lnTo>
                  <a:lnTo>
                    <a:pt x="1175326" y="554626"/>
                  </a:lnTo>
                  <a:lnTo>
                    <a:pt x="536441" y="700102"/>
                  </a:lnTo>
                  <a:lnTo>
                    <a:pt x="390966" y="760360"/>
                  </a:lnTo>
                  <a:lnTo>
                    <a:pt x="163660" y="781932"/>
                  </a:lnTo>
                  <a:lnTo>
                    <a:pt x="185232" y="554626"/>
                  </a:lnTo>
                  <a:lnTo>
                    <a:pt x="0" y="163660"/>
                  </a:lnTo>
                  <a:lnTo>
                    <a:pt x="390966" y="117442"/>
                  </a:lnTo>
                </a:path>
              </a:pathLst>
            </a:custGeom>
            <a:ln w="3252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449039" y="3023496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904117" y="2927133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330002" y="3382211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717610" y="3650782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449039" y="3645973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187929" y="3643322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174727" y="3382211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217770" y="3150942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449039" y="3023496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449039" y="3176477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716715" y="3114536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469479" y="3382211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908743" y="3841915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449039" y="3662009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094078" y="3737172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218617" y="3382211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286106" y="3219278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449039" y="3176477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449039" y="2876217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912989" y="2918262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255293" y="3382211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736059" y="3669231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49039" y="3587945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197405" y="3633845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193262" y="3382211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232791" y="3165964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449039" y="2876217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449039" y="3125044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67253" y="3163998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477708" y="3382211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885466" y="3818639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449039" y="3793679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194457" y="3636794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140439" y="3382211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303563" y="3236736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449039" y="3125044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449039" y="2923986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892079" y="2939171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159756" y="3382211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654028" y="3587200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449039" y="3587945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065512" y="3765738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074978" y="3382211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244051" y="3177223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449039" y="2923986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449039" y="2945027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003666" y="2827585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233399" y="3382211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594515" y="3527687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449039" y="3587945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221733" y="3609517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243305" y="3382211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058073" y="2991245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449039" y="2945027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7080223" y="2236825"/>
              <a:ext cx="1962555" cy="23843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7175117" y="2331719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7229981" y="2514600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7402649" y="2467811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7175117" y="2697480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7229981" y="2880360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7402649" y="2833571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7175117" y="3063240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7229981" y="3246119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7402649" y="3199331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7175117" y="3429000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7229981" y="3611879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7402649" y="3565091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7175117" y="3794759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7229981" y="3977640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7402649" y="3930851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7175117" y="4160520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7229981" y="4343400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7402649" y="4296611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tx105"/>
            <p:cNvSpPr/>
            <p:nvPr/>
          </p:nvSpPr>
          <p:spPr>
            <a:xfrm>
              <a:off x="7818652" y="2452859"/>
              <a:ext cx="1014511" cy="118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7818652" y="2817146"/>
              <a:ext cx="1129233" cy="120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7818652" y="3154458"/>
              <a:ext cx="1040866" cy="148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818652" y="3550139"/>
              <a:ext cx="935136" cy="118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7818652" y="3915899"/>
              <a:ext cx="1094119" cy="118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7818652" y="4280186"/>
              <a:ext cx="1067454" cy="120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2026-03-19T04:05:15Z</dcterms:modified>
  <cp:category/>
</cp:coreProperties>
</file>