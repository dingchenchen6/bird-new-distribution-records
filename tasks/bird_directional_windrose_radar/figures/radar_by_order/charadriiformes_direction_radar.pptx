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3999786" y="444515"/>
              <a:ext cx="1144427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94487" y="3577551"/>
              <a:ext cx="1462783" cy="773590"/>
            </a:xfrm>
            <a:custGeom>
              <a:avLst/>
              <a:pathLst>
                <a:path w="1462783" h="773590">
                  <a:moveTo>
                    <a:pt x="377512" y="65876"/>
                  </a:moveTo>
                  <a:lnTo>
                    <a:pt x="662193" y="0"/>
                  </a:lnTo>
                  <a:lnTo>
                    <a:pt x="1462783" y="284681"/>
                  </a:lnTo>
                  <a:lnTo>
                    <a:pt x="866421" y="773590"/>
                  </a:lnTo>
                  <a:lnTo>
                    <a:pt x="377512" y="582255"/>
                  </a:lnTo>
                  <a:lnTo>
                    <a:pt x="0" y="662193"/>
                  </a:lnTo>
                  <a:lnTo>
                    <a:pt x="132451" y="284681"/>
                  </a:lnTo>
                  <a:lnTo>
                    <a:pt x="204228" y="111397"/>
                  </a:lnTo>
                  <a:lnTo>
                    <a:pt x="377512" y="65876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821411" y="354228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622000" y="3826962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025639" y="4315872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124537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159217" y="4204475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91668" y="3826962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63445" y="365367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2026-03-19T04:05:33Z</dcterms:modified>
  <cp:category/>
</cp:coreProperties>
</file>