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126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82276"/>
              <a:ext cx="9004821" cy="5906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8903601" cy="812687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65933" y="420177"/>
              <a:ext cx="1012132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Pterocliformes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43929" y="932887"/>
              <a:ext cx="7256141" cy="5804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277780" y="558010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796416" y="3794295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295989" y="2006000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2125" y="3615462"/>
              <a:ext cx="439757" cy="439761"/>
            </a:xfrm>
            <a:custGeom>
              <a:avLst/>
              <a:pathLst>
                <a:path w="439757" h="439761">
                  <a:moveTo>
                    <a:pt x="439757" y="219880"/>
                  </a:moveTo>
                  <a:lnTo>
                    <a:pt x="439724" y="216032"/>
                  </a:lnTo>
                  <a:lnTo>
                    <a:pt x="439623" y="212185"/>
                  </a:lnTo>
                  <a:lnTo>
                    <a:pt x="439454" y="208341"/>
                  </a:lnTo>
                  <a:lnTo>
                    <a:pt x="439219" y="204500"/>
                  </a:lnTo>
                  <a:lnTo>
                    <a:pt x="438916" y="200663"/>
                  </a:lnTo>
                  <a:lnTo>
                    <a:pt x="438546" y="196833"/>
                  </a:lnTo>
                  <a:lnTo>
                    <a:pt x="438109" y="193009"/>
                  </a:lnTo>
                  <a:lnTo>
                    <a:pt x="437605" y="189194"/>
                  </a:lnTo>
                  <a:lnTo>
                    <a:pt x="437035" y="185388"/>
                  </a:lnTo>
                  <a:lnTo>
                    <a:pt x="436398" y="181593"/>
                  </a:lnTo>
                  <a:lnTo>
                    <a:pt x="435695" y="177809"/>
                  </a:lnTo>
                  <a:lnTo>
                    <a:pt x="434926" y="174039"/>
                  </a:lnTo>
                  <a:lnTo>
                    <a:pt x="434090" y="170282"/>
                  </a:lnTo>
                  <a:lnTo>
                    <a:pt x="433190" y="166541"/>
                  </a:lnTo>
                  <a:lnTo>
                    <a:pt x="432223" y="162816"/>
                  </a:lnTo>
                  <a:lnTo>
                    <a:pt x="431192" y="159108"/>
                  </a:lnTo>
                  <a:lnTo>
                    <a:pt x="430096" y="155419"/>
                  </a:lnTo>
                  <a:lnTo>
                    <a:pt x="428936" y="151750"/>
                  </a:lnTo>
                  <a:lnTo>
                    <a:pt x="427712" y="148102"/>
                  </a:lnTo>
                  <a:lnTo>
                    <a:pt x="426423" y="144475"/>
                  </a:lnTo>
                  <a:lnTo>
                    <a:pt x="425072" y="140872"/>
                  </a:lnTo>
                  <a:lnTo>
                    <a:pt x="423658" y="137293"/>
                  </a:lnTo>
                  <a:lnTo>
                    <a:pt x="422181" y="133739"/>
                  </a:lnTo>
                  <a:lnTo>
                    <a:pt x="420643" y="130212"/>
                  </a:lnTo>
                  <a:lnTo>
                    <a:pt x="419043" y="126712"/>
                  </a:lnTo>
                  <a:lnTo>
                    <a:pt x="417382" y="123240"/>
                  </a:lnTo>
                  <a:lnTo>
                    <a:pt x="415660" y="119799"/>
                  </a:lnTo>
                  <a:lnTo>
                    <a:pt x="413879" y="116387"/>
                  </a:lnTo>
                  <a:lnTo>
                    <a:pt x="412038" y="113008"/>
                  </a:lnTo>
                  <a:lnTo>
                    <a:pt x="410138" y="109661"/>
                  </a:lnTo>
                  <a:lnTo>
                    <a:pt x="408180" y="106348"/>
                  </a:lnTo>
                  <a:lnTo>
                    <a:pt x="406164" y="103070"/>
                  </a:lnTo>
                  <a:lnTo>
                    <a:pt x="404091" y="99828"/>
                  </a:lnTo>
                  <a:lnTo>
                    <a:pt x="401962" y="96622"/>
                  </a:lnTo>
                  <a:lnTo>
                    <a:pt x="399777" y="93454"/>
                  </a:lnTo>
                  <a:lnTo>
                    <a:pt x="397537" y="90325"/>
                  </a:lnTo>
                  <a:lnTo>
                    <a:pt x="395242" y="87236"/>
                  </a:lnTo>
                  <a:lnTo>
                    <a:pt x="392894" y="84187"/>
                  </a:lnTo>
                  <a:lnTo>
                    <a:pt x="390493" y="81180"/>
                  </a:lnTo>
                  <a:lnTo>
                    <a:pt x="388039" y="78215"/>
                  </a:lnTo>
                  <a:lnTo>
                    <a:pt x="385534" y="75294"/>
                  </a:lnTo>
                  <a:lnTo>
                    <a:pt x="382978" y="72417"/>
                  </a:lnTo>
                  <a:lnTo>
                    <a:pt x="380373" y="69585"/>
                  </a:lnTo>
                  <a:lnTo>
                    <a:pt x="377718" y="66799"/>
                  </a:lnTo>
                  <a:lnTo>
                    <a:pt x="375014" y="64060"/>
                  </a:lnTo>
                  <a:lnTo>
                    <a:pt x="372264" y="61369"/>
                  </a:lnTo>
                  <a:lnTo>
                    <a:pt x="369466" y="58726"/>
                  </a:lnTo>
                  <a:lnTo>
                    <a:pt x="366623" y="56133"/>
                  </a:lnTo>
                  <a:lnTo>
                    <a:pt x="363735" y="53589"/>
                  </a:lnTo>
                  <a:lnTo>
                    <a:pt x="360802" y="51097"/>
                  </a:lnTo>
                  <a:lnTo>
                    <a:pt x="357827" y="48657"/>
                  </a:lnTo>
                  <a:lnTo>
                    <a:pt x="354809" y="46269"/>
                  </a:lnTo>
                  <a:lnTo>
                    <a:pt x="351750" y="43934"/>
                  </a:lnTo>
                  <a:lnTo>
                    <a:pt x="348651" y="41653"/>
                  </a:lnTo>
                  <a:lnTo>
                    <a:pt x="345512" y="39426"/>
                  </a:lnTo>
                  <a:lnTo>
                    <a:pt x="342334" y="37255"/>
                  </a:lnTo>
                  <a:lnTo>
                    <a:pt x="339120" y="35140"/>
                  </a:lnTo>
                  <a:lnTo>
                    <a:pt x="335868" y="33081"/>
                  </a:lnTo>
                  <a:lnTo>
                    <a:pt x="332581" y="31080"/>
                  </a:lnTo>
                  <a:lnTo>
                    <a:pt x="329260" y="29136"/>
                  </a:lnTo>
                  <a:lnTo>
                    <a:pt x="325905" y="27251"/>
                  </a:lnTo>
                  <a:lnTo>
                    <a:pt x="322517" y="25425"/>
                  </a:lnTo>
                  <a:lnTo>
                    <a:pt x="319098" y="23658"/>
                  </a:lnTo>
                  <a:lnTo>
                    <a:pt x="315649" y="21952"/>
                  </a:lnTo>
                  <a:lnTo>
                    <a:pt x="312171" y="20306"/>
                  </a:lnTo>
                  <a:lnTo>
                    <a:pt x="308664" y="18721"/>
                  </a:lnTo>
                  <a:lnTo>
                    <a:pt x="305130" y="17198"/>
                  </a:lnTo>
                  <a:lnTo>
                    <a:pt x="301569" y="15737"/>
                  </a:lnTo>
                  <a:lnTo>
                    <a:pt x="297984" y="14339"/>
                  </a:lnTo>
                  <a:lnTo>
                    <a:pt x="294375" y="13003"/>
                  </a:lnTo>
                  <a:lnTo>
                    <a:pt x="290743" y="11731"/>
                  </a:lnTo>
                  <a:lnTo>
                    <a:pt x="287089" y="10523"/>
                  </a:lnTo>
                  <a:lnTo>
                    <a:pt x="283415" y="9378"/>
                  </a:lnTo>
                  <a:lnTo>
                    <a:pt x="279721" y="8299"/>
                  </a:lnTo>
                  <a:lnTo>
                    <a:pt x="276009" y="7284"/>
                  </a:lnTo>
                  <a:lnTo>
                    <a:pt x="272280" y="6334"/>
                  </a:lnTo>
                  <a:lnTo>
                    <a:pt x="268535" y="5449"/>
                  </a:lnTo>
                  <a:lnTo>
                    <a:pt x="264775" y="4631"/>
                  </a:lnTo>
                  <a:lnTo>
                    <a:pt x="261001" y="3878"/>
                  </a:lnTo>
                  <a:lnTo>
                    <a:pt x="257214" y="3191"/>
                  </a:lnTo>
                  <a:lnTo>
                    <a:pt x="253416" y="2571"/>
                  </a:lnTo>
                  <a:lnTo>
                    <a:pt x="249608" y="2017"/>
                  </a:lnTo>
                  <a:lnTo>
                    <a:pt x="245790" y="1530"/>
                  </a:lnTo>
                  <a:lnTo>
                    <a:pt x="241965" y="1110"/>
                  </a:lnTo>
                  <a:lnTo>
                    <a:pt x="238133" y="757"/>
                  </a:lnTo>
                  <a:lnTo>
                    <a:pt x="234295" y="471"/>
                  </a:lnTo>
                  <a:lnTo>
                    <a:pt x="230453" y="252"/>
                  </a:lnTo>
                  <a:lnTo>
                    <a:pt x="226608" y="101"/>
                  </a:lnTo>
                  <a:lnTo>
                    <a:pt x="222760" y="16"/>
                  </a:lnTo>
                  <a:lnTo>
                    <a:pt x="218912" y="0"/>
                  </a:lnTo>
                  <a:lnTo>
                    <a:pt x="215064" y="50"/>
                  </a:lnTo>
                  <a:lnTo>
                    <a:pt x="211218" y="168"/>
                  </a:lnTo>
                  <a:lnTo>
                    <a:pt x="207374" y="353"/>
                  </a:lnTo>
                  <a:lnTo>
                    <a:pt x="203534" y="605"/>
                  </a:lnTo>
                  <a:lnTo>
                    <a:pt x="199699" y="925"/>
                  </a:lnTo>
                  <a:lnTo>
                    <a:pt x="195870" y="1312"/>
                  </a:lnTo>
                  <a:lnTo>
                    <a:pt x="192048" y="1765"/>
                  </a:lnTo>
                  <a:lnTo>
                    <a:pt x="188235" y="2286"/>
                  </a:lnTo>
                  <a:lnTo>
                    <a:pt x="184432" y="2873"/>
                  </a:lnTo>
                  <a:lnTo>
                    <a:pt x="180640" y="3526"/>
                  </a:lnTo>
                  <a:lnTo>
                    <a:pt x="176859" y="4246"/>
                  </a:lnTo>
                  <a:lnTo>
                    <a:pt x="173092" y="5032"/>
                  </a:lnTo>
                  <a:lnTo>
                    <a:pt x="169339" y="5883"/>
                  </a:lnTo>
                  <a:lnTo>
                    <a:pt x="165602" y="6801"/>
                  </a:lnTo>
                  <a:lnTo>
                    <a:pt x="161881" y="7783"/>
                  </a:lnTo>
                  <a:lnTo>
                    <a:pt x="158178" y="8830"/>
                  </a:lnTo>
                  <a:lnTo>
                    <a:pt x="154494" y="9943"/>
                  </a:lnTo>
                  <a:lnTo>
                    <a:pt x="150829" y="11119"/>
                  </a:lnTo>
                  <a:lnTo>
                    <a:pt x="147187" y="12359"/>
                  </a:lnTo>
                  <a:lnTo>
                    <a:pt x="143566" y="13663"/>
                  </a:lnTo>
                  <a:lnTo>
                    <a:pt x="139969" y="15030"/>
                  </a:lnTo>
                  <a:lnTo>
                    <a:pt x="136396" y="16460"/>
                  </a:lnTo>
                  <a:lnTo>
                    <a:pt x="132848" y="17952"/>
                  </a:lnTo>
                  <a:lnTo>
                    <a:pt x="129328" y="19506"/>
                  </a:lnTo>
                  <a:lnTo>
                    <a:pt x="125835" y="21121"/>
                  </a:lnTo>
                  <a:lnTo>
                    <a:pt x="122371" y="22798"/>
                  </a:lnTo>
                  <a:lnTo>
                    <a:pt x="118937" y="24534"/>
                  </a:lnTo>
                  <a:lnTo>
                    <a:pt x="115533" y="26331"/>
                  </a:lnTo>
                  <a:lnTo>
                    <a:pt x="112162" y="28186"/>
                  </a:lnTo>
                  <a:lnTo>
                    <a:pt x="108824" y="30101"/>
                  </a:lnTo>
                  <a:lnTo>
                    <a:pt x="105519" y="32073"/>
                  </a:lnTo>
                  <a:lnTo>
                    <a:pt x="102250" y="34103"/>
                  </a:lnTo>
                  <a:lnTo>
                    <a:pt x="99017" y="36190"/>
                  </a:lnTo>
                  <a:lnTo>
                    <a:pt x="95820" y="38334"/>
                  </a:lnTo>
                  <a:lnTo>
                    <a:pt x="92662" y="40533"/>
                  </a:lnTo>
                  <a:lnTo>
                    <a:pt x="89543" y="42786"/>
                  </a:lnTo>
                  <a:lnTo>
                    <a:pt x="86464" y="45094"/>
                  </a:lnTo>
                  <a:lnTo>
                    <a:pt x="83425" y="47456"/>
                  </a:lnTo>
                  <a:lnTo>
                    <a:pt x="80428" y="49870"/>
                  </a:lnTo>
                  <a:lnTo>
                    <a:pt x="77474" y="52337"/>
                  </a:lnTo>
                  <a:lnTo>
                    <a:pt x="74564" y="54855"/>
                  </a:lnTo>
                  <a:lnTo>
                    <a:pt x="71698" y="57423"/>
                  </a:lnTo>
                  <a:lnTo>
                    <a:pt x="68878" y="60041"/>
                  </a:lnTo>
                  <a:lnTo>
                    <a:pt x="66103" y="62708"/>
                  </a:lnTo>
                  <a:lnTo>
                    <a:pt x="63376" y="65423"/>
                  </a:lnTo>
                  <a:lnTo>
                    <a:pt x="60697" y="68186"/>
                  </a:lnTo>
                  <a:lnTo>
                    <a:pt x="58067" y="70995"/>
                  </a:lnTo>
                  <a:lnTo>
                    <a:pt x="55486" y="73850"/>
                  </a:lnTo>
                  <a:lnTo>
                    <a:pt x="52955" y="76749"/>
                  </a:lnTo>
                  <a:lnTo>
                    <a:pt x="50476" y="79692"/>
                  </a:lnTo>
                  <a:lnTo>
                    <a:pt x="48048" y="82678"/>
                  </a:lnTo>
                  <a:lnTo>
                    <a:pt x="45674" y="85706"/>
                  </a:lnTo>
                  <a:lnTo>
                    <a:pt x="43352" y="88776"/>
                  </a:lnTo>
                  <a:lnTo>
                    <a:pt x="41085" y="91885"/>
                  </a:lnTo>
                  <a:lnTo>
                    <a:pt x="38872" y="95034"/>
                  </a:lnTo>
                  <a:lnTo>
                    <a:pt x="36715" y="98220"/>
                  </a:lnTo>
                  <a:lnTo>
                    <a:pt x="34614" y="101445"/>
                  </a:lnTo>
                  <a:lnTo>
                    <a:pt x="32569" y="104705"/>
                  </a:lnTo>
                  <a:lnTo>
                    <a:pt x="30582" y="108001"/>
                  </a:lnTo>
                  <a:lnTo>
                    <a:pt x="28653" y="111331"/>
                  </a:lnTo>
                  <a:lnTo>
                    <a:pt x="26783" y="114694"/>
                  </a:lnTo>
                  <a:lnTo>
                    <a:pt x="24971" y="118089"/>
                  </a:lnTo>
                  <a:lnTo>
                    <a:pt x="23220" y="121516"/>
                  </a:lnTo>
                  <a:lnTo>
                    <a:pt x="21528" y="124972"/>
                  </a:lnTo>
                  <a:lnTo>
                    <a:pt x="19898" y="128458"/>
                  </a:lnTo>
                  <a:lnTo>
                    <a:pt x="18328" y="131972"/>
                  </a:lnTo>
                  <a:lnTo>
                    <a:pt x="16821" y="135513"/>
                  </a:lnTo>
                  <a:lnTo>
                    <a:pt x="15375" y="139079"/>
                  </a:lnTo>
                  <a:lnTo>
                    <a:pt x="13993" y="142671"/>
                  </a:lnTo>
                  <a:lnTo>
                    <a:pt x="12673" y="146286"/>
                  </a:lnTo>
                  <a:lnTo>
                    <a:pt x="11417" y="149923"/>
                  </a:lnTo>
                  <a:lnTo>
                    <a:pt x="10224" y="153582"/>
                  </a:lnTo>
                  <a:lnTo>
                    <a:pt x="9096" y="157261"/>
                  </a:lnTo>
                  <a:lnTo>
                    <a:pt x="8032" y="160960"/>
                  </a:lnTo>
                  <a:lnTo>
                    <a:pt x="7034" y="164676"/>
                  </a:lnTo>
                  <a:lnTo>
                    <a:pt x="6100" y="168409"/>
                  </a:lnTo>
                  <a:lnTo>
                    <a:pt x="5232" y="172159"/>
                  </a:lnTo>
                  <a:lnTo>
                    <a:pt x="4430" y="175922"/>
                  </a:lnTo>
                  <a:lnTo>
                    <a:pt x="3694" y="179700"/>
                  </a:lnTo>
                  <a:lnTo>
                    <a:pt x="3023" y="183489"/>
                  </a:lnTo>
                  <a:lnTo>
                    <a:pt x="2420" y="187290"/>
                  </a:lnTo>
                  <a:lnTo>
                    <a:pt x="1883" y="191100"/>
                  </a:lnTo>
                  <a:lnTo>
                    <a:pt x="1412" y="194920"/>
                  </a:lnTo>
                  <a:lnTo>
                    <a:pt x="1009" y="198747"/>
                  </a:lnTo>
                  <a:lnTo>
                    <a:pt x="673" y="202581"/>
                  </a:lnTo>
                  <a:lnTo>
                    <a:pt x="403" y="206420"/>
                  </a:lnTo>
                  <a:lnTo>
                    <a:pt x="202" y="210263"/>
                  </a:lnTo>
                  <a:lnTo>
                    <a:pt x="67" y="214109"/>
                  </a:lnTo>
                  <a:lnTo>
                    <a:pt x="0" y="217956"/>
                  </a:lnTo>
                  <a:lnTo>
                    <a:pt x="0" y="221805"/>
                  </a:lnTo>
                  <a:lnTo>
                    <a:pt x="67" y="225652"/>
                  </a:lnTo>
                  <a:lnTo>
                    <a:pt x="202" y="229498"/>
                  </a:lnTo>
                  <a:lnTo>
                    <a:pt x="403" y="233341"/>
                  </a:lnTo>
                  <a:lnTo>
                    <a:pt x="673" y="237180"/>
                  </a:lnTo>
                  <a:lnTo>
                    <a:pt x="1009" y="241014"/>
                  </a:lnTo>
                  <a:lnTo>
                    <a:pt x="1412" y="244841"/>
                  </a:lnTo>
                  <a:lnTo>
                    <a:pt x="1883" y="248660"/>
                  </a:lnTo>
                  <a:lnTo>
                    <a:pt x="2420" y="252471"/>
                  </a:lnTo>
                  <a:lnTo>
                    <a:pt x="3023" y="256272"/>
                  </a:lnTo>
                  <a:lnTo>
                    <a:pt x="3694" y="260061"/>
                  </a:lnTo>
                  <a:lnTo>
                    <a:pt x="4430" y="263839"/>
                  </a:lnTo>
                  <a:lnTo>
                    <a:pt x="5232" y="267602"/>
                  </a:lnTo>
                  <a:lnTo>
                    <a:pt x="6100" y="271351"/>
                  </a:lnTo>
                  <a:lnTo>
                    <a:pt x="7034" y="275085"/>
                  </a:lnTo>
                  <a:lnTo>
                    <a:pt x="8032" y="278801"/>
                  </a:lnTo>
                  <a:lnTo>
                    <a:pt x="9096" y="282500"/>
                  </a:lnTo>
                  <a:lnTo>
                    <a:pt x="10224" y="286179"/>
                  </a:lnTo>
                  <a:lnTo>
                    <a:pt x="11417" y="289838"/>
                  </a:lnTo>
                  <a:lnTo>
                    <a:pt x="12673" y="293475"/>
                  </a:lnTo>
                  <a:lnTo>
                    <a:pt x="13993" y="297090"/>
                  </a:lnTo>
                  <a:lnTo>
                    <a:pt x="15375" y="300682"/>
                  </a:lnTo>
                  <a:lnTo>
                    <a:pt x="16821" y="304248"/>
                  </a:lnTo>
                  <a:lnTo>
                    <a:pt x="18328" y="307789"/>
                  </a:lnTo>
                  <a:lnTo>
                    <a:pt x="19898" y="311303"/>
                  </a:lnTo>
                  <a:lnTo>
                    <a:pt x="21528" y="314789"/>
                  </a:lnTo>
                  <a:lnTo>
                    <a:pt x="23220" y="318245"/>
                  </a:lnTo>
                  <a:lnTo>
                    <a:pt x="24971" y="321672"/>
                  </a:lnTo>
                  <a:lnTo>
                    <a:pt x="26783" y="325067"/>
                  </a:lnTo>
                  <a:lnTo>
                    <a:pt x="28653" y="328430"/>
                  </a:lnTo>
                  <a:lnTo>
                    <a:pt x="30582" y="331760"/>
                  </a:lnTo>
                  <a:lnTo>
                    <a:pt x="32569" y="335056"/>
                  </a:lnTo>
                  <a:lnTo>
                    <a:pt x="34614" y="338316"/>
                  </a:lnTo>
                  <a:lnTo>
                    <a:pt x="36715" y="341541"/>
                  </a:lnTo>
                  <a:lnTo>
                    <a:pt x="38872" y="344727"/>
                  </a:lnTo>
                  <a:lnTo>
                    <a:pt x="41085" y="347876"/>
                  </a:lnTo>
                  <a:lnTo>
                    <a:pt x="43352" y="350985"/>
                  </a:lnTo>
                  <a:lnTo>
                    <a:pt x="45674" y="354055"/>
                  </a:lnTo>
                  <a:lnTo>
                    <a:pt x="48048" y="357083"/>
                  </a:lnTo>
                  <a:lnTo>
                    <a:pt x="50476" y="360069"/>
                  </a:lnTo>
                  <a:lnTo>
                    <a:pt x="52955" y="363012"/>
                  </a:lnTo>
                  <a:lnTo>
                    <a:pt x="55486" y="365911"/>
                  </a:lnTo>
                  <a:lnTo>
                    <a:pt x="58067" y="368766"/>
                  </a:lnTo>
                  <a:lnTo>
                    <a:pt x="60697" y="371575"/>
                  </a:lnTo>
                  <a:lnTo>
                    <a:pt x="63376" y="374338"/>
                  </a:lnTo>
                  <a:lnTo>
                    <a:pt x="66103" y="377053"/>
                  </a:lnTo>
                  <a:lnTo>
                    <a:pt x="68878" y="379720"/>
                  </a:lnTo>
                  <a:lnTo>
                    <a:pt x="71698" y="382338"/>
                  </a:lnTo>
                  <a:lnTo>
                    <a:pt x="74564" y="384906"/>
                  </a:lnTo>
                  <a:lnTo>
                    <a:pt x="77474" y="387424"/>
                  </a:lnTo>
                  <a:lnTo>
                    <a:pt x="80428" y="389891"/>
                  </a:lnTo>
                  <a:lnTo>
                    <a:pt x="83425" y="392305"/>
                  </a:lnTo>
                  <a:lnTo>
                    <a:pt x="86464" y="394667"/>
                  </a:lnTo>
                  <a:lnTo>
                    <a:pt x="89543" y="396975"/>
                  </a:lnTo>
                  <a:lnTo>
                    <a:pt x="92662" y="399228"/>
                  </a:lnTo>
                  <a:lnTo>
                    <a:pt x="95820" y="401427"/>
                  </a:lnTo>
                  <a:lnTo>
                    <a:pt x="99017" y="403571"/>
                  </a:lnTo>
                  <a:lnTo>
                    <a:pt x="102250" y="405658"/>
                  </a:lnTo>
                  <a:lnTo>
                    <a:pt x="105519" y="407688"/>
                  </a:lnTo>
                  <a:lnTo>
                    <a:pt x="108824" y="409660"/>
                  </a:lnTo>
                  <a:lnTo>
                    <a:pt x="112162" y="411575"/>
                  </a:lnTo>
                  <a:lnTo>
                    <a:pt x="115533" y="413430"/>
                  </a:lnTo>
                  <a:lnTo>
                    <a:pt x="118937" y="415227"/>
                  </a:lnTo>
                  <a:lnTo>
                    <a:pt x="122371" y="416963"/>
                  </a:lnTo>
                  <a:lnTo>
                    <a:pt x="125835" y="418640"/>
                  </a:lnTo>
                  <a:lnTo>
                    <a:pt x="129328" y="420255"/>
                  </a:lnTo>
                  <a:lnTo>
                    <a:pt x="132848" y="421809"/>
                  </a:lnTo>
                  <a:lnTo>
                    <a:pt x="136396" y="423301"/>
                  </a:lnTo>
                  <a:lnTo>
                    <a:pt x="139969" y="424731"/>
                  </a:lnTo>
                  <a:lnTo>
                    <a:pt x="143566" y="426098"/>
                  </a:lnTo>
                  <a:lnTo>
                    <a:pt x="147187" y="427402"/>
                  </a:lnTo>
                  <a:lnTo>
                    <a:pt x="150829" y="428642"/>
                  </a:lnTo>
                  <a:lnTo>
                    <a:pt x="154494" y="429818"/>
                  </a:lnTo>
                  <a:lnTo>
                    <a:pt x="158178" y="430931"/>
                  </a:lnTo>
                  <a:lnTo>
                    <a:pt x="161881" y="431978"/>
                  </a:lnTo>
                  <a:lnTo>
                    <a:pt x="165602" y="432960"/>
                  </a:lnTo>
                  <a:lnTo>
                    <a:pt x="169339" y="433878"/>
                  </a:lnTo>
                  <a:lnTo>
                    <a:pt x="173092" y="434729"/>
                  </a:lnTo>
                  <a:lnTo>
                    <a:pt x="176859" y="435515"/>
                  </a:lnTo>
                  <a:lnTo>
                    <a:pt x="180640" y="436235"/>
                  </a:lnTo>
                  <a:lnTo>
                    <a:pt x="184432" y="436888"/>
                  </a:lnTo>
                  <a:lnTo>
                    <a:pt x="188235" y="437475"/>
                  </a:lnTo>
                  <a:lnTo>
                    <a:pt x="192048" y="437996"/>
                  </a:lnTo>
                  <a:lnTo>
                    <a:pt x="195870" y="438449"/>
                  </a:lnTo>
                  <a:lnTo>
                    <a:pt x="199699" y="438836"/>
                  </a:lnTo>
                  <a:lnTo>
                    <a:pt x="203534" y="439156"/>
                  </a:lnTo>
                  <a:lnTo>
                    <a:pt x="207374" y="439408"/>
                  </a:lnTo>
                  <a:lnTo>
                    <a:pt x="211218" y="439593"/>
                  </a:lnTo>
                  <a:lnTo>
                    <a:pt x="215064" y="439711"/>
                  </a:lnTo>
                  <a:lnTo>
                    <a:pt x="218912" y="439761"/>
                  </a:lnTo>
                  <a:lnTo>
                    <a:pt x="222760" y="439745"/>
                  </a:lnTo>
                  <a:lnTo>
                    <a:pt x="226608" y="439660"/>
                  </a:lnTo>
                  <a:lnTo>
                    <a:pt x="230453" y="439509"/>
                  </a:lnTo>
                  <a:lnTo>
                    <a:pt x="234295" y="439290"/>
                  </a:lnTo>
                  <a:lnTo>
                    <a:pt x="238133" y="439004"/>
                  </a:lnTo>
                  <a:lnTo>
                    <a:pt x="241965" y="438651"/>
                  </a:lnTo>
                  <a:lnTo>
                    <a:pt x="245790" y="438231"/>
                  </a:lnTo>
                  <a:lnTo>
                    <a:pt x="249608" y="437744"/>
                  </a:lnTo>
                  <a:lnTo>
                    <a:pt x="253416" y="437190"/>
                  </a:lnTo>
                  <a:lnTo>
                    <a:pt x="257214" y="436570"/>
                  </a:lnTo>
                  <a:lnTo>
                    <a:pt x="261001" y="435883"/>
                  </a:lnTo>
                  <a:lnTo>
                    <a:pt x="264775" y="435130"/>
                  </a:lnTo>
                  <a:lnTo>
                    <a:pt x="268535" y="434312"/>
                  </a:lnTo>
                  <a:lnTo>
                    <a:pt x="272280" y="433427"/>
                  </a:lnTo>
                  <a:lnTo>
                    <a:pt x="276009" y="432477"/>
                  </a:lnTo>
                  <a:lnTo>
                    <a:pt x="279721" y="431462"/>
                  </a:lnTo>
                  <a:lnTo>
                    <a:pt x="283415" y="430383"/>
                  </a:lnTo>
                  <a:lnTo>
                    <a:pt x="287089" y="429238"/>
                  </a:lnTo>
                  <a:lnTo>
                    <a:pt x="290743" y="428030"/>
                  </a:lnTo>
                  <a:lnTo>
                    <a:pt x="294375" y="426758"/>
                  </a:lnTo>
                  <a:lnTo>
                    <a:pt x="297984" y="425422"/>
                  </a:lnTo>
                  <a:lnTo>
                    <a:pt x="301569" y="424024"/>
                  </a:lnTo>
                  <a:lnTo>
                    <a:pt x="305130" y="422563"/>
                  </a:lnTo>
                  <a:lnTo>
                    <a:pt x="308664" y="421040"/>
                  </a:lnTo>
                  <a:lnTo>
                    <a:pt x="312171" y="419455"/>
                  </a:lnTo>
                  <a:lnTo>
                    <a:pt x="315649" y="417809"/>
                  </a:lnTo>
                  <a:lnTo>
                    <a:pt x="319098" y="416103"/>
                  </a:lnTo>
                  <a:lnTo>
                    <a:pt x="322517" y="414336"/>
                  </a:lnTo>
                  <a:lnTo>
                    <a:pt x="325905" y="412510"/>
                  </a:lnTo>
                  <a:lnTo>
                    <a:pt x="329260" y="410625"/>
                  </a:lnTo>
                  <a:lnTo>
                    <a:pt x="332581" y="408681"/>
                  </a:lnTo>
                  <a:lnTo>
                    <a:pt x="335868" y="406680"/>
                  </a:lnTo>
                  <a:lnTo>
                    <a:pt x="339120" y="404621"/>
                  </a:lnTo>
                  <a:lnTo>
                    <a:pt x="342334" y="402506"/>
                  </a:lnTo>
                  <a:lnTo>
                    <a:pt x="345512" y="400335"/>
                  </a:lnTo>
                  <a:lnTo>
                    <a:pt x="348651" y="398108"/>
                  </a:lnTo>
                  <a:lnTo>
                    <a:pt x="351750" y="395827"/>
                  </a:lnTo>
                  <a:lnTo>
                    <a:pt x="354809" y="393492"/>
                  </a:lnTo>
                  <a:lnTo>
                    <a:pt x="357827" y="391104"/>
                  </a:lnTo>
                  <a:lnTo>
                    <a:pt x="360802" y="388664"/>
                  </a:lnTo>
                  <a:lnTo>
                    <a:pt x="363735" y="386172"/>
                  </a:lnTo>
                  <a:lnTo>
                    <a:pt x="366623" y="383628"/>
                  </a:lnTo>
                  <a:lnTo>
                    <a:pt x="369466" y="381035"/>
                  </a:lnTo>
                  <a:lnTo>
                    <a:pt x="372264" y="378392"/>
                  </a:lnTo>
                  <a:lnTo>
                    <a:pt x="375014" y="375701"/>
                  </a:lnTo>
                  <a:lnTo>
                    <a:pt x="377718" y="372962"/>
                  </a:lnTo>
                  <a:lnTo>
                    <a:pt x="380373" y="370176"/>
                  </a:lnTo>
                  <a:lnTo>
                    <a:pt x="382978" y="367344"/>
                  </a:lnTo>
                  <a:lnTo>
                    <a:pt x="385534" y="364467"/>
                  </a:lnTo>
                  <a:lnTo>
                    <a:pt x="388039" y="361546"/>
                  </a:lnTo>
                  <a:lnTo>
                    <a:pt x="390493" y="358581"/>
                  </a:lnTo>
                  <a:lnTo>
                    <a:pt x="392894" y="355574"/>
                  </a:lnTo>
                  <a:lnTo>
                    <a:pt x="395242" y="352525"/>
                  </a:lnTo>
                  <a:lnTo>
                    <a:pt x="397537" y="349436"/>
                  </a:lnTo>
                  <a:lnTo>
                    <a:pt x="399777" y="346307"/>
                  </a:lnTo>
                  <a:lnTo>
                    <a:pt x="401962" y="343139"/>
                  </a:lnTo>
                  <a:lnTo>
                    <a:pt x="404091" y="339933"/>
                  </a:lnTo>
                  <a:lnTo>
                    <a:pt x="406164" y="336691"/>
                  </a:lnTo>
                  <a:lnTo>
                    <a:pt x="408180" y="333413"/>
                  </a:lnTo>
                  <a:lnTo>
                    <a:pt x="410138" y="330100"/>
                  </a:lnTo>
                  <a:lnTo>
                    <a:pt x="412038" y="326753"/>
                  </a:lnTo>
                  <a:lnTo>
                    <a:pt x="413879" y="323374"/>
                  </a:lnTo>
                  <a:lnTo>
                    <a:pt x="415660" y="319962"/>
                  </a:lnTo>
                  <a:lnTo>
                    <a:pt x="417382" y="316521"/>
                  </a:lnTo>
                  <a:lnTo>
                    <a:pt x="419043" y="313049"/>
                  </a:lnTo>
                  <a:lnTo>
                    <a:pt x="420643" y="309549"/>
                  </a:lnTo>
                  <a:lnTo>
                    <a:pt x="422181" y="306022"/>
                  </a:lnTo>
                  <a:lnTo>
                    <a:pt x="423658" y="302468"/>
                  </a:lnTo>
                  <a:lnTo>
                    <a:pt x="425072" y="298889"/>
                  </a:lnTo>
                  <a:lnTo>
                    <a:pt x="426423" y="295286"/>
                  </a:lnTo>
                  <a:lnTo>
                    <a:pt x="427712" y="291659"/>
                  </a:lnTo>
                  <a:lnTo>
                    <a:pt x="428936" y="288011"/>
                  </a:lnTo>
                  <a:lnTo>
                    <a:pt x="430096" y="284342"/>
                  </a:lnTo>
                  <a:lnTo>
                    <a:pt x="431192" y="280653"/>
                  </a:lnTo>
                  <a:lnTo>
                    <a:pt x="432223" y="276945"/>
                  </a:lnTo>
                  <a:lnTo>
                    <a:pt x="433190" y="273220"/>
                  </a:lnTo>
                  <a:lnTo>
                    <a:pt x="434090" y="269479"/>
                  </a:lnTo>
                  <a:lnTo>
                    <a:pt x="434926" y="265722"/>
                  </a:lnTo>
                  <a:lnTo>
                    <a:pt x="435695" y="261952"/>
                  </a:lnTo>
                  <a:lnTo>
                    <a:pt x="436398" y="258168"/>
                  </a:lnTo>
                  <a:lnTo>
                    <a:pt x="437035" y="254373"/>
                  </a:lnTo>
                  <a:lnTo>
                    <a:pt x="437605" y="250567"/>
                  </a:lnTo>
                  <a:lnTo>
                    <a:pt x="438109" y="246752"/>
                  </a:lnTo>
                  <a:lnTo>
                    <a:pt x="438546" y="242928"/>
                  </a:lnTo>
                  <a:lnTo>
                    <a:pt x="438916" y="239098"/>
                  </a:lnTo>
                  <a:lnTo>
                    <a:pt x="439219" y="235261"/>
                  </a:lnTo>
                  <a:lnTo>
                    <a:pt x="439454" y="231420"/>
                  </a:lnTo>
                  <a:lnTo>
                    <a:pt x="439623" y="227576"/>
                  </a:lnTo>
                  <a:lnTo>
                    <a:pt x="439724" y="223729"/>
                  </a:lnTo>
                  <a:lnTo>
                    <a:pt x="439757" y="219880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2689" y="2625998"/>
              <a:ext cx="2418667" cy="2418690"/>
            </a:xfrm>
            <a:custGeom>
              <a:avLst/>
              <a:pathLst>
                <a:path w="2418667" h="2418690">
                  <a:moveTo>
                    <a:pt x="2418667" y="1209345"/>
                  </a:moveTo>
                  <a:lnTo>
                    <a:pt x="2418482" y="1188180"/>
                  </a:lnTo>
                  <a:lnTo>
                    <a:pt x="2417926" y="1167021"/>
                  </a:lnTo>
                  <a:lnTo>
                    <a:pt x="2417001" y="1145876"/>
                  </a:lnTo>
                  <a:lnTo>
                    <a:pt x="2415705" y="1124750"/>
                  </a:lnTo>
                  <a:lnTo>
                    <a:pt x="2414040" y="1103650"/>
                  </a:lnTo>
                  <a:lnTo>
                    <a:pt x="2412005" y="1082582"/>
                  </a:lnTo>
                  <a:lnTo>
                    <a:pt x="2409603" y="1061553"/>
                  </a:lnTo>
                  <a:lnTo>
                    <a:pt x="2406832" y="1040569"/>
                  </a:lnTo>
                  <a:lnTo>
                    <a:pt x="2403695" y="1019637"/>
                  </a:lnTo>
                  <a:lnTo>
                    <a:pt x="2400192" y="998763"/>
                  </a:lnTo>
                  <a:lnTo>
                    <a:pt x="2396324" y="977954"/>
                  </a:lnTo>
                  <a:lnTo>
                    <a:pt x="2392093" y="957215"/>
                  </a:lnTo>
                  <a:lnTo>
                    <a:pt x="2387499" y="936554"/>
                  </a:lnTo>
                  <a:lnTo>
                    <a:pt x="2382545" y="915976"/>
                  </a:lnTo>
                  <a:lnTo>
                    <a:pt x="2377231" y="895489"/>
                  </a:lnTo>
                  <a:lnTo>
                    <a:pt x="2371559" y="875097"/>
                  </a:lnTo>
                  <a:lnTo>
                    <a:pt x="2365531" y="854807"/>
                  </a:lnTo>
                  <a:lnTo>
                    <a:pt x="2359150" y="834627"/>
                  </a:lnTo>
                  <a:lnTo>
                    <a:pt x="2352416" y="814561"/>
                  </a:lnTo>
                  <a:lnTo>
                    <a:pt x="2345331" y="794616"/>
                  </a:lnTo>
                  <a:lnTo>
                    <a:pt x="2337899" y="774798"/>
                  </a:lnTo>
                  <a:lnTo>
                    <a:pt x="2330121" y="755113"/>
                  </a:lnTo>
                  <a:lnTo>
                    <a:pt x="2322000" y="735567"/>
                  </a:lnTo>
                  <a:lnTo>
                    <a:pt x="2313538" y="716166"/>
                  </a:lnTo>
                  <a:lnTo>
                    <a:pt x="2304738" y="696917"/>
                  </a:lnTo>
                  <a:lnTo>
                    <a:pt x="2295602" y="677824"/>
                  </a:lnTo>
                  <a:lnTo>
                    <a:pt x="2286134" y="658894"/>
                  </a:lnTo>
                  <a:lnTo>
                    <a:pt x="2276335" y="640133"/>
                  </a:lnTo>
                  <a:lnTo>
                    <a:pt x="2266210" y="621546"/>
                  </a:lnTo>
                  <a:lnTo>
                    <a:pt x="2255761" y="603140"/>
                  </a:lnTo>
                  <a:lnTo>
                    <a:pt x="2244992" y="584918"/>
                  </a:lnTo>
                  <a:lnTo>
                    <a:pt x="2233905" y="566889"/>
                  </a:lnTo>
                  <a:lnTo>
                    <a:pt x="2222504" y="549056"/>
                  </a:lnTo>
                  <a:lnTo>
                    <a:pt x="2210793" y="531425"/>
                  </a:lnTo>
                  <a:lnTo>
                    <a:pt x="2198776" y="514002"/>
                  </a:lnTo>
                  <a:lnTo>
                    <a:pt x="2186455" y="496791"/>
                  </a:lnTo>
                  <a:lnTo>
                    <a:pt x="2173835" y="479800"/>
                  </a:lnTo>
                  <a:lnTo>
                    <a:pt x="2160919" y="463031"/>
                  </a:lnTo>
                  <a:lnTo>
                    <a:pt x="2147712" y="446491"/>
                  </a:lnTo>
                  <a:lnTo>
                    <a:pt x="2134218" y="430185"/>
                  </a:lnTo>
                  <a:lnTo>
                    <a:pt x="2120440" y="414118"/>
                  </a:lnTo>
                  <a:lnTo>
                    <a:pt x="2106383" y="398294"/>
                  </a:lnTo>
                  <a:lnTo>
                    <a:pt x="2092052" y="382718"/>
                  </a:lnTo>
                  <a:lnTo>
                    <a:pt x="2077450" y="367396"/>
                  </a:lnTo>
                  <a:lnTo>
                    <a:pt x="2062582" y="352332"/>
                  </a:lnTo>
                  <a:lnTo>
                    <a:pt x="2047453" y="337530"/>
                  </a:lnTo>
                  <a:lnTo>
                    <a:pt x="2032067" y="322995"/>
                  </a:lnTo>
                  <a:lnTo>
                    <a:pt x="2016429" y="308732"/>
                  </a:lnTo>
                  <a:lnTo>
                    <a:pt x="2000543" y="294744"/>
                  </a:lnTo>
                  <a:lnTo>
                    <a:pt x="1984416" y="281037"/>
                  </a:lnTo>
                  <a:lnTo>
                    <a:pt x="1968051" y="267614"/>
                  </a:lnTo>
                  <a:lnTo>
                    <a:pt x="1951453" y="254479"/>
                  </a:lnTo>
                  <a:lnTo>
                    <a:pt x="1934628" y="241637"/>
                  </a:lnTo>
                  <a:lnTo>
                    <a:pt x="1917581" y="229092"/>
                  </a:lnTo>
                  <a:lnTo>
                    <a:pt x="1900317" y="216846"/>
                  </a:lnTo>
                  <a:lnTo>
                    <a:pt x="1882842" y="204905"/>
                  </a:lnTo>
                  <a:lnTo>
                    <a:pt x="1865160" y="193271"/>
                  </a:lnTo>
                  <a:lnTo>
                    <a:pt x="1847277" y="181949"/>
                  </a:lnTo>
                  <a:lnTo>
                    <a:pt x="1829199" y="170941"/>
                  </a:lnTo>
                  <a:lnTo>
                    <a:pt x="1810931" y="160252"/>
                  </a:lnTo>
                  <a:lnTo>
                    <a:pt x="1792479" y="149883"/>
                  </a:lnTo>
                  <a:lnTo>
                    <a:pt x="1773848" y="139840"/>
                  </a:lnTo>
                  <a:lnTo>
                    <a:pt x="1755044" y="130123"/>
                  </a:lnTo>
                  <a:lnTo>
                    <a:pt x="1736073" y="120738"/>
                  </a:lnTo>
                  <a:lnTo>
                    <a:pt x="1716940" y="111686"/>
                  </a:lnTo>
                  <a:lnTo>
                    <a:pt x="1697653" y="102970"/>
                  </a:lnTo>
                  <a:lnTo>
                    <a:pt x="1678215" y="94593"/>
                  </a:lnTo>
                  <a:lnTo>
                    <a:pt x="1658634" y="86557"/>
                  </a:lnTo>
                  <a:lnTo>
                    <a:pt x="1638915" y="78865"/>
                  </a:lnTo>
                  <a:lnTo>
                    <a:pt x="1619065" y="71520"/>
                  </a:lnTo>
                  <a:lnTo>
                    <a:pt x="1599089" y="64523"/>
                  </a:lnTo>
                  <a:lnTo>
                    <a:pt x="1578994" y="57877"/>
                  </a:lnTo>
                  <a:lnTo>
                    <a:pt x="1558785" y="51583"/>
                  </a:lnTo>
                  <a:lnTo>
                    <a:pt x="1538470" y="45645"/>
                  </a:lnTo>
                  <a:lnTo>
                    <a:pt x="1518053" y="40062"/>
                  </a:lnTo>
                  <a:lnTo>
                    <a:pt x="1497542" y="34838"/>
                  </a:lnTo>
                  <a:lnTo>
                    <a:pt x="1476943" y="29974"/>
                  </a:lnTo>
                  <a:lnTo>
                    <a:pt x="1456262" y="25470"/>
                  </a:lnTo>
                  <a:lnTo>
                    <a:pt x="1435505" y="21330"/>
                  </a:lnTo>
                  <a:lnTo>
                    <a:pt x="1414679" y="17553"/>
                  </a:lnTo>
                  <a:lnTo>
                    <a:pt x="1393790" y="14141"/>
                  </a:lnTo>
                  <a:lnTo>
                    <a:pt x="1372845" y="11096"/>
                  </a:lnTo>
                  <a:lnTo>
                    <a:pt x="1351849" y="8417"/>
                  </a:lnTo>
                  <a:lnTo>
                    <a:pt x="1330810" y="6107"/>
                  </a:lnTo>
                  <a:lnTo>
                    <a:pt x="1309733" y="4165"/>
                  </a:lnTo>
                  <a:lnTo>
                    <a:pt x="1288626" y="2592"/>
                  </a:lnTo>
                  <a:lnTo>
                    <a:pt x="1267494" y="1388"/>
                  </a:lnTo>
                  <a:lnTo>
                    <a:pt x="1246345" y="555"/>
                  </a:lnTo>
                  <a:lnTo>
                    <a:pt x="1225184" y="92"/>
                  </a:lnTo>
                  <a:lnTo>
                    <a:pt x="1204019" y="0"/>
                  </a:lnTo>
                  <a:lnTo>
                    <a:pt x="1182855" y="277"/>
                  </a:lnTo>
                  <a:lnTo>
                    <a:pt x="1161699" y="925"/>
                  </a:lnTo>
                  <a:lnTo>
                    <a:pt x="1140558" y="1944"/>
                  </a:lnTo>
                  <a:lnTo>
                    <a:pt x="1119437" y="3332"/>
                  </a:lnTo>
                  <a:lnTo>
                    <a:pt x="1098345" y="5090"/>
                  </a:lnTo>
                  <a:lnTo>
                    <a:pt x="1077286" y="7216"/>
                  </a:lnTo>
                  <a:lnTo>
                    <a:pt x="1056268" y="9711"/>
                  </a:lnTo>
                  <a:lnTo>
                    <a:pt x="1035296" y="12573"/>
                  </a:lnTo>
                  <a:lnTo>
                    <a:pt x="1014378" y="15801"/>
                  </a:lnTo>
                  <a:lnTo>
                    <a:pt x="993520" y="19396"/>
                  </a:lnTo>
                  <a:lnTo>
                    <a:pt x="972728" y="23355"/>
                  </a:lnTo>
                  <a:lnTo>
                    <a:pt x="952008" y="27677"/>
                  </a:lnTo>
                  <a:lnTo>
                    <a:pt x="931367" y="32361"/>
                  </a:lnTo>
                  <a:lnTo>
                    <a:pt x="910811" y="37405"/>
                  </a:lnTo>
                  <a:lnTo>
                    <a:pt x="890347" y="42809"/>
                  </a:lnTo>
                  <a:lnTo>
                    <a:pt x="869980" y="48570"/>
                  </a:lnTo>
                  <a:lnTo>
                    <a:pt x="849717" y="54686"/>
                  </a:lnTo>
                  <a:lnTo>
                    <a:pt x="829564" y="61156"/>
                  </a:lnTo>
                  <a:lnTo>
                    <a:pt x="809528" y="67978"/>
                  </a:lnTo>
                  <a:lnTo>
                    <a:pt x="789614" y="75149"/>
                  </a:lnTo>
                  <a:lnTo>
                    <a:pt x="769829" y="82668"/>
                  </a:lnTo>
                  <a:lnTo>
                    <a:pt x="750178" y="90532"/>
                  </a:lnTo>
                  <a:lnTo>
                    <a:pt x="730668" y="98739"/>
                  </a:lnTo>
                  <a:lnTo>
                    <a:pt x="711305" y="107285"/>
                  </a:lnTo>
                  <a:lnTo>
                    <a:pt x="692094" y="116170"/>
                  </a:lnTo>
                  <a:lnTo>
                    <a:pt x="673042" y="125389"/>
                  </a:lnTo>
                  <a:lnTo>
                    <a:pt x="654153" y="134940"/>
                  </a:lnTo>
                  <a:lnTo>
                    <a:pt x="635435" y="144821"/>
                  </a:lnTo>
                  <a:lnTo>
                    <a:pt x="616893" y="155027"/>
                  </a:lnTo>
                  <a:lnTo>
                    <a:pt x="598532" y="165557"/>
                  </a:lnTo>
                  <a:lnTo>
                    <a:pt x="580358" y="176406"/>
                  </a:lnTo>
                  <a:lnTo>
                    <a:pt x="562377" y="187571"/>
                  </a:lnTo>
                  <a:lnTo>
                    <a:pt x="544594" y="199050"/>
                  </a:lnTo>
                  <a:lnTo>
                    <a:pt x="527015" y="210838"/>
                  </a:lnTo>
                  <a:lnTo>
                    <a:pt x="509644" y="222931"/>
                  </a:lnTo>
                  <a:lnTo>
                    <a:pt x="492488" y="235327"/>
                  </a:lnTo>
                  <a:lnTo>
                    <a:pt x="475552" y="248022"/>
                  </a:lnTo>
                  <a:lnTo>
                    <a:pt x="458840" y="261010"/>
                  </a:lnTo>
                  <a:lnTo>
                    <a:pt x="442358" y="274290"/>
                  </a:lnTo>
                  <a:lnTo>
                    <a:pt x="426111" y="287855"/>
                  </a:lnTo>
                  <a:lnTo>
                    <a:pt x="410104" y="301703"/>
                  </a:lnTo>
                  <a:lnTo>
                    <a:pt x="394342" y="315829"/>
                  </a:lnTo>
                  <a:lnTo>
                    <a:pt x="378829" y="330229"/>
                  </a:lnTo>
                  <a:lnTo>
                    <a:pt x="363571" y="344898"/>
                  </a:lnTo>
                  <a:lnTo>
                    <a:pt x="348572" y="359831"/>
                  </a:lnTo>
                  <a:lnTo>
                    <a:pt x="333836" y="375025"/>
                  </a:lnTo>
                  <a:lnTo>
                    <a:pt x="319369" y="390475"/>
                  </a:lnTo>
                  <a:lnTo>
                    <a:pt x="305174" y="406175"/>
                  </a:lnTo>
                  <a:lnTo>
                    <a:pt x="291256" y="422121"/>
                  </a:lnTo>
                  <a:lnTo>
                    <a:pt x="277620" y="438309"/>
                  </a:lnTo>
                  <a:lnTo>
                    <a:pt x="264268" y="454732"/>
                  </a:lnTo>
                  <a:lnTo>
                    <a:pt x="251207" y="471387"/>
                  </a:lnTo>
                  <a:lnTo>
                    <a:pt x="238438" y="488268"/>
                  </a:lnTo>
                  <a:lnTo>
                    <a:pt x="225967" y="505370"/>
                  </a:lnTo>
                  <a:lnTo>
                    <a:pt x="213798" y="522687"/>
                  </a:lnTo>
                  <a:lnTo>
                    <a:pt x="201933" y="540215"/>
                  </a:lnTo>
                  <a:lnTo>
                    <a:pt x="190377" y="557947"/>
                  </a:lnTo>
                  <a:lnTo>
                    <a:pt x="179133" y="575879"/>
                  </a:lnTo>
                  <a:lnTo>
                    <a:pt x="168204" y="594005"/>
                  </a:lnTo>
                  <a:lnTo>
                    <a:pt x="157595" y="612320"/>
                  </a:lnTo>
                  <a:lnTo>
                    <a:pt x="147307" y="630818"/>
                  </a:lnTo>
                  <a:lnTo>
                    <a:pt x="137345" y="649492"/>
                  </a:lnTo>
                  <a:lnTo>
                    <a:pt x="127711" y="668339"/>
                  </a:lnTo>
                  <a:lnTo>
                    <a:pt x="118409" y="687351"/>
                  </a:lnTo>
                  <a:lnTo>
                    <a:pt x="109440" y="706522"/>
                  </a:lnTo>
                  <a:lnTo>
                    <a:pt x="100809" y="725848"/>
                  </a:lnTo>
                  <a:lnTo>
                    <a:pt x="92517" y="745322"/>
                  </a:lnTo>
                  <a:lnTo>
                    <a:pt x="84567" y="764938"/>
                  </a:lnTo>
                  <a:lnTo>
                    <a:pt x="76962" y="784690"/>
                  </a:lnTo>
                  <a:lnTo>
                    <a:pt x="69703" y="804573"/>
                  </a:lnTo>
                  <a:lnTo>
                    <a:pt x="62794" y="824579"/>
                  </a:lnTo>
                  <a:lnTo>
                    <a:pt x="56236" y="844703"/>
                  </a:lnTo>
                  <a:lnTo>
                    <a:pt x="50031" y="864939"/>
                  </a:lnTo>
                  <a:lnTo>
                    <a:pt x="44181" y="885280"/>
                  </a:lnTo>
                  <a:lnTo>
                    <a:pt x="38688" y="905721"/>
                  </a:lnTo>
                  <a:lnTo>
                    <a:pt x="33553" y="926254"/>
                  </a:lnTo>
                  <a:lnTo>
                    <a:pt x="28779" y="946875"/>
                  </a:lnTo>
                  <a:lnTo>
                    <a:pt x="24366" y="967575"/>
                  </a:lnTo>
                  <a:lnTo>
                    <a:pt x="20317" y="988350"/>
                  </a:lnTo>
                  <a:lnTo>
                    <a:pt x="16631" y="1009193"/>
                  </a:lnTo>
                  <a:lnTo>
                    <a:pt x="13311" y="1030096"/>
                  </a:lnTo>
                  <a:lnTo>
                    <a:pt x="10357" y="1051055"/>
                  </a:lnTo>
                  <a:lnTo>
                    <a:pt x="7770" y="1072062"/>
                  </a:lnTo>
                  <a:lnTo>
                    <a:pt x="5552" y="1093111"/>
                  </a:lnTo>
                  <a:lnTo>
                    <a:pt x="3702" y="1114196"/>
                  </a:lnTo>
                  <a:lnTo>
                    <a:pt x="2221" y="1135310"/>
                  </a:lnTo>
                  <a:lnTo>
                    <a:pt x="1111" y="1156447"/>
                  </a:lnTo>
                  <a:lnTo>
                    <a:pt x="370" y="1177599"/>
                  </a:lnTo>
                  <a:lnTo>
                    <a:pt x="0" y="1198762"/>
                  </a:lnTo>
                  <a:lnTo>
                    <a:pt x="0" y="1219928"/>
                  </a:lnTo>
                  <a:lnTo>
                    <a:pt x="370" y="1241090"/>
                  </a:lnTo>
                  <a:lnTo>
                    <a:pt x="1111" y="1262243"/>
                  </a:lnTo>
                  <a:lnTo>
                    <a:pt x="2221" y="1283380"/>
                  </a:lnTo>
                  <a:lnTo>
                    <a:pt x="3702" y="1304494"/>
                  </a:lnTo>
                  <a:lnTo>
                    <a:pt x="5552" y="1325579"/>
                  </a:lnTo>
                  <a:lnTo>
                    <a:pt x="7770" y="1346628"/>
                  </a:lnTo>
                  <a:lnTo>
                    <a:pt x="10357" y="1367635"/>
                  </a:lnTo>
                  <a:lnTo>
                    <a:pt x="13311" y="1388594"/>
                  </a:lnTo>
                  <a:lnTo>
                    <a:pt x="16631" y="1409497"/>
                  </a:lnTo>
                  <a:lnTo>
                    <a:pt x="20317" y="1430340"/>
                  </a:lnTo>
                  <a:lnTo>
                    <a:pt x="24366" y="1451114"/>
                  </a:lnTo>
                  <a:lnTo>
                    <a:pt x="28779" y="1471815"/>
                  </a:lnTo>
                  <a:lnTo>
                    <a:pt x="33553" y="1492435"/>
                  </a:lnTo>
                  <a:lnTo>
                    <a:pt x="38688" y="1512969"/>
                  </a:lnTo>
                  <a:lnTo>
                    <a:pt x="44181" y="1533410"/>
                  </a:lnTo>
                  <a:lnTo>
                    <a:pt x="50031" y="1553751"/>
                  </a:lnTo>
                  <a:lnTo>
                    <a:pt x="56236" y="1573987"/>
                  </a:lnTo>
                  <a:lnTo>
                    <a:pt x="62794" y="1594111"/>
                  </a:lnTo>
                  <a:lnTo>
                    <a:pt x="69703" y="1614117"/>
                  </a:lnTo>
                  <a:lnTo>
                    <a:pt x="76962" y="1633999"/>
                  </a:lnTo>
                  <a:lnTo>
                    <a:pt x="84567" y="1653752"/>
                  </a:lnTo>
                  <a:lnTo>
                    <a:pt x="92517" y="1673368"/>
                  </a:lnTo>
                  <a:lnTo>
                    <a:pt x="100809" y="1692842"/>
                  </a:lnTo>
                  <a:lnTo>
                    <a:pt x="109440" y="1712168"/>
                  </a:lnTo>
                  <a:lnTo>
                    <a:pt x="118409" y="1731339"/>
                  </a:lnTo>
                  <a:lnTo>
                    <a:pt x="127711" y="1750351"/>
                  </a:lnTo>
                  <a:lnTo>
                    <a:pt x="137345" y="1769198"/>
                  </a:lnTo>
                  <a:lnTo>
                    <a:pt x="147307" y="1787872"/>
                  </a:lnTo>
                  <a:lnTo>
                    <a:pt x="157595" y="1806370"/>
                  </a:lnTo>
                  <a:lnTo>
                    <a:pt x="168204" y="1824684"/>
                  </a:lnTo>
                  <a:lnTo>
                    <a:pt x="179133" y="1842811"/>
                  </a:lnTo>
                  <a:lnTo>
                    <a:pt x="190377" y="1860743"/>
                  </a:lnTo>
                  <a:lnTo>
                    <a:pt x="201933" y="1878475"/>
                  </a:lnTo>
                  <a:lnTo>
                    <a:pt x="213798" y="1896003"/>
                  </a:lnTo>
                  <a:lnTo>
                    <a:pt x="225967" y="1913320"/>
                  </a:lnTo>
                  <a:lnTo>
                    <a:pt x="238438" y="1930422"/>
                  </a:lnTo>
                  <a:lnTo>
                    <a:pt x="251207" y="1947303"/>
                  </a:lnTo>
                  <a:lnTo>
                    <a:pt x="264268" y="1963958"/>
                  </a:lnTo>
                  <a:lnTo>
                    <a:pt x="277620" y="1980381"/>
                  </a:lnTo>
                  <a:lnTo>
                    <a:pt x="291256" y="1996569"/>
                  </a:lnTo>
                  <a:lnTo>
                    <a:pt x="305174" y="2012515"/>
                  </a:lnTo>
                  <a:lnTo>
                    <a:pt x="319369" y="2028215"/>
                  </a:lnTo>
                  <a:lnTo>
                    <a:pt x="333836" y="2043665"/>
                  </a:lnTo>
                  <a:lnTo>
                    <a:pt x="348572" y="2058859"/>
                  </a:lnTo>
                  <a:lnTo>
                    <a:pt x="363571" y="2073792"/>
                  </a:lnTo>
                  <a:lnTo>
                    <a:pt x="378829" y="2088461"/>
                  </a:lnTo>
                  <a:lnTo>
                    <a:pt x="394342" y="2102861"/>
                  </a:lnTo>
                  <a:lnTo>
                    <a:pt x="410104" y="2116987"/>
                  </a:lnTo>
                  <a:lnTo>
                    <a:pt x="426111" y="2130835"/>
                  </a:lnTo>
                  <a:lnTo>
                    <a:pt x="442358" y="2144400"/>
                  </a:lnTo>
                  <a:lnTo>
                    <a:pt x="458840" y="2157680"/>
                  </a:lnTo>
                  <a:lnTo>
                    <a:pt x="475552" y="2170668"/>
                  </a:lnTo>
                  <a:lnTo>
                    <a:pt x="492488" y="2183363"/>
                  </a:lnTo>
                  <a:lnTo>
                    <a:pt x="509644" y="2195759"/>
                  </a:lnTo>
                  <a:lnTo>
                    <a:pt x="527015" y="2207852"/>
                  </a:lnTo>
                  <a:lnTo>
                    <a:pt x="544594" y="2219640"/>
                  </a:lnTo>
                  <a:lnTo>
                    <a:pt x="562377" y="2231119"/>
                  </a:lnTo>
                  <a:lnTo>
                    <a:pt x="580358" y="2242284"/>
                  </a:lnTo>
                  <a:lnTo>
                    <a:pt x="598532" y="2253133"/>
                  </a:lnTo>
                  <a:lnTo>
                    <a:pt x="616893" y="2263663"/>
                  </a:lnTo>
                  <a:lnTo>
                    <a:pt x="635435" y="2273869"/>
                  </a:lnTo>
                  <a:lnTo>
                    <a:pt x="654153" y="2283749"/>
                  </a:lnTo>
                  <a:lnTo>
                    <a:pt x="673042" y="2293301"/>
                  </a:lnTo>
                  <a:lnTo>
                    <a:pt x="692094" y="2302520"/>
                  </a:lnTo>
                  <a:lnTo>
                    <a:pt x="711305" y="2311404"/>
                  </a:lnTo>
                  <a:lnTo>
                    <a:pt x="730668" y="2319951"/>
                  </a:lnTo>
                  <a:lnTo>
                    <a:pt x="750178" y="2328158"/>
                  </a:lnTo>
                  <a:lnTo>
                    <a:pt x="769829" y="2336022"/>
                  </a:lnTo>
                  <a:lnTo>
                    <a:pt x="789614" y="2343541"/>
                  </a:lnTo>
                  <a:lnTo>
                    <a:pt x="809528" y="2350712"/>
                  </a:lnTo>
                  <a:lnTo>
                    <a:pt x="829564" y="2357534"/>
                  </a:lnTo>
                  <a:lnTo>
                    <a:pt x="849717" y="2364004"/>
                  </a:lnTo>
                  <a:lnTo>
                    <a:pt x="869980" y="2370120"/>
                  </a:lnTo>
                  <a:lnTo>
                    <a:pt x="890347" y="2375881"/>
                  </a:lnTo>
                  <a:lnTo>
                    <a:pt x="910811" y="2381285"/>
                  </a:lnTo>
                  <a:lnTo>
                    <a:pt x="931367" y="2386329"/>
                  </a:lnTo>
                  <a:lnTo>
                    <a:pt x="952008" y="2391013"/>
                  </a:lnTo>
                  <a:lnTo>
                    <a:pt x="972728" y="2395335"/>
                  </a:lnTo>
                  <a:lnTo>
                    <a:pt x="993520" y="2399294"/>
                  </a:lnTo>
                  <a:lnTo>
                    <a:pt x="1014378" y="2402888"/>
                  </a:lnTo>
                  <a:lnTo>
                    <a:pt x="1035296" y="2406117"/>
                  </a:lnTo>
                  <a:lnTo>
                    <a:pt x="1056268" y="2408979"/>
                  </a:lnTo>
                  <a:lnTo>
                    <a:pt x="1077286" y="2411474"/>
                  </a:lnTo>
                  <a:lnTo>
                    <a:pt x="1098345" y="2413600"/>
                  </a:lnTo>
                  <a:lnTo>
                    <a:pt x="1119437" y="2415358"/>
                  </a:lnTo>
                  <a:lnTo>
                    <a:pt x="1140558" y="2416746"/>
                  </a:lnTo>
                  <a:lnTo>
                    <a:pt x="1161699" y="2417764"/>
                  </a:lnTo>
                  <a:lnTo>
                    <a:pt x="1182855" y="2418413"/>
                  </a:lnTo>
                  <a:lnTo>
                    <a:pt x="1204019" y="2418690"/>
                  </a:lnTo>
                  <a:lnTo>
                    <a:pt x="1225184" y="2418598"/>
                  </a:lnTo>
                  <a:lnTo>
                    <a:pt x="1246345" y="2418135"/>
                  </a:lnTo>
                  <a:lnTo>
                    <a:pt x="1267494" y="2417301"/>
                  </a:lnTo>
                  <a:lnTo>
                    <a:pt x="1288626" y="2416098"/>
                  </a:lnTo>
                  <a:lnTo>
                    <a:pt x="1309733" y="2414525"/>
                  </a:lnTo>
                  <a:lnTo>
                    <a:pt x="1330810" y="2412583"/>
                  </a:lnTo>
                  <a:lnTo>
                    <a:pt x="1351849" y="2410272"/>
                  </a:lnTo>
                  <a:lnTo>
                    <a:pt x="1372845" y="2407594"/>
                  </a:lnTo>
                  <a:lnTo>
                    <a:pt x="1393790" y="2404548"/>
                  </a:lnTo>
                  <a:lnTo>
                    <a:pt x="1414679" y="2401137"/>
                  </a:lnTo>
                  <a:lnTo>
                    <a:pt x="1435505" y="2397360"/>
                  </a:lnTo>
                  <a:lnTo>
                    <a:pt x="1456262" y="2393220"/>
                  </a:lnTo>
                  <a:lnTo>
                    <a:pt x="1476943" y="2388716"/>
                  </a:lnTo>
                  <a:lnTo>
                    <a:pt x="1497542" y="2383852"/>
                  </a:lnTo>
                  <a:lnTo>
                    <a:pt x="1518053" y="2378628"/>
                  </a:lnTo>
                  <a:lnTo>
                    <a:pt x="1538470" y="2373045"/>
                  </a:lnTo>
                  <a:lnTo>
                    <a:pt x="1558785" y="2367106"/>
                  </a:lnTo>
                  <a:lnTo>
                    <a:pt x="1578994" y="2360813"/>
                  </a:lnTo>
                  <a:lnTo>
                    <a:pt x="1599089" y="2354167"/>
                  </a:lnTo>
                  <a:lnTo>
                    <a:pt x="1619065" y="2347170"/>
                  </a:lnTo>
                  <a:lnTo>
                    <a:pt x="1638915" y="2339824"/>
                  </a:lnTo>
                  <a:lnTo>
                    <a:pt x="1658634" y="2332133"/>
                  </a:lnTo>
                  <a:lnTo>
                    <a:pt x="1678215" y="2324097"/>
                  </a:lnTo>
                  <a:lnTo>
                    <a:pt x="1697653" y="2315720"/>
                  </a:lnTo>
                  <a:lnTo>
                    <a:pt x="1716940" y="2307004"/>
                  </a:lnTo>
                  <a:lnTo>
                    <a:pt x="1736073" y="2297952"/>
                  </a:lnTo>
                  <a:lnTo>
                    <a:pt x="1755044" y="2288566"/>
                  </a:lnTo>
                  <a:lnTo>
                    <a:pt x="1773848" y="2278850"/>
                  </a:lnTo>
                  <a:lnTo>
                    <a:pt x="1792479" y="2268806"/>
                  </a:lnTo>
                  <a:lnTo>
                    <a:pt x="1810931" y="2258438"/>
                  </a:lnTo>
                  <a:lnTo>
                    <a:pt x="1829199" y="2247749"/>
                  </a:lnTo>
                  <a:lnTo>
                    <a:pt x="1847277" y="2236741"/>
                  </a:lnTo>
                  <a:lnTo>
                    <a:pt x="1865160" y="2225418"/>
                  </a:lnTo>
                  <a:lnTo>
                    <a:pt x="1882842" y="2213785"/>
                  </a:lnTo>
                  <a:lnTo>
                    <a:pt x="1900317" y="2201843"/>
                  </a:lnTo>
                  <a:lnTo>
                    <a:pt x="1917581" y="2189598"/>
                  </a:lnTo>
                  <a:lnTo>
                    <a:pt x="1934628" y="2177052"/>
                  </a:lnTo>
                  <a:lnTo>
                    <a:pt x="1951453" y="2164210"/>
                  </a:lnTo>
                  <a:lnTo>
                    <a:pt x="1968051" y="2151076"/>
                  </a:lnTo>
                  <a:lnTo>
                    <a:pt x="1984416" y="2137653"/>
                  </a:lnTo>
                  <a:lnTo>
                    <a:pt x="2000543" y="2123946"/>
                  </a:lnTo>
                  <a:lnTo>
                    <a:pt x="2016429" y="2109958"/>
                  </a:lnTo>
                  <a:lnTo>
                    <a:pt x="2032067" y="2095695"/>
                  </a:lnTo>
                  <a:lnTo>
                    <a:pt x="2047453" y="2081160"/>
                  </a:lnTo>
                  <a:lnTo>
                    <a:pt x="2062582" y="2066358"/>
                  </a:lnTo>
                  <a:lnTo>
                    <a:pt x="2077450" y="2051294"/>
                  </a:lnTo>
                  <a:lnTo>
                    <a:pt x="2092052" y="2035972"/>
                  </a:lnTo>
                  <a:lnTo>
                    <a:pt x="2106383" y="2020396"/>
                  </a:lnTo>
                  <a:lnTo>
                    <a:pt x="2120440" y="2004572"/>
                  </a:lnTo>
                  <a:lnTo>
                    <a:pt x="2134218" y="1988505"/>
                  </a:lnTo>
                  <a:lnTo>
                    <a:pt x="2147712" y="1972199"/>
                  </a:lnTo>
                  <a:lnTo>
                    <a:pt x="2160919" y="1955659"/>
                  </a:lnTo>
                  <a:lnTo>
                    <a:pt x="2173835" y="1938890"/>
                  </a:lnTo>
                  <a:lnTo>
                    <a:pt x="2186455" y="1921898"/>
                  </a:lnTo>
                  <a:lnTo>
                    <a:pt x="2198776" y="1904688"/>
                  </a:lnTo>
                  <a:lnTo>
                    <a:pt x="2210793" y="1887265"/>
                  </a:lnTo>
                  <a:lnTo>
                    <a:pt x="2222504" y="1869634"/>
                  </a:lnTo>
                  <a:lnTo>
                    <a:pt x="2233905" y="1851801"/>
                  </a:lnTo>
                  <a:lnTo>
                    <a:pt x="2244992" y="1833771"/>
                  </a:lnTo>
                  <a:lnTo>
                    <a:pt x="2255761" y="1815550"/>
                  </a:lnTo>
                  <a:lnTo>
                    <a:pt x="2266210" y="1797144"/>
                  </a:lnTo>
                  <a:lnTo>
                    <a:pt x="2276335" y="1778557"/>
                  </a:lnTo>
                  <a:lnTo>
                    <a:pt x="2286134" y="1759795"/>
                  </a:lnTo>
                  <a:lnTo>
                    <a:pt x="2295602" y="1740866"/>
                  </a:lnTo>
                  <a:lnTo>
                    <a:pt x="2304738" y="1721773"/>
                  </a:lnTo>
                  <a:lnTo>
                    <a:pt x="2313538" y="1702523"/>
                  </a:lnTo>
                  <a:lnTo>
                    <a:pt x="2322000" y="1683123"/>
                  </a:lnTo>
                  <a:lnTo>
                    <a:pt x="2330121" y="1663577"/>
                  </a:lnTo>
                  <a:lnTo>
                    <a:pt x="2337899" y="1643892"/>
                  </a:lnTo>
                  <a:lnTo>
                    <a:pt x="2345331" y="1624074"/>
                  </a:lnTo>
                  <a:lnTo>
                    <a:pt x="2352416" y="1604129"/>
                  </a:lnTo>
                  <a:lnTo>
                    <a:pt x="2359150" y="1584063"/>
                  </a:lnTo>
                  <a:lnTo>
                    <a:pt x="2365531" y="1563882"/>
                  </a:lnTo>
                  <a:lnTo>
                    <a:pt x="2371559" y="1543593"/>
                  </a:lnTo>
                  <a:lnTo>
                    <a:pt x="2377231" y="1523201"/>
                  </a:lnTo>
                  <a:lnTo>
                    <a:pt x="2382545" y="1502713"/>
                  </a:lnTo>
                  <a:lnTo>
                    <a:pt x="2387499" y="1482136"/>
                  </a:lnTo>
                  <a:lnTo>
                    <a:pt x="2392093" y="1461474"/>
                  </a:lnTo>
                  <a:lnTo>
                    <a:pt x="2396324" y="1440736"/>
                  </a:lnTo>
                  <a:lnTo>
                    <a:pt x="2400192" y="1419927"/>
                  </a:lnTo>
                  <a:lnTo>
                    <a:pt x="2403695" y="1399053"/>
                  </a:lnTo>
                  <a:lnTo>
                    <a:pt x="2406832" y="1378121"/>
                  </a:lnTo>
                  <a:lnTo>
                    <a:pt x="2409603" y="1357137"/>
                  </a:lnTo>
                  <a:lnTo>
                    <a:pt x="2412005" y="1336108"/>
                  </a:lnTo>
                  <a:lnTo>
                    <a:pt x="2414040" y="1315040"/>
                  </a:lnTo>
                  <a:lnTo>
                    <a:pt x="2415705" y="1293940"/>
                  </a:lnTo>
                  <a:lnTo>
                    <a:pt x="2417001" y="1272814"/>
                  </a:lnTo>
                  <a:lnTo>
                    <a:pt x="2417926" y="1251668"/>
                  </a:lnTo>
                  <a:lnTo>
                    <a:pt x="2418482" y="1230510"/>
                  </a:lnTo>
                  <a:lnTo>
                    <a:pt x="2418667" y="1209345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lnTo>
                    <a:pt x="4397577" y="2198809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39457" y="1265480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0353" y="632072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60029" y="2006000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100655" y="3794295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60029" y="558010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36513"/>
              <a:ext cx="0" cy="1978947"/>
            </a:xfrm>
            <a:custGeom>
              <a:avLst/>
              <a:pathLst>
                <a:path w="0" h="1978947">
                  <a:moveTo>
                    <a:pt x="0" y="19789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7480" y="2280535"/>
              <a:ext cx="1399327" cy="1399327"/>
            </a:xfrm>
            <a:custGeom>
              <a:avLst/>
              <a:pathLst>
                <a:path w="1399327" h="1399327">
                  <a:moveTo>
                    <a:pt x="0" y="1399327"/>
                  </a:moveTo>
                  <a:lnTo>
                    <a:pt x="139932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1883" y="3835343"/>
              <a:ext cx="1978947" cy="0"/>
            </a:xfrm>
            <a:custGeom>
              <a:avLst/>
              <a:pathLst>
                <a:path w="1978947" h="0">
                  <a:moveTo>
                    <a:pt x="0" y="0"/>
                  </a:moveTo>
                  <a:lnTo>
                    <a:pt x="197894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7480" y="3990824"/>
              <a:ext cx="1399327" cy="1399327"/>
            </a:xfrm>
            <a:custGeom>
              <a:avLst/>
              <a:pathLst>
                <a:path w="1399327" h="1399327">
                  <a:moveTo>
                    <a:pt x="0" y="0"/>
                  </a:moveTo>
                  <a:lnTo>
                    <a:pt x="1399327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55227"/>
              <a:ext cx="0" cy="1978947"/>
            </a:xfrm>
            <a:custGeom>
              <a:avLst/>
              <a:pathLst>
                <a:path w="0" h="1978947">
                  <a:moveTo>
                    <a:pt x="0" y="0"/>
                  </a:moveTo>
                  <a:lnTo>
                    <a:pt x="0" y="197894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7191" y="3990824"/>
              <a:ext cx="1399327" cy="1399327"/>
            </a:xfrm>
            <a:custGeom>
              <a:avLst/>
              <a:pathLst>
                <a:path w="1399327" h="1399327">
                  <a:moveTo>
                    <a:pt x="1399327" y="0"/>
                  </a:moveTo>
                  <a:lnTo>
                    <a:pt x="0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73169" y="3835343"/>
              <a:ext cx="1978947" cy="0"/>
            </a:xfrm>
            <a:custGeom>
              <a:avLst/>
              <a:pathLst>
                <a:path w="1978947" h="0">
                  <a:moveTo>
                    <a:pt x="197894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17191" y="2280535"/>
              <a:ext cx="1399327" cy="1399327"/>
            </a:xfrm>
            <a:custGeom>
              <a:avLst/>
              <a:pathLst>
                <a:path w="1399327" h="1399327">
                  <a:moveTo>
                    <a:pt x="1399327" y="139932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2116" y="3615460"/>
              <a:ext cx="1774691" cy="1774691"/>
            </a:xfrm>
            <a:custGeom>
              <a:avLst/>
              <a:pathLst>
                <a:path w="1774691" h="1774691">
                  <a:moveTo>
                    <a:pt x="219883" y="0"/>
                  </a:moveTo>
                  <a:lnTo>
                    <a:pt x="375363" y="64402"/>
                  </a:lnTo>
                  <a:lnTo>
                    <a:pt x="439766" y="219883"/>
                  </a:lnTo>
                  <a:lnTo>
                    <a:pt x="1774691" y="1774691"/>
                  </a:lnTo>
                  <a:lnTo>
                    <a:pt x="219883" y="439766"/>
                  </a:lnTo>
                  <a:lnTo>
                    <a:pt x="64402" y="375363"/>
                  </a:lnTo>
                  <a:lnTo>
                    <a:pt x="0" y="219883"/>
                  </a:lnTo>
                  <a:lnTo>
                    <a:pt x="64402" y="64402"/>
                  </a:lnTo>
                  <a:lnTo>
                    <a:pt x="219883" y="0"/>
                  </a:lnTo>
                </a:path>
              </a:pathLst>
            </a:custGeom>
            <a:ln w="31166" cap="flat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91533" y="3643915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755935" y="3799396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090860" y="5354204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052" y="4019279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0571" y="3954877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6169" y="3799396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0571" y="3643915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56020" y="359155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19042" y="260207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82065" y="161260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2026-03-18T21:41:50Z</dcterms:modified>
  <cp:category/>
</cp:coreProperties>
</file>