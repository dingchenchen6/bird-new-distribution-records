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966762" y="445673"/>
              <a:ext cx="1210474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85204" y="3475437"/>
              <a:ext cx="1918427" cy="605600"/>
            </a:xfrm>
            <a:custGeom>
              <a:avLst/>
              <a:pathLst>
                <a:path w="1918427" h="605600">
                  <a:moveTo>
                    <a:pt x="386795" y="167990"/>
                  </a:moveTo>
                  <a:lnTo>
                    <a:pt x="773590" y="0"/>
                  </a:lnTo>
                  <a:lnTo>
                    <a:pt x="1918427" y="386795"/>
                  </a:lnTo>
                  <a:lnTo>
                    <a:pt x="541513" y="541513"/>
                  </a:lnTo>
                  <a:lnTo>
                    <a:pt x="386795" y="605600"/>
                  </a:lnTo>
                  <a:lnTo>
                    <a:pt x="232077" y="541513"/>
                  </a:lnTo>
                  <a:lnTo>
                    <a:pt x="167990" y="386795"/>
                  </a:lnTo>
                  <a:lnTo>
                    <a:pt x="0" y="0"/>
                  </a:lnTo>
                  <a:lnTo>
                    <a:pt x="386795" y="167990"/>
                  </a:lnTo>
                </a:path>
              </a:pathLst>
            </a:custGeom>
            <a:ln w="31166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23525" y="344016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068361" y="382696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49934" y="344016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608158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2026-03-19T05:58:36Z</dcterms:modified>
  <cp:category/>
</cp:coreProperties>
</file>