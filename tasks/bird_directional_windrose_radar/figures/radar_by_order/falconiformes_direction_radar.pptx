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78037" y="420177"/>
              <a:ext cx="987925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16855" y="2980199"/>
              <a:ext cx="1710289" cy="1710289"/>
            </a:xfrm>
            <a:custGeom>
              <a:avLst/>
              <a:pathLst>
                <a:path w="1710289" h="1710289">
                  <a:moveTo>
                    <a:pt x="855144" y="635261"/>
                  </a:moveTo>
                  <a:lnTo>
                    <a:pt x="1010625" y="699663"/>
                  </a:lnTo>
                  <a:lnTo>
                    <a:pt x="1075027" y="855144"/>
                  </a:lnTo>
                  <a:lnTo>
                    <a:pt x="1710289" y="1710289"/>
                  </a:lnTo>
                  <a:lnTo>
                    <a:pt x="855144" y="1075027"/>
                  </a:lnTo>
                  <a:lnTo>
                    <a:pt x="699663" y="1010625"/>
                  </a:lnTo>
                  <a:lnTo>
                    <a:pt x="635261" y="855144"/>
                  </a:lnTo>
                  <a:lnTo>
                    <a:pt x="0" y="0"/>
                  </a:lnTo>
                  <a:lnTo>
                    <a:pt x="855144" y="635261"/>
                  </a:lnTo>
                </a:path>
              </a:pathLst>
            </a:custGeom>
            <a:ln w="31166" cap="flat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533" y="3643915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55935" y="3799396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91196" y="4654540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80907" y="2944251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3579513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2026-03-18T21:41:46Z</dcterms:modified>
  <cp:category/>
</cp:coreProperties>
</file>