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43816" y="443936"/>
              <a:ext cx="8563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3195" y="3643428"/>
              <a:ext cx="1281569" cy="970292"/>
            </a:xfrm>
            <a:custGeom>
              <a:avLst/>
              <a:pathLst>
                <a:path w="1281569" h="970292">
                  <a:moveTo>
                    <a:pt x="218804" y="0"/>
                  </a:moveTo>
                  <a:lnTo>
                    <a:pt x="373522" y="64086"/>
                  </a:lnTo>
                  <a:lnTo>
                    <a:pt x="1281569" y="218804"/>
                  </a:lnTo>
                  <a:lnTo>
                    <a:pt x="970292" y="970292"/>
                  </a:lnTo>
                  <a:lnTo>
                    <a:pt x="218804" y="718929"/>
                  </a:lnTo>
                  <a:lnTo>
                    <a:pt x="64086" y="373522"/>
                  </a:lnTo>
                  <a:lnTo>
                    <a:pt x="0" y="218804"/>
                  </a:lnTo>
                  <a:lnTo>
                    <a:pt x="64086" y="64086"/>
                  </a:lnTo>
                  <a:lnTo>
                    <a:pt x="218804" y="0"/>
                  </a:lnTo>
                </a:path>
              </a:pathLst>
            </a:custGeom>
            <a:ln w="31166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91447" y="3672244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99494" y="3826962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288218" y="4578451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32708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2026-03-19T04:05:49Z</dcterms:modified>
  <cp:category/>
</cp:coreProperties>
</file>