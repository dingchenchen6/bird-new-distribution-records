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28613" y="417387"/>
              <a:ext cx="1086772" cy="138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99972" y="3324092"/>
              <a:ext cx="1129504" cy="843395"/>
            </a:xfrm>
            <a:custGeom>
              <a:avLst/>
              <a:pathLst>
                <a:path w="1129504" h="843395">
                  <a:moveTo>
                    <a:pt x="272027" y="0"/>
                  </a:moveTo>
                  <a:lnTo>
                    <a:pt x="765452" y="44715"/>
                  </a:lnTo>
                  <a:lnTo>
                    <a:pt x="1129504" y="538140"/>
                  </a:lnTo>
                  <a:lnTo>
                    <a:pt x="577282" y="843395"/>
                  </a:lnTo>
                  <a:lnTo>
                    <a:pt x="272027" y="756945"/>
                  </a:lnTo>
                  <a:lnTo>
                    <a:pt x="4406" y="805761"/>
                  </a:lnTo>
                  <a:lnTo>
                    <a:pt x="0" y="538140"/>
                  </a:lnTo>
                  <a:lnTo>
                    <a:pt x="42040" y="308154"/>
                  </a:lnTo>
                  <a:lnTo>
                    <a:pt x="272027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88821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30155" y="3333537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394207" y="382696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841984" y="4132217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69109" y="4094583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64702" y="382696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06743" y="359697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88821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2026-03-19T04:05:34Z</dcterms:modified>
  <cp:category/>
</cp:coreProperties>
</file>