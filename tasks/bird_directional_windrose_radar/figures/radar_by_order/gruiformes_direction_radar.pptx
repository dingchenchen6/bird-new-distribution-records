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2716" y="443936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45958" y="3380862"/>
              <a:ext cx="1138694" cy="1007411"/>
            </a:xfrm>
            <a:custGeom>
              <a:avLst/>
              <a:pathLst>
                <a:path w="1138694" h="1007411">
                  <a:moveTo>
                    <a:pt x="526041" y="0"/>
                  </a:moveTo>
                  <a:lnTo>
                    <a:pt x="959252" y="48159"/>
                  </a:lnTo>
                  <a:lnTo>
                    <a:pt x="1138694" y="481370"/>
                  </a:lnTo>
                  <a:lnTo>
                    <a:pt x="773590" y="728919"/>
                  </a:lnTo>
                  <a:lnTo>
                    <a:pt x="526041" y="831457"/>
                  </a:lnTo>
                  <a:lnTo>
                    <a:pt x="0" y="1007411"/>
                  </a:lnTo>
                  <a:lnTo>
                    <a:pt x="307237" y="481370"/>
                  </a:lnTo>
                  <a:lnTo>
                    <a:pt x="278492" y="233820"/>
                  </a:lnTo>
                  <a:lnTo>
                    <a:pt x="526041" y="0"/>
                  </a:lnTo>
                </a:path>
              </a:pathLst>
            </a:custGeom>
            <a:ln w="31166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34559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969940" y="339375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49382" y="382696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84278" y="4074511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177050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010687" y="4353004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89180" y="3579413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345592"/>
              <a:ext cx="70540" cy="70540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12272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2026-03-19T05:58:25Z</dcterms:modified>
  <cp:category/>
</cp:coreProperties>
</file>