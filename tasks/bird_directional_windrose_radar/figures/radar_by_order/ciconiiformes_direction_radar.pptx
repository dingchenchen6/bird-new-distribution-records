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78058" y="444515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85204" y="3243360"/>
              <a:ext cx="1005668" cy="1005668"/>
            </a:xfrm>
            <a:custGeom>
              <a:avLst/>
              <a:pathLst>
                <a:path w="1005668" h="1005668">
                  <a:moveTo>
                    <a:pt x="386795" y="71861"/>
                  </a:moveTo>
                  <a:lnTo>
                    <a:pt x="1005668" y="0"/>
                  </a:lnTo>
                  <a:lnTo>
                    <a:pt x="933806" y="618872"/>
                  </a:lnTo>
                  <a:lnTo>
                    <a:pt x="773590" y="1005668"/>
                  </a:lnTo>
                  <a:lnTo>
                    <a:pt x="386795" y="837677"/>
                  </a:lnTo>
                  <a:lnTo>
                    <a:pt x="0" y="1005668"/>
                  </a:lnTo>
                  <a:lnTo>
                    <a:pt x="167990" y="618872"/>
                  </a:lnTo>
                  <a:lnTo>
                    <a:pt x="232077" y="464154"/>
                  </a:lnTo>
                  <a:lnTo>
                    <a:pt x="386795" y="71861"/>
                  </a:lnTo>
                </a:path>
              </a:pathLst>
            </a:custGeom>
            <a:ln w="31166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55602" y="3208090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83741" y="382696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23525" y="421375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49934" y="421375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2026-03-18T22:01:56Z</dcterms:modified>
  <cp:category/>
</cp:coreProperties>
</file>