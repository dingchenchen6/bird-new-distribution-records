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61384" y="445673"/>
              <a:ext cx="1021231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280260" y="3378242"/>
              <a:ext cx="1228671" cy="769623"/>
            </a:xfrm>
            <a:custGeom>
              <a:avLst/>
              <a:pathLst>
                <a:path w="1228671" h="769623">
                  <a:moveTo>
                    <a:pt x="291739" y="102484"/>
                  </a:moveTo>
                  <a:lnTo>
                    <a:pt x="775729" y="0"/>
                  </a:lnTo>
                  <a:lnTo>
                    <a:pt x="1228671" y="483990"/>
                  </a:lnTo>
                  <a:lnTo>
                    <a:pt x="577373" y="769623"/>
                  </a:lnTo>
                  <a:lnTo>
                    <a:pt x="291739" y="764508"/>
                  </a:lnTo>
                  <a:lnTo>
                    <a:pt x="14040" y="761689"/>
                  </a:lnTo>
                  <a:lnTo>
                    <a:pt x="0" y="483990"/>
                  </a:lnTo>
                  <a:lnTo>
                    <a:pt x="45777" y="238027"/>
                  </a:lnTo>
                  <a:lnTo>
                    <a:pt x="291739" y="102484"/>
                  </a:lnTo>
                </a:path>
              </a:pathLst>
            </a:custGeom>
            <a:ln w="3116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445457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020720" y="3342972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473662" y="3826962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822363" y="411259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107481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259030" y="4104662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244990" y="3826962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90767" y="3581000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445457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2026-03-19T05:58:17Z</dcterms:modified>
  <cp:category/>
</cp:coreProperties>
</file>