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6646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36055"/>
              <a:ext cx="9004821" cy="58523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86646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164433" y="443936"/>
              <a:ext cx="815133" cy="1122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Galliformes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961724" y="974012"/>
              <a:ext cx="7220550" cy="57764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2320296" y="5601105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1825281" y="3823920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2337291" y="2044414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4353203" y="3643430"/>
              <a:ext cx="437600" cy="437604"/>
            </a:xfrm>
            <a:custGeom>
              <a:avLst/>
              <a:pathLst>
                <a:path w="437600" h="437604">
                  <a:moveTo>
                    <a:pt x="437600" y="218802"/>
                  </a:moveTo>
                  <a:lnTo>
                    <a:pt x="437567" y="214973"/>
                  </a:lnTo>
                  <a:lnTo>
                    <a:pt x="437466" y="211145"/>
                  </a:lnTo>
                  <a:lnTo>
                    <a:pt x="437299" y="207319"/>
                  </a:lnTo>
                  <a:lnTo>
                    <a:pt x="437064" y="203496"/>
                  </a:lnTo>
                  <a:lnTo>
                    <a:pt x="436763" y="199679"/>
                  </a:lnTo>
                  <a:lnTo>
                    <a:pt x="436395" y="195867"/>
                  </a:lnTo>
                  <a:lnTo>
                    <a:pt x="435960" y="192062"/>
                  </a:lnTo>
                  <a:lnTo>
                    <a:pt x="435459" y="188266"/>
                  </a:lnTo>
                  <a:lnTo>
                    <a:pt x="434891" y="184479"/>
                  </a:lnTo>
                  <a:lnTo>
                    <a:pt x="434258" y="180702"/>
                  </a:lnTo>
                  <a:lnTo>
                    <a:pt x="433558" y="176937"/>
                  </a:lnTo>
                  <a:lnTo>
                    <a:pt x="432792" y="173185"/>
                  </a:lnTo>
                  <a:lnTo>
                    <a:pt x="431961" y="169447"/>
                  </a:lnTo>
                  <a:lnTo>
                    <a:pt x="431065" y="165724"/>
                  </a:lnTo>
                  <a:lnTo>
                    <a:pt x="430103" y="162017"/>
                  </a:lnTo>
                  <a:lnTo>
                    <a:pt x="429077" y="158328"/>
                  </a:lnTo>
                  <a:lnTo>
                    <a:pt x="427987" y="154657"/>
                  </a:lnTo>
                  <a:lnTo>
                    <a:pt x="426832" y="151006"/>
                  </a:lnTo>
                  <a:lnTo>
                    <a:pt x="425614" y="147375"/>
                  </a:lnTo>
                  <a:lnTo>
                    <a:pt x="424332" y="143767"/>
                  </a:lnTo>
                  <a:lnTo>
                    <a:pt x="422987" y="140181"/>
                  </a:lnTo>
                  <a:lnTo>
                    <a:pt x="421580" y="136619"/>
                  </a:lnTo>
                  <a:lnTo>
                    <a:pt x="420111" y="133083"/>
                  </a:lnTo>
                  <a:lnTo>
                    <a:pt x="418580" y="129573"/>
                  </a:lnTo>
                  <a:lnTo>
                    <a:pt x="416987" y="126090"/>
                  </a:lnTo>
                  <a:lnTo>
                    <a:pt x="415335" y="122636"/>
                  </a:lnTo>
                  <a:lnTo>
                    <a:pt x="413621" y="119211"/>
                  </a:lnTo>
                  <a:lnTo>
                    <a:pt x="411849" y="115817"/>
                  </a:lnTo>
                  <a:lnTo>
                    <a:pt x="410017" y="112454"/>
                  </a:lnTo>
                  <a:lnTo>
                    <a:pt x="408126" y="109123"/>
                  </a:lnTo>
                  <a:lnTo>
                    <a:pt x="406178" y="105827"/>
                  </a:lnTo>
                  <a:lnTo>
                    <a:pt x="404172" y="102565"/>
                  </a:lnTo>
                  <a:lnTo>
                    <a:pt x="402109" y="99338"/>
                  </a:lnTo>
                  <a:lnTo>
                    <a:pt x="399990" y="96148"/>
                  </a:lnTo>
                  <a:lnTo>
                    <a:pt x="397816" y="92996"/>
                  </a:lnTo>
                  <a:lnTo>
                    <a:pt x="395587" y="89882"/>
                  </a:lnTo>
                  <a:lnTo>
                    <a:pt x="393304" y="86808"/>
                  </a:lnTo>
                  <a:lnTo>
                    <a:pt x="390967" y="83774"/>
                  </a:lnTo>
                  <a:lnTo>
                    <a:pt x="388577" y="80782"/>
                  </a:lnTo>
                  <a:lnTo>
                    <a:pt x="386136" y="77831"/>
                  </a:lnTo>
                  <a:lnTo>
                    <a:pt x="383643" y="74924"/>
                  </a:lnTo>
                  <a:lnTo>
                    <a:pt x="381100" y="72061"/>
                  </a:lnTo>
                  <a:lnTo>
                    <a:pt x="378507" y="69243"/>
                  </a:lnTo>
                  <a:lnTo>
                    <a:pt x="375865" y="66471"/>
                  </a:lnTo>
                  <a:lnTo>
                    <a:pt x="373175" y="63746"/>
                  </a:lnTo>
                  <a:lnTo>
                    <a:pt x="370438" y="61068"/>
                  </a:lnTo>
                  <a:lnTo>
                    <a:pt x="367654" y="58438"/>
                  </a:lnTo>
                  <a:lnTo>
                    <a:pt x="364825" y="55857"/>
                  </a:lnTo>
                  <a:lnTo>
                    <a:pt x="361951" y="53327"/>
                  </a:lnTo>
                  <a:lnTo>
                    <a:pt x="359033" y="50847"/>
                  </a:lnTo>
                  <a:lnTo>
                    <a:pt x="356072" y="48418"/>
                  </a:lnTo>
                  <a:lnTo>
                    <a:pt x="353069" y="46042"/>
                  </a:lnTo>
                  <a:lnTo>
                    <a:pt x="350025" y="43718"/>
                  </a:lnTo>
                  <a:lnTo>
                    <a:pt x="346941" y="41448"/>
                  </a:lnTo>
                  <a:lnTo>
                    <a:pt x="343817" y="39233"/>
                  </a:lnTo>
                  <a:lnTo>
                    <a:pt x="340655" y="37072"/>
                  </a:lnTo>
                  <a:lnTo>
                    <a:pt x="337456" y="34967"/>
                  </a:lnTo>
                  <a:lnTo>
                    <a:pt x="334221" y="32919"/>
                  </a:lnTo>
                  <a:lnTo>
                    <a:pt x="330950" y="30927"/>
                  </a:lnTo>
                  <a:lnTo>
                    <a:pt x="327645" y="28993"/>
                  </a:lnTo>
                  <a:lnTo>
                    <a:pt x="324306" y="27117"/>
                  </a:lnTo>
                  <a:lnTo>
                    <a:pt x="320935" y="25300"/>
                  </a:lnTo>
                  <a:lnTo>
                    <a:pt x="317533" y="23542"/>
                  </a:lnTo>
                  <a:lnTo>
                    <a:pt x="314101" y="21844"/>
                  </a:lnTo>
                  <a:lnTo>
                    <a:pt x="310639" y="20206"/>
                  </a:lnTo>
                  <a:lnTo>
                    <a:pt x="307150" y="18630"/>
                  </a:lnTo>
                  <a:lnTo>
                    <a:pt x="303633" y="17114"/>
                  </a:lnTo>
                  <a:lnTo>
                    <a:pt x="300090" y="15660"/>
                  </a:lnTo>
                  <a:lnTo>
                    <a:pt x="296523" y="14268"/>
                  </a:lnTo>
                  <a:lnTo>
                    <a:pt x="292931" y="12939"/>
                  </a:lnTo>
                  <a:lnTo>
                    <a:pt x="289317" y="11674"/>
                  </a:lnTo>
                  <a:lnTo>
                    <a:pt x="285681" y="10471"/>
                  </a:lnTo>
                  <a:lnTo>
                    <a:pt x="282025" y="9332"/>
                  </a:lnTo>
                  <a:lnTo>
                    <a:pt x="278349" y="8258"/>
                  </a:lnTo>
                  <a:lnTo>
                    <a:pt x="274655" y="7248"/>
                  </a:lnTo>
                  <a:lnTo>
                    <a:pt x="270945" y="6303"/>
                  </a:lnTo>
                  <a:lnTo>
                    <a:pt x="267218" y="5423"/>
                  </a:lnTo>
                  <a:lnTo>
                    <a:pt x="263476" y="4608"/>
                  </a:lnTo>
                  <a:lnTo>
                    <a:pt x="259720" y="3859"/>
                  </a:lnTo>
                  <a:lnTo>
                    <a:pt x="255952" y="3175"/>
                  </a:lnTo>
                  <a:lnTo>
                    <a:pt x="252173" y="2558"/>
                  </a:lnTo>
                  <a:lnTo>
                    <a:pt x="248383" y="2007"/>
                  </a:lnTo>
                  <a:lnTo>
                    <a:pt x="244585" y="1523"/>
                  </a:lnTo>
                  <a:lnTo>
                    <a:pt x="240778" y="1104"/>
                  </a:lnTo>
                  <a:lnTo>
                    <a:pt x="236965" y="753"/>
                  </a:lnTo>
                  <a:lnTo>
                    <a:pt x="233146" y="468"/>
                  </a:lnTo>
                  <a:lnTo>
                    <a:pt x="229323" y="251"/>
                  </a:lnTo>
                  <a:lnTo>
                    <a:pt x="225496" y="100"/>
                  </a:lnTo>
                  <a:lnTo>
                    <a:pt x="221668" y="16"/>
                  </a:lnTo>
                  <a:lnTo>
                    <a:pt x="217838" y="0"/>
                  </a:lnTo>
                  <a:lnTo>
                    <a:pt x="214009" y="50"/>
                  </a:lnTo>
                  <a:lnTo>
                    <a:pt x="210182" y="167"/>
                  </a:lnTo>
                  <a:lnTo>
                    <a:pt x="206357" y="351"/>
                  </a:lnTo>
                  <a:lnTo>
                    <a:pt x="202535" y="602"/>
                  </a:lnTo>
                  <a:lnTo>
                    <a:pt x="198719" y="920"/>
                  </a:lnTo>
                  <a:lnTo>
                    <a:pt x="194909" y="1305"/>
                  </a:lnTo>
                  <a:lnTo>
                    <a:pt x="191106" y="1757"/>
                  </a:lnTo>
                  <a:lnTo>
                    <a:pt x="187312" y="2274"/>
                  </a:lnTo>
                  <a:lnTo>
                    <a:pt x="183527" y="2858"/>
                  </a:lnTo>
                  <a:lnTo>
                    <a:pt x="179754" y="3509"/>
                  </a:lnTo>
                  <a:lnTo>
                    <a:pt x="175992" y="4225"/>
                  </a:lnTo>
                  <a:lnTo>
                    <a:pt x="172243" y="5007"/>
                  </a:lnTo>
                  <a:lnTo>
                    <a:pt x="168508" y="5854"/>
                  </a:lnTo>
                  <a:lnTo>
                    <a:pt x="164789" y="6767"/>
                  </a:lnTo>
                  <a:lnTo>
                    <a:pt x="161087" y="7745"/>
                  </a:lnTo>
                  <a:lnTo>
                    <a:pt x="157402" y="8787"/>
                  </a:lnTo>
                  <a:lnTo>
                    <a:pt x="153736" y="9894"/>
                  </a:lnTo>
                  <a:lnTo>
                    <a:pt x="150090" y="11064"/>
                  </a:lnTo>
                  <a:lnTo>
                    <a:pt x="146465" y="12299"/>
                  </a:lnTo>
                  <a:lnTo>
                    <a:pt x="142862" y="13596"/>
                  </a:lnTo>
                  <a:lnTo>
                    <a:pt x="139282" y="14956"/>
                  </a:lnTo>
                  <a:lnTo>
                    <a:pt x="135727" y="16379"/>
                  </a:lnTo>
                  <a:lnTo>
                    <a:pt x="132197" y="17864"/>
                  </a:lnTo>
                  <a:lnTo>
                    <a:pt x="128693" y="19410"/>
                  </a:lnTo>
                  <a:lnTo>
                    <a:pt x="125218" y="21018"/>
                  </a:lnTo>
                  <a:lnTo>
                    <a:pt x="121771" y="22686"/>
                  </a:lnTo>
                  <a:lnTo>
                    <a:pt x="118353" y="24414"/>
                  </a:lnTo>
                  <a:lnTo>
                    <a:pt x="114967" y="26201"/>
                  </a:lnTo>
                  <a:lnTo>
                    <a:pt x="111612" y="28048"/>
                  </a:lnTo>
                  <a:lnTo>
                    <a:pt x="108290" y="29953"/>
                  </a:lnTo>
                  <a:lnTo>
                    <a:pt x="105002" y="31916"/>
                  </a:lnTo>
                  <a:lnTo>
                    <a:pt x="101748" y="33936"/>
                  </a:lnTo>
                  <a:lnTo>
                    <a:pt x="98531" y="36013"/>
                  </a:lnTo>
                  <a:lnTo>
                    <a:pt x="95350" y="38146"/>
                  </a:lnTo>
                  <a:lnTo>
                    <a:pt x="92208" y="40334"/>
                  </a:lnTo>
                  <a:lnTo>
                    <a:pt x="89104" y="42576"/>
                  </a:lnTo>
                  <a:lnTo>
                    <a:pt x="86039" y="44873"/>
                  </a:lnTo>
                  <a:lnTo>
                    <a:pt x="83016" y="47223"/>
                  </a:lnTo>
                  <a:lnTo>
                    <a:pt x="80034" y="49626"/>
                  </a:lnTo>
                  <a:lnTo>
                    <a:pt x="77094" y="52080"/>
                  </a:lnTo>
                  <a:lnTo>
                    <a:pt x="74198" y="54586"/>
                  </a:lnTo>
                  <a:lnTo>
                    <a:pt x="71346" y="57141"/>
                  </a:lnTo>
                  <a:lnTo>
                    <a:pt x="68540" y="59747"/>
                  </a:lnTo>
                  <a:lnTo>
                    <a:pt x="65779" y="62401"/>
                  </a:lnTo>
                  <a:lnTo>
                    <a:pt x="63065" y="65103"/>
                  </a:lnTo>
                  <a:lnTo>
                    <a:pt x="60399" y="67852"/>
                  </a:lnTo>
                  <a:lnTo>
                    <a:pt x="57782" y="70647"/>
                  </a:lnTo>
                  <a:lnTo>
                    <a:pt x="55214" y="73487"/>
                  </a:lnTo>
                  <a:lnTo>
                    <a:pt x="52696" y="76372"/>
                  </a:lnTo>
                  <a:lnTo>
                    <a:pt x="50228" y="79301"/>
                  </a:lnTo>
                  <a:lnTo>
                    <a:pt x="47813" y="82273"/>
                  </a:lnTo>
                  <a:lnTo>
                    <a:pt x="45449" y="85286"/>
                  </a:lnTo>
                  <a:lnTo>
                    <a:pt x="43139" y="88340"/>
                  </a:lnTo>
                  <a:lnTo>
                    <a:pt x="40883" y="91434"/>
                  </a:lnTo>
                  <a:lnTo>
                    <a:pt x="38681" y="94567"/>
                  </a:lnTo>
                  <a:lnTo>
                    <a:pt x="36535" y="97739"/>
                  </a:lnTo>
                  <a:lnTo>
                    <a:pt x="34444" y="100947"/>
                  </a:lnTo>
                  <a:lnTo>
                    <a:pt x="32409" y="104191"/>
                  </a:lnTo>
                  <a:lnTo>
                    <a:pt x="30432" y="107471"/>
                  </a:lnTo>
                  <a:lnTo>
                    <a:pt x="28513" y="110784"/>
                  </a:lnTo>
                  <a:lnTo>
                    <a:pt x="26651" y="114131"/>
                  </a:lnTo>
                  <a:lnTo>
                    <a:pt x="24849" y="117510"/>
                  </a:lnTo>
                  <a:lnTo>
                    <a:pt x="23106" y="120920"/>
                  </a:lnTo>
                  <a:lnTo>
                    <a:pt x="21423" y="124359"/>
                  </a:lnTo>
                  <a:lnTo>
                    <a:pt x="19800" y="127828"/>
                  </a:lnTo>
                  <a:lnTo>
                    <a:pt x="18239" y="131325"/>
                  </a:lnTo>
                  <a:lnTo>
                    <a:pt x="16738" y="134848"/>
                  </a:lnTo>
                  <a:lnTo>
                    <a:pt x="15300" y="138397"/>
                  </a:lnTo>
                  <a:lnTo>
                    <a:pt x="13924" y="141971"/>
                  </a:lnTo>
                  <a:lnTo>
                    <a:pt x="12611" y="145568"/>
                  </a:lnTo>
                  <a:lnTo>
                    <a:pt x="11361" y="149188"/>
                  </a:lnTo>
                  <a:lnTo>
                    <a:pt x="10174" y="152829"/>
                  </a:lnTo>
                  <a:lnTo>
                    <a:pt x="9051" y="156490"/>
                  </a:lnTo>
                  <a:lnTo>
                    <a:pt x="7993" y="160170"/>
                  </a:lnTo>
                  <a:lnTo>
                    <a:pt x="6999" y="163868"/>
                  </a:lnTo>
                  <a:lnTo>
                    <a:pt x="6070" y="167583"/>
                  </a:lnTo>
                  <a:lnTo>
                    <a:pt x="5206" y="171314"/>
                  </a:lnTo>
                  <a:lnTo>
                    <a:pt x="4408" y="175059"/>
                  </a:lnTo>
                  <a:lnTo>
                    <a:pt x="3675" y="178818"/>
                  </a:lnTo>
                  <a:lnTo>
                    <a:pt x="3009" y="182589"/>
                  </a:lnTo>
                  <a:lnTo>
                    <a:pt x="2408" y="186371"/>
                  </a:lnTo>
                  <a:lnTo>
                    <a:pt x="1873" y="190163"/>
                  </a:lnTo>
                  <a:lnTo>
                    <a:pt x="1405" y="193964"/>
                  </a:lnTo>
                  <a:lnTo>
                    <a:pt x="1004" y="197772"/>
                  </a:lnTo>
                  <a:lnTo>
                    <a:pt x="669" y="201587"/>
                  </a:lnTo>
                  <a:lnTo>
                    <a:pt x="402" y="205407"/>
                  </a:lnTo>
                  <a:lnTo>
                    <a:pt x="201" y="209231"/>
                  </a:lnTo>
                  <a:lnTo>
                    <a:pt x="67" y="213058"/>
                  </a:lnTo>
                  <a:lnTo>
                    <a:pt x="0" y="216887"/>
                  </a:lnTo>
                  <a:lnTo>
                    <a:pt x="0" y="220717"/>
                  </a:lnTo>
                  <a:lnTo>
                    <a:pt x="67" y="224546"/>
                  </a:lnTo>
                  <a:lnTo>
                    <a:pt x="201" y="228373"/>
                  </a:lnTo>
                  <a:lnTo>
                    <a:pt x="402" y="232197"/>
                  </a:lnTo>
                  <a:lnTo>
                    <a:pt x="669" y="236017"/>
                  </a:lnTo>
                  <a:lnTo>
                    <a:pt x="1004" y="239832"/>
                  </a:lnTo>
                  <a:lnTo>
                    <a:pt x="1405" y="243640"/>
                  </a:lnTo>
                  <a:lnTo>
                    <a:pt x="1873" y="247441"/>
                  </a:lnTo>
                  <a:lnTo>
                    <a:pt x="2408" y="251233"/>
                  </a:lnTo>
                  <a:lnTo>
                    <a:pt x="3009" y="255015"/>
                  </a:lnTo>
                  <a:lnTo>
                    <a:pt x="3675" y="258786"/>
                  </a:lnTo>
                  <a:lnTo>
                    <a:pt x="4408" y="262544"/>
                  </a:lnTo>
                  <a:lnTo>
                    <a:pt x="5206" y="266290"/>
                  </a:lnTo>
                  <a:lnTo>
                    <a:pt x="6070" y="270021"/>
                  </a:lnTo>
                  <a:lnTo>
                    <a:pt x="6999" y="273736"/>
                  </a:lnTo>
                  <a:lnTo>
                    <a:pt x="7993" y="277434"/>
                  </a:lnTo>
                  <a:lnTo>
                    <a:pt x="9051" y="281114"/>
                  </a:lnTo>
                  <a:lnTo>
                    <a:pt x="10174" y="284775"/>
                  </a:lnTo>
                  <a:lnTo>
                    <a:pt x="11361" y="288416"/>
                  </a:lnTo>
                  <a:lnTo>
                    <a:pt x="12611" y="292036"/>
                  </a:lnTo>
                  <a:lnTo>
                    <a:pt x="13924" y="295633"/>
                  </a:lnTo>
                  <a:lnTo>
                    <a:pt x="15300" y="299207"/>
                  </a:lnTo>
                  <a:lnTo>
                    <a:pt x="16738" y="302756"/>
                  </a:lnTo>
                  <a:lnTo>
                    <a:pt x="18239" y="306279"/>
                  </a:lnTo>
                  <a:lnTo>
                    <a:pt x="19800" y="309776"/>
                  </a:lnTo>
                  <a:lnTo>
                    <a:pt x="21423" y="313245"/>
                  </a:lnTo>
                  <a:lnTo>
                    <a:pt x="23106" y="316684"/>
                  </a:lnTo>
                  <a:lnTo>
                    <a:pt x="24849" y="320094"/>
                  </a:lnTo>
                  <a:lnTo>
                    <a:pt x="26651" y="323473"/>
                  </a:lnTo>
                  <a:lnTo>
                    <a:pt x="28513" y="326820"/>
                  </a:lnTo>
                  <a:lnTo>
                    <a:pt x="30432" y="330133"/>
                  </a:lnTo>
                  <a:lnTo>
                    <a:pt x="32409" y="333413"/>
                  </a:lnTo>
                  <a:lnTo>
                    <a:pt x="34444" y="336657"/>
                  </a:lnTo>
                  <a:lnTo>
                    <a:pt x="36535" y="339865"/>
                  </a:lnTo>
                  <a:lnTo>
                    <a:pt x="38681" y="343037"/>
                  </a:lnTo>
                  <a:lnTo>
                    <a:pt x="40883" y="346170"/>
                  </a:lnTo>
                  <a:lnTo>
                    <a:pt x="43139" y="349264"/>
                  </a:lnTo>
                  <a:lnTo>
                    <a:pt x="45449" y="352318"/>
                  </a:lnTo>
                  <a:lnTo>
                    <a:pt x="47813" y="355331"/>
                  </a:lnTo>
                  <a:lnTo>
                    <a:pt x="50228" y="358303"/>
                  </a:lnTo>
                  <a:lnTo>
                    <a:pt x="52696" y="361231"/>
                  </a:lnTo>
                  <a:lnTo>
                    <a:pt x="55214" y="364117"/>
                  </a:lnTo>
                  <a:lnTo>
                    <a:pt x="57782" y="366957"/>
                  </a:lnTo>
                  <a:lnTo>
                    <a:pt x="60399" y="369752"/>
                  </a:lnTo>
                  <a:lnTo>
                    <a:pt x="63065" y="372501"/>
                  </a:lnTo>
                  <a:lnTo>
                    <a:pt x="65779" y="375203"/>
                  </a:lnTo>
                  <a:lnTo>
                    <a:pt x="68540" y="377857"/>
                  </a:lnTo>
                  <a:lnTo>
                    <a:pt x="71346" y="380463"/>
                  </a:lnTo>
                  <a:lnTo>
                    <a:pt x="74198" y="383018"/>
                  </a:lnTo>
                  <a:lnTo>
                    <a:pt x="77094" y="385524"/>
                  </a:lnTo>
                  <a:lnTo>
                    <a:pt x="80034" y="387978"/>
                  </a:lnTo>
                  <a:lnTo>
                    <a:pt x="83016" y="390381"/>
                  </a:lnTo>
                  <a:lnTo>
                    <a:pt x="86039" y="392731"/>
                  </a:lnTo>
                  <a:lnTo>
                    <a:pt x="89104" y="395027"/>
                  </a:lnTo>
                  <a:lnTo>
                    <a:pt x="92208" y="397270"/>
                  </a:lnTo>
                  <a:lnTo>
                    <a:pt x="95350" y="399458"/>
                  </a:lnTo>
                  <a:lnTo>
                    <a:pt x="98531" y="401591"/>
                  </a:lnTo>
                  <a:lnTo>
                    <a:pt x="101748" y="403668"/>
                  </a:lnTo>
                  <a:lnTo>
                    <a:pt x="105002" y="405688"/>
                  </a:lnTo>
                  <a:lnTo>
                    <a:pt x="108290" y="407651"/>
                  </a:lnTo>
                  <a:lnTo>
                    <a:pt x="111612" y="409556"/>
                  </a:lnTo>
                  <a:lnTo>
                    <a:pt x="114967" y="411402"/>
                  </a:lnTo>
                  <a:lnTo>
                    <a:pt x="118353" y="413190"/>
                  </a:lnTo>
                  <a:lnTo>
                    <a:pt x="121771" y="414918"/>
                  </a:lnTo>
                  <a:lnTo>
                    <a:pt x="125218" y="416586"/>
                  </a:lnTo>
                  <a:lnTo>
                    <a:pt x="128693" y="418194"/>
                  </a:lnTo>
                  <a:lnTo>
                    <a:pt x="132197" y="419740"/>
                  </a:lnTo>
                  <a:lnTo>
                    <a:pt x="135727" y="421225"/>
                  </a:lnTo>
                  <a:lnTo>
                    <a:pt x="139282" y="422648"/>
                  </a:lnTo>
                  <a:lnTo>
                    <a:pt x="142862" y="424008"/>
                  </a:lnTo>
                  <a:lnTo>
                    <a:pt x="146465" y="425305"/>
                  </a:lnTo>
                  <a:lnTo>
                    <a:pt x="150090" y="426540"/>
                  </a:lnTo>
                  <a:lnTo>
                    <a:pt x="153736" y="427710"/>
                  </a:lnTo>
                  <a:lnTo>
                    <a:pt x="157402" y="428817"/>
                  </a:lnTo>
                  <a:lnTo>
                    <a:pt x="161087" y="429859"/>
                  </a:lnTo>
                  <a:lnTo>
                    <a:pt x="164789" y="430837"/>
                  </a:lnTo>
                  <a:lnTo>
                    <a:pt x="168508" y="431749"/>
                  </a:lnTo>
                  <a:lnTo>
                    <a:pt x="172243" y="432597"/>
                  </a:lnTo>
                  <a:lnTo>
                    <a:pt x="175992" y="433379"/>
                  </a:lnTo>
                  <a:lnTo>
                    <a:pt x="179754" y="434095"/>
                  </a:lnTo>
                  <a:lnTo>
                    <a:pt x="183527" y="434745"/>
                  </a:lnTo>
                  <a:lnTo>
                    <a:pt x="187312" y="435330"/>
                  </a:lnTo>
                  <a:lnTo>
                    <a:pt x="191106" y="435847"/>
                  </a:lnTo>
                  <a:lnTo>
                    <a:pt x="194909" y="436299"/>
                  </a:lnTo>
                  <a:lnTo>
                    <a:pt x="198719" y="436684"/>
                  </a:lnTo>
                  <a:lnTo>
                    <a:pt x="202535" y="437002"/>
                  </a:lnTo>
                  <a:lnTo>
                    <a:pt x="206357" y="437253"/>
                  </a:lnTo>
                  <a:lnTo>
                    <a:pt x="210182" y="437437"/>
                  </a:lnTo>
                  <a:lnTo>
                    <a:pt x="214009" y="437554"/>
                  </a:lnTo>
                  <a:lnTo>
                    <a:pt x="217838" y="437604"/>
                  </a:lnTo>
                  <a:lnTo>
                    <a:pt x="221668" y="437588"/>
                  </a:lnTo>
                  <a:lnTo>
                    <a:pt x="225496" y="437504"/>
                  </a:lnTo>
                  <a:lnTo>
                    <a:pt x="229323" y="437353"/>
                  </a:lnTo>
                  <a:lnTo>
                    <a:pt x="233146" y="437135"/>
                  </a:lnTo>
                  <a:lnTo>
                    <a:pt x="236965" y="436851"/>
                  </a:lnTo>
                  <a:lnTo>
                    <a:pt x="240778" y="436499"/>
                  </a:lnTo>
                  <a:lnTo>
                    <a:pt x="244585" y="436081"/>
                  </a:lnTo>
                  <a:lnTo>
                    <a:pt x="248383" y="435597"/>
                  </a:lnTo>
                  <a:lnTo>
                    <a:pt x="252173" y="435046"/>
                  </a:lnTo>
                  <a:lnTo>
                    <a:pt x="255952" y="434429"/>
                  </a:lnTo>
                  <a:lnTo>
                    <a:pt x="259720" y="433745"/>
                  </a:lnTo>
                  <a:lnTo>
                    <a:pt x="263476" y="432996"/>
                  </a:lnTo>
                  <a:lnTo>
                    <a:pt x="267218" y="432181"/>
                  </a:lnTo>
                  <a:lnTo>
                    <a:pt x="270945" y="431301"/>
                  </a:lnTo>
                  <a:lnTo>
                    <a:pt x="274655" y="430356"/>
                  </a:lnTo>
                  <a:lnTo>
                    <a:pt x="278349" y="429346"/>
                  </a:lnTo>
                  <a:lnTo>
                    <a:pt x="282025" y="428272"/>
                  </a:lnTo>
                  <a:lnTo>
                    <a:pt x="285681" y="427133"/>
                  </a:lnTo>
                  <a:lnTo>
                    <a:pt x="289317" y="425930"/>
                  </a:lnTo>
                  <a:lnTo>
                    <a:pt x="292931" y="424664"/>
                  </a:lnTo>
                  <a:lnTo>
                    <a:pt x="296523" y="423336"/>
                  </a:lnTo>
                  <a:lnTo>
                    <a:pt x="300090" y="421944"/>
                  </a:lnTo>
                  <a:lnTo>
                    <a:pt x="303633" y="420490"/>
                  </a:lnTo>
                  <a:lnTo>
                    <a:pt x="307150" y="418974"/>
                  </a:lnTo>
                  <a:lnTo>
                    <a:pt x="310639" y="417397"/>
                  </a:lnTo>
                  <a:lnTo>
                    <a:pt x="314101" y="415760"/>
                  </a:lnTo>
                  <a:lnTo>
                    <a:pt x="317533" y="414062"/>
                  </a:lnTo>
                  <a:lnTo>
                    <a:pt x="320935" y="412304"/>
                  </a:lnTo>
                  <a:lnTo>
                    <a:pt x="324306" y="410487"/>
                  </a:lnTo>
                  <a:lnTo>
                    <a:pt x="327645" y="408611"/>
                  </a:lnTo>
                  <a:lnTo>
                    <a:pt x="330950" y="406677"/>
                  </a:lnTo>
                  <a:lnTo>
                    <a:pt x="334221" y="404685"/>
                  </a:lnTo>
                  <a:lnTo>
                    <a:pt x="337456" y="402636"/>
                  </a:lnTo>
                  <a:lnTo>
                    <a:pt x="340655" y="400532"/>
                  </a:lnTo>
                  <a:lnTo>
                    <a:pt x="343817" y="398371"/>
                  </a:lnTo>
                  <a:lnTo>
                    <a:pt x="346941" y="396156"/>
                  </a:lnTo>
                  <a:lnTo>
                    <a:pt x="350025" y="393886"/>
                  </a:lnTo>
                  <a:lnTo>
                    <a:pt x="353069" y="391562"/>
                  </a:lnTo>
                  <a:lnTo>
                    <a:pt x="356072" y="389186"/>
                  </a:lnTo>
                  <a:lnTo>
                    <a:pt x="359033" y="386757"/>
                  </a:lnTo>
                  <a:lnTo>
                    <a:pt x="361951" y="384277"/>
                  </a:lnTo>
                  <a:lnTo>
                    <a:pt x="364825" y="381747"/>
                  </a:lnTo>
                  <a:lnTo>
                    <a:pt x="367654" y="379166"/>
                  </a:lnTo>
                  <a:lnTo>
                    <a:pt x="370438" y="376536"/>
                  </a:lnTo>
                  <a:lnTo>
                    <a:pt x="373175" y="373858"/>
                  </a:lnTo>
                  <a:lnTo>
                    <a:pt x="375865" y="371133"/>
                  </a:lnTo>
                  <a:lnTo>
                    <a:pt x="378507" y="368361"/>
                  </a:lnTo>
                  <a:lnTo>
                    <a:pt x="381100" y="365543"/>
                  </a:lnTo>
                  <a:lnTo>
                    <a:pt x="383643" y="362680"/>
                  </a:lnTo>
                  <a:lnTo>
                    <a:pt x="386136" y="359773"/>
                  </a:lnTo>
                  <a:lnTo>
                    <a:pt x="388577" y="356822"/>
                  </a:lnTo>
                  <a:lnTo>
                    <a:pt x="390967" y="353830"/>
                  </a:lnTo>
                  <a:lnTo>
                    <a:pt x="393304" y="350796"/>
                  </a:lnTo>
                  <a:lnTo>
                    <a:pt x="395587" y="347722"/>
                  </a:lnTo>
                  <a:lnTo>
                    <a:pt x="397816" y="344608"/>
                  </a:lnTo>
                  <a:lnTo>
                    <a:pt x="399990" y="341456"/>
                  </a:lnTo>
                  <a:lnTo>
                    <a:pt x="402109" y="338266"/>
                  </a:lnTo>
                  <a:lnTo>
                    <a:pt x="404172" y="335039"/>
                  </a:lnTo>
                  <a:lnTo>
                    <a:pt x="406178" y="331777"/>
                  </a:lnTo>
                  <a:lnTo>
                    <a:pt x="408126" y="328481"/>
                  </a:lnTo>
                  <a:lnTo>
                    <a:pt x="410017" y="325150"/>
                  </a:lnTo>
                  <a:lnTo>
                    <a:pt x="411849" y="321787"/>
                  </a:lnTo>
                  <a:lnTo>
                    <a:pt x="413621" y="318393"/>
                  </a:lnTo>
                  <a:lnTo>
                    <a:pt x="415335" y="314968"/>
                  </a:lnTo>
                  <a:lnTo>
                    <a:pt x="416987" y="311514"/>
                  </a:lnTo>
                  <a:lnTo>
                    <a:pt x="418580" y="308031"/>
                  </a:lnTo>
                  <a:lnTo>
                    <a:pt x="420111" y="304521"/>
                  </a:lnTo>
                  <a:lnTo>
                    <a:pt x="421580" y="300985"/>
                  </a:lnTo>
                  <a:lnTo>
                    <a:pt x="422987" y="297423"/>
                  </a:lnTo>
                  <a:lnTo>
                    <a:pt x="424332" y="293837"/>
                  </a:lnTo>
                  <a:lnTo>
                    <a:pt x="425614" y="290229"/>
                  </a:lnTo>
                  <a:lnTo>
                    <a:pt x="426832" y="286598"/>
                  </a:lnTo>
                  <a:lnTo>
                    <a:pt x="427987" y="282947"/>
                  </a:lnTo>
                  <a:lnTo>
                    <a:pt x="429077" y="279276"/>
                  </a:lnTo>
                  <a:lnTo>
                    <a:pt x="430103" y="275587"/>
                  </a:lnTo>
                  <a:lnTo>
                    <a:pt x="431065" y="271880"/>
                  </a:lnTo>
                  <a:lnTo>
                    <a:pt x="431961" y="268157"/>
                  </a:lnTo>
                  <a:lnTo>
                    <a:pt x="432792" y="264419"/>
                  </a:lnTo>
                  <a:lnTo>
                    <a:pt x="433558" y="260667"/>
                  </a:lnTo>
                  <a:lnTo>
                    <a:pt x="434258" y="256902"/>
                  </a:lnTo>
                  <a:lnTo>
                    <a:pt x="434891" y="253125"/>
                  </a:lnTo>
                  <a:lnTo>
                    <a:pt x="435459" y="249338"/>
                  </a:lnTo>
                  <a:lnTo>
                    <a:pt x="435960" y="245541"/>
                  </a:lnTo>
                  <a:lnTo>
                    <a:pt x="436395" y="241737"/>
                  </a:lnTo>
                  <a:lnTo>
                    <a:pt x="436763" y="237925"/>
                  </a:lnTo>
                  <a:lnTo>
                    <a:pt x="437064" y="234107"/>
                  </a:lnTo>
                  <a:lnTo>
                    <a:pt x="437299" y="230285"/>
                  </a:lnTo>
                  <a:lnTo>
                    <a:pt x="437466" y="226459"/>
                  </a:lnTo>
                  <a:lnTo>
                    <a:pt x="437567" y="222631"/>
                  </a:lnTo>
                  <a:lnTo>
                    <a:pt x="437600" y="21880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368620" y="2658819"/>
              <a:ext cx="2406804" cy="2406827"/>
            </a:xfrm>
            <a:custGeom>
              <a:avLst/>
              <a:pathLst>
                <a:path w="2406804" h="2406827">
                  <a:moveTo>
                    <a:pt x="2406804" y="1203413"/>
                  </a:moveTo>
                  <a:lnTo>
                    <a:pt x="2406619" y="1182352"/>
                  </a:lnTo>
                  <a:lnTo>
                    <a:pt x="2406066" y="1161297"/>
                  </a:lnTo>
                  <a:lnTo>
                    <a:pt x="2405145" y="1140255"/>
                  </a:lnTo>
                  <a:lnTo>
                    <a:pt x="2403856" y="1119233"/>
                  </a:lnTo>
                  <a:lnTo>
                    <a:pt x="2402199" y="1098236"/>
                  </a:lnTo>
                  <a:lnTo>
                    <a:pt x="2400174" y="1077272"/>
                  </a:lnTo>
                  <a:lnTo>
                    <a:pt x="2397784" y="1056346"/>
                  </a:lnTo>
                  <a:lnTo>
                    <a:pt x="2395027" y="1035465"/>
                  </a:lnTo>
                  <a:lnTo>
                    <a:pt x="2391905" y="1014636"/>
                  </a:lnTo>
                  <a:lnTo>
                    <a:pt x="2388419" y="993864"/>
                  </a:lnTo>
                  <a:lnTo>
                    <a:pt x="2384570" y="973157"/>
                  </a:lnTo>
                  <a:lnTo>
                    <a:pt x="2380360" y="952520"/>
                  </a:lnTo>
                  <a:lnTo>
                    <a:pt x="2375789" y="931960"/>
                  </a:lnTo>
                  <a:lnTo>
                    <a:pt x="2370858" y="911484"/>
                  </a:lnTo>
                  <a:lnTo>
                    <a:pt x="2365570" y="891096"/>
                  </a:lnTo>
                  <a:lnTo>
                    <a:pt x="2359927" y="870804"/>
                  </a:lnTo>
                  <a:lnTo>
                    <a:pt x="2353928" y="850615"/>
                  </a:lnTo>
                  <a:lnTo>
                    <a:pt x="2347578" y="830533"/>
                  </a:lnTo>
                  <a:lnTo>
                    <a:pt x="2340877" y="810565"/>
                  </a:lnTo>
                  <a:lnTo>
                    <a:pt x="2333827" y="790718"/>
                  </a:lnTo>
                  <a:lnTo>
                    <a:pt x="2326432" y="770997"/>
                  </a:lnTo>
                  <a:lnTo>
                    <a:pt x="2318692" y="751409"/>
                  </a:lnTo>
                  <a:lnTo>
                    <a:pt x="2310611" y="731959"/>
                  </a:lnTo>
                  <a:lnTo>
                    <a:pt x="2302190" y="712654"/>
                  </a:lnTo>
                  <a:lnTo>
                    <a:pt x="2293433" y="693498"/>
                  </a:lnTo>
                  <a:lnTo>
                    <a:pt x="2284342" y="674499"/>
                  </a:lnTo>
                  <a:lnTo>
                    <a:pt x="2274920" y="655662"/>
                  </a:lnTo>
                  <a:lnTo>
                    <a:pt x="2265170" y="636993"/>
                  </a:lnTo>
                  <a:lnTo>
                    <a:pt x="2255094" y="618498"/>
                  </a:lnTo>
                  <a:lnTo>
                    <a:pt x="2244697" y="600181"/>
                  </a:lnTo>
                  <a:lnTo>
                    <a:pt x="2233980" y="582049"/>
                  </a:lnTo>
                  <a:lnTo>
                    <a:pt x="2222948" y="564108"/>
                  </a:lnTo>
                  <a:lnTo>
                    <a:pt x="2211603" y="546362"/>
                  </a:lnTo>
                  <a:lnTo>
                    <a:pt x="2199949" y="528818"/>
                  </a:lnTo>
                  <a:lnTo>
                    <a:pt x="2187991" y="511480"/>
                  </a:lnTo>
                  <a:lnTo>
                    <a:pt x="2175730" y="494355"/>
                  </a:lnTo>
                  <a:lnTo>
                    <a:pt x="2163172" y="477446"/>
                  </a:lnTo>
                  <a:lnTo>
                    <a:pt x="2150320" y="460760"/>
                  </a:lnTo>
                  <a:lnTo>
                    <a:pt x="2137178" y="444301"/>
                  </a:lnTo>
                  <a:lnTo>
                    <a:pt x="2123750" y="428075"/>
                  </a:lnTo>
                  <a:lnTo>
                    <a:pt x="2110039" y="412086"/>
                  </a:lnTo>
                  <a:lnTo>
                    <a:pt x="2096052" y="396340"/>
                  </a:lnTo>
                  <a:lnTo>
                    <a:pt x="2081790" y="380841"/>
                  </a:lnTo>
                  <a:lnTo>
                    <a:pt x="2067260" y="365594"/>
                  </a:lnTo>
                  <a:lnTo>
                    <a:pt x="2052465" y="350603"/>
                  </a:lnTo>
                  <a:lnTo>
                    <a:pt x="2037410" y="335874"/>
                  </a:lnTo>
                  <a:lnTo>
                    <a:pt x="2022099" y="321411"/>
                  </a:lnTo>
                  <a:lnTo>
                    <a:pt x="2006538" y="307217"/>
                  </a:lnTo>
                  <a:lnTo>
                    <a:pt x="1990731" y="293298"/>
                  </a:lnTo>
                  <a:lnTo>
                    <a:pt x="1974682" y="279658"/>
                  </a:lnTo>
                  <a:lnTo>
                    <a:pt x="1958397" y="266301"/>
                  </a:lnTo>
                  <a:lnTo>
                    <a:pt x="1941881" y="253231"/>
                  </a:lnTo>
                  <a:lnTo>
                    <a:pt x="1925139" y="240452"/>
                  </a:lnTo>
                  <a:lnTo>
                    <a:pt x="1908176" y="227968"/>
                  </a:lnTo>
                  <a:lnTo>
                    <a:pt x="1890996" y="215783"/>
                  </a:lnTo>
                  <a:lnTo>
                    <a:pt x="1873607" y="203900"/>
                  </a:lnTo>
                  <a:lnTo>
                    <a:pt x="1856011" y="192323"/>
                  </a:lnTo>
                  <a:lnTo>
                    <a:pt x="1838216" y="181057"/>
                  </a:lnTo>
                  <a:lnTo>
                    <a:pt x="1820227" y="170103"/>
                  </a:lnTo>
                  <a:lnTo>
                    <a:pt x="1802048" y="159466"/>
                  </a:lnTo>
                  <a:lnTo>
                    <a:pt x="1783687" y="149148"/>
                  </a:lnTo>
                  <a:lnTo>
                    <a:pt x="1765147" y="139154"/>
                  </a:lnTo>
                  <a:lnTo>
                    <a:pt x="1746435" y="129485"/>
                  </a:lnTo>
                  <a:lnTo>
                    <a:pt x="1727557" y="120146"/>
                  </a:lnTo>
                  <a:lnTo>
                    <a:pt x="1708519" y="111138"/>
                  </a:lnTo>
                  <a:lnTo>
                    <a:pt x="1689326" y="102465"/>
                  </a:lnTo>
                  <a:lnTo>
                    <a:pt x="1669983" y="94129"/>
                  </a:lnTo>
                  <a:lnTo>
                    <a:pt x="1650498" y="86133"/>
                  </a:lnTo>
                  <a:lnTo>
                    <a:pt x="1630876" y="78479"/>
                  </a:lnTo>
                  <a:lnTo>
                    <a:pt x="1611123" y="71169"/>
                  </a:lnTo>
                  <a:lnTo>
                    <a:pt x="1591245" y="64207"/>
                  </a:lnTo>
                  <a:lnTo>
                    <a:pt x="1571249" y="57593"/>
                  </a:lnTo>
                  <a:lnTo>
                    <a:pt x="1551139" y="51330"/>
                  </a:lnTo>
                  <a:lnTo>
                    <a:pt x="1530924" y="45421"/>
                  </a:lnTo>
                  <a:lnTo>
                    <a:pt x="1510607" y="39866"/>
                  </a:lnTo>
                  <a:lnTo>
                    <a:pt x="1490197" y="34667"/>
                  </a:lnTo>
                  <a:lnTo>
                    <a:pt x="1469699" y="29827"/>
                  </a:lnTo>
                  <a:lnTo>
                    <a:pt x="1449119" y="25345"/>
                  </a:lnTo>
                  <a:lnTo>
                    <a:pt x="1428464" y="21225"/>
                  </a:lnTo>
                  <a:lnTo>
                    <a:pt x="1407740" y="17467"/>
                  </a:lnTo>
                  <a:lnTo>
                    <a:pt x="1386954" y="14072"/>
                  </a:lnTo>
                  <a:lnTo>
                    <a:pt x="1366111" y="11041"/>
                  </a:lnTo>
                  <a:lnTo>
                    <a:pt x="1345218" y="8376"/>
                  </a:lnTo>
                  <a:lnTo>
                    <a:pt x="1324282" y="6077"/>
                  </a:lnTo>
                  <a:lnTo>
                    <a:pt x="1303309" y="4144"/>
                  </a:lnTo>
                  <a:lnTo>
                    <a:pt x="1282305" y="2579"/>
                  </a:lnTo>
                  <a:lnTo>
                    <a:pt x="1261277" y="1382"/>
                  </a:lnTo>
                  <a:lnTo>
                    <a:pt x="1240232" y="552"/>
                  </a:lnTo>
                  <a:lnTo>
                    <a:pt x="1219175" y="92"/>
                  </a:lnTo>
                  <a:lnTo>
                    <a:pt x="1198113" y="0"/>
                  </a:lnTo>
                  <a:lnTo>
                    <a:pt x="1177053" y="276"/>
                  </a:lnTo>
                  <a:lnTo>
                    <a:pt x="1156001" y="921"/>
                  </a:lnTo>
                  <a:lnTo>
                    <a:pt x="1134963" y="1934"/>
                  </a:lnTo>
                  <a:lnTo>
                    <a:pt x="1113947" y="3316"/>
                  </a:lnTo>
                  <a:lnTo>
                    <a:pt x="1092957" y="5065"/>
                  </a:lnTo>
                  <a:lnTo>
                    <a:pt x="1072002" y="7181"/>
                  </a:lnTo>
                  <a:lnTo>
                    <a:pt x="1051087" y="9663"/>
                  </a:lnTo>
                  <a:lnTo>
                    <a:pt x="1030218" y="12511"/>
                  </a:lnTo>
                  <a:lnTo>
                    <a:pt x="1009403" y="15724"/>
                  </a:lnTo>
                  <a:lnTo>
                    <a:pt x="988647" y="19301"/>
                  </a:lnTo>
                  <a:lnTo>
                    <a:pt x="967956" y="23240"/>
                  </a:lnTo>
                  <a:lnTo>
                    <a:pt x="947338" y="27541"/>
                  </a:lnTo>
                  <a:lnTo>
                    <a:pt x="926799" y="32202"/>
                  </a:lnTo>
                  <a:lnTo>
                    <a:pt x="906343" y="37222"/>
                  </a:lnTo>
                  <a:lnTo>
                    <a:pt x="885979" y="42599"/>
                  </a:lnTo>
                  <a:lnTo>
                    <a:pt x="865713" y="48331"/>
                  </a:lnTo>
                  <a:lnTo>
                    <a:pt x="845549" y="54418"/>
                  </a:lnTo>
                  <a:lnTo>
                    <a:pt x="825495" y="60856"/>
                  </a:lnTo>
                  <a:lnTo>
                    <a:pt x="805557" y="67644"/>
                  </a:lnTo>
                  <a:lnTo>
                    <a:pt x="785741" y="74781"/>
                  </a:lnTo>
                  <a:lnTo>
                    <a:pt x="766053" y="82263"/>
                  </a:lnTo>
                  <a:lnTo>
                    <a:pt x="746499" y="90088"/>
                  </a:lnTo>
                  <a:lnTo>
                    <a:pt x="727084" y="98254"/>
                  </a:lnTo>
                  <a:lnTo>
                    <a:pt x="707816" y="106759"/>
                  </a:lnTo>
                  <a:lnTo>
                    <a:pt x="688699" y="115600"/>
                  </a:lnTo>
                  <a:lnTo>
                    <a:pt x="669740" y="124774"/>
                  </a:lnTo>
                  <a:lnTo>
                    <a:pt x="650945" y="134278"/>
                  </a:lnTo>
                  <a:lnTo>
                    <a:pt x="632318" y="144110"/>
                  </a:lnTo>
                  <a:lnTo>
                    <a:pt x="613867" y="154267"/>
                  </a:lnTo>
                  <a:lnTo>
                    <a:pt x="595596" y="164744"/>
                  </a:lnTo>
                  <a:lnTo>
                    <a:pt x="577511" y="175540"/>
                  </a:lnTo>
                  <a:lnTo>
                    <a:pt x="559618" y="186651"/>
                  </a:lnTo>
                  <a:lnTo>
                    <a:pt x="541923" y="198073"/>
                  </a:lnTo>
                  <a:lnTo>
                    <a:pt x="524430" y="209803"/>
                  </a:lnTo>
                  <a:lnTo>
                    <a:pt x="507144" y="221838"/>
                  </a:lnTo>
                  <a:lnTo>
                    <a:pt x="490072" y="234173"/>
                  </a:lnTo>
                  <a:lnTo>
                    <a:pt x="473219" y="246805"/>
                  </a:lnTo>
                  <a:lnTo>
                    <a:pt x="456589" y="259730"/>
                  </a:lnTo>
                  <a:lnTo>
                    <a:pt x="440188" y="272944"/>
                  </a:lnTo>
                  <a:lnTo>
                    <a:pt x="424021" y="286443"/>
                  </a:lnTo>
                  <a:lnTo>
                    <a:pt x="408092" y="300223"/>
                  </a:lnTo>
                  <a:lnTo>
                    <a:pt x="392407" y="314280"/>
                  </a:lnTo>
                  <a:lnTo>
                    <a:pt x="376971" y="328609"/>
                  </a:lnTo>
                  <a:lnTo>
                    <a:pt x="361787" y="343206"/>
                  </a:lnTo>
                  <a:lnTo>
                    <a:pt x="346862" y="358066"/>
                  </a:lnTo>
                  <a:lnTo>
                    <a:pt x="332199" y="373186"/>
                  </a:lnTo>
                  <a:lnTo>
                    <a:pt x="317802" y="388559"/>
                  </a:lnTo>
                  <a:lnTo>
                    <a:pt x="303677" y="404183"/>
                  </a:lnTo>
                  <a:lnTo>
                    <a:pt x="289828" y="420051"/>
                  </a:lnTo>
                  <a:lnTo>
                    <a:pt x="276258" y="436159"/>
                  </a:lnTo>
                  <a:lnTo>
                    <a:pt x="262972" y="452502"/>
                  </a:lnTo>
                  <a:lnTo>
                    <a:pt x="249974" y="469075"/>
                  </a:lnTo>
                  <a:lnTo>
                    <a:pt x="237269" y="485873"/>
                  </a:lnTo>
                  <a:lnTo>
                    <a:pt x="224859" y="502891"/>
                  </a:lnTo>
                  <a:lnTo>
                    <a:pt x="212749" y="520123"/>
                  </a:lnTo>
                  <a:lnTo>
                    <a:pt x="200942" y="537565"/>
                  </a:lnTo>
                  <a:lnTo>
                    <a:pt x="189443" y="555210"/>
                  </a:lnTo>
                  <a:lnTo>
                    <a:pt x="178254" y="573055"/>
                  </a:lnTo>
                  <a:lnTo>
                    <a:pt x="167379" y="591092"/>
                  </a:lnTo>
                  <a:lnTo>
                    <a:pt x="156822" y="609317"/>
                  </a:lnTo>
                  <a:lnTo>
                    <a:pt x="146585" y="627723"/>
                  </a:lnTo>
                  <a:lnTo>
                    <a:pt x="136671" y="646307"/>
                  </a:lnTo>
                  <a:lnTo>
                    <a:pt x="127085" y="665060"/>
                  </a:lnTo>
                  <a:lnTo>
                    <a:pt x="117828" y="683979"/>
                  </a:lnTo>
                  <a:lnTo>
                    <a:pt x="108903" y="703057"/>
                  </a:lnTo>
                  <a:lnTo>
                    <a:pt x="100314" y="722288"/>
                  </a:lnTo>
                  <a:lnTo>
                    <a:pt x="92063" y="741666"/>
                  </a:lnTo>
                  <a:lnTo>
                    <a:pt x="84152" y="761186"/>
                  </a:lnTo>
                  <a:lnTo>
                    <a:pt x="76584" y="780842"/>
                  </a:lnTo>
                  <a:lnTo>
                    <a:pt x="69361" y="800626"/>
                  </a:lnTo>
                  <a:lnTo>
                    <a:pt x="62486" y="820534"/>
                  </a:lnTo>
                  <a:lnTo>
                    <a:pt x="55960" y="840560"/>
                  </a:lnTo>
                  <a:lnTo>
                    <a:pt x="49785" y="860696"/>
                  </a:lnTo>
                  <a:lnTo>
                    <a:pt x="43964" y="880938"/>
                  </a:lnTo>
                  <a:lnTo>
                    <a:pt x="38498" y="901278"/>
                  </a:lnTo>
                  <a:lnTo>
                    <a:pt x="33389" y="921711"/>
                  </a:lnTo>
                  <a:lnTo>
                    <a:pt x="28638" y="942230"/>
                  </a:lnTo>
                  <a:lnTo>
                    <a:pt x="24247" y="962829"/>
                  </a:lnTo>
                  <a:lnTo>
                    <a:pt x="20217" y="983502"/>
                  </a:lnTo>
                  <a:lnTo>
                    <a:pt x="16550" y="1004242"/>
                  </a:lnTo>
                  <a:lnTo>
                    <a:pt x="13246" y="1025044"/>
                  </a:lnTo>
                  <a:lnTo>
                    <a:pt x="10306" y="1045900"/>
                  </a:lnTo>
                  <a:lnTo>
                    <a:pt x="7732" y="1066804"/>
                  </a:lnTo>
                  <a:lnTo>
                    <a:pt x="5525" y="1087750"/>
                  </a:lnTo>
                  <a:lnTo>
                    <a:pt x="3684" y="1108731"/>
                  </a:lnTo>
                  <a:lnTo>
                    <a:pt x="2211" y="1129741"/>
                  </a:lnTo>
                  <a:lnTo>
                    <a:pt x="1105" y="1150774"/>
                  </a:lnTo>
                  <a:lnTo>
                    <a:pt x="368" y="1171823"/>
                  </a:lnTo>
                  <a:lnTo>
                    <a:pt x="0" y="1192882"/>
                  </a:lnTo>
                  <a:lnTo>
                    <a:pt x="0" y="1213944"/>
                  </a:lnTo>
                  <a:lnTo>
                    <a:pt x="368" y="1235003"/>
                  </a:lnTo>
                  <a:lnTo>
                    <a:pt x="1105" y="1256052"/>
                  </a:lnTo>
                  <a:lnTo>
                    <a:pt x="2211" y="1277085"/>
                  </a:lnTo>
                  <a:lnTo>
                    <a:pt x="3684" y="1298095"/>
                  </a:lnTo>
                  <a:lnTo>
                    <a:pt x="5525" y="1319077"/>
                  </a:lnTo>
                  <a:lnTo>
                    <a:pt x="7732" y="1340023"/>
                  </a:lnTo>
                  <a:lnTo>
                    <a:pt x="10306" y="1360927"/>
                  </a:lnTo>
                  <a:lnTo>
                    <a:pt x="13246" y="1381782"/>
                  </a:lnTo>
                  <a:lnTo>
                    <a:pt x="16550" y="1402584"/>
                  </a:lnTo>
                  <a:lnTo>
                    <a:pt x="20217" y="1423324"/>
                  </a:lnTo>
                  <a:lnTo>
                    <a:pt x="24247" y="1443997"/>
                  </a:lnTo>
                  <a:lnTo>
                    <a:pt x="28638" y="1464596"/>
                  </a:lnTo>
                  <a:lnTo>
                    <a:pt x="33389" y="1485115"/>
                  </a:lnTo>
                  <a:lnTo>
                    <a:pt x="38498" y="1505548"/>
                  </a:lnTo>
                  <a:lnTo>
                    <a:pt x="43964" y="1525888"/>
                  </a:lnTo>
                  <a:lnTo>
                    <a:pt x="49785" y="1546130"/>
                  </a:lnTo>
                  <a:lnTo>
                    <a:pt x="55960" y="1566266"/>
                  </a:lnTo>
                  <a:lnTo>
                    <a:pt x="62486" y="1586292"/>
                  </a:lnTo>
                  <a:lnTo>
                    <a:pt x="69361" y="1606200"/>
                  </a:lnTo>
                  <a:lnTo>
                    <a:pt x="76584" y="1625985"/>
                  </a:lnTo>
                  <a:lnTo>
                    <a:pt x="84152" y="1645640"/>
                  </a:lnTo>
                  <a:lnTo>
                    <a:pt x="92063" y="1665160"/>
                  </a:lnTo>
                  <a:lnTo>
                    <a:pt x="100314" y="1684538"/>
                  </a:lnTo>
                  <a:lnTo>
                    <a:pt x="108903" y="1703769"/>
                  </a:lnTo>
                  <a:lnTo>
                    <a:pt x="117828" y="1722847"/>
                  </a:lnTo>
                  <a:lnTo>
                    <a:pt x="127085" y="1741766"/>
                  </a:lnTo>
                  <a:lnTo>
                    <a:pt x="136671" y="1760520"/>
                  </a:lnTo>
                  <a:lnTo>
                    <a:pt x="146585" y="1779103"/>
                  </a:lnTo>
                  <a:lnTo>
                    <a:pt x="156822" y="1797510"/>
                  </a:lnTo>
                  <a:lnTo>
                    <a:pt x="167379" y="1815734"/>
                  </a:lnTo>
                  <a:lnTo>
                    <a:pt x="178254" y="1833772"/>
                  </a:lnTo>
                  <a:lnTo>
                    <a:pt x="189443" y="1851616"/>
                  </a:lnTo>
                  <a:lnTo>
                    <a:pt x="200942" y="1869261"/>
                  </a:lnTo>
                  <a:lnTo>
                    <a:pt x="212749" y="1886703"/>
                  </a:lnTo>
                  <a:lnTo>
                    <a:pt x="224859" y="1903935"/>
                  </a:lnTo>
                  <a:lnTo>
                    <a:pt x="237269" y="1920953"/>
                  </a:lnTo>
                  <a:lnTo>
                    <a:pt x="249974" y="1937751"/>
                  </a:lnTo>
                  <a:lnTo>
                    <a:pt x="262972" y="1954324"/>
                  </a:lnTo>
                  <a:lnTo>
                    <a:pt x="276258" y="1970667"/>
                  </a:lnTo>
                  <a:lnTo>
                    <a:pt x="289828" y="1986775"/>
                  </a:lnTo>
                  <a:lnTo>
                    <a:pt x="303677" y="2002644"/>
                  </a:lnTo>
                  <a:lnTo>
                    <a:pt x="317802" y="2018267"/>
                  </a:lnTo>
                  <a:lnTo>
                    <a:pt x="332199" y="2033641"/>
                  </a:lnTo>
                  <a:lnTo>
                    <a:pt x="346862" y="2048760"/>
                  </a:lnTo>
                  <a:lnTo>
                    <a:pt x="361787" y="2063620"/>
                  </a:lnTo>
                  <a:lnTo>
                    <a:pt x="376971" y="2078217"/>
                  </a:lnTo>
                  <a:lnTo>
                    <a:pt x="392407" y="2092546"/>
                  </a:lnTo>
                  <a:lnTo>
                    <a:pt x="408092" y="2106603"/>
                  </a:lnTo>
                  <a:lnTo>
                    <a:pt x="424021" y="2120383"/>
                  </a:lnTo>
                  <a:lnTo>
                    <a:pt x="440188" y="2133882"/>
                  </a:lnTo>
                  <a:lnTo>
                    <a:pt x="456589" y="2147096"/>
                  </a:lnTo>
                  <a:lnTo>
                    <a:pt x="473219" y="2160021"/>
                  </a:lnTo>
                  <a:lnTo>
                    <a:pt x="490072" y="2172653"/>
                  </a:lnTo>
                  <a:lnTo>
                    <a:pt x="507144" y="2184988"/>
                  </a:lnTo>
                  <a:lnTo>
                    <a:pt x="524430" y="2197023"/>
                  </a:lnTo>
                  <a:lnTo>
                    <a:pt x="541923" y="2208753"/>
                  </a:lnTo>
                  <a:lnTo>
                    <a:pt x="559618" y="2220175"/>
                  </a:lnTo>
                  <a:lnTo>
                    <a:pt x="577511" y="2231286"/>
                  </a:lnTo>
                  <a:lnTo>
                    <a:pt x="595596" y="2242082"/>
                  </a:lnTo>
                  <a:lnTo>
                    <a:pt x="613867" y="2252559"/>
                  </a:lnTo>
                  <a:lnTo>
                    <a:pt x="632318" y="2262716"/>
                  </a:lnTo>
                  <a:lnTo>
                    <a:pt x="650945" y="2272548"/>
                  </a:lnTo>
                  <a:lnTo>
                    <a:pt x="669740" y="2282052"/>
                  </a:lnTo>
                  <a:lnTo>
                    <a:pt x="688699" y="2291226"/>
                  </a:lnTo>
                  <a:lnTo>
                    <a:pt x="707816" y="2300067"/>
                  </a:lnTo>
                  <a:lnTo>
                    <a:pt x="727084" y="2308572"/>
                  </a:lnTo>
                  <a:lnTo>
                    <a:pt x="746499" y="2316738"/>
                  </a:lnTo>
                  <a:lnTo>
                    <a:pt x="766053" y="2324564"/>
                  </a:lnTo>
                  <a:lnTo>
                    <a:pt x="785741" y="2332045"/>
                  </a:lnTo>
                  <a:lnTo>
                    <a:pt x="805557" y="2339182"/>
                  </a:lnTo>
                  <a:lnTo>
                    <a:pt x="825495" y="2345970"/>
                  </a:lnTo>
                  <a:lnTo>
                    <a:pt x="845549" y="2352408"/>
                  </a:lnTo>
                  <a:lnTo>
                    <a:pt x="865713" y="2358495"/>
                  </a:lnTo>
                  <a:lnTo>
                    <a:pt x="885979" y="2364227"/>
                  </a:lnTo>
                  <a:lnTo>
                    <a:pt x="906343" y="2369604"/>
                  </a:lnTo>
                  <a:lnTo>
                    <a:pt x="926799" y="2374624"/>
                  </a:lnTo>
                  <a:lnTo>
                    <a:pt x="947338" y="2379285"/>
                  </a:lnTo>
                  <a:lnTo>
                    <a:pt x="967956" y="2383586"/>
                  </a:lnTo>
                  <a:lnTo>
                    <a:pt x="988647" y="2387526"/>
                  </a:lnTo>
                  <a:lnTo>
                    <a:pt x="1009403" y="2391102"/>
                  </a:lnTo>
                  <a:lnTo>
                    <a:pt x="1030218" y="2394315"/>
                  </a:lnTo>
                  <a:lnTo>
                    <a:pt x="1051087" y="2397163"/>
                  </a:lnTo>
                  <a:lnTo>
                    <a:pt x="1072002" y="2399646"/>
                  </a:lnTo>
                  <a:lnTo>
                    <a:pt x="1092957" y="2401762"/>
                  </a:lnTo>
                  <a:lnTo>
                    <a:pt x="1113947" y="2403511"/>
                  </a:lnTo>
                  <a:lnTo>
                    <a:pt x="1134963" y="2404892"/>
                  </a:lnTo>
                  <a:lnTo>
                    <a:pt x="1156001" y="2405905"/>
                  </a:lnTo>
                  <a:lnTo>
                    <a:pt x="1177053" y="2406550"/>
                  </a:lnTo>
                  <a:lnTo>
                    <a:pt x="1198113" y="2406827"/>
                  </a:lnTo>
                  <a:lnTo>
                    <a:pt x="1219175" y="2406735"/>
                  </a:lnTo>
                  <a:lnTo>
                    <a:pt x="1240232" y="2406274"/>
                  </a:lnTo>
                  <a:lnTo>
                    <a:pt x="1261277" y="2405445"/>
                  </a:lnTo>
                  <a:lnTo>
                    <a:pt x="1282305" y="2404247"/>
                  </a:lnTo>
                  <a:lnTo>
                    <a:pt x="1303309" y="2402682"/>
                  </a:lnTo>
                  <a:lnTo>
                    <a:pt x="1324282" y="2400749"/>
                  </a:lnTo>
                  <a:lnTo>
                    <a:pt x="1345218" y="2398450"/>
                  </a:lnTo>
                  <a:lnTo>
                    <a:pt x="1366111" y="2395785"/>
                  </a:lnTo>
                  <a:lnTo>
                    <a:pt x="1386954" y="2392754"/>
                  </a:lnTo>
                  <a:lnTo>
                    <a:pt x="1407740" y="2389359"/>
                  </a:lnTo>
                  <a:lnTo>
                    <a:pt x="1428464" y="2385601"/>
                  </a:lnTo>
                  <a:lnTo>
                    <a:pt x="1449119" y="2381481"/>
                  </a:lnTo>
                  <a:lnTo>
                    <a:pt x="1469699" y="2377000"/>
                  </a:lnTo>
                  <a:lnTo>
                    <a:pt x="1490197" y="2372159"/>
                  </a:lnTo>
                  <a:lnTo>
                    <a:pt x="1510607" y="2366960"/>
                  </a:lnTo>
                  <a:lnTo>
                    <a:pt x="1530924" y="2361405"/>
                  </a:lnTo>
                  <a:lnTo>
                    <a:pt x="1551139" y="2355496"/>
                  </a:lnTo>
                  <a:lnTo>
                    <a:pt x="1571249" y="2349233"/>
                  </a:lnTo>
                  <a:lnTo>
                    <a:pt x="1591245" y="2342619"/>
                  </a:lnTo>
                  <a:lnTo>
                    <a:pt x="1611123" y="2335657"/>
                  </a:lnTo>
                  <a:lnTo>
                    <a:pt x="1630876" y="2328348"/>
                  </a:lnTo>
                  <a:lnTo>
                    <a:pt x="1650498" y="2320694"/>
                  </a:lnTo>
                  <a:lnTo>
                    <a:pt x="1669983" y="2312697"/>
                  </a:lnTo>
                  <a:lnTo>
                    <a:pt x="1689326" y="2304362"/>
                  </a:lnTo>
                  <a:lnTo>
                    <a:pt x="1708519" y="2295688"/>
                  </a:lnTo>
                  <a:lnTo>
                    <a:pt x="1727557" y="2286681"/>
                  </a:lnTo>
                  <a:lnTo>
                    <a:pt x="1746435" y="2277341"/>
                  </a:lnTo>
                  <a:lnTo>
                    <a:pt x="1765147" y="2267673"/>
                  </a:lnTo>
                  <a:lnTo>
                    <a:pt x="1783687" y="2257678"/>
                  </a:lnTo>
                  <a:lnTo>
                    <a:pt x="1802048" y="2247361"/>
                  </a:lnTo>
                  <a:lnTo>
                    <a:pt x="1820227" y="2236723"/>
                  </a:lnTo>
                  <a:lnTo>
                    <a:pt x="1838216" y="2225770"/>
                  </a:lnTo>
                  <a:lnTo>
                    <a:pt x="1856011" y="2214503"/>
                  </a:lnTo>
                  <a:lnTo>
                    <a:pt x="1873607" y="2202926"/>
                  </a:lnTo>
                  <a:lnTo>
                    <a:pt x="1890996" y="2191043"/>
                  </a:lnTo>
                  <a:lnTo>
                    <a:pt x="1908176" y="2178858"/>
                  </a:lnTo>
                  <a:lnTo>
                    <a:pt x="1925139" y="2166374"/>
                  </a:lnTo>
                  <a:lnTo>
                    <a:pt x="1941881" y="2153595"/>
                  </a:lnTo>
                  <a:lnTo>
                    <a:pt x="1958397" y="2140525"/>
                  </a:lnTo>
                  <a:lnTo>
                    <a:pt x="1974682" y="2127168"/>
                  </a:lnTo>
                  <a:lnTo>
                    <a:pt x="1990731" y="2113528"/>
                  </a:lnTo>
                  <a:lnTo>
                    <a:pt x="2006538" y="2099609"/>
                  </a:lnTo>
                  <a:lnTo>
                    <a:pt x="2022099" y="2085416"/>
                  </a:lnTo>
                  <a:lnTo>
                    <a:pt x="2037410" y="2070952"/>
                  </a:lnTo>
                  <a:lnTo>
                    <a:pt x="2052465" y="2056223"/>
                  </a:lnTo>
                  <a:lnTo>
                    <a:pt x="2067260" y="2041232"/>
                  </a:lnTo>
                  <a:lnTo>
                    <a:pt x="2081790" y="2025985"/>
                  </a:lnTo>
                  <a:lnTo>
                    <a:pt x="2096052" y="2010486"/>
                  </a:lnTo>
                  <a:lnTo>
                    <a:pt x="2110039" y="1994740"/>
                  </a:lnTo>
                  <a:lnTo>
                    <a:pt x="2123750" y="1978751"/>
                  </a:lnTo>
                  <a:lnTo>
                    <a:pt x="2137178" y="1962525"/>
                  </a:lnTo>
                  <a:lnTo>
                    <a:pt x="2150320" y="1946066"/>
                  </a:lnTo>
                  <a:lnTo>
                    <a:pt x="2163172" y="1929380"/>
                  </a:lnTo>
                  <a:lnTo>
                    <a:pt x="2175730" y="1912472"/>
                  </a:lnTo>
                  <a:lnTo>
                    <a:pt x="2187991" y="1895346"/>
                  </a:lnTo>
                  <a:lnTo>
                    <a:pt x="2199949" y="1878008"/>
                  </a:lnTo>
                  <a:lnTo>
                    <a:pt x="2211603" y="1860464"/>
                  </a:lnTo>
                  <a:lnTo>
                    <a:pt x="2222948" y="1842718"/>
                  </a:lnTo>
                  <a:lnTo>
                    <a:pt x="2233980" y="1824777"/>
                  </a:lnTo>
                  <a:lnTo>
                    <a:pt x="2244697" y="1806645"/>
                  </a:lnTo>
                  <a:lnTo>
                    <a:pt x="2255094" y="1788329"/>
                  </a:lnTo>
                  <a:lnTo>
                    <a:pt x="2265170" y="1769833"/>
                  </a:lnTo>
                  <a:lnTo>
                    <a:pt x="2274920" y="1751164"/>
                  </a:lnTo>
                  <a:lnTo>
                    <a:pt x="2284342" y="1732327"/>
                  </a:lnTo>
                  <a:lnTo>
                    <a:pt x="2293433" y="1713328"/>
                  </a:lnTo>
                  <a:lnTo>
                    <a:pt x="2302190" y="1694173"/>
                  </a:lnTo>
                  <a:lnTo>
                    <a:pt x="2310611" y="1674867"/>
                  </a:lnTo>
                  <a:lnTo>
                    <a:pt x="2318692" y="1655417"/>
                  </a:lnTo>
                  <a:lnTo>
                    <a:pt x="2326432" y="1635829"/>
                  </a:lnTo>
                  <a:lnTo>
                    <a:pt x="2333827" y="1616108"/>
                  </a:lnTo>
                  <a:lnTo>
                    <a:pt x="2340877" y="1596261"/>
                  </a:lnTo>
                  <a:lnTo>
                    <a:pt x="2347578" y="1576293"/>
                  </a:lnTo>
                  <a:lnTo>
                    <a:pt x="2353928" y="1556212"/>
                  </a:lnTo>
                  <a:lnTo>
                    <a:pt x="2359927" y="1536022"/>
                  </a:lnTo>
                  <a:lnTo>
                    <a:pt x="2365570" y="1515730"/>
                  </a:lnTo>
                  <a:lnTo>
                    <a:pt x="2370858" y="1495343"/>
                  </a:lnTo>
                  <a:lnTo>
                    <a:pt x="2375789" y="1474866"/>
                  </a:lnTo>
                  <a:lnTo>
                    <a:pt x="2380360" y="1454306"/>
                  </a:lnTo>
                  <a:lnTo>
                    <a:pt x="2384570" y="1433669"/>
                  </a:lnTo>
                  <a:lnTo>
                    <a:pt x="2388419" y="1412962"/>
                  </a:lnTo>
                  <a:lnTo>
                    <a:pt x="2391905" y="1392190"/>
                  </a:lnTo>
                  <a:lnTo>
                    <a:pt x="2395027" y="1371361"/>
                  </a:lnTo>
                  <a:lnTo>
                    <a:pt x="2397784" y="1350480"/>
                  </a:lnTo>
                  <a:lnTo>
                    <a:pt x="2400174" y="1329554"/>
                  </a:lnTo>
                  <a:lnTo>
                    <a:pt x="2402199" y="1308590"/>
                  </a:lnTo>
                  <a:lnTo>
                    <a:pt x="2403856" y="1287593"/>
                  </a:lnTo>
                  <a:lnTo>
                    <a:pt x="2405145" y="1266571"/>
                  </a:lnTo>
                  <a:lnTo>
                    <a:pt x="2406066" y="1245529"/>
                  </a:lnTo>
                  <a:lnTo>
                    <a:pt x="2406619" y="1224474"/>
                  </a:lnTo>
                  <a:lnTo>
                    <a:pt x="2406804" y="1203413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lnTo>
                    <a:pt x="4376007" y="2188024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4448294" y="1307520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439796" y="6338098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6351259" y="2044414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088252" y="3823920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351259" y="5601105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" name="pg21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572000" y="1674187"/>
              <a:ext cx="0" cy="1969241"/>
            </a:xfrm>
            <a:custGeom>
              <a:avLst/>
              <a:pathLst>
                <a:path w="0" h="1969241">
                  <a:moveTo>
                    <a:pt x="0" y="196924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726718" y="2315051"/>
              <a:ext cx="1392463" cy="1392463"/>
            </a:xfrm>
            <a:custGeom>
              <a:avLst/>
              <a:pathLst>
                <a:path w="1392463" h="1392463">
                  <a:moveTo>
                    <a:pt x="0" y="1392463"/>
                  </a:moveTo>
                  <a:lnTo>
                    <a:pt x="1392463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90804" y="3862233"/>
              <a:ext cx="1969241" cy="0"/>
            </a:xfrm>
            <a:custGeom>
              <a:avLst/>
              <a:pathLst>
                <a:path w="1969241" h="0">
                  <a:moveTo>
                    <a:pt x="0" y="0"/>
                  </a:moveTo>
                  <a:lnTo>
                    <a:pt x="196924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26718" y="4016951"/>
              <a:ext cx="1392463" cy="1392463"/>
            </a:xfrm>
            <a:custGeom>
              <a:avLst/>
              <a:pathLst>
                <a:path w="1392463" h="1392463">
                  <a:moveTo>
                    <a:pt x="0" y="0"/>
                  </a:moveTo>
                  <a:lnTo>
                    <a:pt x="1392463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72000" y="4081037"/>
              <a:ext cx="0" cy="1969241"/>
            </a:xfrm>
            <a:custGeom>
              <a:avLst/>
              <a:pathLst>
                <a:path w="0" h="1969241">
                  <a:moveTo>
                    <a:pt x="0" y="0"/>
                  </a:moveTo>
                  <a:lnTo>
                    <a:pt x="0" y="196924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024818" y="4016951"/>
              <a:ext cx="1392463" cy="1392463"/>
            </a:xfrm>
            <a:custGeom>
              <a:avLst/>
              <a:pathLst>
                <a:path w="1392463" h="1392463">
                  <a:moveTo>
                    <a:pt x="1392463" y="0"/>
                  </a:moveTo>
                  <a:lnTo>
                    <a:pt x="0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83954" y="3862233"/>
              <a:ext cx="1969241" cy="0"/>
            </a:xfrm>
            <a:custGeom>
              <a:avLst/>
              <a:pathLst>
                <a:path w="1969241" h="0">
                  <a:moveTo>
                    <a:pt x="196924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024818" y="2315051"/>
              <a:ext cx="1392463" cy="1392463"/>
            </a:xfrm>
            <a:custGeom>
              <a:avLst/>
              <a:pathLst>
                <a:path w="1392463" h="1392463">
                  <a:moveTo>
                    <a:pt x="1392463" y="1392463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290694" y="3201164"/>
              <a:ext cx="1037176" cy="1237917"/>
            </a:xfrm>
            <a:custGeom>
              <a:avLst/>
              <a:pathLst>
                <a:path w="1037176" h="1237917">
                  <a:moveTo>
                    <a:pt x="281305" y="442264"/>
                  </a:moveTo>
                  <a:lnTo>
                    <a:pt x="942374" y="0"/>
                  </a:lnTo>
                  <a:lnTo>
                    <a:pt x="1037176" y="661068"/>
                  </a:lnTo>
                  <a:lnTo>
                    <a:pt x="562611" y="942374"/>
                  </a:lnTo>
                  <a:lnTo>
                    <a:pt x="281305" y="1237917"/>
                  </a:lnTo>
                  <a:lnTo>
                    <a:pt x="126587" y="815786"/>
                  </a:lnTo>
                  <a:lnTo>
                    <a:pt x="62501" y="661068"/>
                  </a:lnTo>
                  <a:lnTo>
                    <a:pt x="0" y="379762"/>
                  </a:lnTo>
                  <a:lnTo>
                    <a:pt x="281305" y="442264"/>
                  </a:lnTo>
                </a:path>
              </a:pathLst>
            </a:custGeom>
            <a:ln w="31166" cap="flat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536729" y="3608158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5197798" y="3165894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292600" y="3826962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818035" y="4108268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536729" y="4403811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382011" y="3981681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317925" y="3826962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255423" y="3545657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536729" y="3608158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265455" y="3621597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231692" y="2636976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197930" y="1652356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2026-03-19T04:05:44Z</dcterms:modified>
  <cp:category/>
</cp:coreProperties>
</file>