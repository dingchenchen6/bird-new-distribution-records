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64433" y="443936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90694" y="3201164"/>
              <a:ext cx="1037176" cy="1237917"/>
            </a:xfrm>
            <a:custGeom>
              <a:avLst/>
              <a:pathLst>
                <a:path w="1037176" h="1237917">
                  <a:moveTo>
                    <a:pt x="281305" y="442264"/>
                  </a:moveTo>
                  <a:lnTo>
                    <a:pt x="942374" y="0"/>
                  </a:lnTo>
                  <a:lnTo>
                    <a:pt x="1037176" y="661068"/>
                  </a:lnTo>
                  <a:lnTo>
                    <a:pt x="562611" y="942374"/>
                  </a:lnTo>
                  <a:lnTo>
                    <a:pt x="281305" y="1237917"/>
                  </a:lnTo>
                  <a:lnTo>
                    <a:pt x="126587" y="815786"/>
                  </a:lnTo>
                  <a:lnTo>
                    <a:pt x="62501" y="661068"/>
                  </a:lnTo>
                  <a:lnTo>
                    <a:pt x="0" y="379762"/>
                  </a:lnTo>
                  <a:lnTo>
                    <a:pt x="281305" y="442264"/>
                  </a:lnTo>
                </a:path>
              </a:pathLst>
            </a:custGeom>
            <a:ln w="31166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97798" y="3165894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92600" y="382696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818035" y="410826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40381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55423" y="354565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2026-03-19T05:58:30Z</dcterms:modified>
  <cp:category/>
</cp:coreProperties>
</file>