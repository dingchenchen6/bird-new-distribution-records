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98639" y="444515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38789" y="2855732"/>
              <a:ext cx="1005668" cy="1225305"/>
            </a:xfrm>
            <a:custGeom>
              <a:avLst/>
              <a:pathLst>
                <a:path w="1005668" h="1225305">
                  <a:moveTo>
                    <a:pt x="433210" y="0"/>
                  </a:moveTo>
                  <a:lnTo>
                    <a:pt x="1005668" y="434043"/>
                  </a:lnTo>
                  <a:lnTo>
                    <a:pt x="848939" y="1006501"/>
                  </a:lnTo>
                  <a:lnTo>
                    <a:pt x="587929" y="1161219"/>
                  </a:lnTo>
                  <a:lnTo>
                    <a:pt x="433210" y="1225305"/>
                  </a:lnTo>
                  <a:lnTo>
                    <a:pt x="278492" y="1161219"/>
                  </a:lnTo>
                  <a:lnTo>
                    <a:pt x="214406" y="1006501"/>
                  </a:lnTo>
                  <a:lnTo>
                    <a:pt x="0" y="573290"/>
                  </a:lnTo>
                  <a:lnTo>
                    <a:pt x="433210" y="0"/>
                  </a:lnTo>
                </a:path>
              </a:pathLst>
            </a:custGeom>
            <a:ln w="31166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282046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09187" y="3254505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952458" y="382696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03518" y="339375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282046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2026-03-18T22:01:51Z</dcterms:modified>
  <cp:category/>
</cp:coreProperties>
</file>