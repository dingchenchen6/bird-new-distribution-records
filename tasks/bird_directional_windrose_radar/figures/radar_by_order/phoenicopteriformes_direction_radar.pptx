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12687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882276"/>
              <a:ext cx="9004821" cy="59061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20199" y="69589"/>
              <a:ext cx="8903601" cy="812687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3849158" y="392582"/>
              <a:ext cx="1445682" cy="1353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Phoenicopteriformes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43929" y="932887"/>
              <a:ext cx="7256141" cy="58049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277780" y="5580101"/>
              <a:ext cx="506189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796416" y="3794295"/>
              <a:ext cx="246928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295989" y="2006000"/>
              <a:ext cx="487981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2125" y="3615462"/>
              <a:ext cx="439757" cy="439761"/>
            </a:xfrm>
            <a:custGeom>
              <a:avLst/>
              <a:pathLst>
                <a:path w="439757" h="439761">
                  <a:moveTo>
                    <a:pt x="439757" y="219880"/>
                  </a:moveTo>
                  <a:lnTo>
                    <a:pt x="439724" y="216032"/>
                  </a:lnTo>
                  <a:lnTo>
                    <a:pt x="439623" y="212185"/>
                  </a:lnTo>
                  <a:lnTo>
                    <a:pt x="439454" y="208341"/>
                  </a:lnTo>
                  <a:lnTo>
                    <a:pt x="439219" y="204500"/>
                  </a:lnTo>
                  <a:lnTo>
                    <a:pt x="438916" y="200663"/>
                  </a:lnTo>
                  <a:lnTo>
                    <a:pt x="438546" y="196833"/>
                  </a:lnTo>
                  <a:lnTo>
                    <a:pt x="438109" y="193009"/>
                  </a:lnTo>
                  <a:lnTo>
                    <a:pt x="437605" y="189194"/>
                  </a:lnTo>
                  <a:lnTo>
                    <a:pt x="437035" y="185388"/>
                  </a:lnTo>
                  <a:lnTo>
                    <a:pt x="436398" y="181593"/>
                  </a:lnTo>
                  <a:lnTo>
                    <a:pt x="435695" y="177809"/>
                  </a:lnTo>
                  <a:lnTo>
                    <a:pt x="434926" y="174039"/>
                  </a:lnTo>
                  <a:lnTo>
                    <a:pt x="434090" y="170282"/>
                  </a:lnTo>
                  <a:lnTo>
                    <a:pt x="433190" y="166541"/>
                  </a:lnTo>
                  <a:lnTo>
                    <a:pt x="432223" y="162816"/>
                  </a:lnTo>
                  <a:lnTo>
                    <a:pt x="431192" y="159108"/>
                  </a:lnTo>
                  <a:lnTo>
                    <a:pt x="430096" y="155419"/>
                  </a:lnTo>
                  <a:lnTo>
                    <a:pt x="428936" y="151750"/>
                  </a:lnTo>
                  <a:lnTo>
                    <a:pt x="427712" y="148102"/>
                  </a:lnTo>
                  <a:lnTo>
                    <a:pt x="426423" y="144475"/>
                  </a:lnTo>
                  <a:lnTo>
                    <a:pt x="425072" y="140872"/>
                  </a:lnTo>
                  <a:lnTo>
                    <a:pt x="423658" y="137293"/>
                  </a:lnTo>
                  <a:lnTo>
                    <a:pt x="422181" y="133739"/>
                  </a:lnTo>
                  <a:lnTo>
                    <a:pt x="420643" y="130212"/>
                  </a:lnTo>
                  <a:lnTo>
                    <a:pt x="419043" y="126712"/>
                  </a:lnTo>
                  <a:lnTo>
                    <a:pt x="417382" y="123240"/>
                  </a:lnTo>
                  <a:lnTo>
                    <a:pt x="415660" y="119799"/>
                  </a:lnTo>
                  <a:lnTo>
                    <a:pt x="413879" y="116387"/>
                  </a:lnTo>
                  <a:lnTo>
                    <a:pt x="412038" y="113008"/>
                  </a:lnTo>
                  <a:lnTo>
                    <a:pt x="410138" y="109661"/>
                  </a:lnTo>
                  <a:lnTo>
                    <a:pt x="408180" y="106348"/>
                  </a:lnTo>
                  <a:lnTo>
                    <a:pt x="406164" y="103070"/>
                  </a:lnTo>
                  <a:lnTo>
                    <a:pt x="404091" y="99828"/>
                  </a:lnTo>
                  <a:lnTo>
                    <a:pt x="401962" y="96622"/>
                  </a:lnTo>
                  <a:lnTo>
                    <a:pt x="399777" y="93454"/>
                  </a:lnTo>
                  <a:lnTo>
                    <a:pt x="397537" y="90325"/>
                  </a:lnTo>
                  <a:lnTo>
                    <a:pt x="395242" y="87236"/>
                  </a:lnTo>
                  <a:lnTo>
                    <a:pt x="392894" y="84187"/>
                  </a:lnTo>
                  <a:lnTo>
                    <a:pt x="390493" y="81180"/>
                  </a:lnTo>
                  <a:lnTo>
                    <a:pt x="388039" y="78215"/>
                  </a:lnTo>
                  <a:lnTo>
                    <a:pt x="385534" y="75294"/>
                  </a:lnTo>
                  <a:lnTo>
                    <a:pt x="382978" y="72417"/>
                  </a:lnTo>
                  <a:lnTo>
                    <a:pt x="380373" y="69585"/>
                  </a:lnTo>
                  <a:lnTo>
                    <a:pt x="377718" y="66799"/>
                  </a:lnTo>
                  <a:lnTo>
                    <a:pt x="375014" y="64060"/>
                  </a:lnTo>
                  <a:lnTo>
                    <a:pt x="372264" y="61369"/>
                  </a:lnTo>
                  <a:lnTo>
                    <a:pt x="369466" y="58726"/>
                  </a:lnTo>
                  <a:lnTo>
                    <a:pt x="366623" y="56133"/>
                  </a:lnTo>
                  <a:lnTo>
                    <a:pt x="363735" y="53589"/>
                  </a:lnTo>
                  <a:lnTo>
                    <a:pt x="360802" y="51097"/>
                  </a:lnTo>
                  <a:lnTo>
                    <a:pt x="357827" y="48657"/>
                  </a:lnTo>
                  <a:lnTo>
                    <a:pt x="354809" y="46269"/>
                  </a:lnTo>
                  <a:lnTo>
                    <a:pt x="351750" y="43934"/>
                  </a:lnTo>
                  <a:lnTo>
                    <a:pt x="348651" y="41653"/>
                  </a:lnTo>
                  <a:lnTo>
                    <a:pt x="345512" y="39426"/>
                  </a:lnTo>
                  <a:lnTo>
                    <a:pt x="342334" y="37255"/>
                  </a:lnTo>
                  <a:lnTo>
                    <a:pt x="339120" y="35140"/>
                  </a:lnTo>
                  <a:lnTo>
                    <a:pt x="335868" y="33081"/>
                  </a:lnTo>
                  <a:lnTo>
                    <a:pt x="332581" y="31080"/>
                  </a:lnTo>
                  <a:lnTo>
                    <a:pt x="329260" y="29136"/>
                  </a:lnTo>
                  <a:lnTo>
                    <a:pt x="325905" y="27251"/>
                  </a:lnTo>
                  <a:lnTo>
                    <a:pt x="322517" y="25425"/>
                  </a:lnTo>
                  <a:lnTo>
                    <a:pt x="319098" y="23658"/>
                  </a:lnTo>
                  <a:lnTo>
                    <a:pt x="315649" y="21952"/>
                  </a:lnTo>
                  <a:lnTo>
                    <a:pt x="312171" y="20306"/>
                  </a:lnTo>
                  <a:lnTo>
                    <a:pt x="308664" y="18721"/>
                  </a:lnTo>
                  <a:lnTo>
                    <a:pt x="305130" y="17198"/>
                  </a:lnTo>
                  <a:lnTo>
                    <a:pt x="301569" y="15737"/>
                  </a:lnTo>
                  <a:lnTo>
                    <a:pt x="297984" y="14339"/>
                  </a:lnTo>
                  <a:lnTo>
                    <a:pt x="294375" y="13003"/>
                  </a:lnTo>
                  <a:lnTo>
                    <a:pt x="290743" y="11731"/>
                  </a:lnTo>
                  <a:lnTo>
                    <a:pt x="287089" y="10523"/>
                  </a:lnTo>
                  <a:lnTo>
                    <a:pt x="283415" y="9378"/>
                  </a:lnTo>
                  <a:lnTo>
                    <a:pt x="279721" y="8299"/>
                  </a:lnTo>
                  <a:lnTo>
                    <a:pt x="276009" y="7284"/>
                  </a:lnTo>
                  <a:lnTo>
                    <a:pt x="272280" y="6334"/>
                  </a:lnTo>
                  <a:lnTo>
                    <a:pt x="268535" y="5449"/>
                  </a:lnTo>
                  <a:lnTo>
                    <a:pt x="264775" y="4631"/>
                  </a:lnTo>
                  <a:lnTo>
                    <a:pt x="261001" y="3878"/>
                  </a:lnTo>
                  <a:lnTo>
                    <a:pt x="257214" y="3191"/>
                  </a:lnTo>
                  <a:lnTo>
                    <a:pt x="253416" y="2571"/>
                  </a:lnTo>
                  <a:lnTo>
                    <a:pt x="249608" y="2017"/>
                  </a:lnTo>
                  <a:lnTo>
                    <a:pt x="245790" y="1530"/>
                  </a:lnTo>
                  <a:lnTo>
                    <a:pt x="241965" y="1110"/>
                  </a:lnTo>
                  <a:lnTo>
                    <a:pt x="238133" y="757"/>
                  </a:lnTo>
                  <a:lnTo>
                    <a:pt x="234295" y="471"/>
                  </a:lnTo>
                  <a:lnTo>
                    <a:pt x="230453" y="252"/>
                  </a:lnTo>
                  <a:lnTo>
                    <a:pt x="226608" y="101"/>
                  </a:lnTo>
                  <a:lnTo>
                    <a:pt x="222760" y="16"/>
                  </a:lnTo>
                  <a:lnTo>
                    <a:pt x="218912" y="0"/>
                  </a:lnTo>
                  <a:lnTo>
                    <a:pt x="215064" y="50"/>
                  </a:lnTo>
                  <a:lnTo>
                    <a:pt x="211218" y="168"/>
                  </a:lnTo>
                  <a:lnTo>
                    <a:pt x="207374" y="353"/>
                  </a:lnTo>
                  <a:lnTo>
                    <a:pt x="203534" y="605"/>
                  </a:lnTo>
                  <a:lnTo>
                    <a:pt x="199699" y="925"/>
                  </a:lnTo>
                  <a:lnTo>
                    <a:pt x="195870" y="1312"/>
                  </a:lnTo>
                  <a:lnTo>
                    <a:pt x="192048" y="1765"/>
                  </a:lnTo>
                  <a:lnTo>
                    <a:pt x="188235" y="2286"/>
                  </a:lnTo>
                  <a:lnTo>
                    <a:pt x="184432" y="2873"/>
                  </a:lnTo>
                  <a:lnTo>
                    <a:pt x="180640" y="3526"/>
                  </a:lnTo>
                  <a:lnTo>
                    <a:pt x="176859" y="4246"/>
                  </a:lnTo>
                  <a:lnTo>
                    <a:pt x="173092" y="5032"/>
                  </a:lnTo>
                  <a:lnTo>
                    <a:pt x="169339" y="5883"/>
                  </a:lnTo>
                  <a:lnTo>
                    <a:pt x="165602" y="6801"/>
                  </a:lnTo>
                  <a:lnTo>
                    <a:pt x="161881" y="7783"/>
                  </a:lnTo>
                  <a:lnTo>
                    <a:pt x="158178" y="8830"/>
                  </a:lnTo>
                  <a:lnTo>
                    <a:pt x="154494" y="9943"/>
                  </a:lnTo>
                  <a:lnTo>
                    <a:pt x="150829" y="11119"/>
                  </a:lnTo>
                  <a:lnTo>
                    <a:pt x="147187" y="12359"/>
                  </a:lnTo>
                  <a:lnTo>
                    <a:pt x="143566" y="13663"/>
                  </a:lnTo>
                  <a:lnTo>
                    <a:pt x="139969" y="15030"/>
                  </a:lnTo>
                  <a:lnTo>
                    <a:pt x="136396" y="16460"/>
                  </a:lnTo>
                  <a:lnTo>
                    <a:pt x="132848" y="17952"/>
                  </a:lnTo>
                  <a:lnTo>
                    <a:pt x="129328" y="19506"/>
                  </a:lnTo>
                  <a:lnTo>
                    <a:pt x="125835" y="21121"/>
                  </a:lnTo>
                  <a:lnTo>
                    <a:pt x="122371" y="22798"/>
                  </a:lnTo>
                  <a:lnTo>
                    <a:pt x="118937" y="24534"/>
                  </a:lnTo>
                  <a:lnTo>
                    <a:pt x="115533" y="26331"/>
                  </a:lnTo>
                  <a:lnTo>
                    <a:pt x="112162" y="28186"/>
                  </a:lnTo>
                  <a:lnTo>
                    <a:pt x="108824" y="30101"/>
                  </a:lnTo>
                  <a:lnTo>
                    <a:pt x="105519" y="32073"/>
                  </a:lnTo>
                  <a:lnTo>
                    <a:pt x="102250" y="34103"/>
                  </a:lnTo>
                  <a:lnTo>
                    <a:pt x="99017" y="36190"/>
                  </a:lnTo>
                  <a:lnTo>
                    <a:pt x="95820" y="38334"/>
                  </a:lnTo>
                  <a:lnTo>
                    <a:pt x="92662" y="40533"/>
                  </a:lnTo>
                  <a:lnTo>
                    <a:pt x="89543" y="42786"/>
                  </a:lnTo>
                  <a:lnTo>
                    <a:pt x="86464" y="45094"/>
                  </a:lnTo>
                  <a:lnTo>
                    <a:pt x="83425" y="47456"/>
                  </a:lnTo>
                  <a:lnTo>
                    <a:pt x="80428" y="49870"/>
                  </a:lnTo>
                  <a:lnTo>
                    <a:pt x="77474" y="52337"/>
                  </a:lnTo>
                  <a:lnTo>
                    <a:pt x="74564" y="54855"/>
                  </a:lnTo>
                  <a:lnTo>
                    <a:pt x="71698" y="57423"/>
                  </a:lnTo>
                  <a:lnTo>
                    <a:pt x="68878" y="60041"/>
                  </a:lnTo>
                  <a:lnTo>
                    <a:pt x="66103" y="62708"/>
                  </a:lnTo>
                  <a:lnTo>
                    <a:pt x="63376" y="65423"/>
                  </a:lnTo>
                  <a:lnTo>
                    <a:pt x="60697" y="68186"/>
                  </a:lnTo>
                  <a:lnTo>
                    <a:pt x="58067" y="70995"/>
                  </a:lnTo>
                  <a:lnTo>
                    <a:pt x="55486" y="73850"/>
                  </a:lnTo>
                  <a:lnTo>
                    <a:pt x="52955" y="76749"/>
                  </a:lnTo>
                  <a:lnTo>
                    <a:pt x="50476" y="79692"/>
                  </a:lnTo>
                  <a:lnTo>
                    <a:pt x="48048" y="82678"/>
                  </a:lnTo>
                  <a:lnTo>
                    <a:pt x="45674" y="85706"/>
                  </a:lnTo>
                  <a:lnTo>
                    <a:pt x="43352" y="88776"/>
                  </a:lnTo>
                  <a:lnTo>
                    <a:pt x="41085" y="91885"/>
                  </a:lnTo>
                  <a:lnTo>
                    <a:pt x="38872" y="95034"/>
                  </a:lnTo>
                  <a:lnTo>
                    <a:pt x="36715" y="98220"/>
                  </a:lnTo>
                  <a:lnTo>
                    <a:pt x="34614" y="101445"/>
                  </a:lnTo>
                  <a:lnTo>
                    <a:pt x="32569" y="104705"/>
                  </a:lnTo>
                  <a:lnTo>
                    <a:pt x="30582" y="108001"/>
                  </a:lnTo>
                  <a:lnTo>
                    <a:pt x="28653" y="111331"/>
                  </a:lnTo>
                  <a:lnTo>
                    <a:pt x="26783" y="114694"/>
                  </a:lnTo>
                  <a:lnTo>
                    <a:pt x="24971" y="118089"/>
                  </a:lnTo>
                  <a:lnTo>
                    <a:pt x="23220" y="121516"/>
                  </a:lnTo>
                  <a:lnTo>
                    <a:pt x="21528" y="124972"/>
                  </a:lnTo>
                  <a:lnTo>
                    <a:pt x="19898" y="128458"/>
                  </a:lnTo>
                  <a:lnTo>
                    <a:pt x="18328" y="131972"/>
                  </a:lnTo>
                  <a:lnTo>
                    <a:pt x="16821" y="135513"/>
                  </a:lnTo>
                  <a:lnTo>
                    <a:pt x="15375" y="139079"/>
                  </a:lnTo>
                  <a:lnTo>
                    <a:pt x="13993" y="142671"/>
                  </a:lnTo>
                  <a:lnTo>
                    <a:pt x="12673" y="146286"/>
                  </a:lnTo>
                  <a:lnTo>
                    <a:pt x="11417" y="149923"/>
                  </a:lnTo>
                  <a:lnTo>
                    <a:pt x="10224" y="153582"/>
                  </a:lnTo>
                  <a:lnTo>
                    <a:pt x="9096" y="157261"/>
                  </a:lnTo>
                  <a:lnTo>
                    <a:pt x="8032" y="160960"/>
                  </a:lnTo>
                  <a:lnTo>
                    <a:pt x="7034" y="164676"/>
                  </a:lnTo>
                  <a:lnTo>
                    <a:pt x="6100" y="168409"/>
                  </a:lnTo>
                  <a:lnTo>
                    <a:pt x="5232" y="172159"/>
                  </a:lnTo>
                  <a:lnTo>
                    <a:pt x="4430" y="175922"/>
                  </a:lnTo>
                  <a:lnTo>
                    <a:pt x="3694" y="179700"/>
                  </a:lnTo>
                  <a:lnTo>
                    <a:pt x="3023" y="183489"/>
                  </a:lnTo>
                  <a:lnTo>
                    <a:pt x="2420" y="187290"/>
                  </a:lnTo>
                  <a:lnTo>
                    <a:pt x="1883" y="191100"/>
                  </a:lnTo>
                  <a:lnTo>
                    <a:pt x="1412" y="194920"/>
                  </a:lnTo>
                  <a:lnTo>
                    <a:pt x="1009" y="198747"/>
                  </a:lnTo>
                  <a:lnTo>
                    <a:pt x="673" y="202581"/>
                  </a:lnTo>
                  <a:lnTo>
                    <a:pt x="403" y="206420"/>
                  </a:lnTo>
                  <a:lnTo>
                    <a:pt x="202" y="210263"/>
                  </a:lnTo>
                  <a:lnTo>
                    <a:pt x="67" y="214109"/>
                  </a:lnTo>
                  <a:lnTo>
                    <a:pt x="0" y="217956"/>
                  </a:lnTo>
                  <a:lnTo>
                    <a:pt x="0" y="221805"/>
                  </a:lnTo>
                  <a:lnTo>
                    <a:pt x="67" y="225652"/>
                  </a:lnTo>
                  <a:lnTo>
                    <a:pt x="202" y="229498"/>
                  </a:lnTo>
                  <a:lnTo>
                    <a:pt x="403" y="233341"/>
                  </a:lnTo>
                  <a:lnTo>
                    <a:pt x="673" y="237180"/>
                  </a:lnTo>
                  <a:lnTo>
                    <a:pt x="1009" y="241014"/>
                  </a:lnTo>
                  <a:lnTo>
                    <a:pt x="1412" y="244841"/>
                  </a:lnTo>
                  <a:lnTo>
                    <a:pt x="1883" y="248660"/>
                  </a:lnTo>
                  <a:lnTo>
                    <a:pt x="2420" y="252471"/>
                  </a:lnTo>
                  <a:lnTo>
                    <a:pt x="3023" y="256272"/>
                  </a:lnTo>
                  <a:lnTo>
                    <a:pt x="3694" y="260061"/>
                  </a:lnTo>
                  <a:lnTo>
                    <a:pt x="4430" y="263839"/>
                  </a:lnTo>
                  <a:lnTo>
                    <a:pt x="5232" y="267602"/>
                  </a:lnTo>
                  <a:lnTo>
                    <a:pt x="6100" y="271351"/>
                  </a:lnTo>
                  <a:lnTo>
                    <a:pt x="7034" y="275085"/>
                  </a:lnTo>
                  <a:lnTo>
                    <a:pt x="8032" y="278801"/>
                  </a:lnTo>
                  <a:lnTo>
                    <a:pt x="9096" y="282500"/>
                  </a:lnTo>
                  <a:lnTo>
                    <a:pt x="10224" y="286179"/>
                  </a:lnTo>
                  <a:lnTo>
                    <a:pt x="11417" y="289838"/>
                  </a:lnTo>
                  <a:lnTo>
                    <a:pt x="12673" y="293475"/>
                  </a:lnTo>
                  <a:lnTo>
                    <a:pt x="13993" y="297090"/>
                  </a:lnTo>
                  <a:lnTo>
                    <a:pt x="15375" y="300682"/>
                  </a:lnTo>
                  <a:lnTo>
                    <a:pt x="16821" y="304248"/>
                  </a:lnTo>
                  <a:lnTo>
                    <a:pt x="18328" y="307789"/>
                  </a:lnTo>
                  <a:lnTo>
                    <a:pt x="19898" y="311303"/>
                  </a:lnTo>
                  <a:lnTo>
                    <a:pt x="21528" y="314789"/>
                  </a:lnTo>
                  <a:lnTo>
                    <a:pt x="23220" y="318245"/>
                  </a:lnTo>
                  <a:lnTo>
                    <a:pt x="24971" y="321672"/>
                  </a:lnTo>
                  <a:lnTo>
                    <a:pt x="26783" y="325067"/>
                  </a:lnTo>
                  <a:lnTo>
                    <a:pt x="28653" y="328430"/>
                  </a:lnTo>
                  <a:lnTo>
                    <a:pt x="30582" y="331760"/>
                  </a:lnTo>
                  <a:lnTo>
                    <a:pt x="32569" y="335056"/>
                  </a:lnTo>
                  <a:lnTo>
                    <a:pt x="34614" y="338316"/>
                  </a:lnTo>
                  <a:lnTo>
                    <a:pt x="36715" y="341541"/>
                  </a:lnTo>
                  <a:lnTo>
                    <a:pt x="38872" y="344727"/>
                  </a:lnTo>
                  <a:lnTo>
                    <a:pt x="41085" y="347876"/>
                  </a:lnTo>
                  <a:lnTo>
                    <a:pt x="43352" y="350985"/>
                  </a:lnTo>
                  <a:lnTo>
                    <a:pt x="45674" y="354055"/>
                  </a:lnTo>
                  <a:lnTo>
                    <a:pt x="48048" y="357083"/>
                  </a:lnTo>
                  <a:lnTo>
                    <a:pt x="50476" y="360069"/>
                  </a:lnTo>
                  <a:lnTo>
                    <a:pt x="52955" y="363012"/>
                  </a:lnTo>
                  <a:lnTo>
                    <a:pt x="55486" y="365911"/>
                  </a:lnTo>
                  <a:lnTo>
                    <a:pt x="58067" y="368766"/>
                  </a:lnTo>
                  <a:lnTo>
                    <a:pt x="60697" y="371575"/>
                  </a:lnTo>
                  <a:lnTo>
                    <a:pt x="63376" y="374338"/>
                  </a:lnTo>
                  <a:lnTo>
                    <a:pt x="66103" y="377053"/>
                  </a:lnTo>
                  <a:lnTo>
                    <a:pt x="68878" y="379720"/>
                  </a:lnTo>
                  <a:lnTo>
                    <a:pt x="71698" y="382338"/>
                  </a:lnTo>
                  <a:lnTo>
                    <a:pt x="74564" y="384906"/>
                  </a:lnTo>
                  <a:lnTo>
                    <a:pt x="77474" y="387424"/>
                  </a:lnTo>
                  <a:lnTo>
                    <a:pt x="80428" y="389891"/>
                  </a:lnTo>
                  <a:lnTo>
                    <a:pt x="83425" y="392305"/>
                  </a:lnTo>
                  <a:lnTo>
                    <a:pt x="86464" y="394667"/>
                  </a:lnTo>
                  <a:lnTo>
                    <a:pt x="89543" y="396975"/>
                  </a:lnTo>
                  <a:lnTo>
                    <a:pt x="92662" y="399228"/>
                  </a:lnTo>
                  <a:lnTo>
                    <a:pt x="95820" y="401427"/>
                  </a:lnTo>
                  <a:lnTo>
                    <a:pt x="99017" y="403571"/>
                  </a:lnTo>
                  <a:lnTo>
                    <a:pt x="102250" y="405658"/>
                  </a:lnTo>
                  <a:lnTo>
                    <a:pt x="105519" y="407688"/>
                  </a:lnTo>
                  <a:lnTo>
                    <a:pt x="108824" y="409660"/>
                  </a:lnTo>
                  <a:lnTo>
                    <a:pt x="112162" y="411575"/>
                  </a:lnTo>
                  <a:lnTo>
                    <a:pt x="115533" y="413430"/>
                  </a:lnTo>
                  <a:lnTo>
                    <a:pt x="118937" y="415227"/>
                  </a:lnTo>
                  <a:lnTo>
                    <a:pt x="122371" y="416963"/>
                  </a:lnTo>
                  <a:lnTo>
                    <a:pt x="125835" y="418640"/>
                  </a:lnTo>
                  <a:lnTo>
                    <a:pt x="129328" y="420255"/>
                  </a:lnTo>
                  <a:lnTo>
                    <a:pt x="132848" y="421809"/>
                  </a:lnTo>
                  <a:lnTo>
                    <a:pt x="136396" y="423301"/>
                  </a:lnTo>
                  <a:lnTo>
                    <a:pt x="139969" y="424731"/>
                  </a:lnTo>
                  <a:lnTo>
                    <a:pt x="143566" y="426098"/>
                  </a:lnTo>
                  <a:lnTo>
                    <a:pt x="147187" y="427402"/>
                  </a:lnTo>
                  <a:lnTo>
                    <a:pt x="150829" y="428642"/>
                  </a:lnTo>
                  <a:lnTo>
                    <a:pt x="154494" y="429818"/>
                  </a:lnTo>
                  <a:lnTo>
                    <a:pt x="158178" y="430931"/>
                  </a:lnTo>
                  <a:lnTo>
                    <a:pt x="161881" y="431978"/>
                  </a:lnTo>
                  <a:lnTo>
                    <a:pt x="165602" y="432960"/>
                  </a:lnTo>
                  <a:lnTo>
                    <a:pt x="169339" y="433878"/>
                  </a:lnTo>
                  <a:lnTo>
                    <a:pt x="173092" y="434729"/>
                  </a:lnTo>
                  <a:lnTo>
                    <a:pt x="176859" y="435515"/>
                  </a:lnTo>
                  <a:lnTo>
                    <a:pt x="180640" y="436235"/>
                  </a:lnTo>
                  <a:lnTo>
                    <a:pt x="184432" y="436888"/>
                  </a:lnTo>
                  <a:lnTo>
                    <a:pt x="188235" y="437475"/>
                  </a:lnTo>
                  <a:lnTo>
                    <a:pt x="192048" y="437996"/>
                  </a:lnTo>
                  <a:lnTo>
                    <a:pt x="195870" y="438449"/>
                  </a:lnTo>
                  <a:lnTo>
                    <a:pt x="199699" y="438836"/>
                  </a:lnTo>
                  <a:lnTo>
                    <a:pt x="203534" y="439156"/>
                  </a:lnTo>
                  <a:lnTo>
                    <a:pt x="207374" y="439408"/>
                  </a:lnTo>
                  <a:lnTo>
                    <a:pt x="211218" y="439593"/>
                  </a:lnTo>
                  <a:lnTo>
                    <a:pt x="215064" y="439711"/>
                  </a:lnTo>
                  <a:lnTo>
                    <a:pt x="218912" y="439761"/>
                  </a:lnTo>
                  <a:lnTo>
                    <a:pt x="222760" y="439745"/>
                  </a:lnTo>
                  <a:lnTo>
                    <a:pt x="226608" y="439660"/>
                  </a:lnTo>
                  <a:lnTo>
                    <a:pt x="230453" y="439509"/>
                  </a:lnTo>
                  <a:lnTo>
                    <a:pt x="234295" y="439290"/>
                  </a:lnTo>
                  <a:lnTo>
                    <a:pt x="238133" y="439004"/>
                  </a:lnTo>
                  <a:lnTo>
                    <a:pt x="241965" y="438651"/>
                  </a:lnTo>
                  <a:lnTo>
                    <a:pt x="245790" y="438231"/>
                  </a:lnTo>
                  <a:lnTo>
                    <a:pt x="249608" y="437744"/>
                  </a:lnTo>
                  <a:lnTo>
                    <a:pt x="253416" y="437190"/>
                  </a:lnTo>
                  <a:lnTo>
                    <a:pt x="257214" y="436570"/>
                  </a:lnTo>
                  <a:lnTo>
                    <a:pt x="261001" y="435883"/>
                  </a:lnTo>
                  <a:lnTo>
                    <a:pt x="264775" y="435130"/>
                  </a:lnTo>
                  <a:lnTo>
                    <a:pt x="268535" y="434312"/>
                  </a:lnTo>
                  <a:lnTo>
                    <a:pt x="272280" y="433427"/>
                  </a:lnTo>
                  <a:lnTo>
                    <a:pt x="276009" y="432477"/>
                  </a:lnTo>
                  <a:lnTo>
                    <a:pt x="279721" y="431462"/>
                  </a:lnTo>
                  <a:lnTo>
                    <a:pt x="283415" y="430383"/>
                  </a:lnTo>
                  <a:lnTo>
                    <a:pt x="287089" y="429238"/>
                  </a:lnTo>
                  <a:lnTo>
                    <a:pt x="290743" y="428030"/>
                  </a:lnTo>
                  <a:lnTo>
                    <a:pt x="294375" y="426758"/>
                  </a:lnTo>
                  <a:lnTo>
                    <a:pt x="297984" y="425422"/>
                  </a:lnTo>
                  <a:lnTo>
                    <a:pt x="301569" y="424024"/>
                  </a:lnTo>
                  <a:lnTo>
                    <a:pt x="305130" y="422563"/>
                  </a:lnTo>
                  <a:lnTo>
                    <a:pt x="308664" y="421040"/>
                  </a:lnTo>
                  <a:lnTo>
                    <a:pt x="312171" y="419455"/>
                  </a:lnTo>
                  <a:lnTo>
                    <a:pt x="315649" y="417809"/>
                  </a:lnTo>
                  <a:lnTo>
                    <a:pt x="319098" y="416103"/>
                  </a:lnTo>
                  <a:lnTo>
                    <a:pt x="322517" y="414336"/>
                  </a:lnTo>
                  <a:lnTo>
                    <a:pt x="325905" y="412510"/>
                  </a:lnTo>
                  <a:lnTo>
                    <a:pt x="329260" y="410625"/>
                  </a:lnTo>
                  <a:lnTo>
                    <a:pt x="332581" y="408681"/>
                  </a:lnTo>
                  <a:lnTo>
                    <a:pt x="335868" y="406680"/>
                  </a:lnTo>
                  <a:lnTo>
                    <a:pt x="339120" y="404621"/>
                  </a:lnTo>
                  <a:lnTo>
                    <a:pt x="342334" y="402506"/>
                  </a:lnTo>
                  <a:lnTo>
                    <a:pt x="345512" y="400335"/>
                  </a:lnTo>
                  <a:lnTo>
                    <a:pt x="348651" y="398108"/>
                  </a:lnTo>
                  <a:lnTo>
                    <a:pt x="351750" y="395827"/>
                  </a:lnTo>
                  <a:lnTo>
                    <a:pt x="354809" y="393492"/>
                  </a:lnTo>
                  <a:lnTo>
                    <a:pt x="357827" y="391104"/>
                  </a:lnTo>
                  <a:lnTo>
                    <a:pt x="360802" y="388664"/>
                  </a:lnTo>
                  <a:lnTo>
                    <a:pt x="363735" y="386172"/>
                  </a:lnTo>
                  <a:lnTo>
                    <a:pt x="366623" y="383628"/>
                  </a:lnTo>
                  <a:lnTo>
                    <a:pt x="369466" y="381035"/>
                  </a:lnTo>
                  <a:lnTo>
                    <a:pt x="372264" y="378392"/>
                  </a:lnTo>
                  <a:lnTo>
                    <a:pt x="375014" y="375701"/>
                  </a:lnTo>
                  <a:lnTo>
                    <a:pt x="377718" y="372962"/>
                  </a:lnTo>
                  <a:lnTo>
                    <a:pt x="380373" y="370176"/>
                  </a:lnTo>
                  <a:lnTo>
                    <a:pt x="382978" y="367344"/>
                  </a:lnTo>
                  <a:lnTo>
                    <a:pt x="385534" y="364467"/>
                  </a:lnTo>
                  <a:lnTo>
                    <a:pt x="388039" y="361546"/>
                  </a:lnTo>
                  <a:lnTo>
                    <a:pt x="390493" y="358581"/>
                  </a:lnTo>
                  <a:lnTo>
                    <a:pt x="392894" y="355574"/>
                  </a:lnTo>
                  <a:lnTo>
                    <a:pt x="395242" y="352525"/>
                  </a:lnTo>
                  <a:lnTo>
                    <a:pt x="397537" y="349436"/>
                  </a:lnTo>
                  <a:lnTo>
                    <a:pt x="399777" y="346307"/>
                  </a:lnTo>
                  <a:lnTo>
                    <a:pt x="401962" y="343139"/>
                  </a:lnTo>
                  <a:lnTo>
                    <a:pt x="404091" y="339933"/>
                  </a:lnTo>
                  <a:lnTo>
                    <a:pt x="406164" y="336691"/>
                  </a:lnTo>
                  <a:lnTo>
                    <a:pt x="408180" y="333413"/>
                  </a:lnTo>
                  <a:lnTo>
                    <a:pt x="410138" y="330100"/>
                  </a:lnTo>
                  <a:lnTo>
                    <a:pt x="412038" y="326753"/>
                  </a:lnTo>
                  <a:lnTo>
                    <a:pt x="413879" y="323374"/>
                  </a:lnTo>
                  <a:lnTo>
                    <a:pt x="415660" y="319962"/>
                  </a:lnTo>
                  <a:lnTo>
                    <a:pt x="417382" y="316521"/>
                  </a:lnTo>
                  <a:lnTo>
                    <a:pt x="419043" y="313049"/>
                  </a:lnTo>
                  <a:lnTo>
                    <a:pt x="420643" y="309549"/>
                  </a:lnTo>
                  <a:lnTo>
                    <a:pt x="422181" y="306022"/>
                  </a:lnTo>
                  <a:lnTo>
                    <a:pt x="423658" y="302468"/>
                  </a:lnTo>
                  <a:lnTo>
                    <a:pt x="425072" y="298889"/>
                  </a:lnTo>
                  <a:lnTo>
                    <a:pt x="426423" y="295286"/>
                  </a:lnTo>
                  <a:lnTo>
                    <a:pt x="427712" y="291659"/>
                  </a:lnTo>
                  <a:lnTo>
                    <a:pt x="428936" y="288011"/>
                  </a:lnTo>
                  <a:lnTo>
                    <a:pt x="430096" y="284342"/>
                  </a:lnTo>
                  <a:lnTo>
                    <a:pt x="431192" y="280653"/>
                  </a:lnTo>
                  <a:lnTo>
                    <a:pt x="432223" y="276945"/>
                  </a:lnTo>
                  <a:lnTo>
                    <a:pt x="433190" y="273220"/>
                  </a:lnTo>
                  <a:lnTo>
                    <a:pt x="434090" y="269479"/>
                  </a:lnTo>
                  <a:lnTo>
                    <a:pt x="434926" y="265722"/>
                  </a:lnTo>
                  <a:lnTo>
                    <a:pt x="435695" y="261952"/>
                  </a:lnTo>
                  <a:lnTo>
                    <a:pt x="436398" y="258168"/>
                  </a:lnTo>
                  <a:lnTo>
                    <a:pt x="437035" y="254373"/>
                  </a:lnTo>
                  <a:lnTo>
                    <a:pt x="437605" y="250567"/>
                  </a:lnTo>
                  <a:lnTo>
                    <a:pt x="438109" y="246752"/>
                  </a:lnTo>
                  <a:lnTo>
                    <a:pt x="438546" y="242928"/>
                  </a:lnTo>
                  <a:lnTo>
                    <a:pt x="438916" y="239098"/>
                  </a:lnTo>
                  <a:lnTo>
                    <a:pt x="439219" y="235261"/>
                  </a:lnTo>
                  <a:lnTo>
                    <a:pt x="439454" y="231420"/>
                  </a:lnTo>
                  <a:lnTo>
                    <a:pt x="439623" y="227576"/>
                  </a:lnTo>
                  <a:lnTo>
                    <a:pt x="439724" y="223729"/>
                  </a:lnTo>
                  <a:lnTo>
                    <a:pt x="439757" y="219880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2689" y="2625998"/>
              <a:ext cx="2418667" cy="2418690"/>
            </a:xfrm>
            <a:custGeom>
              <a:avLst/>
              <a:pathLst>
                <a:path w="2418667" h="2418690">
                  <a:moveTo>
                    <a:pt x="2418667" y="1209345"/>
                  </a:moveTo>
                  <a:lnTo>
                    <a:pt x="2418482" y="1188180"/>
                  </a:lnTo>
                  <a:lnTo>
                    <a:pt x="2417926" y="1167021"/>
                  </a:lnTo>
                  <a:lnTo>
                    <a:pt x="2417001" y="1145876"/>
                  </a:lnTo>
                  <a:lnTo>
                    <a:pt x="2415705" y="1124750"/>
                  </a:lnTo>
                  <a:lnTo>
                    <a:pt x="2414040" y="1103650"/>
                  </a:lnTo>
                  <a:lnTo>
                    <a:pt x="2412005" y="1082582"/>
                  </a:lnTo>
                  <a:lnTo>
                    <a:pt x="2409603" y="1061553"/>
                  </a:lnTo>
                  <a:lnTo>
                    <a:pt x="2406832" y="1040569"/>
                  </a:lnTo>
                  <a:lnTo>
                    <a:pt x="2403695" y="1019637"/>
                  </a:lnTo>
                  <a:lnTo>
                    <a:pt x="2400192" y="998763"/>
                  </a:lnTo>
                  <a:lnTo>
                    <a:pt x="2396324" y="977954"/>
                  </a:lnTo>
                  <a:lnTo>
                    <a:pt x="2392093" y="957215"/>
                  </a:lnTo>
                  <a:lnTo>
                    <a:pt x="2387499" y="936554"/>
                  </a:lnTo>
                  <a:lnTo>
                    <a:pt x="2382545" y="915976"/>
                  </a:lnTo>
                  <a:lnTo>
                    <a:pt x="2377231" y="895489"/>
                  </a:lnTo>
                  <a:lnTo>
                    <a:pt x="2371559" y="875097"/>
                  </a:lnTo>
                  <a:lnTo>
                    <a:pt x="2365531" y="854807"/>
                  </a:lnTo>
                  <a:lnTo>
                    <a:pt x="2359150" y="834627"/>
                  </a:lnTo>
                  <a:lnTo>
                    <a:pt x="2352416" y="814561"/>
                  </a:lnTo>
                  <a:lnTo>
                    <a:pt x="2345331" y="794616"/>
                  </a:lnTo>
                  <a:lnTo>
                    <a:pt x="2337899" y="774798"/>
                  </a:lnTo>
                  <a:lnTo>
                    <a:pt x="2330121" y="755113"/>
                  </a:lnTo>
                  <a:lnTo>
                    <a:pt x="2322000" y="735567"/>
                  </a:lnTo>
                  <a:lnTo>
                    <a:pt x="2313538" y="716166"/>
                  </a:lnTo>
                  <a:lnTo>
                    <a:pt x="2304738" y="696917"/>
                  </a:lnTo>
                  <a:lnTo>
                    <a:pt x="2295602" y="677824"/>
                  </a:lnTo>
                  <a:lnTo>
                    <a:pt x="2286134" y="658894"/>
                  </a:lnTo>
                  <a:lnTo>
                    <a:pt x="2276335" y="640133"/>
                  </a:lnTo>
                  <a:lnTo>
                    <a:pt x="2266210" y="621546"/>
                  </a:lnTo>
                  <a:lnTo>
                    <a:pt x="2255761" y="603140"/>
                  </a:lnTo>
                  <a:lnTo>
                    <a:pt x="2244992" y="584918"/>
                  </a:lnTo>
                  <a:lnTo>
                    <a:pt x="2233905" y="566889"/>
                  </a:lnTo>
                  <a:lnTo>
                    <a:pt x="2222504" y="549056"/>
                  </a:lnTo>
                  <a:lnTo>
                    <a:pt x="2210793" y="531425"/>
                  </a:lnTo>
                  <a:lnTo>
                    <a:pt x="2198776" y="514002"/>
                  </a:lnTo>
                  <a:lnTo>
                    <a:pt x="2186455" y="496791"/>
                  </a:lnTo>
                  <a:lnTo>
                    <a:pt x="2173835" y="479800"/>
                  </a:lnTo>
                  <a:lnTo>
                    <a:pt x="2160919" y="463031"/>
                  </a:lnTo>
                  <a:lnTo>
                    <a:pt x="2147712" y="446491"/>
                  </a:lnTo>
                  <a:lnTo>
                    <a:pt x="2134218" y="430185"/>
                  </a:lnTo>
                  <a:lnTo>
                    <a:pt x="2120440" y="414118"/>
                  </a:lnTo>
                  <a:lnTo>
                    <a:pt x="2106383" y="398294"/>
                  </a:lnTo>
                  <a:lnTo>
                    <a:pt x="2092052" y="382718"/>
                  </a:lnTo>
                  <a:lnTo>
                    <a:pt x="2077450" y="367396"/>
                  </a:lnTo>
                  <a:lnTo>
                    <a:pt x="2062582" y="352332"/>
                  </a:lnTo>
                  <a:lnTo>
                    <a:pt x="2047453" y="337530"/>
                  </a:lnTo>
                  <a:lnTo>
                    <a:pt x="2032067" y="322995"/>
                  </a:lnTo>
                  <a:lnTo>
                    <a:pt x="2016429" y="308732"/>
                  </a:lnTo>
                  <a:lnTo>
                    <a:pt x="2000543" y="294744"/>
                  </a:lnTo>
                  <a:lnTo>
                    <a:pt x="1984416" y="281037"/>
                  </a:lnTo>
                  <a:lnTo>
                    <a:pt x="1968051" y="267614"/>
                  </a:lnTo>
                  <a:lnTo>
                    <a:pt x="1951453" y="254479"/>
                  </a:lnTo>
                  <a:lnTo>
                    <a:pt x="1934628" y="241637"/>
                  </a:lnTo>
                  <a:lnTo>
                    <a:pt x="1917581" y="229092"/>
                  </a:lnTo>
                  <a:lnTo>
                    <a:pt x="1900317" y="216846"/>
                  </a:lnTo>
                  <a:lnTo>
                    <a:pt x="1882842" y="204905"/>
                  </a:lnTo>
                  <a:lnTo>
                    <a:pt x="1865160" y="193271"/>
                  </a:lnTo>
                  <a:lnTo>
                    <a:pt x="1847277" y="181949"/>
                  </a:lnTo>
                  <a:lnTo>
                    <a:pt x="1829199" y="170941"/>
                  </a:lnTo>
                  <a:lnTo>
                    <a:pt x="1810931" y="160252"/>
                  </a:lnTo>
                  <a:lnTo>
                    <a:pt x="1792479" y="149883"/>
                  </a:lnTo>
                  <a:lnTo>
                    <a:pt x="1773848" y="139840"/>
                  </a:lnTo>
                  <a:lnTo>
                    <a:pt x="1755044" y="130123"/>
                  </a:lnTo>
                  <a:lnTo>
                    <a:pt x="1736073" y="120738"/>
                  </a:lnTo>
                  <a:lnTo>
                    <a:pt x="1716940" y="111686"/>
                  </a:lnTo>
                  <a:lnTo>
                    <a:pt x="1697653" y="102970"/>
                  </a:lnTo>
                  <a:lnTo>
                    <a:pt x="1678215" y="94593"/>
                  </a:lnTo>
                  <a:lnTo>
                    <a:pt x="1658634" y="86557"/>
                  </a:lnTo>
                  <a:lnTo>
                    <a:pt x="1638915" y="78865"/>
                  </a:lnTo>
                  <a:lnTo>
                    <a:pt x="1619065" y="71520"/>
                  </a:lnTo>
                  <a:lnTo>
                    <a:pt x="1599089" y="64523"/>
                  </a:lnTo>
                  <a:lnTo>
                    <a:pt x="1578994" y="57877"/>
                  </a:lnTo>
                  <a:lnTo>
                    <a:pt x="1558785" y="51583"/>
                  </a:lnTo>
                  <a:lnTo>
                    <a:pt x="1538470" y="45645"/>
                  </a:lnTo>
                  <a:lnTo>
                    <a:pt x="1518053" y="40062"/>
                  </a:lnTo>
                  <a:lnTo>
                    <a:pt x="1497542" y="34838"/>
                  </a:lnTo>
                  <a:lnTo>
                    <a:pt x="1476943" y="29974"/>
                  </a:lnTo>
                  <a:lnTo>
                    <a:pt x="1456262" y="25470"/>
                  </a:lnTo>
                  <a:lnTo>
                    <a:pt x="1435505" y="21330"/>
                  </a:lnTo>
                  <a:lnTo>
                    <a:pt x="1414679" y="17553"/>
                  </a:lnTo>
                  <a:lnTo>
                    <a:pt x="1393790" y="14141"/>
                  </a:lnTo>
                  <a:lnTo>
                    <a:pt x="1372845" y="11096"/>
                  </a:lnTo>
                  <a:lnTo>
                    <a:pt x="1351849" y="8417"/>
                  </a:lnTo>
                  <a:lnTo>
                    <a:pt x="1330810" y="6107"/>
                  </a:lnTo>
                  <a:lnTo>
                    <a:pt x="1309733" y="4165"/>
                  </a:lnTo>
                  <a:lnTo>
                    <a:pt x="1288626" y="2592"/>
                  </a:lnTo>
                  <a:lnTo>
                    <a:pt x="1267494" y="1388"/>
                  </a:lnTo>
                  <a:lnTo>
                    <a:pt x="1246345" y="555"/>
                  </a:lnTo>
                  <a:lnTo>
                    <a:pt x="1225184" y="92"/>
                  </a:lnTo>
                  <a:lnTo>
                    <a:pt x="1204019" y="0"/>
                  </a:lnTo>
                  <a:lnTo>
                    <a:pt x="1182855" y="277"/>
                  </a:lnTo>
                  <a:lnTo>
                    <a:pt x="1161699" y="925"/>
                  </a:lnTo>
                  <a:lnTo>
                    <a:pt x="1140558" y="1944"/>
                  </a:lnTo>
                  <a:lnTo>
                    <a:pt x="1119437" y="3332"/>
                  </a:lnTo>
                  <a:lnTo>
                    <a:pt x="1098345" y="5090"/>
                  </a:lnTo>
                  <a:lnTo>
                    <a:pt x="1077286" y="7216"/>
                  </a:lnTo>
                  <a:lnTo>
                    <a:pt x="1056268" y="9711"/>
                  </a:lnTo>
                  <a:lnTo>
                    <a:pt x="1035296" y="12573"/>
                  </a:lnTo>
                  <a:lnTo>
                    <a:pt x="1014378" y="15801"/>
                  </a:lnTo>
                  <a:lnTo>
                    <a:pt x="993520" y="19396"/>
                  </a:lnTo>
                  <a:lnTo>
                    <a:pt x="972728" y="23355"/>
                  </a:lnTo>
                  <a:lnTo>
                    <a:pt x="952008" y="27677"/>
                  </a:lnTo>
                  <a:lnTo>
                    <a:pt x="931367" y="32361"/>
                  </a:lnTo>
                  <a:lnTo>
                    <a:pt x="910811" y="37405"/>
                  </a:lnTo>
                  <a:lnTo>
                    <a:pt x="890347" y="42809"/>
                  </a:lnTo>
                  <a:lnTo>
                    <a:pt x="869980" y="48570"/>
                  </a:lnTo>
                  <a:lnTo>
                    <a:pt x="849717" y="54686"/>
                  </a:lnTo>
                  <a:lnTo>
                    <a:pt x="829564" y="61156"/>
                  </a:lnTo>
                  <a:lnTo>
                    <a:pt x="809528" y="67978"/>
                  </a:lnTo>
                  <a:lnTo>
                    <a:pt x="789614" y="75149"/>
                  </a:lnTo>
                  <a:lnTo>
                    <a:pt x="769829" y="82668"/>
                  </a:lnTo>
                  <a:lnTo>
                    <a:pt x="750178" y="90532"/>
                  </a:lnTo>
                  <a:lnTo>
                    <a:pt x="730668" y="98739"/>
                  </a:lnTo>
                  <a:lnTo>
                    <a:pt x="711305" y="107285"/>
                  </a:lnTo>
                  <a:lnTo>
                    <a:pt x="692094" y="116170"/>
                  </a:lnTo>
                  <a:lnTo>
                    <a:pt x="673042" y="125389"/>
                  </a:lnTo>
                  <a:lnTo>
                    <a:pt x="654153" y="134940"/>
                  </a:lnTo>
                  <a:lnTo>
                    <a:pt x="635435" y="144821"/>
                  </a:lnTo>
                  <a:lnTo>
                    <a:pt x="616893" y="155027"/>
                  </a:lnTo>
                  <a:lnTo>
                    <a:pt x="598532" y="165557"/>
                  </a:lnTo>
                  <a:lnTo>
                    <a:pt x="580358" y="176406"/>
                  </a:lnTo>
                  <a:lnTo>
                    <a:pt x="562377" y="187571"/>
                  </a:lnTo>
                  <a:lnTo>
                    <a:pt x="544594" y="199050"/>
                  </a:lnTo>
                  <a:lnTo>
                    <a:pt x="527015" y="210838"/>
                  </a:lnTo>
                  <a:lnTo>
                    <a:pt x="509644" y="222931"/>
                  </a:lnTo>
                  <a:lnTo>
                    <a:pt x="492488" y="235327"/>
                  </a:lnTo>
                  <a:lnTo>
                    <a:pt x="475552" y="248022"/>
                  </a:lnTo>
                  <a:lnTo>
                    <a:pt x="458840" y="261010"/>
                  </a:lnTo>
                  <a:lnTo>
                    <a:pt x="442358" y="274290"/>
                  </a:lnTo>
                  <a:lnTo>
                    <a:pt x="426111" y="287855"/>
                  </a:lnTo>
                  <a:lnTo>
                    <a:pt x="410104" y="301703"/>
                  </a:lnTo>
                  <a:lnTo>
                    <a:pt x="394342" y="315829"/>
                  </a:lnTo>
                  <a:lnTo>
                    <a:pt x="378829" y="330229"/>
                  </a:lnTo>
                  <a:lnTo>
                    <a:pt x="363571" y="344898"/>
                  </a:lnTo>
                  <a:lnTo>
                    <a:pt x="348572" y="359831"/>
                  </a:lnTo>
                  <a:lnTo>
                    <a:pt x="333836" y="375025"/>
                  </a:lnTo>
                  <a:lnTo>
                    <a:pt x="319369" y="390475"/>
                  </a:lnTo>
                  <a:lnTo>
                    <a:pt x="305174" y="406175"/>
                  </a:lnTo>
                  <a:lnTo>
                    <a:pt x="291256" y="422121"/>
                  </a:lnTo>
                  <a:lnTo>
                    <a:pt x="277620" y="438309"/>
                  </a:lnTo>
                  <a:lnTo>
                    <a:pt x="264268" y="454732"/>
                  </a:lnTo>
                  <a:lnTo>
                    <a:pt x="251207" y="471387"/>
                  </a:lnTo>
                  <a:lnTo>
                    <a:pt x="238438" y="488268"/>
                  </a:lnTo>
                  <a:lnTo>
                    <a:pt x="225967" y="505370"/>
                  </a:lnTo>
                  <a:lnTo>
                    <a:pt x="213798" y="522687"/>
                  </a:lnTo>
                  <a:lnTo>
                    <a:pt x="201933" y="540215"/>
                  </a:lnTo>
                  <a:lnTo>
                    <a:pt x="190377" y="557947"/>
                  </a:lnTo>
                  <a:lnTo>
                    <a:pt x="179133" y="575879"/>
                  </a:lnTo>
                  <a:lnTo>
                    <a:pt x="168204" y="594005"/>
                  </a:lnTo>
                  <a:lnTo>
                    <a:pt x="157595" y="612320"/>
                  </a:lnTo>
                  <a:lnTo>
                    <a:pt x="147307" y="630818"/>
                  </a:lnTo>
                  <a:lnTo>
                    <a:pt x="137345" y="649492"/>
                  </a:lnTo>
                  <a:lnTo>
                    <a:pt x="127711" y="668339"/>
                  </a:lnTo>
                  <a:lnTo>
                    <a:pt x="118409" y="687351"/>
                  </a:lnTo>
                  <a:lnTo>
                    <a:pt x="109440" y="706522"/>
                  </a:lnTo>
                  <a:lnTo>
                    <a:pt x="100809" y="725848"/>
                  </a:lnTo>
                  <a:lnTo>
                    <a:pt x="92517" y="745322"/>
                  </a:lnTo>
                  <a:lnTo>
                    <a:pt x="84567" y="764938"/>
                  </a:lnTo>
                  <a:lnTo>
                    <a:pt x="76962" y="784690"/>
                  </a:lnTo>
                  <a:lnTo>
                    <a:pt x="69703" y="804573"/>
                  </a:lnTo>
                  <a:lnTo>
                    <a:pt x="62794" y="824579"/>
                  </a:lnTo>
                  <a:lnTo>
                    <a:pt x="56236" y="844703"/>
                  </a:lnTo>
                  <a:lnTo>
                    <a:pt x="50031" y="864939"/>
                  </a:lnTo>
                  <a:lnTo>
                    <a:pt x="44181" y="885280"/>
                  </a:lnTo>
                  <a:lnTo>
                    <a:pt x="38688" y="905721"/>
                  </a:lnTo>
                  <a:lnTo>
                    <a:pt x="33553" y="926254"/>
                  </a:lnTo>
                  <a:lnTo>
                    <a:pt x="28779" y="946875"/>
                  </a:lnTo>
                  <a:lnTo>
                    <a:pt x="24366" y="967575"/>
                  </a:lnTo>
                  <a:lnTo>
                    <a:pt x="20317" y="988350"/>
                  </a:lnTo>
                  <a:lnTo>
                    <a:pt x="16631" y="1009193"/>
                  </a:lnTo>
                  <a:lnTo>
                    <a:pt x="13311" y="1030096"/>
                  </a:lnTo>
                  <a:lnTo>
                    <a:pt x="10357" y="1051055"/>
                  </a:lnTo>
                  <a:lnTo>
                    <a:pt x="7770" y="1072062"/>
                  </a:lnTo>
                  <a:lnTo>
                    <a:pt x="5552" y="1093111"/>
                  </a:lnTo>
                  <a:lnTo>
                    <a:pt x="3702" y="1114196"/>
                  </a:lnTo>
                  <a:lnTo>
                    <a:pt x="2221" y="1135310"/>
                  </a:lnTo>
                  <a:lnTo>
                    <a:pt x="1111" y="1156447"/>
                  </a:lnTo>
                  <a:lnTo>
                    <a:pt x="370" y="1177599"/>
                  </a:lnTo>
                  <a:lnTo>
                    <a:pt x="0" y="1198762"/>
                  </a:lnTo>
                  <a:lnTo>
                    <a:pt x="0" y="1219928"/>
                  </a:lnTo>
                  <a:lnTo>
                    <a:pt x="370" y="1241090"/>
                  </a:lnTo>
                  <a:lnTo>
                    <a:pt x="1111" y="1262243"/>
                  </a:lnTo>
                  <a:lnTo>
                    <a:pt x="2221" y="1283380"/>
                  </a:lnTo>
                  <a:lnTo>
                    <a:pt x="3702" y="1304494"/>
                  </a:lnTo>
                  <a:lnTo>
                    <a:pt x="5552" y="1325579"/>
                  </a:lnTo>
                  <a:lnTo>
                    <a:pt x="7770" y="1346628"/>
                  </a:lnTo>
                  <a:lnTo>
                    <a:pt x="10357" y="1367635"/>
                  </a:lnTo>
                  <a:lnTo>
                    <a:pt x="13311" y="1388594"/>
                  </a:lnTo>
                  <a:lnTo>
                    <a:pt x="16631" y="1409497"/>
                  </a:lnTo>
                  <a:lnTo>
                    <a:pt x="20317" y="1430340"/>
                  </a:lnTo>
                  <a:lnTo>
                    <a:pt x="24366" y="1451114"/>
                  </a:lnTo>
                  <a:lnTo>
                    <a:pt x="28779" y="1471815"/>
                  </a:lnTo>
                  <a:lnTo>
                    <a:pt x="33553" y="1492435"/>
                  </a:lnTo>
                  <a:lnTo>
                    <a:pt x="38688" y="1512969"/>
                  </a:lnTo>
                  <a:lnTo>
                    <a:pt x="44181" y="1533410"/>
                  </a:lnTo>
                  <a:lnTo>
                    <a:pt x="50031" y="1553751"/>
                  </a:lnTo>
                  <a:lnTo>
                    <a:pt x="56236" y="1573987"/>
                  </a:lnTo>
                  <a:lnTo>
                    <a:pt x="62794" y="1594111"/>
                  </a:lnTo>
                  <a:lnTo>
                    <a:pt x="69703" y="1614117"/>
                  </a:lnTo>
                  <a:lnTo>
                    <a:pt x="76962" y="1633999"/>
                  </a:lnTo>
                  <a:lnTo>
                    <a:pt x="84567" y="1653752"/>
                  </a:lnTo>
                  <a:lnTo>
                    <a:pt x="92517" y="1673368"/>
                  </a:lnTo>
                  <a:lnTo>
                    <a:pt x="100809" y="1692842"/>
                  </a:lnTo>
                  <a:lnTo>
                    <a:pt x="109440" y="1712168"/>
                  </a:lnTo>
                  <a:lnTo>
                    <a:pt x="118409" y="1731339"/>
                  </a:lnTo>
                  <a:lnTo>
                    <a:pt x="127711" y="1750351"/>
                  </a:lnTo>
                  <a:lnTo>
                    <a:pt x="137345" y="1769198"/>
                  </a:lnTo>
                  <a:lnTo>
                    <a:pt x="147307" y="1787872"/>
                  </a:lnTo>
                  <a:lnTo>
                    <a:pt x="157595" y="1806370"/>
                  </a:lnTo>
                  <a:lnTo>
                    <a:pt x="168204" y="1824684"/>
                  </a:lnTo>
                  <a:lnTo>
                    <a:pt x="179133" y="1842811"/>
                  </a:lnTo>
                  <a:lnTo>
                    <a:pt x="190377" y="1860743"/>
                  </a:lnTo>
                  <a:lnTo>
                    <a:pt x="201933" y="1878475"/>
                  </a:lnTo>
                  <a:lnTo>
                    <a:pt x="213798" y="1896003"/>
                  </a:lnTo>
                  <a:lnTo>
                    <a:pt x="225967" y="1913320"/>
                  </a:lnTo>
                  <a:lnTo>
                    <a:pt x="238438" y="1930422"/>
                  </a:lnTo>
                  <a:lnTo>
                    <a:pt x="251207" y="1947303"/>
                  </a:lnTo>
                  <a:lnTo>
                    <a:pt x="264268" y="1963958"/>
                  </a:lnTo>
                  <a:lnTo>
                    <a:pt x="277620" y="1980381"/>
                  </a:lnTo>
                  <a:lnTo>
                    <a:pt x="291256" y="1996569"/>
                  </a:lnTo>
                  <a:lnTo>
                    <a:pt x="305174" y="2012515"/>
                  </a:lnTo>
                  <a:lnTo>
                    <a:pt x="319369" y="2028215"/>
                  </a:lnTo>
                  <a:lnTo>
                    <a:pt x="333836" y="2043665"/>
                  </a:lnTo>
                  <a:lnTo>
                    <a:pt x="348572" y="2058859"/>
                  </a:lnTo>
                  <a:lnTo>
                    <a:pt x="363571" y="2073792"/>
                  </a:lnTo>
                  <a:lnTo>
                    <a:pt x="378829" y="2088461"/>
                  </a:lnTo>
                  <a:lnTo>
                    <a:pt x="394342" y="2102861"/>
                  </a:lnTo>
                  <a:lnTo>
                    <a:pt x="410104" y="2116987"/>
                  </a:lnTo>
                  <a:lnTo>
                    <a:pt x="426111" y="2130835"/>
                  </a:lnTo>
                  <a:lnTo>
                    <a:pt x="442358" y="2144400"/>
                  </a:lnTo>
                  <a:lnTo>
                    <a:pt x="458840" y="2157680"/>
                  </a:lnTo>
                  <a:lnTo>
                    <a:pt x="475552" y="2170668"/>
                  </a:lnTo>
                  <a:lnTo>
                    <a:pt x="492488" y="2183363"/>
                  </a:lnTo>
                  <a:lnTo>
                    <a:pt x="509644" y="2195759"/>
                  </a:lnTo>
                  <a:lnTo>
                    <a:pt x="527015" y="2207852"/>
                  </a:lnTo>
                  <a:lnTo>
                    <a:pt x="544594" y="2219640"/>
                  </a:lnTo>
                  <a:lnTo>
                    <a:pt x="562377" y="2231119"/>
                  </a:lnTo>
                  <a:lnTo>
                    <a:pt x="580358" y="2242284"/>
                  </a:lnTo>
                  <a:lnTo>
                    <a:pt x="598532" y="2253133"/>
                  </a:lnTo>
                  <a:lnTo>
                    <a:pt x="616893" y="2263663"/>
                  </a:lnTo>
                  <a:lnTo>
                    <a:pt x="635435" y="2273869"/>
                  </a:lnTo>
                  <a:lnTo>
                    <a:pt x="654153" y="2283749"/>
                  </a:lnTo>
                  <a:lnTo>
                    <a:pt x="673042" y="2293301"/>
                  </a:lnTo>
                  <a:lnTo>
                    <a:pt x="692094" y="2302520"/>
                  </a:lnTo>
                  <a:lnTo>
                    <a:pt x="711305" y="2311404"/>
                  </a:lnTo>
                  <a:lnTo>
                    <a:pt x="730668" y="2319951"/>
                  </a:lnTo>
                  <a:lnTo>
                    <a:pt x="750178" y="2328158"/>
                  </a:lnTo>
                  <a:lnTo>
                    <a:pt x="769829" y="2336022"/>
                  </a:lnTo>
                  <a:lnTo>
                    <a:pt x="789614" y="2343541"/>
                  </a:lnTo>
                  <a:lnTo>
                    <a:pt x="809528" y="2350712"/>
                  </a:lnTo>
                  <a:lnTo>
                    <a:pt x="829564" y="2357534"/>
                  </a:lnTo>
                  <a:lnTo>
                    <a:pt x="849717" y="2364004"/>
                  </a:lnTo>
                  <a:lnTo>
                    <a:pt x="869980" y="2370120"/>
                  </a:lnTo>
                  <a:lnTo>
                    <a:pt x="890347" y="2375881"/>
                  </a:lnTo>
                  <a:lnTo>
                    <a:pt x="910811" y="2381285"/>
                  </a:lnTo>
                  <a:lnTo>
                    <a:pt x="931367" y="2386329"/>
                  </a:lnTo>
                  <a:lnTo>
                    <a:pt x="952008" y="2391013"/>
                  </a:lnTo>
                  <a:lnTo>
                    <a:pt x="972728" y="2395335"/>
                  </a:lnTo>
                  <a:lnTo>
                    <a:pt x="993520" y="2399294"/>
                  </a:lnTo>
                  <a:lnTo>
                    <a:pt x="1014378" y="2402888"/>
                  </a:lnTo>
                  <a:lnTo>
                    <a:pt x="1035296" y="2406117"/>
                  </a:lnTo>
                  <a:lnTo>
                    <a:pt x="1056268" y="2408979"/>
                  </a:lnTo>
                  <a:lnTo>
                    <a:pt x="1077286" y="2411474"/>
                  </a:lnTo>
                  <a:lnTo>
                    <a:pt x="1098345" y="2413600"/>
                  </a:lnTo>
                  <a:lnTo>
                    <a:pt x="1119437" y="2415358"/>
                  </a:lnTo>
                  <a:lnTo>
                    <a:pt x="1140558" y="2416746"/>
                  </a:lnTo>
                  <a:lnTo>
                    <a:pt x="1161699" y="2417764"/>
                  </a:lnTo>
                  <a:lnTo>
                    <a:pt x="1182855" y="2418413"/>
                  </a:lnTo>
                  <a:lnTo>
                    <a:pt x="1204019" y="2418690"/>
                  </a:lnTo>
                  <a:lnTo>
                    <a:pt x="1225184" y="2418598"/>
                  </a:lnTo>
                  <a:lnTo>
                    <a:pt x="1246345" y="2418135"/>
                  </a:lnTo>
                  <a:lnTo>
                    <a:pt x="1267494" y="2417301"/>
                  </a:lnTo>
                  <a:lnTo>
                    <a:pt x="1288626" y="2416098"/>
                  </a:lnTo>
                  <a:lnTo>
                    <a:pt x="1309733" y="2414525"/>
                  </a:lnTo>
                  <a:lnTo>
                    <a:pt x="1330810" y="2412583"/>
                  </a:lnTo>
                  <a:lnTo>
                    <a:pt x="1351849" y="2410272"/>
                  </a:lnTo>
                  <a:lnTo>
                    <a:pt x="1372845" y="2407594"/>
                  </a:lnTo>
                  <a:lnTo>
                    <a:pt x="1393790" y="2404548"/>
                  </a:lnTo>
                  <a:lnTo>
                    <a:pt x="1414679" y="2401137"/>
                  </a:lnTo>
                  <a:lnTo>
                    <a:pt x="1435505" y="2397360"/>
                  </a:lnTo>
                  <a:lnTo>
                    <a:pt x="1456262" y="2393220"/>
                  </a:lnTo>
                  <a:lnTo>
                    <a:pt x="1476943" y="2388716"/>
                  </a:lnTo>
                  <a:lnTo>
                    <a:pt x="1497542" y="2383852"/>
                  </a:lnTo>
                  <a:lnTo>
                    <a:pt x="1518053" y="2378628"/>
                  </a:lnTo>
                  <a:lnTo>
                    <a:pt x="1538470" y="2373045"/>
                  </a:lnTo>
                  <a:lnTo>
                    <a:pt x="1558785" y="2367106"/>
                  </a:lnTo>
                  <a:lnTo>
                    <a:pt x="1578994" y="2360813"/>
                  </a:lnTo>
                  <a:lnTo>
                    <a:pt x="1599089" y="2354167"/>
                  </a:lnTo>
                  <a:lnTo>
                    <a:pt x="1619065" y="2347170"/>
                  </a:lnTo>
                  <a:lnTo>
                    <a:pt x="1638915" y="2339824"/>
                  </a:lnTo>
                  <a:lnTo>
                    <a:pt x="1658634" y="2332133"/>
                  </a:lnTo>
                  <a:lnTo>
                    <a:pt x="1678215" y="2324097"/>
                  </a:lnTo>
                  <a:lnTo>
                    <a:pt x="1697653" y="2315720"/>
                  </a:lnTo>
                  <a:lnTo>
                    <a:pt x="1716940" y="2307004"/>
                  </a:lnTo>
                  <a:lnTo>
                    <a:pt x="1736073" y="2297952"/>
                  </a:lnTo>
                  <a:lnTo>
                    <a:pt x="1755044" y="2288566"/>
                  </a:lnTo>
                  <a:lnTo>
                    <a:pt x="1773848" y="2278850"/>
                  </a:lnTo>
                  <a:lnTo>
                    <a:pt x="1792479" y="2268806"/>
                  </a:lnTo>
                  <a:lnTo>
                    <a:pt x="1810931" y="2258438"/>
                  </a:lnTo>
                  <a:lnTo>
                    <a:pt x="1829199" y="2247749"/>
                  </a:lnTo>
                  <a:lnTo>
                    <a:pt x="1847277" y="2236741"/>
                  </a:lnTo>
                  <a:lnTo>
                    <a:pt x="1865160" y="2225418"/>
                  </a:lnTo>
                  <a:lnTo>
                    <a:pt x="1882842" y="2213785"/>
                  </a:lnTo>
                  <a:lnTo>
                    <a:pt x="1900317" y="2201843"/>
                  </a:lnTo>
                  <a:lnTo>
                    <a:pt x="1917581" y="2189598"/>
                  </a:lnTo>
                  <a:lnTo>
                    <a:pt x="1934628" y="2177052"/>
                  </a:lnTo>
                  <a:lnTo>
                    <a:pt x="1951453" y="2164210"/>
                  </a:lnTo>
                  <a:lnTo>
                    <a:pt x="1968051" y="2151076"/>
                  </a:lnTo>
                  <a:lnTo>
                    <a:pt x="1984416" y="2137653"/>
                  </a:lnTo>
                  <a:lnTo>
                    <a:pt x="2000543" y="2123946"/>
                  </a:lnTo>
                  <a:lnTo>
                    <a:pt x="2016429" y="2109958"/>
                  </a:lnTo>
                  <a:lnTo>
                    <a:pt x="2032067" y="2095695"/>
                  </a:lnTo>
                  <a:lnTo>
                    <a:pt x="2047453" y="2081160"/>
                  </a:lnTo>
                  <a:lnTo>
                    <a:pt x="2062582" y="2066358"/>
                  </a:lnTo>
                  <a:lnTo>
                    <a:pt x="2077450" y="2051294"/>
                  </a:lnTo>
                  <a:lnTo>
                    <a:pt x="2092052" y="2035972"/>
                  </a:lnTo>
                  <a:lnTo>
                    <a:pt x="2106383" y="2020396"/>
                  </a:lnTo>
                  <a:lnTo>
                    <a:pt x="2120440" y="2004572"/>
                  </a:lnTo>
                  <a:lnTo>
                    <a:pt x="2134218" y="1988505"/>
                  </a:lnTo>
                  <a:lnTo>
                    <a:pt x="2147712" y="1972199"/>
                  </a:lnTo>
                  <a:lnTo>
                    <a:pt x="2160919" y="1955659"/>
                  </a:lnTo>
                  <a:lnTo>
                    <a:pt x="2173835" y="1938890"/>
                  </a:lnTo>
                  <a:lnTo>
                    <a:pt x="2186455" y="1921898"/>
                  </a:lnTo>
                  <a:lnTo>
                    <a:pt x="2198776" y="1904688"/>
                  </a:lnTo>
                  <a:lnTo>
                    <a:pt x="2210793" y="1887265"/>
                  </a:lnTo>
                  <a:lnTo>
                    <a:pt x="2222504" y="1869634"/>
                  </a:lnTo>
                  <a:lnTo>
                    <a:pt x="2233905" y="1851801"/>
                  </a:lnTo>
                  <a:lnTo>
                    <a:pt x="2244992" y="1833771"/>
                  </a:lnTo>
                  <a:lnTo>
                    <a:pt x="2255761" y="1815550"/>
                  </a:lnTo>
                  <a:lnTo>
                    <a:pt x="2266210" y="1797144"/>
                  </a:lnTo>
                  <a:lnTo>
                    <a:pt x="2276335" y="1778557"/>
                  </a:lnTo>
                  <a:lnTo>
                    <a:pt x="2286134" y="1759795"/>
                  </a:lnTo>
                  <a:lnTo>
                    <a:pt x="2295602" y="1740866"/>
                  </a:lnTo>
                  <a:lnTo>
                    <a:pt x="2304738" y="1721773"/>
                  </a:lnTo>
                  <a:lnTo>
                    <a:pt x="2313538" y="1702523"/>
                  </a:lnTo>
                  <a:lnTo>
                    <a:pt x="2322000" y="1683123"/>
                  </a:lnTo>
                  <a:lnTo>
                    <a:pt x="2330121" y="1663577"/>
                  </a:lnTo>
                  <a:lnTo>
                    <a:pt x="2337899" y="1643892"/>
                  </a:lnTo>
                  <a:lnTo>
                    <a:pt x="2345331" y="1624074"/>
                  </a:lnTo>
                  <a:lnTo>
                    <a:pt x="2352416" y="1604129"/>
                  </a:lnTo>
                  <a:lnTo>
                    <a:pt x="2359150" y="1584063"/>
                  </a:lnTo>
                  <a:lnTo>
                    <a:pt x="2365531" y="1563882"/>
                  </a:lnTo>
                  <a:lnTo>
                    <a:pt x="2371559" y="1543593"/>
                  </a:lnTo>
                  <a:lnTo>
                    <a:pt x="2377231" y="1523201"/>
                  </a:lnTo>
                  <a:lnTo>
                    <a:pt x="2382545" y="1502713"/>
                  </a:lnTo>
                  <a:lnTo>
                    <a:pt x="2387499" y="1482136"/>
                  </a:lnTo>
                  <a:lnTo>
                    <a:pt x="2392093" y="1461474"/>
                  </a:lnTo>
                  <a:lnTo>
                    <a:pt x="2396324" y="1440736"/>
                  </a:lnTo>
                  <a:lnTo>
                    <a:pt x="2400192" y="1419927"/>
                  </a:lnTo>
                  <a:lnTo>
                    <a:pt x="2403695" y="1399053"/>
                  </a:lnTo>
                  <a:lnTo>
                    <a:pt x="2406832" y="1378121"/>
                  </a:lnTo>
                  <a:lnTo>
                    <a:pt x="2409603" y="1357137"/>
                  </a:lnTo>
                  <a:lnTo>
                    <a:pt x="2412005" y="1336108"/>
                  </a:lnTo>
                  <a:lnTo>
                    <a:pt x="2414040" y="1315040"/>
                  </a:lnTo>
                  <a:lnTo>
                    <a:pt x="2415705" y="1293940"/>
                  </a:lnTo>
                  <a:lnTo>
                    <a:pt x="2417001" y="1272814"/>
                  </a:lnTo>
                  <a:lnTo>
                    <a:pt x="2417926" y="1251668"/>
                  </a:lnTo>
                  <a:lnTo>
                    <a:pt x="2418482" y="1230510"/>
                  </a:lnTo>
                  <a:lnTo>
                    <a:pt x="2418667" y="1209345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lnTo>
                    <a:pt x="4397577" y="2198809"/>
                  </a:lnTo>
                </a:path>
              </a:pathLst>
            </a:custGeom>
            <a:ln w="13550" cap="flat">
              <a:solidFill>
                <a:srgbClr val="7FC5D8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39457" y="1265480"/>
              <a:ext cx="265084" cy="80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0353" y="6320727"/>
              <a:ext cx="283292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60029" y="2006000"/>
              <a:ext cx="469984" cy="801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100655" y="3794295"/>
              <a:ext cx="216915" cy="799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60029" y="5580101"/>
              <a:ext cx="488193" cy="821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73253" y="1636534"/>
              <a:ext cx="4397577" cy="4397619"/>
            </a:xfrm>
            <a:custGeom>
              <a:avLst/>
              <a:pathLst>
                <a:path w="4397577" h="4397619">
                  <a:moveTo>
                    <a:pt x="4397577" y="2198809"/>
                  </a:moveTo>
                  <a:lnTo>
                    <a:pt x="4397240" y="2160328"/>
                  </a:lnTo>
                  <a:lnTo>
                    <a:pt x="4396230" y="2121858"/>
                  </a:lnTo>
                  <a:lnTo>
                    <a:pt x="4394547" y="2083411"/>
                  </a:lnTo>
                  <a:lnTo>
                    <a:pt x="4392191" y="2045000"/>
                  </a:lnTo>
                  <a:lnTo>
                    <a:pt x="4389163" y="2006636"/>
                  </a:lnTo>
                  <a:lnTo>
                    <a:pt x="4385465" y="1968331"/>
                  </a:lnTo>
                  <a:lnTo>
                    <a:pt x="4381096" y="1930097"/>
                  </a:lnTo>
                  <a:lnTo>
                    <a:pt x="4376059" y="1891944"/>
                  </a:lnTo>
                  <a:lnTo>
                    <a:pt x="4370355" y="1853886"/>
                  </a:lnTo>
                  <a:lnTo>
                    <a:pt x="4363986" y="1815934"/>
                  </a:lnTo>
                  <a:lnTo>
                    <a:pt x="4356954" y="1778098"/>
                  </a:lnTo>
                  <a:lnTo>
                    <a:pt x="4349260" y="1740392"/>
                  </a:lnTo>
                  <a:lnTo>
                    <a:pt x="4340908" y="1702826"/>
                  </a:lnTo>
                  <a:lnTo>
                    <a:pt x="4331900" y="1665412"/>
                  </a:lnTo>
                  <a:lnTo>
                    <a:pt x="4322238" y="1628161"/>
                  </a:lnTo>
                  <a:lnTo>
                    <a:pt x="4311926" y="1591085"/>
                  </a:lnTo>
                  <a:lnTo>
                    <a:pt x="4300967" y="1554196"/>
                  </a:lnTo>
                  <a:lnTo>
                    <a:pt x="4289363" y="1517503"/>
                  </a:lnTo>
                  <a:lnTo>
                    <a:pt x="4277120" y="1481020"/>
                  </a:lnTo>
                  <a:lnTo>
                    <a:pt x="4264239" y="1444756"/>
                  </a:lnTo>
                  <a:lnTo>
                    <a:pt x="4250726" y="1408723"/>
                  </a:lnTo>
                  <a:lnTo>
                    <a:pt x="4236585" y="1372933"/>
                  </a:lnTo>
                  <a:lnTo>
                    <a:pt x="4221819" y="1337395"/>
                  </a:lnTo>
                  <a:lnTo>
                    <a:pt x="4206433" y="1302121"/>
                  </a:lnTo>
                  <a:lnTo>
                    <a:pt x="4190433" y="1267122"/>
                  </a:lnTo>
                  <a:lnTo>
                    <a:pt x="4173822" y="1232408"/>
                  </a:lnTo>
                  <a:lnTo>
                    <a:pt x="4156607" y="1197990"/>
                  </a:lnTo>
                  <a:lnTo>
                    <a:pt x="4138792" y="1163879"/>
                  </a:lnTo>
                  <a:lnTo>
                    <a:pt x="4120382" y="1130085"/>
                  </a:lnTo>
                  <a:lnTo>
                    <a:pt x="4101384" y="1096618"/>
                  </a:lnTo>
                  <a:lnTo>
                    <a:pt x="4081803" y="1063488"/>
                  </a:lnTo>
                  <a:lnTo>
                    <a:pt x="4061646" y="1030707"/>
                  </a:lnTo>
                  <a:lnTo>
                    <a:pt x="4040917" y="998283"/>
                  </a:lnTo>
                  <a:lnTo>
                    <a:pt x="4019625" y="966227"/>
                  </a:lnTo>
                  <a:lnTo>
                    <a:pt x="3997774" y="934549"/>
                  </a:lnTo>
                  <a:lnTo>
                    <a:pt x="3975373" y="903258"/>
                  </a:lnTo>
                  <a:lnTo>
                    <a:pt x="3952427" y="872363"/>
                  </a:lnTo>
                  <a:lnTo>
                    <a:pt x="3928945" y="841875"/>
                  </a:lnTo>
                  <a:lnTo>
                    <a:pt x="3904932" y="811803"/>
                  </a:lnTo>
                  <a:lnTo>
                    <a:pt x="3880397" y="782155"/>
                  </a:lnTo>
                  <a:lnTo>
                    <a:pt x="3855346" y="752942"/>
                  </a:lnTo>
                  <a:lnTo>
                    <a:pt x="3829788" y="724171"/>
                  </a:lnTo>
                  <a:lnTo>
                    <a:pt x="3803731" y="695852"/>
                  </a:lnTo>
                  <a:lnTo>
                    <a:pt x="3777182" y="667993"/>
                  </a:lnTo>
                  <a:lnTo>
                    <a:pt x="3750149" y="640603"/>
                  </a:lnTo>
                  <a:lnTo>
                    <a:pt x="3722641" y="613691"/>
                  </a:lnTo>
                  <a:lnTo>
                    <a:pt x="3694667" y="587264"/>
                  </a:lnTo>
                  <a:lnTo>
                    <a:pt x="3666234" y="561331"/>
                  </a:lnTo>
                  <a:lnTo>
                    <a:pt x="3637352" y="535899"/>
                  </a:lnTo>
                  <a:lnTo>
                    <a:pt x="3608029" y="510976"/>
                  </a:lnTo>
                  <a:lnTo>
                    <a:pt x="3578274" y="486571"/>
                  </a:lnTo>
                  <a:lnTo>
                    <a:pt x="3548097" y="462690"/>
                  </a:lnTo>
                  <a:lnTo>
                    <a:pt x="3517507" y="439341"/>
                  </a:lnTo>
                  <a:lnTo>
                    <a:pt x="3486512" y="416531"/>
                  </a:lnTo>
                  <a:lnTo>
                    <a:pt x="3455123" y="394267"/>
                  </a:lnTo>
                  <a:lnTo>
                    <a:pt x="3423349" y="372555"/>
                  </a:lnTo>
                  <a:lnTo>
                    <a:pt x="3391201" y="351403"/>
                  </a:lnTo>
                  <a:lnTo>
                    <a:pt x="3358686" y="330817"/>
                  </a:lnTo>
                  <a:lnTo>
                    <a:pt x="3325817" y="310803"/>
                  </a:lnTo>
                  <a:lnTo>
                    <a:pt x="3292602" y="291367"/>
                  </a:lnTo>
                  <a:lnTo>
                    <a:pt x="3259053" y="272516"/>
                  </a:lnTo>
                  <a:lnTo>
                    <a:pt x="3225178" y="254254"/>
                  </a:lnTo>
                  <a:lnTo>
                    <a:pt x="3190989" y="236588"/>
                  </a:lnTo>
                  <a:lnTo>
                    <a:pt x="3156496" y="219524"/>
                  </a:lnTo>
                  <a:lnTo>
                    <a:pt x="3121710" y="203065"/>
                  </a:lnTo>
                  <a:lnTo>
                    <a:pt x="3086641" y="187218"/>
                  </a:lnTo>
                  <a:lnTo>
                    <a:pt x="3051300" y="171987"/>
                  </a:lnTo>
                  <a:lnTo>
                    <a:pt x="3015698" y="157377"/>
                  </a:lnTo>
                  <a:lnTo>
                    <a:pt x="2979846" y="143392"/>
                  </a:lnTo>
                  <a:lnTo>
                    <a:pt x="2943755" y="130037"/>
                  </a:lnTo>
                  <a:lnTo>
                    <a:pt x="2907435" y="117315"/>
                  </a:lnTo>
                  <a:lnTo>
                    <a:pt x="2870898" y="105231"/>
                  </a:lnTo>
                  <a:lnTo>
                    <a:pt x="2834155" y="93789"/>
                  </a:lnTo>
                  <a:lnTo>
                    <a:pt x="2797218" y="82991"/>
                  </a:lnTo>
                  <a:lnTo>
                    <a:pt x="2760098" y="72841"/>
                  </a:lnTo>
                  <a:lnTo>
                    <a:pt x="2722805" y="63342"/>
                  </a:lnTo>
                  <a:lnTo>
                    <a:pt x="2685352" y="54498"/>
                  </a:lnTo>
                  <a:lnTo>
                    <a:pt x="2647750" y="46310"/>
                  </a:lnTo>
                  <a:lnTo>
                    <a:pt x="2610010" y="38782"/>
                  </a:lnTo>
                  <a:lnTo>
                    <a:pt x="2572144" y="31915"/>
                  </a:lnTo>
                  <a:lnTo>
                    <a:pt x="2534164" y="25712"/>
                  </a:lnTo>
                  <a:lnTo>
                    <a:pt x="2496081" y="20175"/>
                  </a:lnTo>
                  <a:lnTo>
                    <a:pt x="2457908" y="15305"/>
                  </a:lnTo>
                  <a:lnTo>
                    <a:pt x="2419654" y="11103"/>
                  </a:lnTo>
                  <a:lnTo>
                    <a:pt x="2381333" y="7572"/>
                  </a:lnTo>
                  <a:lnTo>
                    <a:pt x="2342957" y="4713"/>
                  </a:lnTo>
                  <a:lnTo>
                    <a:pt x="2304536" y="2525"/>
                  </a:lnTo>
                  <a:lnTo>
                    <a:pt x="2266082" y="1010"/>
                  </a:lnTo>
                  <a:lnTo>
                    <a:pt x="2227608" y="168"/>
                  </a:lnTo>
                  <a:lnTo>
                    <a:pt x="2189125" y="0"/>
                  </a:lnTo>
                  <a:lnTo>
                    <a:pt x="2150645" y="505"/>
                  </a:lnTo>
                  <a:lnTo>
                    <a:pt x="2112180" y="1683"/>
                  </a:lnTo>
                  <a:lnTo>
                    <a:pt x="2073741" y="3535"/>
                  </a:lnTo>
                  <a:lnTo>
                    <a:pt x="2035341" y="6059"/>
                  </a:lnTo>
                  <a:lnTo>
                    <a:pt x="1996991" y="9254"/>
                  </a:lnTo>
                  <a:lnTo>
                    <a:pt x="1958702" y="13120"/>
                  </a:lnTo>
                  <a:lnTo>
                    <a:pt x="1920487" y="17656"/>
                  </a:lnTo>
                  <a:lnTo>
                    <a:pt x="1882357" y="22860"/>
                  </a:lnTo>
                  <a:lnTo>
                    <a:pt x="1844325" y="28730"/>
                  </a:lnTo>
                  <a:lnTo>
                    <a:pt x="1806400" y="35266"/>
                  </a:lnTo>
                  <a:lnTo>
                    <a:pt x="1768596" y="42463"/>
                  </a:lnTo>
                  <a:lnTo>
                    <a:pt x="1730924" y="50322"/>
                  </a:lnTo>
                  <a:lnTo>
                    <a:pt x="1693395" y="58838"/>
                  </a:lnTo>
                  <a:lnTo>
                    <a:pt x="1656020" y="68010"/>
                  </a:lnTo>
                  <a:lnTo>
                    <a:pt x="1618812" y="77835"/>
                  </a:lnTo>
                  <a:lnTo>
                    <a:pt x="1581782" y="88309"/>
                  </a:lnTo>
                  <a:lnTo>
                    <a:pt x="1544941" y="99430"/>
                  </a:lnTo>
                  <a:lnTo>
                    <a:pt x="1508299" y="111193"/>
                  </a:lnTo>
                  <a:lnTo>
                    <a:pt x="1471870" y="123597"/>
                  </a:lnTo>
                  <a:lnTo>
                    <a:pt x="1435663" y="136635"/>
                  </a:lnTo>
                  <a:lnTo>
                    <a:pt x="1399690" y="150306"/>
                  </a:lnTo>
                  <a:lnTo>
                    <a:pt x="1363961" y="164604"/>
                  </a:lnTo>
                  <a:lnTo>
                    <a:pt x="1328488" y="179525"/>
                  </a:lnTo>
                  <a:lnTo>
                    <a:pt x="1293282" y="195065"/>
                  </a:lnTo>
                  <a:lnTo>
                    <a:pt x="1258353" y="211218"/>
                  </a:lnTo>
                  <a:lnTo>
                    <a:pt x="1223712" y="227981"/>
                  </a:lnTo>
                  <a:lnTo>
                    <a:pt x="1189370" y="245346"/>
                  </a:lnTo>
                  <a:lnTo>
                    <a:pt x="1155337" y="263311"/>
                  </a:lnTo>
                  <a:lnTo>
                    <a:pt x="1121624" y="281868"/>
                  </a:lnTo>
                  <a:lnTo>
                    <a:pt x="1088240" y="301012"/>
                  </a:lnTo>
                  <a:lnTo>
                    <a:pt x="1055197" y="320738"/>
                  </a:lnTo>
                  <a:lnTo>
                    <a:pt x="1022504" y="341039"/>
                  </a:lnTo>
                  <a:lnTo>
                    <a:pt x="990171" y="361909"/>
                  </a:lnTo>
                  <a:lnTo>
                    <a:pt x="958209" y="383341"/>
                  </a:lnTo>
                  <a:lnTo>
                    <a:pt x="926626" y="405330"/>
                  </a:lnTo>
                  <a:lnTo>
                    <a:pt x="895433" y="427868"/>
                  </a:lnTo>
                  <a:lnTo>
                    <a:pt x="864640" y="450949"/>
                  </a:lnTo>
                  <a:lnTo>
                    <a:pt x="834255" y="474565"/>
                  </a:lnTo>
                  <a:lnTo>
                    <a:pt x="804288" y="498709"/>
                  </a:lnTo>
                  <a:lnTo>
                    <a:pt x="774748" y="523374"/>
                  </a:lnTo>
                  <a:lnTo>
                    <a:pt x="745644" y="548552"/>
                  </a:lnTo>
                  <a:lnTo>
                    <a:pt x="716985" y="574235"/>
                  </a:lnTo>
                  <a:lnTo>
                    <a:pt x="688780" y="600416"/>
                  </a:lnTo>
                  <a:lnTo>
                    <a:pt x="661038" y="627087"/>
                  </a:lnTo>
                  <a:lnTo>
                    <a:pt x="633767" y="654239"/>
                  </a:lnTo>
                  <a:lnTo>
                    <a:pt x="606975" y="681864"/>
                  </a:lnTo>
                  <a:lnTo>
                    <a:pt x="580671" y="709954"/>
                  </a:lnTo>
                  <a:lnTo>
                    <a:pt x="554862" y="738500"/>
                  </a:lnTo>
                  <a:lnTo>
                    <a:pt x="529557" y="767494"/>
                  </a:lnTo>
                  <a:lnTo>
                    <a:pt x="504763" y="796925"/>
                  </a:lnTo>
                  <a:lnTo>
                    <a:pt x="480488" y="826786"/>
                  </a:lnTo>
                  <a:lnTo>
                    <a:pt x="456740" y="857068"/>
                  </a:lnTo>
                  <a:lnTo>
                    <a:pt x="433525" y="887760"/>
                  </a:lnTo>
                  <a:lnTo>
                    <a:pt x="410850" y="918854"/>
                  </a:lnTo>
                  <a:lnTo>
                    <a:pt x="388724" y="950340"/>
                  </a:lnTo>
                  <a:lnTo>
                    <a:pt x="367151" y="982209"/>
                  </a:lnTo>
                  <a:lnTo>
                    <a:pt x="346140" y="1014450"/>
                  </a:lnTo>
                  <a:lnTo>
                    <a:pt x="325696" y="1047054"/>
                  </a:lnTo>
                  <a:lnTo>
                    <a:pt x="305826" y="1080010"/>
                  </a:lnTo>
                  <a:lnTo>
                    <a:pt x="286536" y="1113310"/>
                  </a:lnTo>
                  <a:lnTo>
                    <a:pt x="267832" y="1146942"/>
                  </a:lnTo>
                  <a:lnTo>
                    <a:pt x="249719" y="1180896"/>
                  </a:lnTo>
                  <a:lnTo>
                    <a:pt x="232203" y="1215161"/>
                  </a:lnTo>
                  <a:lnTo>
                    <a:pt x="215289" y="1249729"/>
                  </a:lnTo>
                  <a:lnTo>
                    <a:pt x="198983" y="1284586"/>
                  </a:lnTo>
                  <a:lnTo>
                    <a:pt x="183289" y="1319724"/>
                  </a:lnTo>
                  <a:lnTo>
                    <a:pt x="168213" y="1355132"/>
                  </a:lnTo>
                  <a:lnTo>
                    <a:pt x="153759" y="1390797"/>
                  </a:lnTo>
                  <a:lnTo>
                    <a:pt x="139931" y="1426710"/>
                  </a:lnTo>
                  <a:lnTo>
                    <a:pt x="126734" y="1462860"/>
                  </a:lnTo>
                  <a:lnTo>
                    <a:pt x="114171" y="1499235"/>
                  </a:lnTo>
                  <a:lnTo>
                    <a:pt x="102247" y="1535824"/>
                  </a:lnTo>
                  <a:lnTo>
                    <a:pt x="90965" y="1572617"/>
                  </a:lnTo>
                  <a:lnTo>
                    <a:pt x="80329" y="1609601"/>
                  </a:lnTo>
                  <a:lnTo>
                    <a:pt x="70342" y="1646766"/>
                  </a:lnTo>
                  <a:lnTo>
                    <a:pt x="61007" y="1684099"/>
                  </a:lnTo>
                  <a:lnTo>
                    <a:pt x="52326" y="1721591"/>
                  </a:lnTo>
                  <a:lnTo>
                    <a:pt x="44303" y="1759228"/>
                  </a:lnTo>
                  <a:lnTo>
                    <a:pt x="36940" y="1797001"/>
                  </a:lnTo>
                  <a:lnTo>
                    <a:pt x="30239" y="1834896"/>
                  </a:lnTo>
                  <a:lnTo>
                    <a:pt x="24202" y="1872903"/>
                  </a:lnTo>
                  <a:lnTo>
                    <a:pt x="18831" y="1911009"/>
                  </a:lnTo>
                  <a:lnTo>
                    <a:pt x="14128" y="1949204"/>
                  </a:lnTo>
                  <a:lnTo>
                    <a:pt x="10095" y="1987476"/>
                  </a:lnTo>
                  <a:lnTo>
                    <a:pt x="6731" y="2025812"/>
                  </a:lnTo>
                  <a:lnTo>
                    <a:pt x="4039" y="2064200"/>
                  </a:lnTo>
                  <a:lnTo>
                    <a:pt x="2020" y="2102631"/>
                  </a:lnTo>
                  <a:lnTo>
                    <a:pt x="673" y="2141090"/>
                  </a:lnTo>
                  <a:lnTo>
                    <a:pt x="0" y="2179568"/>
                  </a:lnTo>
                  <a:lnTo>
                    <a:pt x="0" y="2218051"/>
                  </a:lnTo>
                  <a:lnTo>
                    <a:pt x="673" y="2256528"/>
                  </a:lnTo>
                  <a:lnTo>
                    <a:pt x="2020" y="2294988"/>
                  </a:lnTo>
                  <a:lnTo>
                    <a:pt x="4039" y="2333418"/>
                  </a:lnTo>
                  <a:lnTo>
                    <a:pt x="6731" y="2371807"/>
                  </a:lnTo>
                  <a:lnTo>
                    <a:pt x="10095" y="2410143"/>
                  </a:lnTo>
                  <a:lnTo>
                    <a:pt x="14128" y="2448414"/>
                  </a:lnTo>
                  <a:lnTo>
                    <a:pt x="18831" y="2486609"/>
                  </a:lnTo>
                  <a:lnTo>
                    <a:pt x="24202" y="2524716"/>
                  </a:lnTo>
                  <a:lnTo>
                    <a:pt x="30239" y="2562723"/>
                  </a:lnTo>
                  <a:lnTo>
                    <a:pt x="36940" y="2600618"/>
                  </a:lnTo>
                  <a:lnTo>
                    <a:pt x="44303" y="2638390"/>
                  </a:lnTo>
                  <a:lnTo>
                    <a:pt x="52326" y="2676028"/>
                  </a:lnTo>
                  <a:lnTo>
                    <a:pt x="61007" y="2713519"/>
                  </a:lnTo>
                  <a:lnTo>
                    <a:pt x="70342" y="2750853"/>
                  </a:lnTo>
                  <a:lnTo>
                    <a:pt x="80329" y="2788018"/>
                  </a:lnTo>
                  <a:lnTo>
                    <a:pt x="90965" y="2825002"/>
                  </a:lnTo>
                  <a:lnTo>
                    <a:pt x="102247" y="2861794"/>
                  </a:lnTo>
                  <a:lnTo>
                    <a:pt x="114171" y="2898384"/>
                  </a:lnTo>
                  <a:lnTo>
                    <a:pt x="126734" y="2934759"/>
                  </a:lnTo>
                  <a:lnTo>
                    <a:pt x="139931" y="2970908"/>
                  </a:lnTo>
                  <a:lnTo>
                    <a:pt x="153759" y="3006822"/>
                  </a:lnTo>
                  <a:lnTo>
                    <a:pt x="168213" y="3042487"/>
                  </a:lnTo>
                  <a:lnTo>
                    <a:pt x="183289" y="3077894"/>
                  </a:lnTo>
                  <a:lnTo>
                    <a:pt x="198983" y="3113032"/>
                  </a:lnTo>
                  <a:lnTo>
                    <a:pt x="215289" y="3147890"/>
                  </a:lnTo>
                  <a:lnTo>
                    <a:pt x="232203" y="3182457"/>
                  </a:lnTo>
                  <a:lnTo>
                    <a:pt x="249719" y="3216723"/>
                  </a:lnTo>
                  <a:lnTo>
                    <a:pt x="267832" y="3250677"/>
                  </a:lnTo>
                  <a:lnTo>
                    <a:pt x="286536" y="3284309"/>
                  </a:lnTo>
                  <a:lnTo>
                    <a:pt x="305826" y="3317608"/>
                  </a:lnTo>
                  <a:lnTo>
                    <a:pt x="325696" y="3350565"/>
                  </a:lnTo>
                  <a:lnTo>
                    <a:pt x="346140" y="3383169"/>
                  </a:lnTo>
                  <a:lnTo>
                    <a:pt x="367151" y="3415410"/>
                  </a:lnTo>
                  <a:lnTo>
                    <a:pt x="388724" y="3447279"/>
                  </a:lnTo>
                  <a:lnTo>
                    <a:pt x="410850" y="3478765"/>
                  </a:lnTo>
                  <a:lnTo>
                    <a:pt x="433525" y="3509859"/>
                  </a:lnTo>
                  <a:lnTo>
                    <a:pt x="456740" y="3540551"/>
                  </a:lnTo>
                  <a:lnTo>
                    <a:pt x="480488" y="3570832"/>
                  </a:lnTo>
                  <a:lnTo>
                    <a:pt x="504763" y="3600693"/>
                  </a:lnTo>
                  <a:lnTo>
                    <a:pt x="529557" y="3630125"/>
                  </a:lnTo>
                  <a:lnTo>
                    <a:pt x="554862" y="3659118"/>
                  </a:lnTo>
                  <a:lnTo>
                    <a:pt x="580671" y="3687664"/>
                  </a:lnTo>
                  <a:lnTo>
                    <a:pt x="606975" y="3715754"/>
                  </a:lnTo>
                  <a:lnTo>
                    <a:pt x="633767" y="3743380"/>
                  </a:lnTo>
                  <a:lnTo>
                    <a:pt x="661038" y="3770532"/>
                  </a:lnTo>
                  <a:lnTo>
                    <a:pt x="688780" y="3797203"/>
                  </a:lnTo>
                  <a:lnTo>
                    <a:pt x="716985" y="3823384"/>
                  </a:lnTo>
                  <a:lnTo>
                    <a:pt x="745644" y="3849067"/>
                  </a:lnTo>
                  <a:lnTo>
                    <a:pt x="774748" y="3874245"/>
                  </a:lnTo>
                  <a:lnTo>
                    <a:pt x="804288" y="3898910"/>
                  </a:lnTo>
                  <a:lnTo>
                    <a:pt x="834255" y="3923054"/>
                  </a:lnTo>
                  <a:lnTo>
                    <a:pt x="864640" y="3946670"/>
                  </a:lnTo>
                  <a:lnTo>
                    <a:pt x="895433" y="3969751"/>
                  </a:lnTo>
                  <a:lnTo>
                    <a:pt x="926626" y="3992289"/>
                  </a:lnTo>
                  <a:lnTo>
                    <a:pt x="958209" y="4014277"/>
                  </a:lnTo>
                  <a:lnTo>
                    <a:pt x="990171" y="4035710"/>
                  </a:lnTo>
                  <a:lnTo>
                    <a:pt x="1022504" y="4056580"/>
                  </a:lnTo>
                  <a:lnTo>
                    <a:pt x="1055197" y="4076881"/>
                  </a:lnTo>
                  <a:lnTo>
                    <a:pt x="1088240" y="4096606"/>
                  </a:lnTo>
                  <a:lnTo>
                    <a:pt x="1121624" y="4115751"/>
                  </a:lnTo>
                  <a:lnTo>
                    <a:pt x="1155337" y="4134308"/>
                  </a:lnTo>
                  <a:lnTo>
                    <a:pt x="1189370" y="4152272"/>
                  </a:lnTo>
                  <a:lnTo>
                    <a:pt x="1223712" y="4169638"/>
                  </a:lnTo>
                  <a:lnTo>
                    <a:pt x="1258353" y="4186400"/>
                  </a:lnTo>
                  <a:lnTo>
                    <a:pt x="1293282" y="4202554"/>
                  </a:lnTo>
                  <a:lnTo>
                    <a:pt x="1328488" y="4218093"/>
                  </a:lnTo>
                  <a:lnTo>
                    <a:pt x="1363961" y="4233015"/>
                  </a:lnTo>
                  <a:lnTo>
                    <a:pt x="1399690" y="4247313"/>
                  </a:lnTo>
                  <a:lnTo>
                    <a:pt x="1435663" y="4260983"/>
                  </a:lnTo>
                  <a:lnTo>
                    <a:pt x="1471870" y="4274022"/>
                  </a:lnTo>
                  <a:lnTo>
                    <a:pt x="1508299" y="4286425"/>
                  </a:lnTo>
                  <a:lnTo>
                    <a:pt x="1544941" y="4298189"/>
                  </a:lnTo>
                  <a:lnTo>
                    <a:pt x="1581782" y="4309310"/>
                  </a:lnTo>
                  <a:lnTo>
                    <a:pt x="1618812" y="4319784"/>
                  </a:lnTo>
                  <a:lnTo>
                    <a:pt x="1656020" y="4329609"/>
                  </a:lnTo>
                  <a:lnTo>
                    <a:pt x="1693395" y="4338781"/>
                  </a:lnTo>
                  <a:lnTo>
                    <a:pt x="1730924" y="4347297"/>
                  </a:lnTo>
                  <a:lnTo>
                    <a:pt x="1768596" y="4355155"/>
                  </a:lnTo>
                  <a:lnTo>
                    <a:pt x="1806400" y="4362353"/>
                  </a:lnTo>
                  <a:lnTo>
                    <a:pt x="1844325" y="4368888"/>
                  </a:lnTo>
                  <a:lnTo>
                    <a:pt x="1882357" y="4374759"/>
                  </a:lnTo>
                  <a:lnTo>
                    <a:pt x="1920487" y="4379963"/>
                  </a:lnTo>
                  <a:lnTo>
                    <a:pt x="1958702" y="4384498"/>
                  </a:lnTo>
                  <a:lnTo>
                    <a:pt x="1996991" y="4388365"/>
                  </a:lnTo>
                  <a:lnTo>
                    <a:pt x="2035341" y="4391560"/>
                  </a:lnTo>
                  <a:lnTo>
                    <a:pt x="2073741" y="4394084"/>
                  </a:lnTo>
                  <a:lnTo>
                    <a:pt x="2112180" y="4395936"/>
                  </a:lnTo>
                  <a:lnTo>
                    <a:pt x="2150645" y="4397114"/>
                  </a:lnTo>
                  <a:lnTo>
                    <a:pt x="2189125" y="4397619"/>
                  </a:lnTo>
                  <a:lnTo>
                    <a:pt x="2227608" y="4397451"/>
                  </a:lnTo>
                  <a:lnTo>
                    <a:pt x="2266082" y="4396609"/>
                  </a:lnTo>
                  <a:lnTo>
                    <a:pt x="2304536" y="4395094"/>
                  </a:lnTo>
                  <a:lnTo>
                    <a:pt x="2342957" y="4392906"/>
                  </a:lnTo>
                  <a:lnTo>
                    <a:pt x="2381333" y="4390046"/>
                  </a:lnTo>
                  <a:lnTo>
                    <a:pt x="2419654" y="4386515"/>
                  </a:lnTo>
                  <a:lnTo>
                    <a:pt x="2457908" y="4382314"/>
                  </a:lnTo>
                  <a:lnTo>
                    <a:pt x="2496081" y="4377444"/>
                  </a:lnTo>
                  <a:lnTo>
                    <a:pt x="2534164" y="4371907"/>
                  </a:lnTo>
                  <a:lnTo>
                    <a:pt x="2572144" y="4365704"/>
                  </a:lnTo>
                  <a:lnTo>
                    <a:pt x="2610010" y="4358837"/>
                  </a:lnTo>
                  <a:lnTo>
                    <a:pt x="2647750" y="4351309"/>
                  </a:lnTo>
                  <a:lnTo>
                    <a:pt x="2685352" y="4343121"/>
                  </a:lnTo>
                  <a:lnTo>
                    <a:pt x="2722805" y="4334276"/>
                  </a:lnTo>
                  <a:lnTo>
                    <a:pt x="2760098" y="4324778"/>
                  </a:lnTo>
                  <a:lnTo>
                    <a:pt x="2797218" y="4314628"/>
                  </a:lnTo>
                  <a:lnTo>
                    <a:pt x="2834155" y="4303830"/>
                  </a:lnTo>
                  <a:lnTo>
                    <a:pt x="2870898" y="4292387"/>
                  </a:lnTo>
                  <a:lnTo>
                    <a:pt x="2907435" y="4280303"/>
                  </a:lnTo>
                  <a:lnTo>
                    <a:pt x="2943755" y="4267582"/>
                  </a:lnTo>
                  <a:lnTo>
                    <a:pt x="2979846" y="4254227"/>
                  </a:lnTo>
                  <a:lnTo>
                    <a:pt x="3015698" y="4240242"/>
                  </a:lnTo>
                  <a:lnTo>
                    <a:pt x="3051300" y="4225632"/>
                  </a:lnTo>
                  <a:lnTo>
                    <a:pt x="3086641" y="4210401"/>
                  </a:lnTo>
                  <a:lnTo>
                    <a:pt x="3121710" y="4194554"/>
                  </a:lnTo>
                  <a:lnTo>
                    <a:pt x="3156496" y="4178095"/>
                  </a:lnTo>
                  <a:lnTo>
                    <a:pt x="3190989" y="4161030"/>
                  </a:lnTo>
                  <a:lnTo>
                    <a:pt x="3225178" y="4143365"/>
                  </a:lnTo>
                  <a:lnTo>
                    <a:pt x="3259053" y="4125103"/>
                  </a:lnTo>
                  <a:lnTo>
                    <a:pt x="3292602" y="4106252"/>
                  </a:lnTo>
                  <a:lnTo>
                    <a:pt x="3325817" y="4086816"/>
                  </a:lnTo>
                  <a:lnTo>
                    <a:pt x="3358686" y="4066802"/>
                  </a:lnTo>
                  <a:lnTo>
                    <a:pt x="3391201" y="4046216"/>
                  </a:lnTo>
                  <a:lnTo>
                    <a:pt x="3423349" y="4025064"/>
                  </a:lnTo>
                  <a:lnTo>
                    <a:pt x="3455123" y="4003352"/>
                  </a:lnTo>
                  <a:lnTo>
                    <a:pt x="3486512" y="3981088"/>
                  </a:lnTo>
                  <a:lnTo>
                    <a:pt x="3517507" y="3958278"/>
                  </a:lnTo>
                  <a:lnTo>
                    <a:pt x="3548097" y="3934929"/>
                  </a:lnTo>
                  <a:lnTo>
                    <a:pt x="3578274" y="3911048"/>
                  </a:lnTo>
                  <a:lnTo>
                    <a:pt x="3608029" y="3886642"/>
                  </a:lnTo>
                  <a:lnTo>
                    <a:pt x="3637352" y="3861720"/>
                  </a:lnTo>
                  <a:lnTo>
                    <a:pt x="3666234" y="3836288"/>
                  </a:lnTo>
                  <a:lnTo>
                    <a:pt x="3694667" y="3810355"/>
                  </a:lnTo>
                  <a:lnTo>
                    <a:pt x="3722641" y="3783928"/>
                  </a:lnTo>
                  <a:lnTo>
                    <a:pt x="3750149" y="3757015"/>
                  </a:lnTo>
                  <a:lnTo>
                    <a:pt x="3777182" y="3729626"/>
                  </a:lnTo>
                  <a:lnTo>
                    <a:pt x="3803731" y="3701767"/>
                  </a:lnTo>
                  <a:lnTo>
                    <a:pt x="3829788" y="3673448"/>
                  </a:lnTo>
                  <a:lnTo>
                    <a:pt x="3855346" y="3644677"/>
                  </a:lnTo>
                  <a:lnTo>
                    <a:pt x="3880397" y="3615464"/>
                  </a:lnTo>
                  <a:lnTo>
                    <a:pt x="3904932" y="3585816"/>
                  </a:lnTo>
                  <a:lnTo>
                    <a:pt x="3928945" y="3555744"/>
                  </a:lnTo>
                  <a:lnTo>
                    <a:pt x="3952427" y="3525256"/>
                  </a:lnTo>
                  <a:lnTo>
                    <a:pt x="3975373" y="3494361"/>
                  </a:lnTo>
                  <a:lnTo>
                    <a:pt x="3997774" y="3463070"/>
                  </a:lnTo>
                  <a:lnTo>
                    <a:pt x="4019625" y="3431392"/>
                  </a:lnTo>
                  <a:lnTo>
                    <a:pt x="4040917" y="3399336"/>
                  </a:lnTo>
                  <a:lnTo>
                    <a:pt x="4061646" y="3366912"/>
                  </a:lnTo>
                  <a:lnTo>
                    <a:pt x="4081803" y="3334130"/>
                  </a:lnTo>
                  <a:lnTo>
                    <a:pt x="4101384" y="3301001"/>
                  </a:lnTo>
                  <a:lnTo>
                    <a:pt x="4120382" y="3267534"/>
                  </a:lnTo>
                  <a:lnTo>
                    <a:pt x="4138792" y="3233740"/>
                  </a:lnTo>
                  <a:lnTo>
                    <a:pt x="4156607" y="3199629"/>
                  </a:lnTo>
                  <a:lnTo>
                    <a:pt x="4173822" y="3165211"/>
                  </a:lnTo>
                  <a:lnTo>
                    <a:pt x="4190433" y="3130497"/>
                  </a:lnTo>
                  <a:lnTo>
                    <a:pt x="4206433" y="3095498"/>
                  </a:lnTo>
                  <a:lnTo>
                    <a:pt x="4221819" y="3060224"/>
                  </a:lnTo>
                  <a:lnTo>
                    <a:pt x="4236585" y="3024686"/>
                  </a:lnTo>
                  <a:lnTo>
                    <a:pt x="4250726" y="2988895"/>
                  </a:lnTo>
                  <a:lnTo>
                    <a:pt x="4264239" y="2952863"/>
                  </a:lnTo>
                  <a:lnTo>
                    <a:pt x="4277120" y="2916599"/>
                  </a:lnTo>
                  <a:lnTo>
                    <a:pt x="4289363" y="2880115"/>
                  </a:lnTo>
                  <a:lnTo>
                    <a:pt x="4300967" y="2843423"/>
                  </a:lnTo>
                  <a:lnTo>
                    <a:pt x="4311926" y="2806533"/>
                  </a:lnTo>
                  <a:lnTo>
                    <a:pt x="4322238" y="2769457"/>
                  </a:lnTo>
                  <a:lnTo>
                    <a:pt x="4331900" y="2732207"/>
                  </a:lnTo>
                  <a:lnTo>
                    <a:pt x="4340908" y="2694793"/>
                  </a:lnTo>
                  <a:lnTo>
                    <a:pt x="4349260" y="2657227"/>
                  </a:lnTo>
                  <a:lnTo>
                    <a:pt x="4356954" y="2619520"/>
                  </a:lnTo>
                  <a:lnTo>
                    <a:pt x="4363986" y="2581685"/>
                  </a:lnTo>
                  <a:lnTo>
                    <a:pt x="4370355" y="2543733"/>
                  </a:lnTo>
                  <a:lnTo>
                    <a:pt x="4376059" y="2505674"/>
                  </a:lnTo>
                  <a:lnTo>
                    <a:pt x="4381096" y="2467522"/>
                  </a:lnTo>
                  <a:lnTo>
                    <a:pt x="4385465" y="2429288"/>
                  </a:lnTo>
                  <a:lnTo>
                    <a:pt x="4389163" y="2390983"/>
                  </a:lnTo>
                  <a:lnTo>
                    <a:pt x="4392191" y="2352619"/>
                  </a:lnTo>
                  <a:lnTo>
                    <a:pt x="4394547" y="2314208"/>
                  </a:lnTo>
                  <a:lnTo>
                    <a:pt x="4396230" y="2275761"/>
                  </a:lnTo>
                  <a:lnTo>
                    <a:pt x="4397240" y="2237291"/>
                  </a:lnTo>
                  <a:close/>
                </a:path>
              </a:pathLst>
            </a:custGeom>
            <a:solidFill>
              <a:srgbClr val="F5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36513"/>
              <a:ext cx="0" cy="1978947"/>
            </a:xfrm>
            <a:custGeom>
              <a:avLst/>
              <a:pathLst>
                <a:path w="0" h="1978947">
                  <a:moveTo>
                    <a:pt x="0" y="197894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7480" y="2280535"/>
              <a:ext cx="1399327" cy="1399327"/>
            </a:xfrm>
            <a:custGeom>
              <a:avLst/>
              <a:pathLst>
                <a:path w="1399327" h="1399327">
                  <a:moveTo>
                    <a:pt x="0" y="1399327"/>
                  </a:moveTo>
                  <a:lnTo>
                    <a:pt x="139932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1883" y="3835343"/>
              <a:ext cx="1978947" cy="0"/>
            </a:xfrm>
            <a:custGeom>
              <a:avLst/>
              <a:pathLst>
                <a:path w="1978947" h="0">
                  <a:moveTo>
                    <a:pt x="0" y="0"/>
                  </a:moveTo>
                  <a:lnTo>
                    <a:pt x="1978947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7480" y="3990824"/>
              <a:ext cx="1399327" cy="1399327"/>
            </a:xfrm>
            <a:custGeom>
              <a:avLst/>
              <a:pathLst>
                <a:path w="1399327" h="1399327">
                  <a:moveTo>
                    <a:pt x="0" y="0"/>
                  </a:moveTo>
                  <a:lnTo>
                    <a:pt x="1399327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55227"/>
              <a:ext cx="0" cy="1978947"/>
            </a:xfrm>
            <a:custGeom>
              <a:avLst/>
              <a:pathLst>
                <a:path w="0" h="1978947">
                  <a:moveTo>
                    <a:pt x="0" y="0"/>
                  </a:moveTo>
                  <a:lnTo>
                    <a:pt x="0" y="197894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17191" y="3990824"/>
              <a:ext cx="1399327" cy="1399327"/>
            </a:xfrm>
            <a:custGeom>
              <a:avLst/>
              <a:pathLst>
                <a:path w="1399327" h="1399327">
                  <a:moveTo>
                    <a:pt x="1399327" y="0"/>
                  </a:moveTo>
                  <a:lnTo>
                    <a:pt x="0" y="1399327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73169" y="3835343"/>
              <a:ext cx="1978947" cy="0"/>
            </a:xfrm>
            <a:custGeom>
              <a:avLst/>
              <a:pathLst>
                <a:path w="1978947" h="0">
                  <a:moveTo>
                    <a:pt x="1978947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17191" y="2280535"/>
              <a:ext cx="1399327" cy="1399327"/>
            </a:xfrm>
            <a:custGeom>
              <a:avLst/>
              <a:pathLst>
                <a:path w="1399327" h="1399327">
                  <a:moveTo>
                    <a:pt x="1399327" y="1399327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352116" y="2625986"/>
              <a:ext cx="1075027" cy="1429240"/>
            </a:xfrm>
            <a:custGeom>
              <a:avLst/>
              <a:pathLst>
                <a:path w="1075027" h="1429240">
                  <a:moveTo>
                    <a:pt x="219883" y="0"/>
                  </a:moveTo>
                  <a:lnTo>
                    <a:pt x="1075027" y="354212"/>
                  </a:lnTo>
                  <a:lnTo>
                    <a:pt x="439766" y="1209356"/>
                  </a:lnTo>
                  <a:lnTo>
                    <a:pt x="375363" y="1364837"/>
                  </a:lnTo>
                  <a:lnTo>
                    <a:pt x="219883" y="1429240"/>
                  </a:lnTo>
                  <a:lnTo>
                    <a:pt x="64402" y="1364837"/>
                  </a:lnTo>
                  <a:lnTo>
                    <a:pt x="0" y="1209356"/>
                  </a:lnTo>
                  <a:lnTo>
                    <a:pt x="64402" y="1053876"/>
                  </a:lnTo>
                  <a:lnTo>
                    <a:pt x="219883" y="0"/>
                  </a:lnTo>
                </a:path>
              </a:pathLst>
            </a:custGeom>
            <a:ln w="31166" cap="flat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052" y="2590039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391196" y="2944251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755935" y="3799396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533" y="3954877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052" y="4019279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0571" y="3954877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6169" y="3799396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0571" y="3643915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052" y="2590039"/>
              <a:ext cx="71895" cy="71895"/>
            </a:xfrm>
            <a:prstGeom prst="ellipse">
              <a:avLst/>
            </a:prstGeom>
            <a:solidFill>
              <a:srgbClr val="B4A0EB">
                <a:alpha val="100000"/>
              </a:srgbClr>
            </a:solidFill>
            <a:ln w="12272" cap="rnd">
              <a:solidFill>
                <a:srgbClr val="B4A0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56020" y="3591550"/>
              <a:ext cx="96096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19042" y="2602076"/>
              <a:ext cx="133074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82065" y="1612602"/>
              <a:ext cx="170051" cy="47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2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23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2026-03-18T21:41:47Z</dcterms:modified>
  <cp:category/>
</cp:coreProperties>
</file>