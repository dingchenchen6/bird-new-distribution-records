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65609" y="392582"/>
              <a:ext cx="1212780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2116" y="3615460"/>
              <a:ext cx="2418713" cy="439766"/>
            </a:xfrm>
            <a:custGeom>
              <a:avLst/>
              <a:pathLst>
                <a:path w="2418713" h="439766">
                  <a:moveTo>
                    <a:pt x="219883" y="0"/>
                  </a:moveTo>
                  <a:lnTo>
                    <a:pt x="375363" y="64402"/>
                  </a:lnTo>
                  <a:lnTo>
                    <a:pt x="2418713" y="219883"/>
                  </a:lnTo>
                  <a:lnTo>
                    <a:pt x="375363" y="375363"/>
                  </a:lnTo>
                  <a:lnTo>
                    <a:pt x="219883" y="439766"/>
                  </a:lnTo>
                  <a:lnTo>
                    <a:pt x="64402" y="375363"/>
                  </a:lnTo>
                  <a:lnTo>
                    <a:pt x="0" y="219883"/>
                  </a:lnTo>
                  <a:lnTo>
                    <a:pt x="64402" y="64402"/>
                  </a:lnTo>
                  <a:lnTo>
                    <a:pt x="219883" y="0"/>
                  </a:lnTo>
                </a:path>
              </a:pathLst>
            </a:custGeom>
            <a:ln w="31166" cap="flat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533" y="3643915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734883" y="3799396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533" y="3954877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2026-03-18T21:41:45Z</dcterms:modified>
  <cp:category/>
</cp:coreProperties>
</file>