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73862" y="444515"/>
              <a:ext cx="996274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50235" y="3188988"/>
              <a:ext cx="1195009" cy="892049"/>
            </a:xfrm>
            <a:custGeom>
              <a:avLst/>
              <a:pathLst>
                <a:path w="1195009" h="892049">
                  <a:moveTo>
                    <a:pt x="521764" y="0"/>
                  </a:moveTo>
                  <a:lnTo>
                    <a:pt x="1104933" y="90076"/>
                  </a:lnTo>
                  <a:lnTo>
                    <a:pt x="1195009" y="673244"/>
                  </a:lnTo>
                  <a:lnTo>
                    <a:pt x="676482" y="827963"/>
                  </a:lnTo>
                  <a:lnTo>
                    <a:pt x="521764" y="892049"/>
                  </a:lnTo>
                  <a:lnTo>
                    <a:pt x="367046" y="827963"/>
                  </a:lnTo>
                  <a:lnTo>
                    <a:pt x="0" y="673244"/>
                  </a:lnTo>
                  <a:lnTo>
                    <a:pt x="259933" y="411414"/>
                  </a:lnTo>
                  <a:lnTo>
                    <a:pt x="521764" y="0"/>
                  </a:lnTo>
                </a:path>
              </a:pathLst>
            </a:custGeom>
            <a:ln w="31166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153718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19898" y="324379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09974" y="382696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014965" y="382696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74899" y="356513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153718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2026-03-19T04:05:41Z</dcterms:modified>
  <cp:category/>
</cp:coreProperties>
</file>