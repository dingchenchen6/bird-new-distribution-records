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4381" y="445673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64106" y="3374895"/>
              <a:ext cx="1163763" cy="895230"/>
            </a:xfrm>
            <a:custGeom>
              <a:avLst/>
              <a:pathLst>
                <a:path w="1163763" h="895230">
                  <a:moveTo>
                    <a:pt x="407893" y="0"/>
                  </a:moveTo>
                  <a:lnTo>
                    <a:pt x="879080" y="16150"/>
                  </a:lnTo>
                  <a:lnTo>
                    <a:pt x="1163763" y="487337"/>
                  </a:lnTo>
                  <a:lnTo>
                    <a:pt x="625905" y="705349"/>
                  </a:lnTo>
                  <a:lnTo>
                    <a:pt x="407893" y="706142"/>
                  </a:lnTo>
                  <a:lnTo>
                    <a:pt x="0" y="895230"/>
                  </a:lnTo>
                  <a:lnTo>
                    <a:pt x="10066" y="487337"/>
                  </a:lnTo>
                  <a:lnTo>
                    <a:pt x="189881" y="269325"/>
                  </a:lnTo>
                  <a:lnTo>
                    <a:pt x="407893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33962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07917" y="335577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2600" y="382696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54741" y="404497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28836" y="42348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38903" y="382696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18717" y="3608950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33962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2026-03-18T22:01:43Z</dcterms:modified>
  <cp:category/>
</cp:coreProperties>
</file>