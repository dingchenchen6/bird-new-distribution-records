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89173" y="443647"/>
              <a:ext cx="765652" cy="1124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53195" y="3243360"/>
              <a:ext cx="1422229" cy="837677"/>
            </a:xfrm>
            <a:custGeom>
              <a:avLst/>
              <a:pathLst>
                <a:path w="1422229" h="837677">
                  <a:moveTo>
                    <a:pt x="218804" y="71861"/>
                  </a:moveTo>
                  <a:lnTo>
                    <a:pt x="837677" y="0"/>
                  </a:lnTo>
                  <a:lnTo>
                    <a:pt x="1422229" y="618872"/>
                  </a:lnTo>
                  <a:lnTo>
                    <a:pt x="373522" y="773590"/>
                  </a:lnTo>
                  <a:lnTo>
                    <a:pt x="218804" y="837677"/>
                  </a:lnTo>
                  <a:lnTo>
                    <a:pt x="64086" y="773590"/>
                  </a:lnTo>
                  <a:lnTo>
                    <a:pt x="0" y="618872"/>
                  </a:lnTo>
                  <a:lnTo>
                    <a:pt x="64086" y="464154"/>
                  </a:lnTo>
                  <a:lnTo>
                    <a:pt x="218804" y="71861"/>
                  </a:lnTo>
                </a:path>
              </a:pathLst>
            </a:custGeom>
            <a:ln w="31166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279951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55602" y="3208090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740154" y="3826962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279951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2026-03-19T05:58:37Z</dcterms:modified>
  <cp:category/>
</cp:coreProperties>
</file>