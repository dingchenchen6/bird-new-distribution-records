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35677" y="414132"/>
              <a:ext cx="872644" cy="1420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1715" y="3188988"/>
              <a:ext cx="1195009" cy="1042188"/>
            </a:xfrm>
            <a:custGeom>
              <a:avLst/>
              <a:pathLst>
                <a:path w="1195009" h="1042188">
                  <a:moveTo>
                    <a:pt x="370284" y="0"/>
                  </a:moveTo>
                  <a:lnTo>
                    <a:pt x="846340" y="197188"/>
                  </a:lnTo>
                  <a:lnTo>
                    <a:pt x="1195009" y="673244"/>
                  </a:lnTo>
                  <a:lnTo>
                    <a:pt x="525002" y="827963"/>
                  </a:lnTo>
                  <a:lnTo>
                    <a:pt x="370284" y="892049"/>
                  </a:lnTo>
                  <a:lnTo>
                    <a:pt x="1341" y="1042188"/>
                  </a:lnTo>
                  <a:lnTo>
                    <a:pt x="0" y="673244"/>
                  </a:lnTo>
                  <a:lnTo>
                    <a:pt x="215566" y="518526"/>
                  </a:lnTo>
                  <a:lnTo>
                    <a:pt x="370284" y="0"/>
                  </a:lnTo>
                </a:path>
              </a:pathLst>
            </a:custGeom>
            <a:ln w="31166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153718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012785" y="3350906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361454" y="3826962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167786" y="4195906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166445" y="3826962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82011" y="3672244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153718"/>
              <a:ext cx="70540" cy="70540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12272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2026-03-19T04:05:43Z</dcterms:modified>
  <cp:category/>
</cp:coreProperties>
</file>