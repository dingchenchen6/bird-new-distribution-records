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94443" y="445673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43793" y="3588727"/>
              <a:ext cx="1422229" cy="737660"/>
            </a:xfrm>
            <a:custGeom>
              <a:avLst/>
              <a:pathLst>
                <a:path w="1422229" h="737660">
                  <a:moveTo>
                    <a:pt x="328206" y="0"/>
                  </a:moveTo>
                  <a:lnTo>
                    <a:pt x="560284" y="41428"/>
                  </a:lnTo>
                  <a:lnTo>
                    <a:pt x="1422229" y="273505"/>
                  </a:lnTo>
                  <a:lnTo>
                    <a:pt x="792361" y="737660"/>
                  </a:lnTo>
                  <a:lnTo>
                    <a:pt x="328206" y="711114"/>
                  </a:lnTo>
                  <a:lnTo>
                    <a:pt x="57450" y="544262"/>
                  </a:lnTo>
                  <a:lnTo>
                    <a:pt x="0" y="273505"/>
                  </a:lnTo>
                  <a:lnTo>
                    <a:pt x="173488" y="118787"/>
                  </a:lnTo>
                  <a:lnTo>
                    <a:pt x="328206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55345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768807" y="359488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630752" y="382696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00884" y="429111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26457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65972" y="409771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08522" y="382696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55345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2026-03-18T22:01:42Z</dcterms:modified>
  <cp:category/>
</cp:coreProperties>
</file>