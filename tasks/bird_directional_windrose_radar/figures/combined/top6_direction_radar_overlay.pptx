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575958"/>
              <a:ext cx="9144000" cy="57060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1220" y="677178"/>
              <a:ext cx="6879553" cy="5503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305829" y="5078075"/>
              <a:ext cx="539935" cy="87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880186" y="3385214"/>
              <a:ext cx="263390" cy="85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325251" y="1689700"/>
              <a:ext cx="520513" cy="855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332533" y="3220530"/>
              <a:ext cx="416934" cy="416938"/>
            </a:xfrm>
            <a:custGeom>
              <a:avLst/>
              <a:pathLst>
                <a:path w="416934" h="416938">
                  <a:moveTo>
                    <a:pt x="416934" y="208469"/>
                  </a:moveTo>
                  <a:lnTo>
                    <a:pt x="416902" y="204820"/>
                  </a:lnTo>
                  <a:lnTo>
                    <a:pt x="416806" y="201173"/>
                  </a:lnTo>
                  <a:lnTo>
                    <a:pt x="416647" y="197528"/>
                  </a:lnTo>
                  <a:lnTo>
                    <a:pt x="416424" y="193886"/>
                  </a:lnTo>
                  <a:lnTo>
                    <a:pt x="416136" y="190249"/>
                  </a:lnTo>
                  <a:lnTo>
                    <a:pt x="415786" y="186617"/>
                  </a:lnTo>
                  <a:lnTo>
                    <a:pt x="415372" y="182992"/>
                  </a:lnTo>
                  <a:lnTo>
                    <a:pt x="414894" y="179375"/>
                  </a:lnTo>
                  <a:lnTo>
                    <a:pt x="414353" y="175767"/>
                  </a:lnTo>
                  <a:lnTo>
                    <a:pt x="413749" y="172168"/>
                  </a:lnTo>
                  <a:lnTo>
                    <a:pt x="413083" y="168581"/>
                  </a:lnTo>
                  <a:lnTo>
                    <a:pt x="412353" y="165006"/>
                  </a:lnTo>
                  <a:lnTo>
                    <a:pt x="411561" y="161445"/>
                  </a:lnTo>
                  <a:lnTo>
                    <a:pt x="410707" y="157897"/>
                  </a:lnTo>
                  <a:lnTo>
                    <a:pt x="409791" y="154366"/>
                  </a:lnTo>
                  <a:lnTo>
                    <a:pt x="408814" y="150850"/>
                  </a:lnTo>
                  <a:lnTo>
                    <a:pt x="407775" y="147353"/>
                  </a:lnTo>
                  <a:lnTo>
                    <a:pt x="406674" y="143874"/>
                  </a:lnTo>
                  <a:lnTo>
                    <a:pt x="405514" y="140415"/>
                  </a:lnTo>
                  <a:lnTo>
                    <a:pt x="404292" y="136977"/>
                  </a:lnTo>
                  <a:lnTo>
                    <a:pt x="403011" y="133561"/>
                  </a:lnTo>
                  <a:lnTo>
                    <a:pt x="401670" y="130167"/>
                  </a:lnTo>
                  <a:lnTo>
                    <a:pt x="400271" y="126798"/>
                  </a:lnTo>
                  <a:lnTo>
                    <a:pt x="398812" y="123454"/>
                  </a:lnTo>
                  <a:lnTo>
                    <a:pt x="397295" y="120135"/>
                  </a:lnTo>
                  <a:lnTo>
                    <a:pt x="395720" y="116844"/>
                  </a:lnTo>
                  <a:lnTo>
                    <a:pt x="394088" y="113581"/>
                  </a:lnTo>
                  <a:lnTo>
                    <a:pt x="392399" y="110347"/>
                  </a:lnTo>
                  <a:lnTo>
                    <a:pt x="390653" y="107143"/>
                  </a:lnTo>
                  <a:lnTo>
                    <a:pt x="388852" y="103970"/>
                  </a:lnTo>
                  <a:lnTo>
                    <a:pt x="386996" y="100829"/>
                  </a:lnTo>
                  <a:lnTo>
                    <a:pt x="385084" y="97721"/>
                  </a:lnTo>
                  <a:lnTo>
                    <a:pt x="383119" y="94647"/>
                  </a:lnTo>
                  <a:lnTo>
                    <a:pt x="381100" y="91608"/>
                  </a:lnTo>
                  <a:lnTo>
                    <a:pt x="379029" y="88604"/>
                  </a:lnTo>
                  <a:lnTo>
                    <a:pt x="376905" y="85637"/>
                  </a:lnTo>
                  <a:lnTo>
                    <a:pt x="374729" y="82708"/>
                  </a:lnTo>
                  <a:lnTo>
                    <a:pt x="372503" y="79818"/>
                  </a:lnTo>
                  <a:lnTo>
                    <a:pt x="370226" y="76967"/>
                  </a:lnTo>
                  <a:lnTo>
                    <a:pt x="367900" y="74156"/>
                  </a:lnTo>
                  <a:lnTo>
                    <a:pt x="365525" y="71386"/>
                  </a:lnTo>
                  <a:lnTo>
                    <a:pt x="363102" y="68658"/>
                  </a:lnTo>
                  <a:lnTo>
                    <a:pt x="360632" y="65973"/>
                  </a:lnTo>
                  <a:lnTo>
                    <a:pt x="358114" y="63332"/>
                  </a:lnTo>
                  <a:lnTo>
                    <a:pt x="355551" y="60735"/>
                  </a:lnTo>
                  <a:lnTo>
                    <a:pt x="352943" y="58184"/>
                  </a:lnTo>
                  <a:lnTo>
                    <a:pt x="350291" y="55678"/>
                  </a:lnTo>
                  <a:lnTo>
                    <a:pt x="347595" y="53219"/>
                  </a:lnTo>
                  <a:lnTo>
                    <a:pt x="344857" y="50808"/>
                  </a:lnTo>
                  <a:lnTo>
                    <a:pt x="342077" y="48445"/>
                  </a:lnTo>
                  <a:lnTo>
                    <a:pt x="339256" y="46131"/>
                  </a:lnTo>
                  <a:lnTo>
                    <a:pt x="336395" y="43867"/>
                  </a:lnTo>
                  <a:lnTo>
                    <a:pt x="333495" y="41654"/>
                  </a:lnTo>
                  <a:lnTo>
                    <a:pt x="330556" y="39491"/>
                  </a:lnTo>
                  <a:lnTo>
                    <a:pt x="327580" y="37380"/>
                  </a:lnTo>
                  <a:lnTo>
                    <a:pt x="324568" y="35322"/>
                  </a:lnTo>
                  <a:lnTo>
                    <a:pt x="321520" y="33316"/>
                  </a:lnTo>
                  <a:lnTo>
                    <a:pt x="318437" y="31364"/>
                  </a:lnTo>
                  <a:lnTo>
                    <a:pt x="315321" y="29467"/>
                  </a:lnTo>
                  <a:lnTo>
                    <a:pt x="312171" y="27624"/>
                  </a:lnTo>
                  <a:lnTo>
                    <a:pt x="308991" y="25837"/>
                  </a:lnTo>
                  <a:lnTo>
                    <a:pt x="305779" y="24105"/>
                  </a:lnTo>
                  <a:lnTo>
                    <a:pt x="302537" y="22431"/>
                  </a:lnTo>
                  <a:lnTo>
                    <a:pt x="299267" y="20813"/>
                  </a:lnTo>
                  <a:lnTo>
                    <a:pt x="295969" y="19252"/>
                  </a:lnTo>
                  <a:lnTo>
                    <a:pt x="292644" y="17750"/>
                  </a:lnTo>
                  <a:lnTo>
                    <a:pt x="289294" y="16306"/>
                  </a:lnTo>
                  <a:lnTo>
                    <a:pt x="285918" y="14920"/>
                  </a:lnTo>
                  <a:lnTo>
                    <a:pt x="282519" y="13595"/>
                  </a:lnTo>
                  <a:lnTo>
                    <a:pt x="279097" y="12328"/>
                  </a:lnTo>
                  <a:lnTo>
                    <a:pt x="275654" y="11122"/>
                  </a:lnTo>
                  <a:lnTo>
                    <a:pt x="272190" y="9977"/>
                  </a:lnTo>
                  <a:lnTo>
                    <a:pt x="268706" y="8892"/>
                  </a:lnTo>
                  <a:lnTo>
                    <a:pt x="265204" y="7868"/>
                  </a:lnTo>
                  <a:lnTo>
                    <a:pt x="261685" y="6906"/>
                  </a:lnTo>
                  <a:lnTo>
                    <a:pt x="258149" y="6005"/>
                  </a:lnTo>
                  <a:lnTo>
                    <a:pt x="254598" y="5166"/>
                  </a:lnTo>
                  <a:lnTo>
                    <a:pt x="251033" y="4390"/>
                  </a:lnTo>
                  <a:lnTo>
                    <a:pt x="247455" y="3676"/>
                  </a:lnTo>
                  <a:lnTo>
                    <a:pt x="243865" y="3025"/>
                  </a:lnTo>
                  <a:lnTo>
                    <a:pt x="240264" y="2437"/>
                  </a:lnTo>
                  <a:lnTo>
                    <a:pt x="236653" y="1912"/>
                  </a:lnTo>
                  <a:lnTo>
                    <a:pt x="233034" y="1451"/>
                  </a:lnTo>
                  <a:lnTo>
                    <a:pt x="229407" y="1052"/>
                  </a:lnTo>
                  <a:lnTo>
                    <a:pt x="225774" y="717"/>
                  </a:lnTo>
                  <a:lnTo>
                    <a:pt x="222135" y="446"/>
                  </a:lnTo>
                  <a:lnTo>
                    <a:pt x="218493" y="239"/>
                  </a:lnTo>
                  <a:lnTo>
                    <a:pt x="214847" y="95"/>
                  </a:lnTo>
                  <a:lnTo>
                    <a:pt x="211199" y="15"/>
                  </a:lnTo>
                  <a:lnTo>
                    <a:pt x="207551" y="0"/>
                  </a:lnTo>
                  <a:lnTo>
                    <a:pt x="203902" y="47"/>
                  </a:lnTo>
                  <a:lnTo>
                    <a:pt x="200256" y="159"/>
                  </a:lnTo>
                  <a:lnTo>
                    <a:pt x="196611" y="335"/>
                  </a:lnTo>
                  <a:lnTo>
                    <a:pt x="192970" y="574"/>
                  </a:lnTo>
                  <a:lnTo>
                    <a:pt x="189334" y="877"/>
                  </a:lnTo>
                  <a:lnTo>
                    <a:pt x="185704" y="1243"/>
                  </a:lnTo>
                  <a:lnTo>
                    <a:pt x="182081" y="1674"/>
                  </a:lnTo>
                  <a:lnTo>
                    <a:pt x="178466" y="2167"/>
                  </a:lnTo>
                  <a:lnTo>
                    <a:pt x="174860" y="2723"/>
                  </a:lnTo>
                  <a:lnTo>
                    <a:pt x="171264" y="3343"/>
                  </a:lnTo>
                  <a:lnTo>
                    <a:pt x="167680" y="4025"/>
                  </a:lnTo>
                  <a:lnTo>
                    <a:pt x="164109" y="4771"/>
                  </a:lnTo>
                  <a:lnTo>
                    <a:pt x="160550" y="5578"/>
                  </a:lnTo>
                  <a:lnTo>
                    <a:pt x="157007" y="6448"/>
                  </a:lnTo>
                  <a:lnTo>
                    <a:pt x="153479" y="7379"/>
                  </a:lnTo>
                  <a:lnTo>
                    <a:pt x="149968" y="8372"/>
                  </a:lnTo>
                  <a:lnTo>
                    <a:pt x="146475" y="9426"/>
                  </a:lnTo>
                  <a:lnTo>
                    <a:pt x="143002" y="10542"/>
                  </a:lnTo>
                  <a:lnTo>
                    <a:pt x="139548" y="11718"/>
                  </a:lnTo>
                  <a:lnTo>
                    <a:pt x="136115" y="12954"/>
                  </a:lnTo>
                  <a:lnTo>
                    <a:pt x="132704" y="14250"/>
                  </a:lnTo>
                  <a:lnTo>
                    <a:pt x="129317" y="15606"/>
                  </a:lnTo>
                  <a:lnTo>
                    <a:pt x="125954" y="17020"/>
                  </a:lnTo>
                  <a:lnTo>
                    <a:pt x="122616" y="18494"/>
                  </a:lnTo>
                  <a:lnTo>
                    <a:pt x="119304" y="20025"/>
                  </a:lnTo>
                  <a:lnTo>
                    <a:pt x="116020" y="21614"/>
                  </a:lnTo>
                  <a:lnTo>
                    <a:pt x="112764" y="23261"/>
                  </a:lnTo>
                  <a:lnTo>
                    <a:pt x="109537" y="24964"/>
                  </a:lnTo>
                  <a:lnTo>
                    <a:pt x="106341" y="26723"/>
                  </a:lnTo>
                  <a:lnTo>
                    <a:pt x="103176" y="28539"/>
                  </a:lnTo>
                  <a:lnTo>
                    <a:pt x="100043" y="30409"/>
                  </a:lnTo>
                  <a:lnTo>
                    <a:pt x="96943" y="32333"/>
                  </a:lnTo>
                  <a:lnTo>
                    <a:pt x="93878" y="34312"/>
                  </a:lnTo>
                  <a:lnTo>
                    <a:pt x="90847" y="36344"/>
                  </a:lnTo>
                  <a:lnTo>
                    <a:pt x="87853" y="38429"/>
                  </a:lnTo>
                  <a:lnTo>
                    <a:pt x="84896" y="40566"/>
                  </a:lnTo>
                  <a:lnTo>
                    <a:pt x="81976" y="42754"/>
                  </a:lnTo>
                  <a:lnTo>
                    <a:pt x="79095" y="44993"/>
                  </a:lnTo>
                  <a:lnTo>
                    <a:pt x="76254" y="47282"/>
                  </a:lnTo>
                  <a:lnTo>
                    <a:pt x="73453" y="49621"/>
                  </a:lnTo>
                  <a:lnTo>
                    <a:pt x="70694" y="52008"/>
                  </a:lnTo>
                  <a:lnTo>
                    <a:pt x="67977" y="54443"/>
                  </a:lnTo>
                  <a:lnTo>
                    <a:pt x="65303" y="56925"/>
                  </a:lnTo>
                  <a:lnTo>
                    <a:pt x="62673" y="59454"/>
                  </a:lnTo>
                  <a:lnTo>
                    <a:pt x="60087" y="62028"/>
                  </a:lnTo>
                  <a:lnTo>
                    <a:pt x="57547" y="64647"/>
                  </a:lnTo>
                  <a:lnTo>
                    <a:pt x="55053" y="67310"/>
                  </a:lnTo>
                  <a:lnTo>
                    <a:pt x="52606" y="70017"/>
                  </a:lnTo>
                  <a:lnTo>
                    <a:pt x="50207" y="72766"/>
                  </a:lnTo>
                  <a:lnTo>
                    <a:pt x="47856" y="75556"/>
                  </a:lnTo>
                  <a:lnTo>
                    <a:pt x="45555" y="78387"/>
                  </a:lnTo>
                  <a:lnTo>
                    <a:pt x="43303" y="81258"/>
                  </a:lnTo>
                  <a:lnTo>
                    <a:pt x="41102" y="84168"/>
                  </a:lnTo>
                  <a:lnTo>
                    <a:pt x="38952" y="87116"/>
                  </a:lnTo>
                  <a:lnTo>
                    <a:pt x="36854" y="90101"/>
                  </a:lnTo>
                  <a:lnTo>
                    <a:pt x="34809" y="93123"/>
                  </a:lnTo>
                  <a:lnTo>
                    <a:pt x="32817" y="96180"/>
                  </a:lnTo>
                  <a:lnTo>
                    <a:pt x="30879" y="99271"/>
                  </a:lnTo>
                  <a:lnTo>
                    <a:pt x="28995" y="102395"/>
                  </a:lnTo>
                  <a:lnTo>
                    <a:pt x="27166" y="105553"/>
                  </a:lnTo>
                  <a:lnTo>
                    <a:pt x="25393" y="108741"/>
                  </a:lnTo>
                  <a:lnTo>
                    <a:pt x="23675" y="111960"/>
                  </a:lnTo>
                  <a:lnTo>
                    <a:pt x="22015" y="115209"/>
                  </a:lnTo>
                  <a:lnTo>
                    <a:pt x="20411" y="118486"/>
                  </a:lnTo>
                  <a:lnTo>
                    <a:pt x="18865" y="121791"/>
                  </a:lnTo>
                  <a:lnTo>
                    <a:pt x="17377" y="125123"/>
                  </a:lnTo>
                  <a:lnTo>
                    <a:pt x="15948" y="128480"/>
                  </a:lnTo>
                  <a:lnTo>
                    <a:pt x="14577" y="131861"/>
                  </a:lnTo>
                  <a:lnTo>
                    <a:pt x="13266" y="135266"/>
                  </a:lnTo>
                  <a:lnTo>
                    <a:pt x="12015" y="138693"/>
                  </a:lnTo>
                  <a:lnTo>
                    <a:pt x="10824" y="142142"/>
                  </a:lnTo>
                  <a:lnTo>
                    <a:pt x="9694" y="145611"/>
                  </a:lnTo>
                  <a:lnTo>
                    <a:pt x="8624" y="149099"/>
                  </a:lnTo>
                  <a:lnTo>
                    <a:pt x="7616" y="152606"/>
                  </a:lnTo>
                  <a:lnTo>
                    <a:pt x="6669" y="156130"/>
                  </a:lnTo>
                  <a:lnTo>
                    <a:pt x="5784" y="159669"/>
                  </a:lnTo>
                  <a:lnTo>
                    <a:pt x="4961" y="163224"/>
                  </a:lnTo>
                  <a:lnTo>
                    <a:pt x="4200" y="166792"/>
                  </a:lnTo>
                  <a:lnTo>
                    <a:pt x="3502" y="170373"/>
                  </a:lnTo>
                  <a:lnTo>
                    <a:pt x="2866" y="173966"/>
                  </a:lnTo>
                  <a:lnTo>
                    <a:pt x="2294" y="177570"/>
                  </a:lnTo>
                  <a:lnTo>
                    <a:pt x="1785" y="181182"/>
                  </a:lnTo>
                  <a:lnTo>
                    <a:pt x="1339" y="184804"/>
                  </a:lnTo>
                  <a:lnTo>
                    <a:pt x="957" y="188432"/>
                  </a:lnTo>
                  <a:lnTo>
                    <a:pt x="638" y="192067"/>
                  </a:lnTo>
                  <a:lnTo>
                    <a:pt x="383" y="195707"/>
                  </a:lnTo>
                  <a:lnTo>
                    <a:pt x="191" y="199350"/>
                  </a:lnTo>
                  <a:lnTo>
                    <a:pt x="63" y="202996"/>
                  </a:lnTo>
                  <a:lnTo>
                    <a:pt x="0" y="206645"/>
                  </a:lnTo>
                  <a:lnTo>
                    <a:pt x="0" y="210293"/>
                  </a:lnTo>
                  <a:lnTo>
                    <a:pt x="63" y="213941"/>
                  </a:lnTo>
                  <a:lnTo>
                    <a:pt x="191" y="217588"/>
                  </a:lnTo>
                  <a:lnTo>
                    <a:pt x="383" y="221231"/>
                  </a:lnTo>
                  <a:lnTo>
                    <a:pt x="638" y="224871"/>
                  </a:lnTo>
                  <a:lnTo>
                    <a:pt x="957" y="228505"/>
                  </a:lnTo>
                  <a:lnTo>
                    <a:pt x="1339" y="232134"/>
                  </a:lnTo>
                  <a:lnTo>
                    <a:pt x="1785" y="235755"/>
                  </a:lnTo>
                  <a:lnTo>
                    <a:pt x="2294" y="239368"/>
                  </a:lnTo>
                  <a:lnTo>
                    <a:pt x="2866" y="242971"/>
                  </a:lnTo>
                  <a:lnTo>
                    <a:pt x="3502" y="246564"/>
                  </a:lnTo>
                  <a:lnTo>
                    <a:pt x="4200" y="250146"/>
                  </a:lnTo>
                  <a:lnTo>
                    <a:pt x="4961" y="253714"/>
                  </a:lnTo>
                  <a:lnTo>
                    <a:pt x="5784" y="257269"/>
                  </a:lnTo>
                  <a:lnTo>
                    <a:pt x="6669" y="260808"/>
                  </a:lnTo>
                  <a:lnTo>
                    <a:pt x="7616" y="264332"/>
                  </a:lnTo>
                  <a:lnTo>
                    <a:pt x="8624" y="267838"/>
                  </a:lnTo>
                  <a:lnTo>
                    <a:pt x="9694" y="271326"/>
                  </a:lnTo>
                  <a:lnTo>
                    <a:pt x="10824" y="274796"/>
                  </a:lnTo>
                  <a:lnTo>
                    <a:pt x="12015" y="278244"/>
                  </a:lnTo>
                  <a:lnTo>
                    <a:pt x="13266" y="281672"/>
                  </a:lnTo>
                  <a:lnTo>
                    <a:pt x="14577" y="285077"/>
                  </a:lnTo>
                  <a:lnTo>
                    <a:pt x="15948" y="288458"/>
                  </a:lnTo>
                  <a:lnTo>
                    <a:pt x="17377" y="291815"/>
                  </a:lnTo>
                  <a:lnTo>
                    <a:pt x="18865" y="295146"/>
                  </a:lnTo>
                  <a:lnTo>
                    <a:pt x="20411" y="298451"/>
                  </a:lnTo>
                  <a:lnTo>
                    <a:pt x="22015" y="301729"/>
                  </a:lnTo>
                  <a:lnTo>
                    <a:pt x="23675" y="304977"/>
                  </a:lnTo>
                  <a:lnTo>
                    <a:pt x="25393" y="308196"/>
                  </a:lnTo>
                  <a:lnTo>
                    <a:pt x="27166" y="311385"/>
                  </a:lnTo>
                  <a:lnTo>
                    <a:pt x="28995" y="314542"/>
                  </a:lnTo>
                  <a:lnTo>
                    <a:pt x="30879" y="317667"/>
                  </a:lnTo>
                  <a:lnTo>
                    <a:pt x="32817" y="320758"/>
                  </a:lnTo>
                  <a:lnTo>
                    <a:pt x="34809" y="323815"/>
                  </a:lnTo>
                  <a:lnTo>
                    <a:pt x="36854" y="326836"/>
                  </a:lnTo>
                  <a:lnTo>
                    <a:pt x="38952" y="329821"/>
                  </a:lnTo>
                  <a:lnTo>
                    <a:pt x="41102" y="332769"/>
                  </a:lnTo>
                  <a:lnTo>
                    <a:pt x="43303" y="335679"/>
                  </a:lnTo>
                  <a:lnTo>
                    <a:pt x="45555" y="338550"/>
                  </a:lnTo>
                  <a:lnTo>
                    <a:pt x="47856" y="341382"/>
                  </a:lnTo>
                  <a:lnTo>
                    <a:pt x="50207" y="344172"/>
                  </a:lnTo>
                  <a:lnTo>
                    <a:pt x="52606" y="346921"/>
                  </a:lnTo>
                  <a:lnTo>
                    <a:pt x="55053" y="349627"/>
                  </a:lnTo>
                  <a:lnTo>
                    <a:pt x="57547" y="352290"/>
                  </a:lnTo>
                  <a:lnTo>
                    <a:pt x="60087" y="354910"/>
                  </a:lnTo>
                  <a:lnTo>
                    <a:pt x="62673" y="357484"/>
                  </a:lnTo>
                  <a:lnTo>
                    <a:pt x="65303" y="360013"/>
                  </a:lnTo>
                  <a:lnTo>
                    <a:pt x="67977" y="362495"/>
                  </a:lnTo>
                  <a:lnTo>
                    <a:pt x="70694" y="364930"/>
                  </a:lnTo>
                  <a:lnTo>
                    <a:pt x="73453" y="367317"/>
                  </a:lnTo>
                  <a:lnTo>
                    <a:pt x="76254" y="369656"/>
                  </a:lnTo>
                  <a:lnTo>
                    <a:pt x="79095" y="371945"/>
                  </a:lnTo>
                  <a:lnTo>
                    <a:pt x="81976" y="374184"/>
                  </a:lnTo>
                  <a:lnTo>
                    <a:pt x="84896" y="376372"/>
                  </a:lnTo>
                  <a:lnTo>
                    <a:pt x="87853" y="378509"/>
                  </a:lnTo>
                  <a:lnTo>
                    <a:pt x="90847" y="380593"/>
                  </a:lnTo>
                  <a:lnTo>
                    <a:pt x="93878" y="382626"/>
                  </a:lnTo>
                  <a:lnTo>
                    <a:pt x="96943" y="384604"/>
                  </a:lnTo>
                  <a:lnTo>
                    <a:pt x="100043" y="386529"/>
                  </a:lnTo>
                  <a:lnTo>
                    <a:pt x="103176" y="388399"/>
                  </a:lnTo>
                  <a:lnTo>
                    <a:pt x="106341" y="390214"/>
                  </a:lnTo>
                  <a:lnTo>
                    <a:pt x="109537" y="391974"/>
                  </a:lnTo>
                  <a:lnTo>
                    <a:pt x="112764" y="393677"/>
                  </a:lnTo>
                  <a:lnTo>
                    <a:pt x="116020" y="395323"/>
                  </a:lnTo>
                  <a:lnTo>
                    <a:pt x="119304" y="396912"/>
                  </a:lnTo>
                  <a:lnTo>
                    <a:pt x="122616" y="398444"/>
                  </a:lnTo>
                  <a:lnTo>
                    <a:pt x="125954" y="399917"/>
                  </a:lnTo>
                  <a:lnTo>
                    <a:pt x="129317" y="401332"/>
                  </a:lnTo>
                  <a:lnTo>
                    <a:pt x="132704" y="402688"/>
                  </a:lnTo>
                  <a:lnTo>
                    <a:pt x="136115" y="403984"/>
                  </a:lnTo>
                  <a:lnTo>
                    <a:pt x="139548" y="405220"/>
                  </a:lnTo>
                  <a:lnTo>
                    <a:pt x="143002" y="406396"/>
                  </a:lnTo>
                  <a:lnTo>
                    <a:pt x="146475" y="407511"/>
                  </a:lnTo>
                  <a:lnTo>
                    <a:pt x="149968" y="408566"/>
                  </a:lnTo>
                  <a:lnTo>
                    <a:pt x="153479" y="409559"/>
                  </a:lnTo>
                  <a:lnTo>
                    <a:pt x="157007" y="410490"/>
                  </a:lnTo>
                  <a:lnTo>
                    <a:pt x="160550" y="411360"/>
                  </a:lnTo>
                  <a:lnTo>
                    <a:pt x="164109" y="412167"/>
                  </a:lnTo>
                  <a:lnTo>
                    <a:pt x="167680" y="412912"/>
                  </a:lnTo>
                  <a:lnTo>
                    <a:pt x="171264" y="413595"/>
                  </a:lnTo>
                  <a:lnTo>
                    <a:pt x="174860" y="414214"/>
                  </a:lnTo>
                  <a:lnTo>
                    <a:pt x="178466" y="414771"/>
                  </a:lnTo>
                  <a:lnTo>
                    <a:pt x="182081" y="415264"/>
                  </a:lnTo>
                  <a:lnTo>
                    <a:pt x="185704" y="415694"/>
                  </a:lnTo>
                  <a:lnTo>
                    <a:pt x="189334" y="416061"/>
                  </a:lnTo>
                  <a:lnTo>
                    <a:pt x="192970" y="416364"/>
                  </a:lnTo>
                  <a:lnTo>
                    <a:pt x="196611" y="416603"/>
                  </a:lnTo>
                  <a:lnTo>
                    <a:pt x="200256" y="416779"/>
                  </a:lnTo>
                  <a:lnTo>
                    <a:pt x="203902" y="416890"/>
                  </a:lnTo>
                  <a:lnTo>
                    <a:pt x="207551" y="416938"/>
                  </a:lnTo>
                  <a:lnTo>
                    <a:pt x="211199" y="416922"/>
                  </a:lnTo>
                  <a:lnTo>
                    <a:pt x="214847" y="416842"/>
                  </a:lnTo>
                  <a:lnTo>
                    <a:pt x="218493" y="416699"/>
                  </a:lnTo>
                  <a:lnTo>
                    <a:pt x="222135" y="416491"/>
                  </a:lnTo>
                  <a:lnTo>
                    <a:pt x="225774" y="416220"/>
                  </a:lnTo>
                  <a:lnTo>
                    <a:pt x="229407" y="415885"/>
                  </a:lnTo>
                  <a:lnTo>
                    <a:pt x="233034" y="415487"/>
                  </a:lnTo>
                  <a:lnTo>
                    <a:pt x="236653" y="415025"/>
                  </a:lnTo>
                  <a:lnTo>
                    <a:pt x="240264" y="414500"/>
                  </a:lnTo>
                  <a:lnTo>
                    <a:pt x="243865" y="413912"/>
                  </a:lnTo>
                  <a:lnTo>
                    <a:pt x="247455" y="413261"/>
                  </a:lnTo>
                  <a:lnTo>
                    <a:pt x="251033" y="412547"/>
                  </a:lnTo>
                  <a:lnTo>
                    <a:pt x="254598" y="411771"/>
                  </a:lnTo>
                  <a:lnTo>
                    <a:pt x="258149" y="410933"/>
                  </a:lnTo>
                  <a:lnTo>
                    <a:pt x="261685" y="410032"/>
                  </a:lnTo>
                  <a:lnTo>
                    <a:pt x="265204" y="409070"/>
                  </a:lnTo>
                  <a:lnTo>
                    <a:pt x="268706" y="408046"/>
                  </a:lnTo>
                  <a:lnTo>
                    <a:pt x="272190" y="406961"/>
                  </a:lnTo>
                  <a:lnTo>
                    <a:pt x="275654" y="405815"/>
                  </a:lnTo>
                  <a:lnTo>
                    <a:pt x="279097" y="404609"/>
                  </a:lnTo>
                  <a:lnTo>
                    <a:pt x="282519" y="403343"/>
                  </a:lnTo>
                  <a:lnTo>
                    <a:pt x="285918" y="402017"/>
                  </a:lnTo>
                  <a:lnTo>
                    <a:pt x="289294" y="400632"/>
                  </a:lnTo>
                  <a:lnTo>
                    <a:pt x="292644" y="399188"/>
                  </a:lnTo>
                  <a:lnTo>
                    <a:pt x="295969" y="397685"/>
                  </a:lnTo>
                  <a:lnTo>
                    <a:pt x="299267" y="396125"/>
                  </a:lnTo>
                  <a:lnTo>
                    <a:pt x="302537" y="394507"/>
                  </a:lnTo>
                  <a:lnTo>
                    <a:pt x="305779" y="392832"/>
                  </a:lnTo>
                  <a:lnTo>
                    <a:pt x="308991" y="391101"/>
                  </a:lnTo>
                  <a:lnTo>
                    <a:pt x="312171" y="389314"/>
                  </a:lnTo>
                  <a:lnTo>
                    <a:pt x="315321" y="387471"/>
                  </a:lnTo>
                  <a:lnTo>
                    <a:pt x="318437" y="385573"/>
                  </a:lnTo>
                  <a:lnTo>
                    <a:pt x="321520" y="383622"/>
                  </a:lnTo>
                  <a:lnTo>
                    <a:pt x="324568" y="381616"/>
                  </a:lnTo>
                  <a:lnTo>
                    <a:pt x="327580" y="379558"/>
                  </a:lnTo>
                  <a:lnTo>
                    <a:pt x="330556" y="377447"/>
                  </a:lnTo>
                  <a:lnTo>
                    <a:pt x="333495" y="375284"/>
                  </a:lnTo>
                  <a:lnTo>
                    <a:pt x="336395" y="373070"/>
                  </a:lnTo>
                  <a:lnTo>
                    <a:pt x="339256" y="370806"/>
                  </a:lnTo>
                  <a:lnTo>
                    <a:pt x="342077" y="368492"/>
                  </a:lnTo>
                  <a:lnTo>
                    <a:pt x="344857" y="366129"/>
                  </a:lnTo>
                  <a:lnTo>
                    <a:pt x="347595" y="363718"/>
                  </a:lnTo>
                  <a:lnTo>
                    <a:pt x="350291" y="361260"/>
                  </a:lnTo>
                  <a:lnTo>
                    <a:pt x="352943" y="358754"/>
                  </a:lnTo>
                  <a:lnTo>
                    <a:pt x="355551" y="356202"/>
                  </a:lnTo>
                  <a:lnTo>
                    <a:pt x="358114" y="353606"/>
                  </a:lnTo>
                  <a:lnTo>
                    <a:pt x="360632" y="350964"/>
                  </a:lnTo>
                  <a:lnTo>
                    <a:pt x="363102" y="348279"/>
                  </a:lnTo>
                  <a:lnTo>
                    <a:pt x="365525" y="345552"/>
                  </a:lnTo>
                  <a:lnTo>
                    <a:pt x="367900" y="342782"/>
                  </a:lnTo>
                  <a:lnTo>
                    <a:pt x="370226" y="339971"/>
                  </a:lnTo>
                  <a:lnTo>
                    <a:pt x="372503" y="337120"/>
                  </a:lnTo>
                  <a:lnTo>
                    <a:pt x="374729" y="334229"/>
                  </a:lnTo>
                  <a:lnTo>
                    <a:pt x="376905" y="331300"/>
                  </a:lnTo>
                  <a:lnTo>
                    <a:pt x="379029" y="328333"/>
                  </a:lnTo>
                  <a:lnTo>
                    <a:pt x="381100" y="325330"/>
                  </a:lnTo>
                  <a:lnTo>
                    <a:pt x="383119" y="322291"/>
                  </a:lnTo>
                  <a:lnTo>
                    <a:pt x="385084" y="319217"/>
                  </a:lnTo>
                  <a:lnTo>
                    <a:pt x="386996" y="316109"/>
                  </a:lnTo>
                  <a:lnTo>
                    <a:pt x="388852" y="312968"/>
                  </a:lnTo>
                  <a:lnTo>
                    <a:pt x="390653" y="309795"/>
                  </a:lnTo>
                  <a:lnTo>
                    <a:pt x="392399" y="306591"/>
                  </a:lnTo>
                  <a:lnTo>
                    <a:pt x="394088" y="303357"/>
                  </a:lnTo>
                  <a:lnTo>
                    <a:pt x="395720" y="300093"/>
                  </a:lnTo>
                  <a:lnTo>
                    <a:pt x="397295" y="296802"/>
                  </a:lnTo>
                  <a:lnTo>
                    <a:pt x="398812" y="293484"/>
                  </a:lnTo>
                  <a:lnTo>
                    <a:pt x="400271" y="290140"/>
                  </a:lnTo>
                  <a:lnTo>
                    <a:pt x="401670" y="286770"/>
                  </a:lnTo>
                  <a:lnTo>
                    <a:pt x="403011" y="283377"/>
                  </a:lnTo>
                  <a:lnTo>
                    <a:pt x="404292" y="279961"/>
                  </a:lnTo>
                  <a:lnTo>
                    <a:pt x="405514" y="276522"/>
                  </a:lnTo>
                  <a:lnTo>
                    <a:pt x="406674" y="273063"/>
                  </a:lnTo>
                  <a:lnTo>
                    <a:pt x="407775" y="269585"/>
                  </a:lnTo>
                  <a:lnTo>
                    <a:pt x="408814" y="266087"/>
                  </a:lnTo>
                  <a:lnTo>
                    <a:pt x="409791" y="262572"/>
                  </a:lnTo>
                  <a:lnTo>
                    <a:pt x="410707" y="259040"/>
                  </a:lnTo>
                  <a:lnTo>
                    <a:pt x="411561" y="255493"/>
                  </a:lnTo>
                  <a:lnTo>
                    <a:pt x="412353" y="251931"/>
                  </a:lnTo>
                  <a:lnTo>
                    <a:pt x="413083" y="248356"/>
                  </a:lnTo>
                  <a:lnTo>
                    <a:pt x="413749" y="244769"/>
                  </a:lnTo>
                  <a:lnTo>
                    <a:pt x="414353" y="241171"/>
                  </a:lnTo>
                  <a:lnTo>
                    <a:pt x="414894" y="237563"/>
                  </a:lnTo>
                  <a:lnTo>
                    <a:pt x="415372" y="233946"/>
                  </a:lnTo>
                  <a:lnTo>
                    <a:pt x="415786" y="230320"/>
                  </a:lnTo>
                  <a:lnTo>
                    <a:pt x="416136" y="226689"/>
                  </a:lnTo>
                  <a:lnTo>
                    <a:pt x="416424" y="223051"/>
                  </a:lnTo>
                  <a:lnTo>
                    <a:pt x="416647" y="219410"/>
                  </a:lnTo>
                  <a:lnTo>
                    <a:pt x="416806" y="215765"/>
                  </a:lnTo>
                  <a:lnTo>
                    <a:pt x="416902" y="212117"/>
                  </a:lnTo>
                  <a:lnTo>
                    <a:pt x="416934" y="208469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394448" y="2282418"/>
              <a:ext cx="2293140" cy="2293162"/>
            </a:xfrm>
            <a:custGeom>
              <a:avLst/>
              <a:pathLst>
                <a:path w="2293140" h="2293162">
                  <a:moveTo>
                    <a:pt x="2293140" y="1146581"/>
                  </a:moveTo>
                  <a:lnTo>
                    <a:pt x="2292965" y="1126514"/>
                  </a:lnTo>
                  <a:lnTo>
                    <a:pt x="2292438" y="1106454"/>
                  </a:lnTo>
                  <a:lnTo>
                    <a:pt x="2291560" y="1086406"/>
                  </a:lnTo>
                  <a:lnTo>
                    <a:pt x="2290332" y="1066376"/>
                  </a:lnTo>
                  <a:lnTo>
                    <a:pt x="2288753" y="1046371"/>
                  </a:lnTo>
                  <a:lnTo>
                    <a:pt x="2286824" y="1026397"/>
                  </a:lnTo>
                  <a:lnTo>
                    <a:pt x="2284546" y="1006459"/>
                  </a:lnTo>
                  <a:lnTo>
                    <a:pt x="2281919" y="986564"/>
                  </a:lnTo>
                  <a:lnTo>
                    <a:pt x="2278945" y="966719"/>
                  </a:lnTo>
                  <a:lnTo>
                    <a:pt x="2275624" y="946928"/>
                  </a:lnTo>
                  <a:lnTo>
                    <a:pt x="2271957" y="927199"/>
                  </a:lnTo>
                  <a:lnTo>
                    <a:pt x="2267945" y="907537"/>
                  </a:lnTo>
                  <a:lnTo>
                    <a:pt x="2263590" y="887948"/>
                  </a:lnTo>
                  <a:lnTo>
                    <a:pt x="2258892" y="868438"/>
                  </a:lnTo>
                  <a:lnTo>
                    <a:pt x="2253854" y="849013"/>
                  </a:lnTo>
                  <a:lnTo>
                    <a:pt x="2248477" y="829680"/>
                  </a:lnTo>
                  <a:lnTo>
                    <a:pt x="2242762" y="810444"/>
                  </a:lnTo>
                  <a:lnTo>
                    <a:pt x="2236711" y="791310"/>
                  </a:lnTo>
                  <a:lnTo>
                    <a:pt x="2230327" y="772286"/>
                  </a:lnTo>
                  <a:lnTo>
                    <a:pt x="2223610" y="753376"/>
                  </a:lnTo>
                  <a:lnTo>
                    <a:pt x="2216564" y="734586"/>
                  </a:lnTo>
                  <a:lnTo>
                    <a:pt x="2209190" y="715923"/>
                  </a:lnTo>
                  <a:lnTo>
                    <a:pt x="2201490" y="697392"/>
                  </a:lnTo>
                  <a:lnTo>
                    <a:pt x="2193467" y="678998"/>
                  </a:lnTo>
                  <a:lnTo>
                    <a:pt x="2185124" y="660747"/>
                  </a:lnTo>
                  <a:lnTo>
                    <a:pt x="2176462" y="642646"/>
                  </a:lnTo>
                  <a:lnTo>
                    <a:pt x="2167485" y="624698"/>
                  </a:lnTo>
                  <a:lnTo>
                    <a:pt x="2158195" y="606911"/>
                  </a:lnTo>
                  <a:lnTo>
                    <a:pt x="2148595" y="589289"/>
                  </a:lnTo>
                  <a:lnTo>
                    <a:pt x="2138689" y="571837"/>
                  </a:lnTo>
                  <a:lnTo>
                    <a:pt x="2128478" y="554562"/>
                  </a:lnTo>
                  <a:lnTo>
                    <a:pt x="2117967" y="537467"/>
                  </a:lnTo>
                  <a:lnTo>
                    <a:pt x="2107158" y="520560"/>
                  </a:lnTo>
                  <a:lnTo>
                    <a:pt x="2096055" y="503844"/>
                  </a:lnTo>
                  <a:lnTo>
                    <a:pt x="2084661" y="487325"/>
                  </a:lnTo>
                  <a:lnTo>
                    <a:pt x="2072980" y="471008"/>
                  </a:lnTo>
                  <a:lnTo>
                    <a:pt x="2061014" y="454898"/>
                  </a:lnTo>
                  <a:lnTo>
                    <a:pt x="2048769" y="439000"/>
                  </a:lnTo>
                  <a:lnTo>
                    <a:pt x="2036248" y="423319"/>
                  </a:lnTo>
                  <a:lnTo>
                    <a:pt x="2023454" y="407859"/>
                  </a:lnTo>
                  <a:lnTo>
                    <a:pt x="2010391" y="392625"/>
                  </a:lnTo>
                  <a:lnTo>
                    <a:pt x="1997064" y="377623"/>
                  </a:lnTo>
                  <a:lnTo>
                    <a:pt x="1983476" y="362855"/>
                  </a:lnTo>
                  <a:lnTo>
                    <a:pt x="1969632" y="348328"/>
                  </a:lnTo>
                  <a:lnTo>
                    <a:pt x="1955535" y="334046"/>
                  </a:lnTo>
                  <a:lnTo>
                    <a:pt x="1941191" y="320012"/>
                  </a:lnTo>
                  <a:lnTo>
                    <a:pt x="1926604" y="306232"/>
                  </a:lnTo>
                  <a:lnTo>
                    <a:pt x="1911777" y="292709"/>
                  </a:lnTo>
                  <a:lnTo>
                    <a:pt x="1896717" y="279447"/>
                  </a:lnTo>
                  <a:lnTo>
                    <a:pt x="1881426" y="266451"/>
                  </a:lnTo>
                  <a:lnTo>
                    <a:pt x="1865910" y="253725"/>
                  </a:lnTo>
                  <a:lnTo>
                    <a:pt x="1850174" y="241272"/>
                  </a:lnTo>
                  <a:lnTo>
                    <a:pt x="1834223" y="229097"/>
                  </a:lnTo>
                  <a:lnTo>
                    <a:pt x="1818060" y="217202"/>
                  </a:lnTo>
                  <a:lnTo>
                    <a:pt x="1801692" y="205592"/>
                  </a:lnTo>
                  <a:lnTo>
                    <a:pt x="1785124" y="194271"/>
                  </a:lnTo>
                  <a:lnTo>
                    <a:pt x="1768360" y="183241"/>
                  </a:lnTo>
                  <a:lnTo>
                    <a:pt x="1751405" y="172506"/>
                  </a:lnTo>
                  <a:lnTo>
                    <a:pt x="1734265" y="162070"/>
                  </a:lnTo>
                  <a:lnTo>
                    <a:pt x="1716945" y="151935"/>
                  </a:lnTo>
                  <a:lnTo>
                    <a:pt x="1699450" y="142104"/>
                  </a:lnTo>
                  <a:lnTo>
                    <a:pt x="1681786" y="132582"/>
                  </a:lnTo>
                  <a:lnTo>
                    <a:pt x="1663958" y="123370"/>
                  </a:lnTo>
                  <a:lnTo>
                    <a:pt x="1645972" y="114472"/>
                  </a:lnTo>
                  <a:lnTo>
                    <a:pt x="1627832" y="105889"/>
                  </a:lnTo>
                  <a:lnTo>
                    <a:pt x="1609546" y="97626"/>
                  </a:lnTo>
                  <a:lnTo>
                    <a:pt x="1591117" y="89683"/>
                  </a:lnTo>
                  <a:lnTo>
                    <a:pt x="1572552" y="82065"/>
                  </a:lnTo>
                  <a:lnTo>
                    <a:pt x="1553857" y="74772"/>
                  </a:lnTo>
                  <a:lnTo>
                    <a:pt x="1535037" y="67808"/>
                  </a:lnTo>
                  <a:lnTo>
                    <a:pt x="1516097" y="61174"/>
                  </a:lnTo>
                  <a:lnTo>
                    <a:pt x="1497045" y="54873"/>
                  </a:lnTo>
                  <a:lnTo>
                    <a:pt x="1477885" y="48906"/>
                  </a:lnTo>
                  <a:lnTo>
                    <a:pt x="1458624" y="43276"/>
                  </a:lnTo>
                  <a:lnTo>
                    <a:pt x="1439268" y="37983"/>
                  </a:lnTo>
                  <a:lnTo>
                    <a:pt x="1419821" y="33030"/>
                  </a:lnTo>
                  <a:lnTo>
                    <a:pt x="1400291" y="28418"/>
                  </a:lnTo>
                  <a:lnTo>
                    <a:pt x="1380683" y="24148"/>
                  </a:lnTo>
                  <a:lnTo>
                    <a:pt x="1361004" y="20223"/>
                  </a:lnTo>
                  <a:lnTo>
                    <a:pt x="1341258" y="16642"/>
                  </a:lnTo>
                  <a:lnTo>
                    <a:pt x="1321453" y="13407"/>
                  </a:lnTo>
                  <a:lnTo>
                    <a:pt x="1301595" y="10520"/>
                  </a:lnTo>
                  <a:lnTo>
                    <a:pt x="1281689" y="7980"/>
                  </a:lnTo>
                  <a:lnTo>
                    <a:pt x="1261742" y="5790"/>
                  </a:lnTo>
                  <a:lnTo>
                    <a:pt x="1241759" y="3948"/>
                  </a:lnTo>
                  <a:lnTo>
                    <a:pt x="1221747" y="2457"/>
                  </a:lnTo>
                  <a:lnTo>
                    <a:pt x="1201712" y="1316"/>
                  </a:lnTo>
                  <a:lnTo>
                    <a:pt x="1181661" y="526"/>
                  </a:lnTo>
                  <a:lnTo>
                    <a:pt x="1161598" y="87"/>
                  </a:lnTo>
                  <a:lnTo>
                    <a:pt x="1141531" y="0"/>
                  </a:lnTo>
                  <a:lnTo>
                    <a:pt x="1121465" y="263"/>
                  </a:lnTo>
                  <a:lnTo>
                    <a:pt x="1101408" y="877"/>
                  </a:lnTo>
                  <a:lnTo>
                    <a:pt x="1081363" y="1843"/>
                  </a:lnTo>
                  <a:lnTo>
                    <a:pt x="1061339" y="3159"/>
                  </a:lnTo>
                  <a:lnTo>
                    <a:pt x="1041341" y="4825"/>
                  </a:lnTo>
                  <a:lnTo>
                    <a:pt x="1021376" y="6841"/>
                  </a:lnTo>
                  <a:lnTo>
                    <a:pt x="1001448" y="9207"/>
                  </a:lnTo>
                  <a:lnTo>
                    <a:pt x="981565" y="11920"/>
                  </a:lnTo>
                  <a:lnTo>
                    <a:pt x="961733" y="14981"/>
                  </a:lnTo>
                  <a:lnTo>
                    <a:pt x="941957" y="18389"/>
                  </a:lnTo>
                  <a:lnTo>
                    <a:pt x="922244" y="22142"/>
                  </a:lnTo>
                  <a:lnTo>
                    <a:pt x="902599" y="26240"/>
                  </a:lnTo>
                  <a:lnTo>
                    <a:pt x="883030" y="30681"/>
                  </a:lnTo>
                  <a:lnTo>
                    <a:pt x="863541" y="35464"/>
                  </a:lnTo>
                  <a:lnTo>
                    <a:pt x="844138" y="40587"/>
                  </a:lnTo>
                  <a:lnTo>
                    <a:pt x="824829" y="46049"/>
                  </a:lnTo>
                  <a:lnTo>
                    <a:pt x="805617" y="51848"/>
                  </a:lnTo>
                  <a:lnTo>
                    <a:pt x="786511" y="57982"/>
                  </a:lnTo>
                  <a:lnTo>
                    <a:pt x="767514" y="64450"/>
                  </a:lnTo>
                  <a:lnTo>
                    <a:pt x="748634" y="71249"/>
                  </a:lnTo>
                  <a:lnTo>
                    <a:pt x="729875" y="78378"/>
                  </a:lnTo>
                  <a:lnTo>
                    <a:pt x="711245" y="85833"/>
                  </a:lnTo>
                  <a:lnTo>
                    <a:pt x="692747" y="93614"/>
                  </a:lnTo>
                  <a:lnTo>
                    <a:pt x="674389" y="101717"/>
                  </a:lnTo>
                  <a:lnTo>
                    <a:pt x="656175" y="110141"/>
                  </a:lnTo>
                  <a:lnTo>
                    <a:pt x="638111" y="118881"/>
                  </a:lnTo>
                  <a:lnTo>
                    <a:pt x="620203" y="127937"/>
                  </a:lnTo>
                  <a:lnTo>
                    <a:pt x="602457" y="137305"/>
                  </a:lnTo>
                  <a:lnTo>
                    <a:pt x="584877" y="146981"/>
                  </a:lnTo>
                  <a:lnTo>
                    <a:pt x="567469" y="156964"/>
                  </a:lnTo>
                  <a:lnTo>
                    <a:pt x="550238" y="167250"/>
                  </a:lnTo>
                  <a:lnTo>
                    <a:pt x="533190" y="177836"/>
                  </a:lnTo>
                  <a:lnTo>
                    <a:pt x="516330" y="188719"/>
                  </a:lnTo>
                  <a:lnTo>
                    <a:pt x="499663" y="199895"/>
                  </a:lnTo>
                  <a:lnTo>
                    <a:pt x="483194" y="211361"/>
                  </a:lnTo>
                  <a:lnTo>
                    <a:pt x="466928" y="223114"/>
                  </a:lnTo>
                  <a:lnTo>
                    <a:pt x="450871" y="235149"/>
                  </a:lnTo>
                  <a:lnTo>
                    <a:pt x="435026" y="247464"/>
                  </a:lnTo>
                  <a:lnTo>
                    <a:pt x="419400" y="260054"/>
                  </a:lnTo>
                  <a:lnTo>
                    <a:pt x="403996" y="272916"/>
                  </a:lnTo>
                  <a:lnTo>
                    <a:pt x="388820" y="286045"/>
                  </a:lnTo>
                  <a:lnTo>
                    <a:pt x="373876" y="299438"/>
                  </a:lnTo>
                  <a:lnTo>
                    <a:pt x="359168" y="313090"/>
                  </a:lnTo>
                  <a:lnTo>
                    <a:pt x="344702" y="326998"/>
                  </a:lnTo>
                  <a:lnTo>
                    <a:pt x="330481" y="341156"/>
                  </a:lnTo>
                  <a:lnTo>
                    <a:pt x="316510" y="355562"/>
                  </a:lnTo>
                  <a:lnTo>
                    <a:pt x="302794" y="370209"/>
                  </a:lnTo>
                  <a:lnTo>
                    <a:pt x="289336" y="385095"/>
                  </a:lnTo>
                  <a:lnTo>
                    <a:pt x="276140" y="400213"/>
                  </a:lnTo>
                  <a:lnTo>
                    <a:pt x="263211" y="415561"/>
                  </a:lnTo>
                  <a:lnTo>
                    <a:pt x="250553" y="431132"/>
                  </a:lnTo>
                  <a:lnTo>
                    <a:pt x="238169" y="446922"/>
                  </a:lnTo>
                  <a:lnTo>
                    <a:pt x="226064" y="462927"/>
                  </a:lnTo>
                  <a:lnTo>
                    <a:pt x="214240" y="479141"/>
                  </a:lnTo>
                  <a:lnTo>
                    <a:pt x="202702" y="495560"/>
                  </a:lnTo>
                  <a:lnTo>
                    <a:pt x="191453" y="512178"/>
                  </a:lnTo>
                  <a:lnTo>
                    <a:pt x="180496" y="528990"/>
                  </a:lnTo>
                  <a:lnTo>
                    <a:pt x="169836" y="545992"/>
                  </a:lnTo>
                  <a:lnTo>
                    <a:pt x="159475" y="563177"/>
                  </a:lnTo>
                  <a:lnTo>
                    <a:pt x="149416" y="580541"/>
                  </a:lnTo>
                  <a:lnTo>
                    <a:pt x="139662" y="598079"/>
                  </a:lnTo>
                  <a:lnTo>
                    <a:pt x="130217" y="615784"/>
                  </a:lnTo>
                  <a:lnTo>
                    <a:pt x="121083" y="633652"/>
                  </a:lnTo>
                  <a:lnTo>
                    <a:pt x="112263" y="651678"/>
                  </a:lnTo>
                  <a:lnTo>
                    <a:pt x="103760" y="669854"/>
                  </a:lnTo>
                  <a:lnTo>
                    <a:pt x="95577" y="688177"/>
                  </a:lnTo>
                  <a:lnTo>
                    <a:pt x="87715" y="706640"/>
                  </a:lnTo>
                  <a:lnTo>
                    <a:pt x="80178" y="725238"/>
                  </a:lnTo>
                  <a:lnTo>
                    <a:pt x="72968" y="743966"/>
                  </a:lnTo>
                  <a:lnTo>
                    <a:pt x="66086" y="762816"/>
                  </a:lnTo>
                  <a:lnTo>
                    <a:pt x="59535" y="781784"/>
                  </a:lnTo>
                  <a:lnTo>
                    <a:pt x="53317" y="800864"/>
                  </a:lnTo>
                  <a:lnTo>
                    <a:pt x="47434" y="820049"/>
                  </a:lnTo>
                  <a:lnTo>
                    <a:pt x="41888" y="839335"/>
                  </a:lnTo>
                  <a:lnTo>
                    <a:pt x="36680" y="858715"/>
                  </a:lnTo>
                  <a:lnTo>
                    <a:pt x="31812" y="878182"/>
                  </a:lnTo>
                  <a:lnTo>
                    <a:pt x="27285" y="897733"/>
                  </a:lnTo>
                  <a:lnTo>
                    <a:pt x="23102" y="917359"/>
                  </a:lnTo>
                  <a:lnTo>
                    <a:pt x="19262" y="937055"/>
                  </a:lnTo>
                  <a:lnTo>
                    <a:pt x="15768" y="956816"/>
                  </a:lnTo>
                  <a:lnTo>
                    <a:pt x="12620" y="976635"/>
                  </a:lnTo>
                  <a:lnTo>
                    <a:pt x="9819" y="996506"/>
                  </a:lnTo>
                  <a:lnTo>
                    <a:pt x="7367" y="1016423"/>
                  </a:lnTo>
                  <a:lnTo>
                    <a:pt x="5264" y="1036380"/>
                  </a:lnTo>
                  <a:lnTo>
                    <a:pt x="3510" y="1056370"/>
                  </a:lnTo>
                  <a:lnTo>
                    <a:pt x="2106" y="1076388"/>
                  </a:lnTo>
                  <a:lnTo>
                    <a:pt x="1053" y="1096428"/>
                  </a:lnTo>
                  <a:lnTo>
                    <a:pt x="351" y="1116483"/>
                  </a:lnTo>
                  <a:lnTo>
                    <a:pt x="0" y="1136547"/>
                  </a:lnTo>
                  <a:lnTo>
                    <a:pt x="0" y="1156614"/>
                  </a:lnTo>
                  <a:lnTo>
                    <a:pt x="351" y="1176679"/>
                  </a:lnTo>
                  <a:lnTo>
                    <a:pt x="1053" y="1196734"/>
                  </a:lnTo>
                  <a:lnTo>
                    <a:pt x="2106" y="1216773"/>
                  </a:lnTo>
                  <a:lnTo>
                    <a:pt x="3510" y="1236791"/>
                  </a:lnTo>
                  <a:lnTo>
                    <a:pt x="5264" y="1256782"/>
                  </a:lnTo>
                  <a:lnTo>
                    <a:pt x="7367" y="1276739"/>
                  </a:lnTo>
                  <a:lnTo>
                    <a:pt x="9819" y="1296656"/>
                  </a:lnTo>
                  <a:lnTo>
                    <a:pt x="12620" y="1316527"/>
                  </a:lnTo>
                  <a:lnTo>
                    <a:pt x="15768" y="1336345"/>
                  </a:lnTo>
                  <a:lnTo>
                    <a:pt x="19262" y="1356106"/>
                  </a:lnTo>
                  <a:lnTo>
                    <a:pt x="23102" y="1375803"/>
                  </a:lnTo>
                  <a:lnTo>
                    <a:pt x="27285" y="1395429"/>
                  </a:lnTo>
                  <a:lnTo>
                    <a:pt x="31812" y="1414979"/>
                  </a:lnTo>
                  <a:lnTo>
                    <a:pt x="36680" y="1434447"/>
                  </a:lnTo>
                  <a:lnTo>
                    <a:pt x="41888" y="1453827"/>
                  </a:lnTo>
                  <a:lnTo>
                    <a:pt x="47434" y="1473112"/>
                  </a:lnTo>
                  <a:lnTo>
                    <a:pt x="53317" y="1492298"/>
                  </a:lnTo>
                  <a:lnTo>
                    <a:pt x="59535" y="1511378"/>
                  </a:lnTo>
                  <a:lnTo>
                    <a:pt x="66086" y="1530346"/>
                  </a:lnTo>
                  <a:lnTo>
                    <a:pt x="72968" y="1549196"/>
                  </a:lnTo>
                  <a:lnTo>
                    <a:pt x="80178" y="1567923"/>
                  </a:lnTo>
                  <a:lnTo>
                    <a:pt x="87715" y="1586521"/>
                  </a:lnTo>
                  <a:lnTo>
                    <a:pt x="95577" y="1604984"/>
                  </a:lnTo>
                  <a:lnTo>
                    <a:pt x="103760" y="1623307"/>
                  </a:lnTo>
                  <a:lnTo>
                    <a:pt x="112263" y="1641484"/>
                  </a:lnTo>
                  <a:lnTo>
                    <a:pt x="121083" y="1659509"/>
                  </a:lnTo>
                  <a:lnTo>
                    <a:pt x="130217" y="1677377"/>
                  </a:lnTo>
                  <a:lnTo>
                    <a:pt x="139662" y="1695083"/>
                  </a:lnTo>
                  <a:lnTo>
                    <a:pt x="149416" y="1712621"/>
                  </a:lnTo>
                  <a:lnTo>
                    <a:pt x="159475" y="1729985"/>
                  </a:lnTo>
                  <a:lnTo>
                    <a:pt x="169836" y="1747170"/>
                  </a:lnTo>
                  <a:lnTo>
                    <a:pt x="180496" y="1764172"/>
                  </a:lnTo>
                  <a:lnTo>
                    <a:pt x="191453" y="1780984"/>
                  </a:lnTo>
                  <a:lnTo>
                    <a:pt x="202702" y="1797602"/>
                  </a:lnTo>
                  <a:lnTo>
                    <a:pt x="214240" y="1814020"/>
                  </a:lnTo>
                  <a:lnTo>
                    <a:pt x="226064" y="1830234"/>
                  </a:lnTo>
                  <a:lnTo>
                    <a:pt x="238169" y="1846239"/>
                  </a:lnTo>
                  <a:lnTo>
                    <a:pt x="250553" y="1862030"/>
                  </a:lnTo>
                  <a:lnTo>
                    <a:pt x="263211" y="1877601"/>
                  </a:lnTo>
                  <a:lnTo>
                    <a:pt x="276140" y="1892948"/>
                  </a:lnTo>
                  <a:lnTo>
                    <a:pt x="289336" y="1908067"/>
                  </a:lnTo>
                  <a:lnTo>
                    <a:pt x="302794" y="1922952"/>
                  </a:lnTo>
                  <a:lnTo>
                    <a:pt x="316510" y="1937600"/>
                  </a:lnTo>
                  <a:lnTo>
                    <a:pt x="330481" y="1952005"/>
                  </a:lnTo>
                  <a:lnTo>
                    <a:pt x="344702" y="1966164"/>
                  </a:lnTo>
                  <a:lnTo>
                    <a:pt x="359168" y="1980072"/>
                  </a:lnTo>
                  <a:lnTo>
                    <a:pt x="373876" y="1993724"/>
                  </a:lnTo>
                  <a:lnTo>
                    <a:pt x="388820" y="2007117"/>
                  </a:lnTo>
                  <a:lnTo>
                    <a:pt x="403996" y="2020246"/>
                  </a:lnTo>
                  <a:lnTo>
                    <a:pt x="419400" y="2033108"/>
                  </a:lnTo>
                  <a:lnTo>
                    <a:pt x="435026" y="2045698"/>
                  </a:lnTo>
                  <a:lnTo>
                    <a:pt x="450871" y="2058012"/>
                  </a:lnTo>
                  <a:lnTo>
                    <a:pt x="466928" y="2070048"/>
                  </a:lnTo>
                  <a:lnTo>
                    <a:pt x="483194" y="2081800"/>
                  </a:lnTo>
                  <a:lnTo>
                    <a:pt x="499663" y="2093266"/>
                  </a:lnTo>
                  <a:lnTo>
                    <a:pt x="516330" y="2104443"/>
                  </a:lnTo>
                  <a:lnTo>
                    <a:pt x="533190" y="2115325"/>
                  </a:lnTo>
                  <a:lnTo>
                    <a:pt x="550238" y="2125911"/>
                  </a:lnTo>
                  <a:lnTo>
                    <a:pt x="567469" y="2136197"/>
                  </a:lnTo>
                  <a:lnTo>
                    <a:pt x="584877" y="2146180"/>
                  </a:lnTo>
                  <a:lnTo>
                    <a:pt x="602457" y="2155857"/>
                  </a:lnTo>
                  <a:lnTo>
                    <a:pt x="620203" y="2165225"/>
                  </a:lnTo>
                  <a:lnTo>
                    <a:pt x="638111" y="2174280"/>
                  </a:lnTo>
                  <a:lnTo>
                    <a:pt x="656175" y="2183021"/>
                  </a:lnTo>
                  <a:lnTo>
                    <a:pt x="674389" y="2191444"/>
                  </a:lnTo>
                  <a:lnTo>
                    <a:pt x="692747" y="2199547"/>
                  </a:lnTo>
                  <a:lnTo>
                    <a:pt x="711245" y="2207328"/>
                  </a:lnTo>
                  <a:lnTo>
                    <a:pt x="729875" y="2214784"/>
                  </a:lnTo>
                  <a:lnTo>
                    <a:pt x="748634" y="2221913"/>
                  </a:lnTo>
                  <a:lnTo>
                    <a:pt x="767514" y="2228712"/>
                  </a:lnTo>
                  <a:lnTo>
                    <a:pt x="786511" y="2235179"/>
                  </a:lnTo>
                  <a:lnTo>
                    <a:pt x="805617" y="2241314"/>
                  </a:lnTo>
                  <a:lnTo>
                    <a:pt x="824829" y="2247113"/>
                  </a:lnTo>
                  <a:lnTo>
                    <a:pt x="844138" y="2252575"/>
                  </a:lnTo>
                  <a:lnTo>
                    <a:pt x="863541" y="2257698"/>
                  </a:lnTo>
                  <a:lnTo>
                    <a:pt x="883030" y="2262480"/>
                  </a:lnTo>
                  <a:lnTo>
                    <a:pt x="902599" y="2266921"/>
                  </a:lnTo>
                  <a:lnTo>
                    <a:pt x="922244" y="2271019"/>
                  </a:lnTo>
                  <a:lnTo>
                    <a:pt x="941957" y="2274772"/>
                  </a:lnTo>
                  <a:lnTo>
                    <a:pt x="961733" y="2278180"/>
                  </a:lnTo>
                  <a:lnTo>
                    <a:pt x="981565" y="2281241"/>
                  </a:lnTo>
                  <a:lnTo>
                    <a:pt x="1001448" y="2283955"/>
                  </a:lnTo>
                  <a:lnTo>
                    <a:pt x="1021376" y="2286320"/>
                  </a:lnTo>
                  <a:lnTo>
                    <a:pt x="1041341" y="2288336"/>
                  </a:lnTo>
                  <a:lnTo>
                    <a:pt x="1061339" y="2290003"/>
                  </a:lnTo>
                  <a:lnTo>
                    <a:pt x="1081363" y="2291319"/>
                  </a:lnTo>
                  <a:lnTo>
                    <a:pt x="1101408" y="2292284"/>
                  </a:lnTo>
                  <a:lnTo>
                    <a:pt x="1121465" y="2292899"/>
                  </a:lnTo>
                  <a:lnTo>
                    <a:pt x="1141531" y="2293162"/>
                  </a:lnTo>
                  <a:lnTo>
                    <a:pt x="1161598" y="2293074"/>
                  </a:lnTo>
                  <a:lnTo>
                    <a:pt x="1181661" y="2292635"/>
                  </a:lnTo>
                  <a:lnTo>
                    <a:pt x="1201712" y="2291845"/>
                  </a:lnTo>
                  <a:lnTo>
                    <a:pt x="1221747" y="2290704"/>
                  </a:lnTo>
                  <a:lnTo>
                    <a:pt x="1241759" y="2289213"/>
                  </a:lnTo>
                  <a:lnTo>
                    <a:pt x="1261742" y="2287372"/>
                  </a:lnTo>
                  <a:lnTo>
                    <a:pt x="1281689" y="2285181"/>
                  </a:lnTo>
                  <a:lnTo>
                    <a:pt x="1301595" y="2282642"/>
                  </a:lnTo>
                  <a:lnTo>
                    <a:pt x="1321453" y="2279754"/>
                  </a:lnTo>
                  <a:lnTo>
                    <a:pt x="1341258" y="2276520"/>
                  </a:lnTo>
                  <a:lnTo>
                    <a:pt x="1361004" y="2272939"/>
                  </a:lnTo>
                  <a:lnTo>
                    <a:pt x="1380683" y="2269013"/>
                  </a:lnTo>
                  <a:lnTo>
                    <a:pt x="1400291" y="2264744"/>
                  </a:lnTo>
                  <a:lnTo>
                    <a:pt x="1419821" y="2260132"/>
                  </a:lnTo>
                  <a:lnTo>
                    <a:pt x="1439268" y="2255179"/>
                  </a:lnTo>
                  <a:lnTo>
                    <a:pt x="1458624" y="2249886"/>
                  </a:lnTo>
                  <a:lnTo>
                    <a:pt x="1477885" y="2244255"/>
                  </a:lnTo>
                  <a:lnTo>
                    <a:pt x="1497045" y="2238288"/>
                  </a:lnTo>
                  <a:lnTo>
                    <a:pt x="1516097" y="2231987"/>
                  </a:lnTo>
                  <a:lnTo>
                    <a:pt x="1535037" y="2225353"/>
                  </a:lnTo>
                  <a:lnTo>
                    <a:pt x="1553857" y="2218389"/>
                  </a:lnTo>
                  <a:lnTo>
                    <a:pt x="1572552" y="2211097"/>
                  </a:lnTo>
                  <a:lnTo>
                    <a:pt x="1591117" y="2203478"/>
                  </a:lnTo>
                  <a:lnTo>
                    <a:pt x="1609546" y="2195536"/>
                  </a:lnTo>
                  <a:lnTo>
                    <a:pt x="1627832" y="2187272"/>
                  </a:lnTo>
                  <a:lnTo>
                    <a:pt x="1645972" y="2178690"/>
                  </a:lnTo>
                  <a:lnTo>
                    <a:pt x="1663958" y="2169792"/>
                  </a:lnTo>
                  <a:lnTo>
                    <a:pt x="1681786" y="2160580"/>
                  </a:lnTo>
                  <a:lnTo>
                    <a:pt x="1699450" y="2151057"/>
                  </a:lnTo>
                  <a:lnTo>
                    <a:pt x="1716945" y="2141227"/>
                  </a:lnTo>
                  <a:lnTo>
                    <a:pt x="1734265" y="2131092"/>
                  </a:lnTo>
                  <a:lnTo>
                    <a:pt x="1751405" y="2120656"/>
                  </a:lnTo>
                  <a:lnTo>
                    <a:pt x="1768360" y="2109921"/>
                  </a:lnTo>
                  <a:lnTo>
                    <a:pt x="1785124" y="2098891"/>
                  </a:lnTo>
                  <a:lnTo>
                    <a:pt x="1801692" y="2087569"/>
                  </a:lnTo>
                  <a:lnTo>
                    <a:pt x="1818060" y="2075960"/>
                  </a:lnTo>
                  <a:lnTo>
                    <a:pt x="1834223" y="2064065"/>
                  </a:lnTo>
                  <a:lnTo>
                    <a:pt x="1850174" y="2051890"/>
                  </a:lnTo>
                  <a:lnTo>
                    <a:pt x="1865910" y="2039437"/>
                  </a:lnTo>
                  <a:lnTo>
                    <a:pt x="1881426" y="2026710"/>
                  </a:lnTo>
                  <a:lnTo>
                    <a:pt x="1896717" y="2013714"/>
                  </a:lnTo>
                  <a:lnTo>
                    <a:pt x="1911777" y="2000453"/>
                  </a:lnTo>
                  <a:lnTo>
                    <a:pt x="1926604" y="1986930"/>
                  </a:lnTo>
                  <a:lnTo>
                    <a:pt x="1941191" y="1973149"/>
                  </a:lnTo>
                  <a:lnTo>
                    <a:pt x="1955535" y="1959116"/>
                  </a:lnTo>
                  <a:lnTo>
                    <a:pt x="1969632" y="1944833"/>
                  </a:lnTo>
                  <a:lnTo>
                    <a:pt x="1983476" y="1930306"/>
                  </a:lnTo>
                  <a:lnTo>
                    <a:pt x="1997064" y="1915539"/>
                  </a:lnTo>
                  <a:lnTo>
                    <a:pt x="2010391" y="1900536"/>
                  </a:lnTo>
                  <a:lnTo>
                    <a:pt x="2023454" y="1885303"/>
                  </a:lnTo>
                  <a:lnTo>
                    <a:pt x="2036248" y="1869843"/>
                  </a:lnTo>
                  <a:lnTo>
                    <a:pt x="2048769" y="1854161"/>
                  </a:lnTo>
                  <a:lnTo>
                    <a:pt x="2061014" y="1838263"/>
                  </a:lnTo>
                  <a:lnTo>
                    <a:pt x="2072980" y="1822153"/>
                  </a:lnTo>
                  <a:lnTo>
                    <a:pt x="2084661" y="1805836"/>
                  </a:lnTo>
                  <a:lnTo>
                    <a:pt x="2096055" y="1789317"/>
                  </a:lnTo>
                  <a:lnTo>
                    <a:pt x="2107158" y="1772602"/>
                  </a:lnTo>
                  <a:lnTo>
                    <a:pt x="2117967" y="1755694"/>
                  </a:lnTo>
                  <a:lnTo>
                    <a:pt x="2128478" y="1738600"/>
                  </a:lnTo>
                  <a:lnTo>
                    <a:pt x="2138689" y="1721325"/>
                  </a:lnTo>
                  <a:lnTo>
                    <a:pt x="2148595" y="1703873"/>
                  </a:lnTo>
                  <a:lnTo>
                    <a:pt x="2158195" y="1686251"/>
                  </a:lnTo>
                  <a:lnTo>
                    <a:pt x="2167485" y="1668463"/>
                  </a:lnTo>
                  <a:lnTo>
                    <a:pt x="2176462" y="1650516"/>
                  </a:lnTo>
                  <a:lnTo>
                    <a:pt x="2185124" y="1632414"/>
                  </a:lnTo>
                  <a:lnTo>
                    <a:pt x="2193467" y="1614164"/>
                  </a:lnTo>
                  <a:lnTo>
                    <a:pt x="2201490" y="1595770"/>
                  </a:lnTo>
                  <a:lnTo>
                    <a:pt x="2209190" y="1577239"/>
                  </a:lnTo>
                  <a:lnTo>
                    <a:pt x="2216564" y="1558575"/>
                  </a:lnTo>
                  <a:lnTo>
                    <a:pt x="2223610" y="1539786"/>
                  </a:lnTo>
                  <a:lnTo>
                    <a:pt x="2230327" y="1520876"/>
                  </a:lnTo>
                  <a:lnTo>
                    <a:pt x="2236711" y="1501851"/>
                  </a:lnTo>
                  <a:lnTo>
                    <a:pt x="2242762" y="1482718"/>
                  </a:lnTo>
                  <a:lnTo>
                    <a:pt x="2248477" y="1463482"/>
                  </a:lnTo>
                  <a:lnTo>
                    <a:pt x="2253854" y="1444148"/>
                  </a:lnTo>
                  <a:lnTo>
                    <a:pt x="2258892" y="1424724"/>
                  </a:lnTo>
                  <a:lnTo>
                    <a:pt x="2263590" y="1405214"/>
                  </a:lnTo>
                  <a:lnTo>
                    <a:pt x="2267945" y="1385625"/>
                  </a:lnTo>
                  <a:lnTo>
                    <a:pt x="2271957" y="1365963"/>
                  </a:lnTo>
                  <a:lnTo>
                    <a:pt x="2275624" y="1346233"/>
                  </a:lnTo>
                  <a:lnTo>
                    <a:pt x="2278945" y="1326443"/>
                  </a:lnTo>
                  <a:lnTo>
                    <a:pt x="2281919" y="1306597"/>
                  </a:lnTo>
                  <a:lnTo>
                    <a:pt x="2284546" y="1286703"/>
                  </a:lnTo>
                  <a:lnTo>
                    <a:pt x="2286824" y="1266765"/>
                  </a:lnTo>
                  <a:lnTo>
                    <a:pt x="2288753" y="1246791"/>
                  </a:lnTo>
                  <a:lnTo>
                    <a:pt x="2290332" y="1226785"/>
                  </a:lnTo>
                  <a:lnTo>
                    <a:pt x="2291560" y="1206756"/>
                  </a:lnTo>
                  <a:lnTo>
                    <a:pt x="2292438" y="1186708"/>
                  </a:lnTo>
                  <a:lnTo>
                    <a:pt x="2292965" y="1166647"/>
                  </a:lnTo>
                  <a:lnTo>
                    <a:pt x="2293140" y="1146581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56363" y="1344306"/>
              <a:ext cx="4169346" cy="4169386"/>
            </a:xfrm>
            <a:custGeom>
              <a:avLst/>
              <a:pathLst>
                <a:path w="4169346" h="4169386">
                  <a:moveTo>
                    <a:pt x="4169346" y="2084693"/>
                  </a:moveTo>
                  <a:lnTo>
                    <a:pt x="4169027" y="2048208"/>
                  </a:lnTo>
                  <a:lnTo>
                    <a:pt x="4168069" y="2011735"/>
                  </a:lnTo>
                  <a:lnTo>
                    <a:pt x="4166473" y="1975284"/>
                  </a:lnTo>
                  <a:lnTo>
                    <a:pt x="4164240" y="1938866"/>
                  </a:lnTo>
                  <a:lnTo>
                    <a:pt x="4161369" y="1902493"/>
                  </a:lnTo>
                  <a:lnTo>
                    <a:pt x="4157862" y="1866176"/>
                  </a:lnTo>
                  <a:lnTo>
                    <a:pt x="4153720" y="1829926"/>
                  </a:lnTo>
                  <a:lnTo>
                    <a:pt x="4148945" y="1793754"/>
                  </a:lnTo>
                  <a:lnTo>
                    <a:pt x="4143537" y="1757671"/>
                  </a:lnTo>
                  <a:lnTo>
                    <a:pt x="4137498" y="1721688"/>
                  </a:lnTo>
                  <a:lnTo>
                    <a:pt x="4130831" y="1685816"/>
                  </a:lnTo>
                  <a:lnTo>
                    <a:pt x="4123537" y="1650067"/>
                  </a:lnTo>
                  <a:lnTo>
                    <a:pt x="4115618" y="1614451"/>
                  </a:lnTo>
                  <a:lnTo>
                    <a:pt x="4107078" y="1578978"/>
                  </a:lnTo>
                  <a:lnTo>
                    <a:pt x="4097917" y="1543661"/>
                  </a:lnTo>
                  <a:lnTo>
                    <a:pt x="4088140" y="1508509"/>
                  </a:lnTo>
                  <a:lnTo>
                    <a:pt x="4077750" y="1473534"/>
                  </a:lnTo>
                  <a:lnTo>
                    <a:pt x="4066749" y="1438746"/>
                  </a:lnTo>
                  <a:lnTo>
                    <a:pt x="4055140" y="1404156"/>
                  </a:lnTo>
                  <a:lnTo>
                    <a:pt x="4042928" y="1369774"/>
                  </a:lnTo>
                  <a:lnTo>
                    <a:pt x="4030117" y="1335612"/>
                  </a:lnTo>
                  <a:lnTo>
                    <a:pt x="4016709" y="1301679"/>
                  </a:lnTo>
                  <a:lnTo>
                    <a:pt x="4002710" y="1267985"/>
                  </a:lnTo>
                  <a:lnTo>
                    <a:pt x="3988123" y="1234542"/>
                  </a:lnTo>
                  <a:lnTo>
                    <a:pt x="3972953" y="1201359"/>
                  </a:lnTo>
                  <a:lnTo>
                    <a:pt x="3957204" y="1168447"/>
                  </a:lnTo>
                  <a:lnTo>
                    <a:pt x="3940882" y="1135815"/>
                  </a:lnTo>
                  <a:lnTo>
                    <a:pt x="3923991" y="1103474"/>
                  </a:lnTo>
                  <a:lnTo>
                    <a:pt x="3906537" y="1071434"/>
                  </a:lnTo>
                  <a:lnTo>
                    <a:pt x="3888525" y="1039704"/>
                  </a:lnTo>
                  <a:lnTo>
                    <a:pt x="3869961" y="1008294"/>
                  </a:lnTo>
                  <a:lnTo>
                    <a:pt x="3850849" y="977214"/>
                  </a:lnTo>
                  <a:lnTo>
                    <a:pt x="3831197" y="946473"/>
                  </a:lnTo>
                  <a:lnTo>
                    <a:pt x="3811009" y="916081"/>
                  </a:lnTo>
                  <a:lnTo>
                    <a:pt x="3790293" y="886046"/>
                  </a:lnTo>
                  <a:lnTo>
                    <a:pt x="3769054" y="856379"/>
                  </a:lnTo>
                  <a:lnTo>
                    <a:pt x="3747299" y="827088"/>
                  </a:lnTo>
                  <a:lnTo>
                    <a:pt x="3725035" y="798182"/>
                  </a:lnTo>
                  <a:lnTo>
                    <a:pt x="3702269" y="769671"/>
                  </a:lnTo>
                  <a:lnTo>
                    <a:pt x="3679007" y="741562"/>
                  </a:lnTo>
                  <a:lnTo>
                    <a:pt x="3655257" y="713864"/>
                  </a:lnTo>
                  <a:lnTo>
                    <a:pt x="3631025" y="686587"/>
                  </a:lnTo>
                  <a:lnTo>
                    <a:pt x="3606320" y="659738"/>
                  </a:lnTo>
                  <a:lnTo>
                    <a:pt x="3581149" y="633325"/>
                  </a:lnTo>
                  <a:lnTo>
                    <a:pt x="3555519" y="607356"/>
                  </a:lnTo>
                  <a:lnTo>
                    <a:pt x="3529439" y="581841"/>
                  </a:lnTo>
                  <a:lnTo>
                    <a:pt x="3502916" y="556785"/>
                  </a:lnTo>
                  <a:lnTo>
                    <a:pt x="3475959" y="532198"/>
                  </a:lnTo>
                  <a:lnTo>
                    <a:pt x="3448576" y="508086"/>
                  </a:lnTo>
                  <a:lnTo>
                    <a:pt x="3420775" y="484457"/>
                  </a:lnTo>
                  <a:lnTo>
                    <a:pt x="3392564" y="461318"/>
                  </a:lnTo>
                  <a:lnTo>
                    <a:pt x="3363953" y="438677"/>
                  </a:lnTo>
                  <a:lnTo>
                    <a:pt x="3334951" y="416540"/>
                  </a:lnTo>
                  <a:lnTo>
                    <a:pt x="3305565" y="394913"/>
                  </a:lnTo>
                  <a:lnTo>
                    <a:pt x="3275805" y="373804"/>
                  </a:lnTo>
                  <a:lnTo>
                    <a:pt x="3245680" y="353220"/>
                  </a:lnTo>
                  <a:lnTo>
                    <a:pt x="3215200" y="333165"/>
                  </a:lnTo>
                  <a:lnTo>
                    <a:pt x="3184373" y="313648"/>
                  </a:lnTo>
                  <a:lnTo>
                    <a:pt x="3153210" y="294672"/>
                  </a:lnTo>
                  <a:lnTo>
                    <a:pt x="3121719" y="276245"/>
                  </a:lnTo>
                  <a:lnTo>
                    <a:pt x="3089910" y="258372"/>
                  </a:lnTo>
                  <a:lnTo>
                    <a:pt x="3057794" y="241059"/>
                  </a:lnTo>
                  <a:lnTo>
                    <a:pt x="3025379" y="224310"/>
                  </a:lnTo>
                  <a:lnTo>
                    <a:pt x="2992677" y="208131"/>
                  </a:lnTo>
                  <a:lnTo>
                    <a:pt x="2959696" y="192526"/>
                  </a:lnTo>
                  <a:lnTo>
                    <a:pt x="2926447" y="177502"/>
                  </a:lnTo>
                  <a:lnTo>
                    <a:pt x="2892940" y="163061"/>
                  </a:lnTo>
                  <a:lnTo>
                    <a:pt x="2859186" y="149209"/>
                  </a:lnTo>
                  <a:lnTo>
                    <a:pt x="2825194" y="135950"/>
                  </a:lnTo>
                  <a:lnTo>
                    <a:pt x="2790976" y="123288"/>
                  </a:lnTo>
                  <a:lnTo>
                    <a:pt x="2756541" y="111227"/>
                  </a:lnTo>
                  <a:lnTo>
                    <a:pt x="2721901" y="99770"/>
                  </a:lnTo>
                  <a:lnTo>
                    <a:pt x="2687065" y="88921"/>
                  </a:lnTo>
                  <a:lnTo>
                    <a:pt x="2652045" y="78683"/>
                  </a:lnTo>
                  <a:lnTo>
                    <a:pt x="2616851" y="69060"/>
                  </a:lnTo>
                  <a:lnTo>
                    <a:pt x="2581493" y="60055"/>
                  </a:lnTo>
                  <a:lnTo>
                    <a:pt x="2545984" y="51669"/>
                  </a:lnTo>
                  <a:lnTo>
                    <a:pt x="2510333" y="43907"/>
                  </a:lnTo>
                  <a:lnTo>
                    <a:pt x="2474552" y="36769"/>
                  </a:lnTo>
                  <a:lnTo>
                    <a:pt x="2438652" y="30259"/>
                  </a:lnTo>
                  <a:lnTo>
                    <a:pt x="2402643" y="24378"/>
                  </a:lnTo>
                  <a:lnTo>
                    <a:pt x="2366537" y="19128"/>
                  </a:lnTo>
                  <a:lnTo>
                    <a:pt x="2330344" y="14510"/>
                  </a:lnTo>
                  <a:lnTo>
                    <a:pt x="2294076" y="10527"/>
                  </a:lnTo>
                  <a:lnTo>
                    <a:pt x="2257744" y="7179"/>
                  </a:lnTo>
                  <a:lnTo>
                    <a:pt x="2221359" y="4468"/>
                  </a:lnTo>
                  <a:lnTo>
                    <a:pt x="2184932" y="2394"/>
                  </a:lnTo>
                  <a:lnTo>
                    <a:pt x="2148474" y="957"/>
                  </a:lnTo>
                  <a:lnTo>
                    <a:pt x="2111997" y="159"/>
                  </a:lnTo>
                  <a:lnTo>
                    <a:pt x="2075511" y="0"/>
                  </a:lnTo>
                  <a:lnTo>
                    <a:pt x="2039028" y="478"/>
                  </a:lnTo>
                  <a:lnTo>
                    <a:pt x="2002560" y="1596"/>
                  </a:lnTo>
                  <a:lnTo>
                    <a:pt x="1966116" y="3351"/>
                  </a:lnTo>
                  <a:lnTo>
                    <a:pt x="1929708" y="5744"/>
                  </a:lnTo>
                  <a:lnTo>
                    <a:pt x="1893348" y="8774"/>
                  </a:lnTo>
                  <a:lnTo>
                    <a:pt x="1857047" y="12439"/>
                  </a:lnTo>
                  <a:lnTo>
                    <a:pt x="1820815" y="16740"/>
                  </a:lnTo>
                  <a:lnTo>
                    <a:pt x="1784664" y="21674"/>
                  </a:lnTo>
                  <a:lnTo>
                    <a:pt x="1748605" y="27239"/>
                  </a:lnTo>
                  <a:lnTo>
                    <a:pt x="1712649" y="33435"/>
                  </a:lnTo>
                  <a:lnTo>
                    <a:pt x="1676807" y="40259"/>
                  </a:lnTo>
                  <a:lnTo>
                    <a:pt x="1641090" y="47710"/>
                  </a:lnTo>
                  <a:lnTo>
                    <a:pt x="1605509" y="55784"/>
                  </a:lnTo>
                  <a:lnTo>
                    <a:pt x="1570074" y="64480"/>
                  </a:lnTo>
                  <a:lnTo>
                    <a:pt x="1534797" y="73795"/>
                  </a:lnTo>
                  <a:lnTo>
                    <a:pt x="1499689" y="83726"/>
                  </a:lnTo>
                  <a:lnTo>
                    <a:pt x="1464759" y="94269"/>
                  </a:lnTo>
                  <a:lnTo>
                    <a:pt x="1430020" y="105422"/>
                  </a:lnTo>
                  <a:lnTo>
                    <a:pt x="1395481" y="117182"/>
                  </a:lnTo>
                  <a:lnTo>
                    <a:pt x="1361153" y="129544"/>
                  </a:lnTo>
                  <a:lnTo>
                    <a:pt x="1327047" y="142505"/>
                  </a:lnTo>
                  <a:lnTo>
                    <a:pt x="1293172" y="156061"/>
                  </a:lnTo>
                  <a:lnTo>
                    <a:pt x="1259541" y="170208"/>
                  </a:lnTo>
                  <a:lnTo>
                    <a:pt x="1226162" y="184941"/>
                  </a:lnTo>
                  <a:lnTo>
                    <a:pt x="1193045" y="200256"/>
                  </a:lnTo>
                  <a:lnTo>
                    <a:pt x="1160202" y="216149"/>
                  </a:lnTo>
                  <a:lnTo>
                    <a:pt x="1127643" y="232613"/>
                  </a:lnTo>
                  <a:lnTo>
                    <a:pt x="1095376" y="249645"/>
                  </a:lnTo>
                  <a:lnTo>
                    <a:pt x="1063412" y="267239"/>
                  </a:lnTo>
                  <a:lnTo>
                    <a:pt x="1031761" y="285390"/>
                  </a:lnTo>
                  <a:lnTo>
                    <a:pt x="1000433" y="304092"/>
                  </a:lnTo>
                  <a:lnTo>
                    <a:pt x="969437" y="323339"/>
                  </a:lnTo>
                  <a:lnTo>
                    <a:pt x="938782" y="343126"/>
                  </a:lnTo>
                  <a:lnTo>
                    <a:pt x="908478" y="363446"/>
                  </a:lnTo>
                  <a:lnTo>
                    <a:pt x="878535" y="384294"/>
                  </a:lnTo>
                  <a:lnTo>
                    <a:pt x="848961" y="405662"/>
                  </a:lnTo>
                  <a:lnTo>
                    <a:pt x="819765" y="427545"/>
                  </a:lnTo>
                  <a:lnTo>
                    <a:pt x="790957" y="449935"/>
                  </a:lnTo>
                  <a:lnTo>
                    <a:pt x="762546" y="472826"/>
                  </a:lnTo>
                  <a:lnTo>
                    <a:pt x="734539" y="496211"/>
                  </a:lnTo>
                  <a:lnTo>
                    <a:pt x="706945" y="520082"/>
                  </a:lnTo>
                  <a:lnTo>
                    <a:pt x="679774" y="544433"/>
                  </a:lnTo>
                  <a:lnTo>
                    <a:pt x="653033" y="569255"/>
                  </a:lnTo>
                  <a:lnTo>
                    <a:pt x="626731" y="594542"/>
                  </a:lnTo>
                  <a:lnTo>
                    <a:pt x="600875" y="620285"/>
                  </a:lnTo>
                  <a:lnTo>
                    <a:pt x="575474" y="646476"/>
                  </a:lnTo>
                  <a:lnTo>
                    <a:pt x="550534" y="673108"/>
                  </a:lnTo>
                  <a:lnTo>
                    <a:pt x="526065" y="700173"/>
                  </a:lnTo>
                  <a:lnTo>
                    <a:pt x="502073" y="727661"/>
                  </a:lnTo>
                  <a:lnTo>
                    <a:pt x="478566" y="755565"/>
                  </a:lnTo>
                  <a:lnTo>
                    <a:pt x="455551" y="783877"/>
                  </a:lnTo>
                  <a:lnTo>
                    <a:pt x="433035" y="812587"/>
                  </a:lnTo>
                  <a:lnTo>
                    <a:pt x="411025" y="841686"/>
                  </a:lnTo>
                  <a:lnTo>
                    <a:pt x="389527" y="871166"/>
                  </a:lnTo>
                  <a:lnTo>
                    <a:pt x="368549" y="901018"/>
                  </a:lnTo>
                  <a:lnTo>
                    <a:pt x="348096" y="931233"/>
                  </a:lnTo>
                  <a:lnTo>
                    <a:pt x="328176" y="961801"/>
                  </a:lnTo>
                  <a:lnTo>
                    <a:pt x="308793" y="992712"/>
                  </a:lnTo>
                  <a:lnTo>
                    <a:pt x="289954" y="1023959"/>
                  </a:lnTo>
                  <a:lnTo>
                    <a:pt x="271665" y="1055530"/>
                  </a:lnTo>
                  <a:lnTo>
                    <a:pt x="253931" y="1087416"/>
                  </a:lnTo>
                  <a:lnTo>
                    <a:pt x="236758" y="1119608"/>
                  </a:lnTo>
                  <a:lnTo>
                    <a:pt x="220151" y="1152095"/>
                  </a:lnTo>
                  <a:lnTo>
                    <a:pt x="204116" y="1184869"/>
                  </a:lnTo>
                  <a:lnTo>
                    <a:pt x="188656" y="1217917"/>
                  </a:lnTo>
                  <a:lnTo>
                    <a:pt x="173777" y="1251232"/>
                  </a:lnTo>
                  <a:lnTo>
                    <a:pt x="159483" y="1284801"/>
                  </a:lnTo>
                  <a:lnTo>
                    <a:pt x="145779" y="1318616"/>
                  </a:lnTo>
                  <a:lnTo>
                    <a:pt x="132669" y="1352665"/>
                  </a:lnTo>
                  <a:lnTo>
                    <a:pt x="120156" y="1386939"/>
                  </a:lnTo>
                  <a:lnTo>
                    <a:pt x="108246" y="1421426"/>
                  </a:lnTo>
                  <a:lnTo>
                    <a:pt x="96941" y="1456116"/>
                  </a:lnTo>
                  <a:lnTo>
                    <a:pt x="86244" y="1490999"/>
                  </a:lnTo>
                  <a:lnTo>
                    <a:pt x="76160" y="1526064"/>
                  </a:lnTo>
                  <a:lnTo>
                    <a:pt x="66691" y="1561300"/>
                  </a:lnTo>
                  <a:lnTo>
                    <a:pt x="57840" y="1596696"/>
                  </a:lnTo>
                  <a:lnTo>
                    <a:pt x="49610" y="1632241"/>
                  </a:lnTo>
                  <a:lnTo>
                    <a:pt x="42004" y="1667926"/>
                  </a:lnTo>
                  <a:lnTo>
                    <a:pt x="35023" y="1703738"/>
                  </a:lnTo>
                  <a:lnTo>
                    <a:pt x="28669" y="1739666"/>
                  </a:lnTo>
                  <a:lnTo>
                    <a:pt x="22946" y="1775701"/>
                  </a:lnTo>
                  <a:lnTo>
                    <a:pt x="17854" y="1811829"/>
                  </a:lnTo>
                  <a:lnTo>
                    <a:pt x="13395" y="1848042"/>
                  </a:lnTo>
                  <a:lnTo>
                    <a:pt x="9571" y="1884327"/>
                  </a:lnTo>
                  <a:lnTo>
                    <a:pt x="6382" y="1920673"/>
                  </a:lnTo>
                  <a:lnTo>
                    <a:pt x="3830" y="1957070"/>
                  </a:lnTo>
                  <a:lnTo>
                    <a:pt x="1915" y="1993506"/>
                  </a:lnTo>
                  <a:lnTo>
                    <a:pt x="638" y="2029969"/>
                  </a:lnTo>
                  <a:lnTo>
                    <a:pt x="0" y="2066450"/>
                  </a:lnTo>
                  <a:lnTo>
                    <a:pt x="0" y="2102936"/>
                  </a:lnTo>
                  <a:lnTo>
                    <a:pt x="638" y="2139416"/>
                  </a:lnTo>
                  <a:lnTo>
                    <a:pt x="1915" y="2175880"/>
                  </a:lnTo>
                  <a:lnTo>
                    <a:pt x="3830" y="2212316"/>
                  </a:lnTo>
                  <a:lnTo>
                    <a:pt x="6382" y="2248712"/>
                  </a:lnTo>
                  <a:lnTo>
                    <a:pt x="9571" y="2285059"/>
                  </a:lnTo>
                  <a:lnTo>
                    <a:pt x="13395" y="2321344"/>
                  </a:lnTo>
                  <a:lnTo>
                    <a:pt x="17854" y="2357556"/>
                  </a:lnTo>
                  <a:lnTo>
                    <a:pt x="22946" y="2393685"/>
                  </a:lnTo>
                  <a:lnTo>
                    <a:pt x="28669" y="2429719"/>
                  </a:lnTo>
                  <a:lnTo>
                    <a:pt x="35023" y="2465648"/>
                  </a:lnTo>
                  <a:lnTo>
                    <a:pt x="42004" y="2501460"/>
                  </a:lnTo>
                  <a:lnTo>
                    <a:pt x="49610" y="2537144"/>
                  </a:lnTo>
                  <a:lnTo>
                    <a:pt x="57840" y="2572690"/>
                  </a:lnTo>
                  <a:lnTo>
                    <a:pt x="66691" y="2608086"/>
                  </a:lnTo>
                  <a:lnTo>
                    <a:pt x="76160" y="2643322"/>
                  </a:lnTo>
                  <a:lnTo>
                    <a:pt x="86244" y="2678387"/>
                  </a:lnTo>
                  <a:lnTo>
                    <a:pt x="96941" y="2713269"/>
                  </a:lnTo>
                  <a:lnTo>
                    <a:pt x="108246" y="2747960"/>
                  </a:lnTo>
                  <a:lnTo>
                    <a:pt x="120156" y="2782447"/>
                  </a:lnTo>
                  <a:lnTo>
                    <a:pt x="132669" y="2816721"/>
                  </a:lnTo>
                  <a:lnTo>
                    <a:pt x="145779" y="2850770"/>
                  </a:lnTo>
                  <a:lnTo>
                    <a:pt x="159483" y="2884584"/>
                  </a:lnTo>
                  <a:lnTo>
                    <a:pt x="173777" y="2918154"/>
                  </a:lnTo>
                  <a:lnTo>
                    <a:pt x="188656" y="2951468"/>
                  </a:lnTo>
                  <a:lnTo>
                    <a:pt x="204116" y="2984517"/>
                  </a:lnTo>
                  <a:lnTo>
                    <a:pt x="220151" y="3017290"/>
                  </a:lnTo>
                  <a:lnTo>
                    <a:pt x="236758" y="3049778"/>
                  </a:lnTo>
                  <a:lnTo>
                    <a:pt x="253931" y="3081969"/>
                  </a:lnTo>
                  <a:lnTo>
                    <a:pt x="271665" y="3113856"/>
                  </a:lnTo>
                  <a:lnTo>
                    <a:pt x="289954" y="3145427"/>
                  </a:lnTo>
                  <a:lnTo>
                    <a:pt x="308793" y="3176673"/>
                  </a:lnTo>
                  <a:lnTo>
                    <a:pt x="328176" y="3207585"/>
                  </a:lnTo>
                  <a:lnTo>
                    <a:pt x="348096" y="3238153"/>
                  </a:lnTo>
                  <a:lnTo>
                    <a:pt x="368549" y="3268367"/>
                  </a:lnTo>
                  <a:lnTo>
                    <a:pt x="389527" y="3298219"/>
                  </a:lnTo>
                  <a:lnTo>
                    <a:pt x="411025" y="3327699"/>
                  </a:lnTo>
                  <a:lnTo>
                    <a:pt x="433035" y="3356799"/>
                  </a:lnTo>
                  <a:lnTo>
                    <a:pt x="455551" y="3385509"/>
                  </a:lnTo>
                  <a:lnTo>
                    <a:pt x="478566" y="3413820"/>
                  </a:lnTo>
                  <a:lnTo>
                    <a:pt x="502073" y="3441724"/>
                  </a:lnTo>
                  <a:lnTo>
                    <a:pt x="526065" y="3469213"/>
                  </a:lnTo>
                  <a:lnTo>
                    <a:pt x="550534" y="3496277"/>
                  </a:lnTo>
                  <a:lnTo>
                    <a:pt x="575474" y="3522909"/>
                  </a:lnTo>
                  <a:lnTo>
                    <a:pt x="600875" y="3549101"/>
                  </a:lnTo>
                  <a:lnTo>
                    <a:pt x="626731" y="3574844"/>
                  </a:lnTo>
                  <a:lnTo>
                    <a:pt x="653033" y="3600131"/>
                  </a:lnTo>
                  <a:lnTo>
                    <a:pt x="679774" y="3624953"/>
                  </a:lnTo>
                  <a:lnTo>
                    <a:pt x="706945" y="3649303"/>
                  </a:lnTo>
                  <a:lnTo>
                    <a:pt x="734539" y="3673175"/>
                  </a:lnTo>
                  <a:lnTo>
                    <a:pt x="762546" y="3696560"/>
                  </a:lnTo>
                  <a:lnTo>
                    <a:pt x="790957" y="3719451"/>
                  </a:lnTo>
                  <a:lnTo>
                    <a:pt x="819765" y="3741841"/>
                  </a:lnTo>
                  <a:lnTo>
                    <a:pt x="848961" y="3763723"/>
                  </a:lnTo>
                  <a:lnTo>
                    <a:pt x="878535" y="3785092"/>
                  </a:lnTo>
                  <a:lnTo>
                    <a:pt x="908478" y="3805939"/>
                  </a:lnTo>
                  <a:lnTo>
                    <a:pt x="938782" y="3826260"/>
                  </a:lnTo>
                  <a:lnTo>
                    <a:pt x="969437" y="3846046"/>
                  </a:lnTo>
                  <a:lnTo>
                    <a:pt x="1000433" y="3865294"/>
                  </a:lnTo>
                  <a:lnTo>
                    <a:pt x="1031761" y="3883996"/>
                  </a:lnTo>
                  <a:lnTo>
                    <a:pt x="1063412" y="3902146"/>
                  </a:lnTo>
                  <a:lnTo>
                    <a:pt x="1095376" y="3919740"/>
                  </a:lnTo>
                  <a:lnTo>
                    <a:pt x="1127643" y="3936772"/>
                  </a:lnTo>
                  <a:lnTo>
                    <a:pt x="1160202" y="3953237"/>
                  </a:lnTo>
                  <a:lnTo>
                    <a:pt x="1193045" y="3969129"/>
                  </a:lnTo>
                  <a:lnTo>
                    <a:pt x="1226162" y="3984444"/>
                  </a:lnTo>
                  <a:lnTo>
                    <a:pt x="1259541" y="3999178"/>
                  </a:lnTo>
                  <a:lnTo>
                    <a:pt x="1293172" y="4013324"/>
                  </a:lnTo>
                  <a:lnTo>
                    <a:pt x="1327047" y="4026880"/>
                  </a:lnTo>
                  <a:lnTo>
                    <a:pt x="1361153" y="4039841"/>
                  </a:lnTo>
                  <a:lnTo>
                    <a:pt x="1395481" y="4052204"/>
                  </a:lnTo>
                  <a:lnTo>
                    <a:pt x="1430020" y="4063963"/>
                  </a:lnTo>
                  <a:lnTo>
                    <a:pt x="1464759" y="4075116"/>
                  </a:lnTo>
                  <a:lnTo>
                    <a:pt x="1499689" y="4085660"/>
                  </a:lnTo>
                  <a:lnTo>
                    <a:pt x="1534797" y="4095591"/>
                  </a:lnTo>
                  <a:lnTo>
                    <a:pt x="1570074" y="4104905"/>
                  </a:lnTo>
                  <a:lnTo>
                    <a:pt x="1605509" y="4113601"/>
                  </a:lnTo>
                  <a:lnTo>
                    <a:pt x="1641090" y="4121676"/>
                  </a:lnTo>
                  <a:lnTo>
                    <a:pt x="1676807" y="4129126"/>
                  </a:lnTo>
                  <a:lnTo>
                    <a:pt x="1712649" y="4135950"/>
                  </a:lnTo>
                  <a:lnTo>
                    <a:pt x="1748605" y="4142146"/>
                  </a:lnTo>
                  <a:lnTo>
                    <a:pt x="1784664" y="4147712"/>
                  </a:lnTo>
                  <a:lnTo>
                    <a:pt x="1820815" y="4152646"/>
                  </a:lnTo>
                  <a:lnTo>
                    <a:pt x="1857047" y="4156946"/>
                  </a:lnTo>
                  <a:lnTo>
                    <a:pt x="1893348" y="4160612"/>
                  </a:lnTo>
                  <a:lnTo>
                    <a:pt x="1929708" y="4163641"/>
                  </a:lnTo>
                  <a:lnTo>
                    <a:pt x="1966116" y="4166034"/>
                  </a:lnTo>
                  <a:lnTo>
                    <a:pt x="2002560" y="4167790"/>
                  </a:lnTo>
                  <a:lnTo>
                    <a:pt x="2039028" y="4168907"/>
                  </a:lnTo>
                  <a:lnTo>
                    <a:pt x="2075511" y="4169386"/>
                  </a:lnTo>
                  <a:lnTo>
                    <a:pt x="2111997" y="4169226"/>
                  </a:lnTo>
                  <a:lnTo>
                    <a:pt x="2148474" y="4168428"/>
                  </a:lnTo>
                  <a:lnTo>
                    <a:pt x="2184932" y="4166992"/>
                  </a:lnTo>
                  <a:lnTo>
                    <a:pt x="2221359" y="4164918"/>
                  </a:lnTo>
                  <a:lnTo>
                    <a:pt x="2257744" y="4162206"/>
                  </a:lnTo>
                  <a:lnTo>
                    <a:pt x="2294076" y="4158858"/>
                  </a:lnTo>
                  <a:lnTo>
                    <a:pt x="2330344" y="4154875"/>
                  </a:lnTo>
                  <a:lnTo>
                    <a:pt x="2366537" y="4150258"/>
                  </a:lnTo>
                  <a:lnTo>
                    <a:pt x="2402643" y="4145008"/>
                  </a:lnTo>
                  <a:lnTo>
                    <a:pt x="2438652" y="4139127"/>
                  </a:lnTo>
                  <a:lnTo>
                    <a:pt x="2474552" y="4132617"/>
                  </a:lnTo>
                  <a:lnTo>
                    <a:pt x="2510333" y="4125479"/>
                  </a:lnTo>
                  <a:lnTo>
                    <a:pt x="2545984" y="4117716"/>
                  </a:lnTo>
                  <a:lnTo>
                    <a:pt x="2581493" y="4109331"/>
                  </a:lnTo>
                  <a:lnTo>
                    <a:pt x="2616851" y="4100325"/>
                  </a:lnTo>
                  <a:lnTo>
                    <a:pt x="2652045" y="4090702"/>
                  </a:lnTo>
                  <a:lnTo>
                    <a:pt x="2687065" y="4080465"/>
                  </a:lnTo>
                  <a:lnTo>
                    <a:pt x="2721901" y="4069616"/>
                  </a:lnTo>
                  <a:lnTo>
                    <a:pt x="2756541" y="4058159"/>
                  </a:lnTo>
                  <a:lnTo>
                    <a:pt x="2790976" y="4046098"/>
                  </a:lnTo>
                  <a:lnTo>
                    <a:pt x="2825194" y="4033435"/>
                  </a:lnTo>
                  <a:lnTo>
                    <a:pt x="2859186" y="4020176"/>
                  </a:lnTo>
                  <a:lnTo>
                    <a:pt x="2892940" y="4006325"/>
                  </a:lnTo>
                  <a:lnTo>
                    <a:pt x="2926447" y="3991884"/>
                  </a:lnTo>
                  <a:lnTo>
                    <a:pt x="2959696" y="3976859"/>
                  </a:lnTo>
                  <a:lnTo>
                    <a:pt x="2992677" y="3961255"/>
                  </a:lnTo>
                  <a:lnTo>
                    <a:pt x="3025379" y="3945076"/>
                  </a:lnTo>
                  <a:lnTo>
                    <a:pt x="3057794" y="3928327"/>
                  </a:lnTo>
                  <a:lnTo>
                    <a:pt x="3089910" y="3911013"/>
                  </a:lnTo>
                  <a:lnTo>
                    <a:pt x="3121719" y="3893140"/>
                  </a:lnTo>
                  <a:lnTo>
                    <a:pt x="3153210" y="3874713"/>
                  </a:lnTo>
                  <a:lnTo>
                    <a:pt x="3184373" y="3855738"/>
                  </a:lnTo>
                  <a:lnTo>
                    <a:pt x="3215200" y="3836220"/>
                  </a:lnTo>
                  <a:lnTo>
                    <a:pt x="3245680" y="3816166"/>
                  </a:lnTo>
                  <a:lnTo>
                    <a:pt x="3275805" y="3795581"/>
                  </a:lnTo>
                  <a:lnTo>
                    <a:pt x="3305565" y="3774472"/>
                  </a:lnTo>
                  <a:lnTo>
                    <a:pt x="3334951" y="3752846"/>
                  </a:lnTo>
                  <a:lnTo>
                    <a:pt x="3363953" y="3730709"/>
                  </a:lnTo>
                  <a:lnTo>
                    <a:pt x="3392564" y="3708067"/>
                  </a:lnTo>
                  <a:lnTo>
                    <a:pt x="3420775" y="3684928"/>
                  </a:lnTo>
                  <a:lnTo>
                    <a:pt x="3448576" y="3661299"/>
                  </a:lnTo>
                  <a:lnTo>
                    <a:pt x="3475959" y="3637188"/>
                  </a:lnTo>
                  <a:lnTo>
                    <a:pt x="3502916" y="3612600"/>
                  </a:lnTo>
                  <a:lnTo>
                    <a:pt x="3529439" y="3587545"/>
                  </a:lnTo>
                  <a:lnTo>
                    <a:pt x="3555519" y="3562029"/>
                  </a:lnTo>
                  <a:lnTo>
                    <a:pt x="3581149" y="3536061"/>
                  </a:lnTo>
                  <a:lnTo>
                    <a:pt x="3606320" y="3509648"/>
                  </a:lnTo>
                  <a:lnTo>
                    <a:pt x="3631025" y="3482799"/>
                  </a:lnTo>
                  <a:lnTo>
                    <a:pt x="3655257" y="3455521"/>
                  </a:lnTo>
                  <a:lnTo>
                    <a:pt x="3679007" y="3427824"/>
                  </a:lnTo>
                  <a:lnTo>
                    <a:pt x="3702269" y="3399715"/>
                  </a:lnTo>
                  <a:lnTo>
                    <a:pt x="3725035" y="3371203"/>
                  </a:lnTo>
                  <a:lnTo>
                    <a:pt x="3747299" y="3342297"/>
                  </a:lnTo>
                  <a:lnTo>
                    <a:pt x="3769054" y="3313006"/>
                  </a:lnTo>
                  <a:lnTo>
                    <a:pt x="3790293" y="3283339"/>
                  </a:lnTo>
                  <a:lnTo>
                    <a:pt x="3811009" y="3253305"/>
                  </a:lnTo>
                  <a:lnTo>
                    <a:pt x="3831197" y="3222913"/>
                  </a:lnTo>
                  <a:lnTo>
                    <a:pt x="3850849" y="3192172"/>
                  </a:lnTo>
                  <a:lnTo>
                    <a:pt x="3869961" y="3161091"/>
                  </a:lnTo>
                  <a:lnTo>
                    <a:pt x="3888525" y="3129681"/>
                  </a:lnTo>
                  <a:lnTo>
                    <a:pt x="3906537" y="3097951"/>
                  </a:lnTo>
                  <a:lnTo>
                    <a:pt x="3923991" y="3065911"/>
                  </a:lnTo>
                  <a:lnTo>
                    <a:pt x="3940882" y="3033570"/>
                  </a:lnTo>
                  <a:lnTo>
                    <a:pt x="3957204" y="3000939"/>
                  </a:lnTo>
                  <a:lnTo>
                    <a:pt x="3972953" y="2968026"/>
                  </a:lnTo>
                  <a:lnTo>
                    <a:pt x="3988123" y="2934844"/>
                  </a:lnTo>
                  <a:lnTo>
                    <a:pt x="4002710" y="2901400"/>
                  </a:lnTo>
                  <a:lnTo>
                    <a:pt x="4016709" y="2867707"/>
                  </a:lnTo>
                  <a:lnTo>
                    <a:pt x="4030117" y="2833774"/>
                  </a:lnTo>
                  <a:lnTo>
                    <a:pt x="4042928" y="2799611"/>
                  </a:lnTo>
                  <a:lnTo>
                    <a:pt x="4055140" y="2765229"/>
                  </a:lnTo>
                  <a:lnTo>
                    <a:pt x="4066749" y="2730639"/>
                  </a:lnTo>
                  <a:lnTo>
                    <a:pt x="4077750" y="2695851"/>
                  </a:lnTo>
                  <a:lnTo>
                    <a:pt x="4088140" y="2660876"/>
                  </a:lnTo>
                  <a:lnTo>
                    <a:pt x="4097917" y="2625725"/>
                  </a:lnTo>
                  <a:lnTo>
                    <a:pt x="4107078" y="2590407"/>
                  </a:lnTo>
                  <a:lnTo>
                    <a:pt x="4115618" y="2554935"/>
                  </a:lnTo>
                  <a:lnTo>
                    <a:pt x="4123537" y="2519319"/>
                  </a:lnTo>
                  <a:lnTo>
                    <a:pt x="4130831" y="2483569"/>
                  </a:lnTo>
                  <a:lnTo>
                    <a:pt x="4137498" y="2447698"/>
                  </a:lnTo>
                  <a:lnTo>
                    <a:pt x="4143537" y="2411715"/>
                  </a:lnTo>
                  <a:lnTo>
                    <a:pt x="4148945" y="2375632"/>
                  </a:lnTo>
                  <a:lnTo>
                    <a:pt x="4153720" y="2339460"/>
                  </a:lnTo>
                  <a:lnTo>
                    <a:pt x="4157862" y="2303209"/>
                  </a:lnTo>
                  <a:lnTo>
                    <a:pt x="4161369" y="2266892"/>
                  </a:lnTo>
                  <a:lnTo>
                    <a:pt x="4164240" y="2230519"/>
                  </a:lnTo>
                  <a:lnTo>
                    <a:pt x="4166473" y="2194102"/>
                  </a:lnTo>
                  <a:lnTo>
                    <a:pt x="4168069" y="2157651"/>
                  </a:lnTo>
                  <a:lnTo>
                    <a:pt x="4169027" y="2121177"/>
                  </a:lnTo>
                  <a:lnTo>
                    <a:pt x="4169346" y="208469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399619" y="987624"/>
              <a:ext cx="282756" cy="85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389907" y="5780263"/>
              <a:ext cx="302178" cy="87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5236229" y="1689700"/>
              <a:ext cx="501316" cy="855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5938417" y="3385214"/>
              <a:ext cx="231376" cy="85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5236229" y="5078075"/>
              <a:ext cx="520739" cy="876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456363" y="1344306"/>
              <a:ext cx="4169346" cy="4169386"/>
            </a:xfrm>
            <a:custGeom>
              <a:avLst/>
              <a:pathLst>
                <a:path w="4169346" h="4169386">
                  <a:moveTo>
                    <a:pt x="4169346" y="2084693"/>
                  </a:moveTo>
                  <a:lnTo>
                    <a:pt x="4169027" y="2048208"/>
                  </a:lnTo>
                  <a:lnTo>
                    <a:pt x="4168069" y="2011735"/>
                  </a:lnTo>
                  <a:lnTo>
                    <a:pt x="4166473" y="1975284"/>
                  </a:lnTo>
                  <a:lnTo>
                    <a:pt x="4164240" y="1938866"/>
                  </a:lnTo>
                  <a:lnTo>
                    <a:pt x="4161369" y="1902493"/>
                  </a:lnTo>
                  <a:lnTo>
                    <a:pt x="4157862" y="1866176"/>
                  </a:lnTo>
                  <a:lnTo>
                    <a:pt x="4153720" y="1829926"/>
                  </a:lnTo>
                  <a:lnTo>
                    <a:pt x="4148945" y="1793754"/>
                  </a:lnTo>
                  <a:lnTo>
                    <a:pt x="4143537" y="1757671"/>
                  </a:lnTo>
                  <a:lnTo>
                    <a:pt x="4137498" y="1721688"/>
                  </a:lnTo>
                  <a:lnTo>
                    <a:pt x="4130831" y="1685816"/>
                  </a:lnTo>
                  <a:lnTo>
                    <a:pt x="4123537" y="1650067"/>
                  </a:lnTo>
                  <a:lnTo>
                    <a:pt x="4115618" y="1614451"/>
                  </a:lnTo>
                  <a:lnTo>
                    <a:pt x="4107078" y="1578978"/>
                  </a:lnTo>
                  <a:lnTo>
                    <a:pt x="4097917" y="1543661"/>
                  </a:lnTo>
                  <a:lnTo>
                    <a:pt x="4088140" y="1508509"/>
                  </a:lnTo>
                  <a:lnTo>
                    <a:pt x="4077750" y="1473534"/>
                  </a:lnTo>
                  <a:lnTo>
                    <a:pt x="4066749" y="1438746"/>
                  </a:lnTo>
                  <a:lnTo>
                    <a:pt x="4055140" y="1404156"/>
                  </a:lnTo>
                  <a:lnTo>
                    <a:pt x="4042928" y="1369774"/>
                  </a:lnTo>
                  <a:lnTo>
                    <a:pt x="4030117" y="1335612"/>
                  </a:lnTo>
                  <a:lnTo>
                    <a:pt x="4016709" y="1301679"/>
                  </a:lnTo>
                  <a:lnTo>
                    <a:pt x="4002710" y="1267985"/>
                  </a:lnTo>
                  <a:lnTo>
                    <a:pt x="3988123" y="1234542"/>
                  </a:lnTo>
                  <a:lnTo>
                    <a:pt x="3972953" y="1201359"/>
                  </a:lnTo>
                  <a:lnTo>
                    <a:pt x="3957204" y="1168447"/>
                  </a:lnTo>
                  <a:lnTo>
                    <a:pt x="3940882" y="1135815"/>
                  </a:lnTo>
                  <a:lnTo>
                    <a:pt x="3923991" y="1103474"/>
                  </a:lnTo>
                  <a:lnTo>
                    <a:pt x="3906537" y="1071434"/>
                  </a:lnTo>
                  <a:lnTo>
                    <a:pt x="3888525" y="1039704"/>
                  </a:lnTo>
                  <a:lnTo>
                    <a:pt x="3869961" y="1008294"/>
                  </a:lnTo>
                  <a:lnTo>
                    <a:pt x="3850849" y="977214"/>
                  </a:lnTo>
                  <a:lnTo>
                    <a:pt x="3831197" y="946473"/>
                  </a:lnTo>
                  <a:lnTo>
                    <a:pt x="3811009" y="916081"/>
                  </a:lnTo>
                  <a:lnTo>
                    <a:pt x="3790293" y="886046"/>
                  </a:lnTo>
                  <a:lnTo>
                    <a:pt x="3769054" y="856379"/>
                  </a:lnTo>
                  <a:lnTo>
                    <a:pt x="3747299" y="827088"/>
                  </a:lnTo>
                  <a:lnTo>
                    <a:pt x="3725035" y="798182"/>
                  </a:lnTo>
                  <a:lnTo>
                    <a:pt x="3702269" y="769671"/>
                  </a:lnTo>
                  <a:lnTo>
                    <a:pt x="3679007" y="741562"/>
                  </a:lnTo>
                  <a:lnTo>
                    <a:pt x="3655257" y="713864"/>
                  </a:lnTo>
                  <a:lnTo>
                    <a:pt x="3631025" y="686587"/>
                  </a:lnTo>
                  <a:lnTo>
                    <a:pt x="3606320" y="659738"/>
                  </a:lnTo>
                  <a:lnTo>
                    <a:pt x="3581149" y="633325"/>
                  </a:lnTo>
                  <a:lnTo>
                    <a:pt x="3555519" y="607356"/>
                  </a:lnTo>
                  <a:lnTo>
                    <a:pt x="3529439" y="581841"/>
                  </a:lnTo>
                  <a:lnTo>
                    <a:pt x="3502916" y="556785"/>
                  </a:lnTo>
                  <a:lnTo>
                    <a:pt x="3475959" y="532198"/>
                  </a:lnTo>
                  <a:lnTo>
                    <a:pt x="3448576" y="508086"/>
                  </a:lnTo>
                  <a:lnTo>
                    <a:pt x="3420775" y="484457"/>
                  </a:lnTo>
                  <a:lnTo>
                    <a:pt x="3392564" y="461318"/>
                  </a:lnTo>
                  <a:lnTo>
                    <a:pt x="3363953" y="438677"/>
                  </a:lnTo>
                  <a:lnTo>
                    <a:pt x="3334951" y="416540"/>
                  </a:lnTo>
                  <a:lnTo>
                    <a:pt x="3305565" y="394913"/>
                  </a:lnTo>
                  <a:lnTo>
                    <a:pt x="3275805" y="373804"/>
                  </a:lnTo>
                  <a:lnTo>
                    <a:pt x="3245680" y="353220"/>
                  </a:lnTo>
                  <a:lnTo>
                    <a:pt x="3215200" y="333165"/>
                  </a:lnTo>
                  <a:lnTo>
                    <a:pt x="3184373" y="313648"/>
                  </a:lnTo>
                  <a:lnTo>
                    <a:pt x="3153210" y="294672"/>
                  </a:lnTo>
                  <a:lnTo>
                    <a:pt x="3121719" y="276245"/>
                  </a:lnTo>
                  <a:lnTo>
                    <a:pt x="3089910" y="258372"/>
                  </a:lnTo>
                  <a:lnTo>
                    <a:pt x="3057794" y="241059"/>
                  </a:lnTo>
                  <a:lnTo>
                    <a:pt x="3025379" y="224310"/>
                  </a:lnTo>
                  <a:lnTo>
                    <a:pt x="2992677" y="208131"/>
                  </a:lnTo>
                  <a:lnTo>
                    <a:pt x="2959696" y="192526"/>
                  </a:lnTo>
                  <a:lnTo>
                    <a:pt x="2926447" y="177502"/>
                  </a:lnTo>
                  <a:lnTo>
                    <a:pt x="2892940" y="163061"/>
                  </a:lnTo>
                  <a:lnTo>
                    <a:pt x="2859186" y="149209"/>
                  </a:lnTo>
                  <a:lnTo>
                    <a:pt x="2825194" y="135950"/>
                  </a:lnTo>
                  <a:lnTo>
                    <a:pt x="2790976" y="123288"/>
                  </a:lnTo>
                  <a:lnTo>
                    <a:pt x="2756541" y="111227"/>
                  </a:lnTo>
                  <a:lnTo>
                    <a:pt x="2721901" y="99770"/>
                  </a:lnTo>
                  <a:lnTo>
                    <a:pt x="2687065" y="88921"/>
                  </a:lnTo>
                  <a:lnTo>
                    <a:pt x="2652045" y="78683"/>
                  </a:lnTo>
                  <a:lnTo>
                    <a:pt x="2616851" y="69060"/>
                  </a:lnTo>
                  <a:lnTo>
                    <a:pt x="2581493" y="60055"/>
                  </a:lnTo>
                  <a:lnTo>
                    <a:pt x="2545984" y="51669"/>
                  </a:lnTo>
                  <a:lnTo>
                    <a:pt x="2510333" y="43907"/>
                  </a:lnTo>
                  <a:lnTo>
                    <a:pt x="2474552" y="36769"/>
                  </a:lnTo>
                  <a:lnTo>
                    <a:pt x="2438652" y="30259"/>
                  </a:lnTo>
                  <a:lnTo>
                    <a:pt x="2402643" y="24378"/>
                  </a:lnTo>
                  <a:lnTo>
                    <a:pt x="2366537" y="19128"/>
                  </a:lnTo>
                  <a:lnTo>
                    <a:pt x="2330344" y="14510"/>
                  </a:lnTo>
                  <a:lnTo>
                    <a:pt x="2294076" y="10527"/>
                  </a:lnTo>
                  <a:lnTo>
                    <a:pt x="2257744" y="7179"/>
                  </a:lnTo>
                  <a:lnTo>
                    <a:pt x="2221359" y="4468"/>
                  </a:lnTo>
                  <a:lnTo>
                    <a:pt x="2184932" y="2394"/>
                  </a:lnTo>
                  <a:lnTo>
                    <a:pt x="2148474" y="957"/>
                  </a:lnTo>
                  <a:lnTo>
                    <a:pt x="2111997" y="159"/>
                  </a:lnTo>
                  <a:lnTo>
                    <a:pt x="2075511" y="0"/>
                  </a:lnTo>
                  <a:lnTo>
                    <a:pt x="2039028" y="478"/>
                  </a:lnTo>
                  <a:lnTo>
                    <a:pt x="2002560" y="1596"/>
                  </a:lnTo>
                  <a:lnTo>
                    <a:pt x="1966116" y="3351"/>
                  </a:lnTo>
                  <a:lnTo>
                    <a:pt x="1929708" y="5744"/>
                  </a:lnTo>
                  <a:lnTo>
                    <a:pt x="1893348" y="8774"/>
                  </a:lnTo>
                  <a:lnTo>
                    <a:pt x="1857047" y="12439"/>
                  </a:lnTo>
                  <a:lnTo>
                    <a:pt x="1820815" y="16740"/>
                  </a:lnTo>
                  <a:lnTo>
                    <a:pt x="1784664" y="21674"/>
                  </a:lnTo>
                  <a:lnTo>
                    <a:pt x="1748605" y="27239"/>
                  </a:lnTo>
                  <a:lnTo>
                    <a:pt x="1712649" y="33435"/>
                  </a:lnTo>
                  <a:lnTo>
                    <a:pt x="1676807" y="40259"/>
                  </a:lnTo>
                  <a:lnTo>
                    <a:pt x="1641090" y="47710"/>
                  </a:lnTo>
                  <a:lnTo>
                    <a:pt x="1605509" y="55784"/>
                  </a:lnTo>
                  <a:lnTo>
                    <a:pt x="1570074" y="64480"/>
                  </a:lnTo>
                  <a:lnTo>
                    <a:pt x="1534797" y="73795"/>
                  </a:lnTo>
                  <a:lnTo>
                    <a:pt x="1499689" y="83726"/>
                  </a:lnTo>
                  <a:lnTo>
                    <a:pt x="1464759" y="94269"/>
                  </a:lnTo>
                  <a:lnTo>
                    <a:pt x="1430020" y="105422"/>
                  </a:lnTo>
                  <a:lnTo>
                    <a:pt x="1395481" y="117182"/>
                  </a:lnTo>
                  <a:lnTo>
                    <a:pt x="1361153" y="129544"/>
                  </a:lnTo>
                  <a:lnTo>
                    <a:pt x="1327047" y="142505"/>
                  </a:lnTo>
                  <a:lnTo>
                    <a:pt x="1293172" y="156061"/>
                  </a:lnTo>
                  <a:lnTo>
                    <a:pt x="1259541" y="170208"/>
                  </a:lnTo>
                  <a:lnTo>
                    <a:pt x="1226162" y="184941"/>
                  </a:lnTo>
                  <a:lnTo>
                    <a:pt x="1193045" y="200256"/>
                  </a:lnTo>
                  <a:lnTo>
                    <a:pt x="1160202" y="216149"/>
                  </a:lnTo>
                  <a:lnTo>
                    <a:pt x="1127643" y="232613"/>
                  </a:lnTo>
                  <a:lnTo>
                    <a:pt x="1095376" y="249645"/>
                  </a:lnTo>
                  <a:lnTo>
                    <a:pt x="1063412" y="267239"/>
                  </a:lnTo>
                  <a:lnTo>
                    <a:pt x="1031761" y="285390"/>
                  </a:lnTo>
                  <a:lnTo>
                    <a:pt x="1000433" y="304092"/>
                  </a:lnTo>
                  <a:lnTo>
                    <a:pt x="969437" y="323339"/>
                  </a:lnTo>
                  <a:lnTo>
                    <a:pt x="938782" y="343126"/>
                  </a:lnTo>
                  <a:lnTo>
                    <a:pt x="908478" y="363446"/>
                  </a:lnTo>
                  <a:lnTo>
                    <a:pt x="878535" y="384294"/>
                  </a:lnTo>
                  <a:lnTo>
                    <a:pt x="848961" y="405662"/>
                  </a:lnTo>
                  <a:lnTo>
                    <a:pt x="819765" y="427545"/>
                  </a:lnTo>
                  <a:lnTo>
                    <a:pt x="790957" y="449935"/>
                  </a:lnTo>
                  <a:lnTo>
                    <a:pt x="762546" y="472826"/>
                  </a:lnTo>
                  <a:lnTo>
                    <a:pt x="734539" y="496211"/>
                  </a:lnTo>
                  <a:lnTo>
                    <a:pt x="706945" y="520082"/>
                  </a:lnTo>
                  <a:lnTo>
                    <a:pt x="679774" y="544433"/>
                  </a:lnTo>
                  <a:lnTo>
                    <a:pt x="653033" y="569255"/>
                  </a:lnTo>
                  <a:lnTo>
                    <a:pt x="626731" y="594542"/>
                  </a:lnTo>
                  <a:lnTo>
                    <a:pt x="600875" y="620285"/>
                  </a:lnTo>
                  <a:lnTo>
                    <a:pt x="575474" y="646476"/>
                  </a:lnTo>
                  <a:lnTo>
                    <a:pt x="550534" y="673108"/>
                  </a:lnTo>
                  <a:lnTo>
                    <a:pt x="526065" y="700173"/>
                  </a:lnTo>
                  <a:lnTo>
                    <a:pt x="502073" y="727661"/>
                  </a:lnTo>
                  <a:lnTo>
                    <a:pt x="478566" y="755565"/>
                  </a:lnTo>
                  <a:lnTo>
                    <a:pt x="455551" y="783877"/>
                  </a:lnTo>
                  <a:lnTo>
                    <a:pt x="433035" y="812587"/>
                  </a:lnTo>
                  <a:lnTo>
                    <a:pt x="411025" y="841686"/>
                  </a:lnTo>
                  <a:lnTo>
                    <a:pt x="389527" y="871166"/>
                  </a:lnTo>
                  <a:lnTo>
                    <a:pt x="368549" y="901018"/>
                  </a:lnTo>
                  <a:lnTo>
                    <a:pt x="348096" y="931233"/>
                  </a:lnTo>
                  <a:lnTo>
                    <a:pt x="328176" y="961801"/>
                  </a:lnTo>
                  <a:lnTo>
                    <a:pt x="308793" y="992712"/>
                  </a:lnTo>
                  <a:lnTo>
                    <a:pt x="289954" y="1023959"/>
                  </a:lnTo>
                  <a:lnTo>
                    <a:pt x="271665" y="1055530"/>
                  </a:lnTo>
                  <a:lnTo>
                    <a:pt x="253931" y="1087416"/>
                  </a:lnTo>
                  <a:lnTo>
                    <a:pt x="236758" y="1119608"/>
                  </a:lnTo>
                  <a:lnTo>
                    <a:pt x="220151" y="1152095"/>
                  </a:lnTo>
                  <a:lnTo>
                    <a:pt x="204116" y="1184869"/>
                  </a:lnTo>
                  <a:lnTo>
                    <a:pt x="188656" y="1217917"/>
                  </a:lnTo>
                  <a:lnTo>
                    <a:pt x="173777" y="1251232"/>
                  </a:lnTo>
                  <a:lnTo>
                    <a:pt x="159483" y="1284801"/>
                  </a:lnTo>
                  <a:lnTo>
                    <a:pt x="145779" y="1318616"/>
                  </a:lnTo>
                  <a:lnTo>
                    <a:pt x="132669" y="1352665"/>
                  </a:lnTo>
                  <a:lnTo>
                    <a:pt x="120156" y="1386939"/>
                  </a:lnTo>
                  <a:lnTo>
                    <a:pt x="108246" y="1421426"/>
                  </a:lnTo>
                  <a:lnTo>
                    <a:pt x="96941" y="1456116"/>
                  </a:lnTo>
                  <a:lnTo>
                    <a:pt x="86244" y="1490999"/>
                  </a:lnTo>
                  <a:lnTo>
                    <a:pt x="76160" y="1526064"/>
                  </a:lnTo>
                  <a:lnTo>
                    <a:pt x="66691" y="1561300"/>
                  </a:lnTo>
                  <a:lnTo>
                    <a:pt x="57840" y="1596696"/>
                  </a:lnTo>
                  <a:lnTo>
                    <a:pt x="49610" y="1632241"/>
                  </a:lnTo>
                  <a:lnTo>
                    <a:pt x="42004" y="1667926"/>
                  </a:lnTo>
                  <a:lnTo>
                    <a:pt x="35023" y="1703738"/>
                  </a:lnTo>
                  <a:lnTo>
                    <a:pt x="28669" y="1739666"/>
                  </a:lnTo>
                  <a:lnTo>
                    <a:pt x="22946" y="1775701"/>
                  </a:lnTo>
                  <a:lnTo>
                    <a:pt x="17854" y="1811829"/>
                  </a:lnTo>
                  <a:lnTo>
                    <a:pt x="13395" y="1848042"/>
                  </a:lnTo>
                  <a:lnTo>
                    <a:pt x="9571" y="1884327"/>
                  </a:lnTo>
                  <a:lnTo>
                    <a:pt x="6382" y="1920673"/>
                  </a:lnTo>
                  <a:lnTo>
                    <a:pt x="3830" y="1957070"/>
                  </a:lnTo>
                  <a:lnTo>
                    <a:pt x="1915" y="1993506"/>
                  </a:lnTo>
                  <a:lnTo>
                    <a:pt x="638" y="2029969"/>
                  </a:lnTo>
                  <a:lnTo>
                    <a:pt x="0" y="2066450"/>
                  </a:lnTo>
                  <a:lnTo>
                    <a:pt x="0" y="2102936"/>
                  </a:lnTo>
                  <a:lnTo>
                    <a:pt x="638" y="2139416"/>
                  </a:lnTo>
                  <a:lnTo>
                    <a:pt x="1915" y="2175880"/>
                  </a:lnTo>
                  <a:lnTo>
                    <a:pt x="3830" y="2212316"/>
                  </a:lnTo>
                  <a:lnTo>
                    <a:pt x="6382" y="2248712"/>
                  </a:lnTo>
                  <a:lnTo>
                    <a:pt x="9571" y="2285059"/>
                  </a:lnTo>
                  <a:lnTo>
                    <a:pt x="13395" y="2321344"/>
                  </a:lnTo>
                  <a:lnTo>
                    <a:pt x="17854" y="2357556"/>
                  </a:lnTo>
                  <a:lnTo>
                    <a:pt x="22946" y="2393685"/>
                  </a:lnTo>
                  <a:lnTo>
                    <a:pt x="28669" y="2429719"/>
                  </a:lnTo>
                  <a:lnTo>
                    <a:pt x="35023" y="2465648"/>
                  </a:lnTo>
                  <a:lnTo>
                    <a:pt x="42004" y="2501460"/>
                  </a:lnTo>
                  <a:lnTo>
                    <a:pt x="49610" y="2537144"/>
                  </a:lnTo>
                  <a:lnTo>
                    <a:pt x="57840" y="2572690"/>
                  </a:lnTo>
                  <a:lnTo>
                    <a:pt x="66691" y="2608086"/>
                  </a:lnTo>
                  <a:lnTo>
                    <a:pt x="76160" y="2643322"/>
                  </a:lnTo>
                  <a:lnTo>
                    <a:pt x="86244" y="2678387"/>
                  </a:lnTo>
                  <a:lnTo>
                    <a:pt x="96941" y="2713269"/>
                  </a:lnTo>
                  <a:lnTo>
                    <a:pt x="108246" y="2747960"/>
                  </a:lnTo>
                  <a:lnTo>
                    <a:pt x="120156" y="2782447"/>
                  </a:lnTo>
                  <a:lnTo>
                    <a:pt x="132669" y="2816721"/>
                  </a:lnTo>
                  <a:lnTo>
                    <a:pt x="145779" y="2850770"/>
                  </a:lnTo>
                  <a:lnTo>
                    <a:pt x="159483" y="2884584"/>
                  </a:lnTo>
                  <a:lnTo>
                    <a:pt x="173777" y="2918154"/>
                  </a:lnTo>
                  <a:lnTo>
                    <a:pt x="188656" y="2951468"/>
                  </a:lnTo>
                  <a:lnTo>
                    <a:pt x="204116" y="2984517"/>
                  </a:lnTo>
                  <a:lnTo>
                    <a:pt x="220151" y="3017290"/>
                  </a:lnTo>
                  <a:lnTo>
                    <a:pt x="236758" y="3049778"/>
                  </a:lnTo>
                  <a:lnTo>
                    <a:pt x="253931" y="3081969"/>
                  </a:lnTo>
                  <a:lnTo>
                    <a:pt x="271665" y="3113856"/>
                  </a:lnTo>
                  <a:lnTo>
                    <a:pt x="289954" y="3145427"/>
                  </a:lnTo>
                  <a:lnTo>
                    <a:pt x="308793" y="3176673"/>
                  </a:lnTo>
                  <a:lnTo>
                    <a:pt x="328176" y="3207585"/>
                  </a:lnTo>
                  <a:lnTo>
                    <a:pt x="348096" y="3238153"/>
                  </a:lnTo>
                  <a:lnTo>
                    <a:pt x="368549" y="3268367"/>
                  </a:lnTo>
                  <a:lnTo>
                    <a:pt x="389527" y="3298219"/>
                  </a:lnTo>
                  <a:lnTo>
                    <a:pt x="411025" y="3327699"/>
                  </a:lnTo>
                  <a:lnTo>
                    <a:pt x="433035" y="3356799"/>
                  </a:lnTo>
                  <a:lnTo>
                    <a:pt x="455551" y="3385509"/>
                  </a:lnTo>
                  <a:lnTo>
                    <a:pt x="478566" y="3413820"/>
                  </a:lnTo>
                  <a:lnTo>
                    <a:pt x="502073" y="3441724"/>
                  </a:lnTo>
                  <a:lnTo>
                    <a:pt x="526065" y="3469213"/>
                  </a:lnTo>
                  <a:lnTo>
                    <a:pt x="550534" y="3496277"/>
                  </a:lnTo>
                  <a:lnTo>
                    <a:pt x="575474" y="3522909"/>
                  </a:lnTo>
                  <a:lnTo>
                    <a:pt x="600875" y="3549101"/>
                  </a:lnTo>
                  <a:lnTo>
                    <a:pt x="626731" y="3574844"/>
                  </a:lnTo>
                  <a:lnTo>
                    <a:pt x="653033" y="3600131"/>
                  </a:lnTo>
                  <a:lnTo>
                    <a:pt x="679774" y="3624953"/>
                  </a:lnTo>
                  <a:lnTo>
                    <a:pt x="706945" y="3649303"/>
                  </a:lnTo>
                  <a:lnTo>
                    <a:pt x="734539" y="3673175"/>
                  </a:lnTo>
                  <a:lnTo>
                    <a:pt x="762546" y="3696560"/>
                  </a:lnTo>
                  <a:lnTo>
                    <a:pt x="790957" y="3719451"/>
                  </a:lnTo>
                  <a:lnTo>
                    <a:pt x="819765" y="3741841"/>
                  </a:lnTo>
                  <a:lnTo>
                    <a:pt x="848961" y="3763723"/>
                  </a:lnTo>
                  <a:lnTo>
                    <a:pt x="878535" y="3785092"/>
                  </a:lnTo>
                  <a:lnTo>
                    <a:pt x="908478" y="3805939"/>
                  </a:lnTo>
                  <a:lnTo>
                    <a:pt x="938782" y="3826260"/>
                  </a:lnTo>
                  <a:lnTo>
                    <a:pt x="969437" y="3846046"/>
                  </a:lnTo>
                  <a:lnTo>
                    <a:pt x="1000433" y="3865294"/>
                  </a:lnTo>
                  <a:lnTo>
                    <a:pt x="1031761" y="3883996"/>
                  </a:lnTo>
                  <a:lnTo>
                    <a:pt x="1063412" y="3902146"/>
                  </a:lnTo>
                  <a:lnTo>
                    <a:pt x="1095376" y="3919740"/>
                  </a:lnTo>
                  <a:lnTo>
                    <a:pt x="1127643" y="3936772"/>
                  </a:lnTo>
                  <a:lnTo>
                    <a:pt x="1160202" y="3953237"/>
                  </a:lnTo>
                  <a:lnTo>
                    <a:pt x="1193045" y="3969129"/>
                  </a:lnTo>
                  <a:lnTo>
                    <a:pt x="1226162" y="3984444"/>
                  </a:lnTo>
                  <a:lnTo>
                    <a:pt x="1259541" y="3999178"/>
                  </a:lnTo>
                  <a:lnTo>
                    <a:pt x="1293172" y="4013324"/>
                  </a:lnTo>
                  <a:lnTo>
                    <a:pt x="1327047" y="4026880"/>
                  </a:lnTo>
                  <a:lnTo>
                    <a:pt x="1361153" y="4039841"/>
                  </a:lnTo>
                  <a:lnTo>
                    <a:pt x="1395481" y="4052204"/>
                  </a:lnTo>
                  <a:lnTo>
                    <a:pt x="1430020" y="4063963"/>
                  </a:lnTo>
                  <a:lnTo>
                    <a:pt x="1464759" y="4075116"/>
                  </a:lnTo>
                  <a:lnTo>
                    <a:pt x="1499689" y="4085660"/>
                  </a:lnTo>
                  <a:lnTo>
                    <a:pt x="1534797" y="4095591"/>
                  </a:lnTo>
                  <a:lnTo>
                    <a:pt x="1570074" y="4104905"/>
                  </a:lnTo>
                  <a:lnTo>
                    <a:pt x="1605509" y="4113601"/>
                  </a:lnTo>
                  <a:lnTo>
                    <a:pt x="1641090" y="4121676"/>
                  </a:lnTo>
                  <a:lnTo>
                    <a:pt x="1676807" y="4129126"/>
                  </a:lnTo>
                  <a:lnTo>
                    <a:pt x="1712649" y="4135950"/>
                  </a:lnTo>
                  <a:lnTo>
                    <a:pt x="1748605" y="4142146"/>
                  </a:lnTo>
                  <a:lnTo>
                    <a:pt x="1784664" y="4147712"/>
                  </a:lnTo>
                  <a:lnTo>
                    <a:pt x="1820815" y="4152646"/>
                  </a:lnTo>
                  <a:lnTo>
                    <a:pt x="1857047" y="4156946"/>
                  </a:lnTo>
                  <a:lnTo>
                    <a:pt x="1893348" y="4160612"/>
                  </a:lnTo>
                  <a:lnTo>
                    <a:pt x="1929708" y="4163641"/>
                  </a:lnTo>
                  <a:lnTo>
                    <a:pt x="1966116" y="4166034"/>
                  </a:lnTo>
                  <a:lnTo>
                    <a:pt x="2002560" y="4167790"/>
                  </a:lnTo>
                  <a:lnTo>
                    <a:pt x="2039028" y="4168907"/>
                  </a:lnTo>
                  <a:lnTo>
                    <a:pt x="2075511" y="4169386"/>
                  </a:lnTo>
                  <a:lnTo>
                    <a:pt x="2111997" y="4169226"/>
                  </a:lnTo>
                  <a:lnTo>
                    <a:pt x="2148474" y="4168428"/>
                  </a:lnTo>
                  <a:lnTo>
                    <a:pt x="2184932" y="4166992"/>
                  </a:lnTo>
                  <a:lnTo>
                    <a:pt x="2221359" y="4164918"/>
                  </a:lnTo>
                  <a:lnTo>
                    <a:pt x="2257744" y="4162206"/>
                  </a:lnTo>
                  <a:lnTo>
                    <a:pt x="2294076" y="4158858"/>
                  </a:lnTo>
                  <a:lnTo>
                    <a:pt x="2330344" y="4154875"/>
                  </a:lnTo>
                  <a:lnTo>
                    <a:pt x="2366537" y="4150258"/>
                  </a:lnTo>
                  <a:lnTo>
                    <a:pt x="2402643" y="4145008"/>
                  </a:lnTo>
                  <a:lnTo>
                    <a:pt x="2438652" y="4139127"/>
                  </a:lnTo>
                  <a:lnTo>
                    <a:pt x="2474552" y="4132617"/>
                  </a:lnTo>
                  <a:lnTo>
                    <a:pt x="2510333" y="4125479"/>
                  </a:lnTo>
                  <a:lnTo>
                    <a:pt x="2545984" y="4117716"/>
                  </a:lnTo>
                  <a:lnTo>
                    <a:pt x="2581493" y="4109331"/>
                  </a:lnTo>
                  <a:lnTo>
                    <a:pt x="2616851" y="4100325"/>
                  </a:lnTo>
                  <a:lnTo>
                    <a:pt x="2652045" y="4090702"/>
                  </a:lnTo>
                  <a:lnTo>
                    <a:pt x="2687065" y="4080465"/>
                  </a:lnTo>
                  <a:lnTo>
                    <a:pt x="2721901" y="4069616"/>
                  </a:lnTo>
                  <a:lnTo>
                    <a:pt x="2756541" y="4058159"/>
                  </a:lnTo>
                  <a:lnTo>
                    <a:pt x="2790976" y="4046098"/>
                  </a:lnTo>
                  <a:lnTo>
                    <a:pt x="2825194" y="4033435"/>
                  </a:lnTo>
                  <a:lnTo>
                    <a:pt x="2859186" y="4020176"/>
                  </a:lnTo>
                  <a:lnTo>
                    <a:pt x="2892940" y="4006325"/>
                  </a:lnTo>
                  <a:lnTo>
                    <a:pt x="2926447" y="3991884"/>
                  </a:lnTo>
                  <a:lnTo>
                    <a:pt x="2959696" y="3976859"/>
                  </a:lnTo>
                  <a:lnTo>
                    <a:pt x="2992677" y="3961255"/>
                  </a:lnTo>
                  <a:lnTo>
                    <a:pt x="3025379" y="3945076"/>
                  </a:lnTo>
                  <a:lnTo>
                    <a:pt x="3057794" y="3928327"/>
                  </a:lnTo>
                  <a:lnTo>
                    <a:pt x="3089910" y="3911013"/>
                  </a:lnTo>
                  <a:lnTo>
                    <a:pt x="3121719" y="3893140"/>
                  </a:lnTo>
                  <a:lnTo>
                    <a:pt x="3153210" y="3874713"/>
                  </a:lnTo>
                  <a:lnTo>
                    <a:pt x="3184373" y="3855738"/>
                  </a:lnTo>
                  <a:lnTo>
                    <a:pt x="3215200" y="3836220"/>
                  </a:lnTo>
                  <a:lnTo>
                    <a:pt x="3245680" y="3816166"/>
                  </a:lnTo>
                  <a:lnTo>
                    <a:pt x="3275805" y="3795581"/>
                  </a:lnTo>
                  <a:lnTo>
                    <a:pt x="3305565" y="3774472"/>
                  </a:lnTo>
                  <a:lnTo>
                    <a:pt x="3334951" y="3752846"/>
                  </a:lnTo>
                  <a:lnTo>
                    <a:pt x="3363953" y="3730709"/>
                  </a:lnTo>
                  <a:lnTo>
                    <a:pt x="3392564" y="3708067"/>
                  </a:lnTo>
                  <a:lnTo>
                    <a:pt x="3420775" y="3684928"/>
                  </a:lnTo>
                  <a:lnTo>
                    <a:pt x="3448576" y="3661299"/>
                  </a:lnTo>
                  <a:lnTo>
                    <a:pt x="3475959" y="3637188"/>
                  </a:lnTo>
                  <a:lnTo>
                    <a:pt x="3502916" y="3612600"/>
                  </a:lnTo>
                  <a:lnTo>
                    <a:pt x="3529439" y="3587545"/>
                  </a:lnTo>
                  <a:lnTo>
                    <a:pt x="3555519" y="3562029"/>
                  </a:lnTo>
                  <a:lnTo>
                    <a:pt x="3581149" y="3536061"/>
                  </a:lnTo>
                  <a:lnTo>
                    <a:pt x="3606320" y="3509648"/>
                  </a:lnTo>
                  <a:lnTo>
                    <a:pt x="3631025" y="3482799"/>
                  </a:lnTo>
                  <a:lnTo>
                    <a:pt x="3655257" y="3455521"/>
                  </a:lnTo>
                  <a:lnTo>
                    <a:pt x="3679007" y="3427824"/>
                  </a:lnTo>
                  <a:lnTo>
                    <a:pt x="3702269" y="3399715"/>
                  </a:lnTo>
                  <a:lnTo>
                    <a:pt x="3725035" y="3371203"/>
                  </a:lnTo>
                  <a:lnTo>
                    <a:pt x="3747299" y="3342297"/>
                  </a:lnTo>
                  <a:lnTo>
                    <a:pt x="3769054" y="3313006"/>
                  </a:lnTo>
                  <a:lnTo>
                    <a:pt x="3790293" y="3283339"/>
                  </a:lnTo>
                  <a:lnTo>
                    <a:pt x="3811009" y="3253305"/>
                  </a:lnTo>
                  <a:lnTo>
                    <a:pt x="3831197" y="3222913"/>
                  </a:lnTo>
                  <a:lnTo>
                    <a:pt x="3850849" y="3192172"/>
                  </a:lnTo>
                  <a:lnTo>
                    <a:pt x="3869961" y="3161091"/>
                  </a:lnTo>
                  <a:lnTo>
                    <a:pt x="3888525" y="3129681"/>
                  </a:lnTo>
                  <a:lnTo>
                    <a:pt x="3906537" y="3097951"/>
                  </a:lnTo>
                  <a:lnTo>
                    <a:pt x="3923991" y="3065911"/>
                  </a:lnTo>
                  <a:lnTo>
                    <a:pt x="3940882" y="3033570"/>
                  </a:lnTo>
                  <a:lnTo>
                    <a:pt x="3957204" y="3000939"/>
                  </a:lnTo>
                  <a:lnTo>
                    <a:pt x="3972953" y="2968026"/>
                  </a:lnTo>
                  <a:lnTo>
                    <a:pt x="3988123" y="2934844"/>
                  </a:lnTo>
                  <a:lnTo>
                    <a:pt x="4002710" y="2901400"/>
                  </a:lnTo>
                  <a:lnTo>
                    <a:pt x="4016709" y="2867707"/>
                  </a:lnTo>
                  <a:lnTo>
                    <a:pt x="4030117" y="2833774"/>
                  </a:lnTo>
                  <a:lnTo>
                    <a:pt x="4042928" y="2799611"/>
                  </a:lnTo>
                  <a:lnTo>
                    <a:pt x="4055140" y="2765229"/>
                  </a:lnTo>
                  <a:lnTo>
                    <a:pt x="4066749" y="2730639"/>
                  </a:lnTo>
                  <a:lnTo>
                    <a:pt x="4077750" y="2695851"/>
                  </a:lnTo>
                  <a:lnTo>
                    <a:pt x="4088140" y="2660876"/>
                  </a:lnTo>
                  <a:lnTo>
                    <a:pt x="4097917" y="2625725"/>
                  </a:lnTo>
                  <a:lnTo>
                    <a:pt x="4107078" y="2590407"/>
                  </a:lnTo>
                  <a:lnTo>
                    <a:pt x="4115618" y="2554935"/>
                  </a:lnTo>
                  <a:lnTo>
                    <a:pt x="4123537" y="2519319"/>
                  </a:lnTo>
                  <a:lnTo>
                    <a:pt x="4130831" y="2483569"/>
                  </a:lnTo>
                  <a:lnTo>
                    <a:pt x="4137498" y="2447698"/>
                  </a:lnTo>
                  <a:lnTo>
                    <a:pt x="4143537" y="2411715"/>
                  </a:lnTo>
                  <a:lnTo>
                    <a:pt x="4148945" y="2375632"/>
                  </a:lnTo>
                  <a:lnTo>
                    <a:pt x="4153720" y="2339460"/>
                  </a:lnTo>
                  <a:lnTo>
                    <a:pt x="4157862" y="2303209"/>
                  </a:lnTo>
                  <a:lnTo>
                    <a:pt x="4161369" y="2266892"/>
                  </a:lnTo>
                  <a:lnTo>
                    <a:pt x="4164240" y="2230519"/>
                  </a:lnTo>
                  <a:lnTo>
                    <a:pt x="4166473" y="2194102"/>
                  </a:lnTo>
                  <a:lnTo>
                    <a:pt x="4168069" y="2157651"/>
                  </a:lnTo>
                  <a:lnTo>
                    <a:pt x="4169027" y="2121177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40997" y="1344286"/>
              <a:ext cx="0" cy="1876241"/>
            </a:xfrm>
            <a:custGeom>
              <a:avLst/>
              <a:pathLst>
                <a:path w="0" h="1876241">
                  <a:moveTo>
                    <a:pt x="0" y="1876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88408" y="1954885"/>
              <a:ext cx="1326703" cy="1326703"/>
            </a:xfrm>
            <a:custGeom>
              <a:avLst/>
              <a:pathLst>
                <a:path w="1326703" h="1326703">
                  <a:moveTo>
                    <a:pt x="0" y="1326703"/>
                  </a:moveTo>
                  <a:lnTo>
                    <a:pt x="132670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49468" y="3429000"/>
              <a:ext cx="1876241" cy="0"/>
            </a:xfrm>
            <a:custGeom>
              <a:avLst/>
              <a:pathLst>
                <a:path w="1876241" h="0">
                  <a:moveTo>
                    <a:pt x="0" y="0"/>
                  </a:moveTo>
                  <a:lnTo>
                    <a:pt x="1876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88408" y="3576411"/>
              <a:ext cx="1326703" cy="1326703"/>
            </a:xfrm>
            <a:custGeom>
              <a:avLst/>
              <a:pathLst>
                <a:path w="1326703" h="1326703">
                  <a:moveTo>
                    <a:pt x="0" y="0"/>
                  </a:moveTo>
                  <a:lnTo>
                    <a:pt x="1326703" y="132670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40997" y="3637471"/>
              <a:ext cx="0" cy="1876241"/>
            </a:xfrm>
            <a:custGeom>
              <a:avLst/>
              <a:pathLst>
                <a:path w="0" h="1876241">
                  <a:moveTo>
                    <a:pt x="0" y="0"/>
                  </a:moveTo>
                  <a:lnTo>
                    <a:pt x="0" y="1876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66882" y="3576411"/>
              <a:ext cx="1326703" cy="1326703"/>
            </a:xfrm>
            <a:custGeom>
              <a:avLst/>
              <a:pathLst>
                <a:path w="1326703" h="1326703">
                  <a:moveTo>
                    <a:pt x="1326703" y="0"/>
                  </a:moveTo>
                  <a:lnTo>
                    <a:pt x="0" y="132670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56284" y="3429000"/>
              <a:ext cx="1876241" cy="0"/>
            </a:xfrm>
            <a:custGeom>
              <a:avLst/>
              <a:pathLst>
                <a:path w="1876241" h="0">
                  <a:moveTo>
                    <a:pt x="1876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066882" y="1954885"/>
              <a:ext cx="1326703" cy="1326703"/>
            </a:xfrm>
            <a:custGeom>
              <a:avLst/>
              <a:pathLst>
                <a:path w="1326703" h="1326703">
                  <a:moveTo>
                    <a:pt x="1326703" y="132670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281816" y="2916273"/>
              <a:ext cx="1076162" cy="803565"/>
            </a:xfrm>
            <a:custGeom>
              <a:avLst/>
              <a:pathLst>
                <a:path w="1076162" h="803565">
                  <a:moveTo>
                    <a:pt x="259180" y="0"/>
                  </a:moveTo>
                  <a:lnTo>
                    <a:pt x="729303" y="42603"/>
                  </a:lnTo>
                  <a:lnTo>
                    <a:pt x="1076162" y="512726"/>
                  </a:lnTo>
                  <a:lnTo>
                    <a:pt x="550019" y="803565"/>
                  </a:lnTo>
                  <a:lnTo>
                    <a:pt x="259180" y="721198"/>
                  </a:lnTo>
                  <a:lnTo>
                    <a:pt x="4198" y="767708"/>
                  </a:lnTo>
                  <a:lnTo>
                    <a:pt x="0" y="512726"/>
                  </a:lnTo>
                  <a:lnTo>
                    <a:pt x="40055" y="293601"/>
                  </a:lnTo>
                  <a:lnTo>
                    <a:pt x="259180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228290" y="3168410"/>
              <a:ext cx="1355063" cy="702823"/>
            </a:xfrm>
            <a:custGeom>
              <a:avLst/>
              <a:pathLst>
                <a:path w="1355063" h="702823">
                  <a:moveTo>
                    <a:pt x="312706" y="0"/>
                  </a:moveTo>
                  <a:lnTo>
                    <a:pt x="533824" y="39471"/>
                  </a:lnTo>
                  <a:lnTo>
                    <a:pt x="1355063" y="260589"/>
                  </a:lnTo>
                  <a:lnTo>
                    <a:pt x="754941" y="702823"/>
                  </a:lnTo>
                  <a:lnTo>
                    <a:pt x="312706" y="677531"/>
                  </a:lnTo>
                  <a:lnTo>
                    <a:pt x="54736" y="518559"/>
                  </a:lnTo>
                  <a:lnTo>
                    <a:pt x="0" y="260589"/>
                  </a:lnTo>
                  <a:lnTo>
                    <a:pt x="165295" y="113177"/>
                  </a:lnTo>
                  <a:lnTo>
                    <a:pt x="312706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181313" y="3157762"/>
              <a:ext cx="1393701" cy="737057"/>
            </a:xfrm>
            <a:custGeom>
              <a:avLst/>
              <a:pathLst>
                <a:path w="1393701" h="737057">
                  <a:moveTo>
                    <a:pt x="359684" y="62765"/>
                  </a:moveTo>
                  <a:lnTo>
                    <a:pt x="630921" y="0"/>
                  </a:lnTo>
                  <a:lnTo>
                    <a:pt x="1393701" y="271237"/>
                  </a:lnTo>
                  <a:lnTo>
                    <a:pt x="825504" y="737057"/>
                  </a:lnTo>
                  <a:lnTo>
                    <a:pt x="359684" y="554758"/>
                  </a:lnTo>
                  <a:lnTo>
                    <a:pt x="0" y="630921"/>
                  </a:lnTo>
                  <a:lnTo>
                    <a:pt x="126196" y="271237"/>
                  </a:lnTo>
                  <a:lnTo>
                    <a:pt x="194583" y="106136"/>
                  </a:lnTo>
                  <a:lnTo>
                    <a:pt x="359684" y="62765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44828" y="2866993"/>
              <a:ext cx="1190965" cy="792336"/>
            </a:xfrm>
            <a:custGeom>
              <a:avLst/>
              <a:pathLst>
                <a:path w="1190965" h="792336">
                  <a:moveTo>
                    <a:pt x="396168" y="119004"/>
                  </a:moveTo>
                  <a:lnTo>
                    <a:pt x="958174" y="0"/>
                  </a:lnTo>
                  <a:lnTo>
                    <a:pt x="1190965" y="562006"/>
                  </a:lnTo>
                  <a:lnTo>
                    <a:pt x="543579" y="709417"/>
                  </a:lnTo>
                  <a:lnTo>
                    <a:pt x="396168" y="770477"/>
                  </a:lnTo>
                  <a:lnTo>
                    <a:pt x="165837" y="792336"/>
                  </a:lnTo>
                  <a:lnTo>
                    <a:pt x="187697" y="562006"/>
                  </a:lnTo>
                  <a:lnTo>
                    <a:pt x="0" y="165837"/>
                  </a:lnTo>
                  <a:lnTo>
                    <a:pt x="396168" y="119004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63035" y="2967866"/>
              <a:ext cx="1170646" cy="733277"/>
            </a:xfrm>
            <a:custGeom>
              <a:avLst/>
              <a:pathLst>
                <a:path w="1170646" h="733277">
                  <a:moveTo>
                    <a:pt x="277961" y="97644"/>
                  </a:moveTo>
                  <a:lnTo>
                    <a:pt x="739095" y="0"/>
                  </a:lnTo>
                  <a:lnTo>
                    <a:pt x="1170646" y="461133"/>
                  </a:lnTo>
                  <a:lnTo>
                    <a:pt x="550106" y="733277"/>
                  </a:lnTo>
                  <a:lnTo>
                    <a:pt x="277961" y="728404"/>
                  </a:lnTo>
                  <a:lnTo>
                    <a:pt x="13377" y="725718"/>
                  </a:lnTo>
                  <a:lnTo>
                    <a:pt x="0" y="461133"/>
                  </a:lnTo>
                  <a:lnTo>
                    <a:pt x="43615" y="226786"/>
                  </a:lnTo>
                  <a:lnTo>
                    <a:pt x="277961" y="97644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52366" y="2964677"/>
              <a:ext cx="1108803" cy="852952"/>
            </a:xfrm>
            <a:custGeom>
              <a:avLst/>
              <a:pathLst>
                <a:path w="1108803" h="852952">
                  <a:moveTo>
                    <a:pt x="388630" y="0"/>
                  </a:moveTo>
                  <a:lnTo>
                    <a:pt x="837565" y="15387"/>
                  </a:lnTo>
                  <a:lnTo>
                    <a:pt x="1108803" y="464322"/>
                  </a:lnTo>
                  <a:lnTo>
                    <a:pt x="596346" y="672038"/>
                  </a:lnTo>
                  <a:lnTo>
                    <a:pt x="388630" y="672793"/>
                  </a:lnTo>
                  <a:lnTo>
                    <a:pt x="0" y="852952"/>
                  </a:lnTo>
                  <a:lnTo>
                    <a:pt x="9591" y="464322"/>
                  </a:lnTo>
                  <a:lnTo>
                    <a:pt x="180914" y="256606"/>
                  </a:lnTo>
                  <a:lnTo>
                    <a:pt x="388630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02339" y="2877615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972462" y="2920219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319321" y="3390342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93178" y="3681181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02339" y="3598813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47357" y="3645324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43158" y="3390342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3214" y="3171216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02339" y="2877615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502339" y="312975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23456" y="3169224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544696" y="339034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944573" y="3832576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02339" y="3807284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244369" y="364831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189632" y="339034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354927" y="3242930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02339" y="312975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02339" y="3181870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773576" y="3119105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36357" y="3390342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968159" y="3856162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02339" y="3673863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142655" y="3750026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268851" y="3390342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337238" y="3225241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02339" y="3181870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502339" y="2947340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64345" y="2828335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297136" y="3390342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649750" y="3537753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02339" y="3598813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72008" y="3620672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93868" y="3390342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06171" y="2994173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02339" y="2947340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02339" y="3026853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963472" y="2929208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395024" y="3390342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74483" y="3662486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02339" y="3657613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237754" y="3654926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224377" y="3390342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67992" y="3155995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502339" y="3026853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02339" y="2926019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951274" y="2941407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222513" y="3390342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710055" y="3598058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02339" y="3598813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13709" y="3778972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23300" y="3390342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94623" y="3182625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02339" y="2926019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228073" y="3194539"/>
              <a:ext cx="104452" cy="51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87880" y="2256418"/>
              <a:ext cx="144645" cy="51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147686" y="1318297"/>
              <a:ext cx="184838" cy="51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7170562" y="2236825"/>
              <a:ext cx="1872217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7265456" y="233171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320320" y="25146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7501118" y="2475942"/>
              <a:ext cx="77315" cy="77315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7265456" y="269748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320320" y="288036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501118" y="2841702"/>
              <a:ext cx="77315" cy="77315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7265456" y="306324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320320" y="324611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501118" y="3207462"/>
              <a:ext cx="77315" cy="77315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7265456" y="342900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7320320" y="3611879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501118" y="3573222"/>
              <a:ext cx="77315" cy="77315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265456" y="3794759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320320" y="397764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501118" y="3938982"/>
              <a:ext cx="77315" cy="77315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265456" y="4160520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320320" y="43434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7501118" y="4304742"/>
              <a:ext cx="77315" cy="77315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7908990" y="2430271"/>
              <a:ext cx="957597" cy="136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908990" y="2823558"/>
              <a:ext cx="860325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908990" y="3187963"/>
              <a:ext cx="1038894" cy="110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08990" y="3553723"/>
              <a:ext cx="982057" cy="110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908990" y="3920838"/>
              <a:ext cx="933350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908990" y="4286598"/>
              <a:ext cx="1006589" cy="1091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2026-03-18T22:01:36Z</dcterms:modified>
  <cp:category/>
</cp:coreProperties>
</file>