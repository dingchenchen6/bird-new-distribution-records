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9143999" y="0"/>
              <a:ext cx="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3001607" cy="90709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160298"/>
              <a:ext cx="3001607" cy="74914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20199" y="69589"/>
              <a:ext cx="2900386" cy="90709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1072230" y="59188"/>
              <a:ext cx="996323" cy="1077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Passeriformes</a:t>
              </a:r>
            </a:p>
          </p:txBody>
        </p:sp>
        <p:sp>
          <p:nvSpPr>
            <p:cNvPr id="9" name="rc9"/>
            <p:cNvSpPr/>
            <p:nvPr/>
          </p:nvSpPr>
          <p:spPr>
            <a:xfrm>
              <a:off x="1165440" y="210908"/>
              <a:ext cx="809903" cy="64792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tx10"/>
            <p:cNvSpPr/>
            <p:nvPr/>
          </p:nvSpPr>
          <p:spPr>
            <a:xfrm>
              <a:off x="864629" y="691171"/>
              <a:ext cx="506189" cy="82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11" name="tx11"/>
            <p:cNvSpPr/>
            <p:nvPr/>
          </p:nvSpPr>
          <p:spPr>
            <a:xfrm>
              <a:off x="1041225" y="493821"/>
              <a:ext cx="246928" cy="79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12" name="tx12"/>
            <p:cNvSpPr/>
            <p:nvPr/>
          </p:nvSpPr>
          <p:spPr>
            <a:xfrm>
              <a:off x="882838" y="293983"/>
              <a:ext cx="487981" cy="801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13" name="pl13"/>
            <p:cNvSpPr/>
            <p:nvPr/>
          </p:nvSpPr>
          <p:spPr>
            <a:xfrm>
              <a:off x="1545851" y="510327"/>
              <a:ext cx="49084" cy="49084"/>
            </a:xfrm>
            <a:custGeom>
              <a:avLst/>
              <a:pathLst>
                <a:path w="49084" h="49084">
                  <a:moveTo>
                    <a:pt x="49084" y="24542"/>
                  </a:moveTo>
                  <a:lnTo>
                    <a:pt x="49080" y="24112"/>
                  </a:lnTo>
                  <a:lnTo>
                    <a:pt x="49069" y="23683"/>
                  </a:lnTo>
                  <a:lnTo>
                    <a:pt x="49050" y="23254"/>
                  </a:lnTo>
                  <a:lnTo>
                    <a:pt x="49024" y="22825"/>
                  </a:lnTo>
                  <a:lnTo>
                    <a:pt x="48990" y="22397"/>
                  </a:lnTo>
                  <a:lnTo>
                    <a:pt x="48948" y="21969"/>
                  </a:lnTo>
                  <a:lnTo>
                    <a:pt x="48900" y="21543"/>
                  </a:lnTo>
                  <a:lnTo>
                    <a:pt x="48843" y="21117"/>
                  </a:lnTo>
                  <a:lnTo>
                    <a:pt x="48780" y="20692"/>
                  </a:lnTo>
                  <a:lnTo>
                    <a:pt x="48709" y="20268"/>
                  </a:lnTo>
                  <a:lnTo>
                    <a:pt x="48630" y="19846"/>
                  </a:lnTo>
                  <a:lnTo>
                    <a:pt x="48544" y="19425"/>
                  </a:lnTo>
                  <a:lnTo>
                    <a:pt x="48451" y="19006"/>
                  </a:lnTo>
                  <a:lnTo>
                    <a:pt x="48351" y="18588"/>
                  </a:lnTo>
                  <a:lnTo>
                    <a:pt x="48243" y="18172"/>
                  </a:lnTo>
                  <a:lnTo>
                    <a:pt x="48128" y="17759"/>
                  </a:lnTo>
                  <a:lnTo>
                    <a:pt x="48005" y="17347"/>
                  </a:lnTo>
                  <a:lnTo>
                    <a:pt x="47876" y="16937"/>
                  </a:lnTo>
                  <a:lnTo>
                    <a:pt x="47739" y="16530"/>
                  </a:lnTo>
                  <a:lnTo>
                    <a:pt x="47595" y="16125"/>
                  </a:lnTo>
                  <a:lnTo>
                    <a:pt x="47445" y="15723"/>
                  </a:lnTo>
                  <a:lnTo>
                    <a:pt x="47287" y="15324"/>
                  </a:lnTo>
                  <a:lnTo>
                    <a:pt x="47122" y="14927"/>
                  </a:lnTo>
                  <a:lnTo>
                    <a:pt x="46950" y="14533"/>
                  </a:lnTo>
                  <a:lnTo>
                    <a:pt x="46772" y="14143"/>
                  </a:lnTo>
                  <a:lnTo>
                    <a:pt x="46586" y="13755"/>
                  </a:lnTo>
                  <a:lnTo>
                    <a:pt x="46394" y="13371"/>
                  </a:lnTo>
                  <a:lnTo>
                    <a:pt x="46195" y="12990"/>
                  </a:lnTo>
                  <a:lnTo>
                    <a:pt x="45990" y="12613"/>
                  </a:lnTo>
                  <a:lnTo>
                    <a:pt x="45778" y="12240"/>
                  </a:lnTo>
                  <a:lnTo>
                    <a:pt x="45559" y="11870"/>
                  </a:lnTo>
                  <a:lnTo>
                    <a:pt x="45334" y="11504"/>
                  </a:lnTo>
                  <a:lnTo>
                    <a:pt x="45103" y="11142"/>
                  </a:lnTo>
                  <a:lnTo>
                    <a:pt x="44865" y="10784"/>
                  </a:lnTo>
                  <a:lnTo>
                    <a:pt x="44621" y="10431"/>
                  </a:lnTo>
                  <a:lnTo>
                    <a:pt x="44371" y="10081"/>
                  </a:lnTo>
                  <a:lnTo>
                    <a:pt x="44115" y="9737"/>
                  </a:lnTo>
                  <a:lnTo>
                    <a:pt x="43853" y="9396"/>
                  </a:lnTo>
                  <a:lnTo>
                    <a:pt x="43585" y="9061"/>
                  </a:lnTo>
                  <a:lnTo>
                    <a:pt x="43311" y="8730"/>
                  </a:lnTo>
                  <a:lnTo>
                    <a:pt x="43031" y="8404"/>
                  </a:lnTo>
                  <a:lnTo>
                    <a:pt x="42746" y="8082"/>
                  </a:lnTo>
                  <a:lnTo>
                    <a:pt x="42455" y="7766"/>
                  </a:lnTo>
                  <a:lnTo>
                    <a:pt x="42159" y="7455"/>
                  </a:lnTo>
                  <a:lnTo>
                    <a:pt x="41857" y="7150"/>
                  </a:lnTo>
                  <a:lnTo>
                    <a:pt x="41550" y="6849"/>
                  </a:lnTo>
                  <a:lnTo>
                    <a:pt x="41238" y="6554"/>
                  </a:lnTo>
                  <a:lnTo>
                    <a:pt x="40921" y="6265"/>
                  </a:lnTo>
                  <a:lnTo>
                    <a:pt x="40598" y="5981"/>
                  </a:lnTo>
                  <a:lnTo>
                    <a:pt x="40271" y="5703"/>
                  </a:lnTo>
                  <a:lnTo>
                    <a:pt x="39939" y="5430"/>
                  </a:lnTo>
                  <a:lnTo>
                    <a:pt x="39602" y="5164"/>
                  </a:lnTo>
                  <a:lnTo>
                    <a:pt x="39261" y="4903"/>
                  </a:lnTo>
                  <a:lnTo>
                    <a:pt x="38915" y="4649"/>
                  </a:lnTo>
                  <a:lnTo>
                    <a:pt x="38564" y="4400"/>
                  </a:lnTo>
                  <a:lnTo>
                    <a:pt x="38210" y="4158"/>
                  </a:lnTo>
                  <a:lnTo>
                    <a:pt x="37851" y="3922"/>
                  </a:lnTo>
                  <a:lnTo>
                    <a:pt x="37488" y="3692"/>
                  </a:lnTo>
                  <a:lnTo>
                    <a:pt x="37121" y="3469"/>
                  </a:lnTo>
                  <a:lnTo>
                    <a:pt x="36750" y="3252"/>
                  </a:lnTo>
                  <a:lnTo>
                    <a:pt x="36376" y="3041"/>
                  </a:lnTo>
                  <a:lnTo>
                    <a:pt x="35998" y="2837"/>
                  </a:lnTo>
                  <a:lnTo>
                    <a:pt x="35616" y="2640"/>
                  </a:lnTo>
                  <a:lnTo>
                    <a:pt x="35231" y="2450"/>
                  </a:lnTo>
                  <a:lnTo>
                    <a:pt x="34843" y="2266"/>
                  </a:lnTo>
                  <a:lnTo>
                    <a:pt x="34451" y="2089"/>
                  </a:lnTo>
                  <a:lnTo>
                    <a:pt x="34057" y="1919"/>
                  </a:lnTo>
                  <a:lnTo>
                    <a:pt x="33660" y="1756"/>
                  </a:lnTo>
                  <a:lnTo>
                    <a:pt x="33259" y="1600"/>
                  </a:lnTo>
                  <a:lnTo>
                    <a:pt x="32857" y="1451"/>
                  </a:lnTo>
                  <a:lnTo>
                    <a:pt x="32451" y="1309"/>
                  </a:lnTo>
                  <a:lnTo>
                    <a:pt x="32043" y="1174"/>
                  </a:lnTo>
                  <a:lnTo>
                    <a:pt x="31633" y="1046"/>
                  </a:lnTo>
                  <a:lnTo>
                    <a:pt x="31221" y="926"/>
                  </a:lnTo>
                  <a:lnTo>
                    <a:pt x="30807" y="813"/>
                  </a:lnTo>
                  <a:lnTo>
                    <a:pt x="30390" y="707"/>
                  </a:lnTo>
                  <a:lnTo>
                    <a:pt x="29972" y="608"/>
                  </a:lnTo>
                  <a:lnTo>
                    <a:pt x="29553" y="516"/>
                  </a:lnTo>
                  <a:lnTo>
                    <a:pt x="29131" y="432"/>
                  </a:lnTo>
                  <a:lnTo>
                    <a:pt x="28709" y="356"/>
                  </a:lnTo>
                  <a:lnTo>
                    <a:pt x="28285" y="286"/>
                  </a:lnTo>
                  <a:lnTo>
                    <a:pt x="27860" y="225"/>
                  </a:lnTo>
                  <a:lnTo>
                    <a:pt x="27434" y="170"/>
                  </a:lnTo>
                  <a:lnTo>
                    <a:pt x="27007" y="123"/>
                  </a:lnTo>
                  <a:lnTo>
                    <a:pt x="26579" y="84"/>
                  </a:lnTo>
                  <a:lnTo>
                    <a:pt x="26151" y="52"/>
                  </a:lnTo>
                  <a:lnTo>
                    <a:pt x="25722" y="28"/>
                  </a:lnTo>
                  <a:lnTo>
                    <a:pt x="25293" y="11"/>
                  </a:lnTo>
                  <a:lnTo>
                    <a:pt x="24863" y="1"/>
                  </a:lnTo>
                  <a:lnTo>
                    <a:pt x="24434" y="0"/>
                  </a:lnTo>
                  <a:lnTo>
                    <a:pt x="24004" y="5"/>
                  </a:lnTo>
                  <a:lnTo>
                    <a:pt x="23575" y="18"/>
                  </a:lnTo>
                  <a:lnTo>
                    <a:pt x="23146" y="39"/>
                  </a:lnTo>
                  <a:lnTo>
                    <a:pt x="22717" y="67"/>
                  </a:lnTo>
                  <a:lnTo>
                    <a:pt x="22289" y="103"/>
                  </a:lnTo>
                  <a:lnTo>
                    <a:pt x="21862" y="146"/>
                  </a:lnTo>
                  <a:lnTo>
                    <a:pt x="21435" y="197"/>
                  </a:lnTo>
                  <a:lnTo>
                    <a:pt x="21010" y="255"/>
                  </a:lnTo>
                  <a:lnTo>
                    <a:pt x="20585" y="320"/>
                  </a:lnTo>
                  <a:lnTo>
                    <a:pt x="20162" y="393"/>
                  </a:lnTo>
                  <a:lnTo>
                    <a:pt x="19740" y="473"/>
                  </a:lnTo>
                  <a:lnTo>
                    <a:pt x="19319" y="561"/>
                  </a:lnTo>
                  <a:lnTo>
                    <a:pt x="18901" y="656"/>
                  </a:lnTo>
                  <a:lnTo>
                    <a:pt x="18483" y="759"/>
                  </a:lnTo>
                  <a:lnTo>
                    <a:pt x="18068" y="868"/>
                  </a:lnTo>
                  <a:lnTo>
                    <a:pt x="17655" y="985"/>
                  </a:lnTo>
                  <a:lnTo>
                    <a:pt x="17244" y="1109"/>
                  </a:lnTo>
                  <a:lnTo>
                    <a:pt x="16835" y="1241"/>
                  </a:lnTo>
                  <a:lnTo>
                    <a:pt x="16428" y="1379"/>
                  </a:lnTo>
                  <a:lnTo>
                    <a:pt x="16024" y="1525"/>
                  </a:lnTo>
                  <a:lnTo>
                    <a:pt x="15622" y="1677"/>
                  </a:lnTo>
                  <a:lnTo>
                    <a:pt x="15224" y="1837"/>
                  </a:lnTo>
                  <a:lnTo>
                    <a:pt x="14828" y="2003"/>
                  </a:lnTo>
                  <a:lnTo>
                    <a:pt x="14435" y="2177"/>
                  </a:lnTo>
                  <a:lnTo>
                    <a:pt x="14045" y="2357"/>
                  </a:lnTo>
                  <a:lnTo>
                    <a:pt x="13658" y="2544"/>
                  </a:lnTo>
                  <a:lnTo>
                    <a:pt x="13275" y="2738"/>
                  </a:lnTo>
                  <a:lnTo>
                    <a:pt x="12895" y="2938"/>
                  </a:lnTo>
                  <a:lnTo>
                    <a:pt x="12519" y="3146"/>
                  </a:lnTo>
                  <a:lnTo>
                    <a:pt x="12146" y="3359"/>
                  </a:lnTo>
                  <a:lnTo>
                    <a:pt x="11777" y="3579"/>
                  </a:lnTo>
                  <a:lnTo>
                    <a:pt x="11412" y="3806"/>
                  </a:lnTo>
                  <a:lnTo>
                    <a:pt x="11051" y="4039"/>
                  </a:lnTo>
                  <a:lnTo>
                    <a:pt x="10695" y="4278"/>
                  </a:lnTo>
                  <a:lnTo>
                    <a:pt x="10342" y="4524"/>
                  </a:lnTo>
                  <a:lnTo>
                    <a:pt x="9994" y="4775"/>
                  </a:lnTo>
                  <a:lnTo>
                    <a:pt x="9650" y="5033"/>
                  </a:lnTo>
                  <a:lnTo>
                    <a:pt x="9311" y="5296"/>
                  </a:lnTo>
                  <a:lnTo>
                    <a:pt x="8977" y="5566"/>
                  </a:lnTo>
                  <a:lnTo>
                    <a:pt x="8647" y="5841"/>
                  </a:lnTo>
                  <a:lnTo>
                    <a:pt x="8322" y="6122"/>
                  </a:lnTo>
                  <a:lnTo>
                    <a:pt x="8002" y="6409"/>
                  </a:lnTo>
                  <a:lnTo>
                    <a:pt x="7687" y="6701"/>
                  </a:lnTo>
                  <a:lnTo>
                    <a:pt x="7378" y="6999"/>
                  </a:lnTo>
                  <a:lnTo>
                    <a:pt x="7073" y="7302"/>
                  </a:lnTo>
                  <a:lnTo>
                    <a:pt x="6774" y="7610"/>
                  </a:lnTo>
                  <a:lnTo>
                    <a:pt x="6481" y="7924"/>
                  </a:lnTo>
                  <a:lnTo>
                    <a:pt x="6193" y="8242"/>
                  </a:lnTo>
                  <a:lnTo>
                    <a:pt x="5910" y="8566"/>
                  </a:lnTo>
                  <a:lnTo>
                    <a:pt x="5633" y="8894"/>
                  </a:lnTo>
                  <a:lnTo>
                    <a:pt x="5363" y="9228"/>
                  </a:lnTo>
                  <a:lnTo>
                    <a:pt x="5097" y="9566"/>
                  </a:lnTo>
                  <a:lnTo>
                    <a:pt x="4838" y="9908"/>
                  </a:lnTo>
                  <a:lnTo>
                    <a:pt x="4585" y="10255"/>
                  </a:lnTo>
                  <a:lnTo>
                    <a:pt x="4338" y="10607"/>
                  </a:lnTo>
                  <a:lnTo>
                    <a:pt x="4098" y="10963"/>
                  </a:lnTo>
                  <a:lnTo>
                    <a:pt x="3863" y="11322"/>
                  </a:lnTo>
                  <a:lnTo>
                    <a:pt x="3635" y="11686"/>
                  </a:lnTo>
                  <a:lnTo>
                    <a:pt x="3413" y="12054"/>
                  </a:lnTo>
                  <a:lnTo>
                    <a:pt x="3198" y="12426"/>
                  </a:lnTo>
                  <a:lnTo>
                    <a:pt x="2989" y="12801"/>
                  </a:lnTo>
                  <a:lnTo>
                    <a:pt x="2787" y="13180"/>
                  </a:lnTo>
                  <a:lnTo>
                    <a:pt x="2591" y="13563"/>
                  </a:lnTo>
                  <a:lnTo>
                    <a:pt x="2402" y="13949"/>
                  </a:lnTo>
                  <a:lnTo>
                    <a:pt x="2220" y="14338"/>
                  </a:lnTo>
                  <a:lnTo>
                    <a:pt x="2045" y="14730"/>
                  </a:lnTo>
                  <a:lnTo>
                    <a:pt x="1877" y="15125"/>
                  </a:lnTo>
                  <a:lnTo>
                    <a:pt x="1716" y="15523"/>
                  </a:lnTo>
                  <a:lnTo>
                    <a:pt x="1561" y="15924"/>
                  </a:lnTo>
                  <a:lnTo>
                    <a:pt x="1414" y="16327"/>
                  </a:lnTo>
                  <a:lnTo>
                    <a:pt x="1274" y="16733"/>
                  </a:lnTo>
                  <a:lnTo>
                    <a:pt x="1141" y="17142"/>
                  </a:lnTo>
                  <a:lnTo>
                    <a:pt x="1015" y="17552"/>
                  </a:lnTo>
                  <a:lnTo>
                    <a:pt x="896" y="17965"/>
                  </a:lnTo>
                  <a:lnTo>
                    <a:pt x="785" y="18380"/>
                  </a:lnTo>
                  <a:lnTo>
                    <a:pt x="680" y="18797"/>
                  </a:lnTo>
                  <a:lnTo>
                    <a:pt x="584" y="19215"/>
                  </a:lnTo>
                  <a:lnTo>
                    <a:pt x="494" y="19635"/>
                  </a:lnTo>
                  <a:lnTo>
                    <a:pt x="412" y="20057"/>
                  </a:lnTo>
                  <a:lnTo>
                    <a:pt x="337" y="20480"/>
                  </a:lnTo>
                  <a:lnTo>
                    <a:pt x="270" y="20904"/>
                  </a:lnTo>
                  <a:lnTo>
                    <a:pt x="210" y="21329"/>
                  </a:lnTo>
                  <a:lnTo>
                    <a:pt x="157" y="21756"/>
                  </a:lnTo>
                  <a:lnTo>
                    <a:pt x="112" y="22183"/>
                  </a:lnTo>
                  <a:lnTo>
                    <a:pt x="75" y="22611"/>
                  </a:lnTo>
                  <a:lnTo>
                    <a:pt x="45" y="23039"/>
                  </a:lnTo>
                  <a:lnTo>
                    <a:pt x="22" y="23468"/>
                  </a:lnTo>
                  <a:lnTo>
                    <a:pt x="7" y="23898"/>
                  </a:lnTo>
                  <a:lnTo>
                    <a:pt x="0" y="24327"/>
                  </a:lnTo>
                  <a:lnTo>
                    <a:pt x="0" y="24757"/>
                  </a:lnTo>
                  <a:lnTo>
                    <a:pt x="7" y="25186"/>
                  </a:lnTo>
                  <a:lnTo>
                    <a:pt x="22" y="25615"/>
                  </a:lnTo>
                  <a:lnTo>
                    <a:pt x="45" y="26044"/>
                  </a:lnTo>
                  <a:lnTo>
                    <a:pt x="75" y="26473"/>
                  </a:lnTo>
                  <a:lnTo>
                    <a:pt x="112" y="26901"/>
                  </a:lnTo>
                  <a:lnTo>
                    <a:pt x="157" y="27328"/>
                  </a:lnTo>
                  <a:lnTo>
                    <a:pt x="210" y="27754"/>
                  </a:lnTo>
                  <a:lnTo>
                    <a:pt x="270" y="28179"/>
                  </a:lnTo>
                  <a:lnTo>
                    <a:pt x="337" y="28604"/>
                  </a:lnTo>
                  <a:lnTo>
                    <a:pt x="412" y="29027"/>
                  </a:lnTo>
                  <a:lnTo>
                    <a:pt x="494" y="29448"/>
                  </a:lnTo>
                  <a:lnTo>
                    <a:pt x="584" y="29868"/>
                  </a:lnTo>
                  <a:lnTo>
                    <a:pt x="680" y="30287"/>
                  </a:lnTo>
                  <a:lnTo>
                    <a:pt x="785" y="30704"/>
                  </a:lnTo>
                  <a:lnTo>
                    <a:pt x="896" y="31118"/>
                  </a:lnTo>
                  <a:lnTo>
                    <a:pt x="1015" y="31531"/>
                  </a:lnTo>
                  <a:lnTo>
                    <a:pt x="1141" y="31942"/>
                  </a:lnTo>
                  <a:lnTo>
                    <a:pt x="1274" y="32350"/>
                  </a:lnTo>
                  <a:lnTo>
                    <a:pt x="1414" y="32756"/>
                  </a:lnTo>
                  <a:lnTo>
                    <a:pt x="1561" y="33160"/>
                  </a:lnTo>
                  <a:lnTo>
                    <a:pt x="1716" y="33561"/>
                  </a:lnTo>
                  <a:lnTo>
                    <a:pt x="1877" y="33959"/>
                  </a:lnTo>
                  <a:lnTo>
                    <a:pt x="2045" y="34354"/>
                  </a:lnTo>
                  <a:lnTo>
                    <a:pt x="2220" y="34746"/>
                  </a:lnTo>
                  <a:lnTo>
                    <a:pt x="2402" y="35135"/>
                  </a:lnTo>
                  <a:lnTo>
                    <a:pt x="2591" y="35521"/>
                  </a:lnTo>
                  <a:lnTo>
                    <a:pt x="2787" y="35903"/>
                  </a:lnTo>
                  <a:lnTo>
                    <a:pt x="2989" y="36282"/>
                  </a:lnTo>
                  <a:lnTo>
                    <a:pt x="3198" y="36658"/>
                  </a:lnTo>
                  <a:lnTo>
                    <a:pt x="3413" y="37029"/>
                  </a:lnTo>
                  <a:lnTo>
                    <a:pt x="3635" y="37397"/>
                  </a:lnTo>
                  <a:lnTo>
                    <a:pt x="3863" y="37761"/>
                  </a:lnTo>
                  <a:lnTo>
                    <a:pt x="4098" y="38121"/>
                  </a:lnTo>
                  <a:lnTo>
                    <a:pt x="4338" y="38477"/>
                  </a:lnTo>
                  <a:lnTo>
                    <a:pt x="4585" y="38828"/>
                  </a:lnTo>
                  <a:lnTo>
                    <a:pt x="4838" y="39175"/>
                  </a:lnTo>
                  <a:lnTo>
                    <a:pt x="5097" y="39518"/>
                  </a:lnTo>
                  <a:lnTo>
                    <a:pt x="5363" y="39856"/>
                  </a:lnTo>
                  <a:lnTo>
                    <a:pt x="5633" y="40189"/>
                  </a:lnTo>
                  <a:lnTo>
                    <a:pt x="5910" y="40518"/>
                  </a:lnTo>
                  <a:lnTo>
                    <a:pt x="6193" y="40841"/>
                  </a:lnTo>
                  <a:lnTo>
                    <a:pt x="6481" y="41160"/>
                  </a:lnTo>
                  <a:lnTo>
                    <a:pt x="6774" y="41473"/>
                  </a:lnTo>
                  <a:lnTo>
                    <a:pt x="7073" y="41782"/>
                  </a:lnTo>
                  <a:lnTo>
                    <a:pt x="7378" y="42085"/>
                  </a:lnTo>
                  <a:lnTo>
                    <a:pt x="7687" y="42382"/>
                  </a:lnTo>
                  <a:lnTo>
                    <a:pt x="8002" y="42675"/>
                  </a:lnTo>
                  <a:lnTo>
                    <a:pt x="8322" y="42961"/>
                  </a:lnTo>
                  <a:lnTo>
                    <a:pt x="8647" y="43242"/>
                  </a:lnTo>
                  <a:lnTo>
                    <a:pt x="8977" y="43518"/>
                  </a:lnTo>
                  <a:lnTo>
                    <a:pt x="9311" y="43787"/>
                  </a:lnTo>
                  <a:lnTo>
                    <a:pt x="9650" y="44051"/>
                  </a:lnTo>
                  <a:lnTo>
                    <a:pt x="9994" y="44308"/>
                  </a:lnTo>
                  <a:lnTo>
                    <a:pt x="10342" y="44560"/>
                  </a:lnTo>
                  <a:lnTo>
                    <a:pt x="10695" y="44805"/>
                  </a:lnTo>
                  <a:lnTo>
                    <a:pt x="11051" y="45045"/>
                  </a:lnTo>
                  <a:lnTo>
                    <a:pt x="11412" y="45278"/>
                  </a:lnTo>
                  <a:lnTo>
                    <a:pt x="11777" y="45504"/>
                  </a:lnTo>
                  <a:lnTo>
                    <a:pt x="12146" y="45724"/>
                  </a:lnTo>
                  <a:lnTo>
                    <a:pt x="12519" y="45938"/>
                  </a:lnTo>
                  <a:lnTo>
                    <a:pt x="12895" y="46145"/>
                  </a:lnTo>
                  <a:lnTo>
                    <a:pt x="13275" y="46346"/>
                  </a:lnTo>
                  <a:lnTo>
                    <a:pt x="13658" y="46539"/>
                  </a:lnTo>
                  <a:lnTo>
                    <a:pt x="14045" y="46727"/>
                  </a:lnTo>
                  <a:lnTo>
                    <a:pt x="14435" y="46907"/>
                  </a:lnTo>
                  <a:lnTo>
                    <a:pt x="14828" y="47080"/>
                  </a:lnTo>
                  <a:lnTo>
                    <a:pt x="15224" y="47247"/>
                  </a:lnTo>
                  <a:lnTo>
                    <a:pt x="15622" y="47406"/>
                  </a:lnTo>
                  <a:lnTo>
                    <a:pt x="16024" y="47559"/>
                  </a:lnTo>
                  <a:lnTo>
                    <a:pt x="16428" y="47705"/>
                  </a:lnTo>
                  <a:lnTo>
                    <a:pt x="16835" y="47843"/>
                  </a:lnTo>
                  <a:lnTo>
                    <a:pt x="17244" y="47974"/>
                  </a:lnTo>
                  <a:lnTo>
                    <a:pt x="17655" y="48098"/>
                  </a:lnTo>
                  <a:lnTo>
                    <a:pt x="18068" y="48215"/>
                  </a:lnTo>
                  <a:lnTo>
                    <a:pt x="18483" y="48325"/>
                  </a:lnTo>
                  <a:lnTo>
                    <a:pt x="18901" y="48427"/>
                  </a:lnTo>
                  <a:lnTo>
                    <a:pt x="19319" y="48522"/>
                  </a:lnTo>
                  <a:lnTo>
                    <a:pt x="19740" y="48610"/>
                  </a:lnTo>
                  <a:lnTo>
                    <a:pt x="20162" y="48690"/>
                  </a:lnTo>
                  <a:lnTo>
                    <a:pt x="20585" y="48763"/>
                  </a:lnTo>
                  <a:lnTo>
                    <a:pt x="21010" y="48829"/>
                  </a:lnTo>
                  <a:lnTo>
                    <a:pt x="21435" y="48887"/>
                  </a:lnTo>
                  <a:lnTo>
                    <a:pt x="21862" y="48938"/>
                  </a:lnTo>
                  <a:lnTo>
                    <a:pt x="22289" y="48981"/>
                  </a:lnTo>
                  <a:lnTo>
                    <a:pt x="22717" y="49016"/>
                  </a:lnTo>
                  <a:lnTo>
                    <a:pt x="23146" y="49045"/>
                  </a:lnTo>
                  <a:lnTo>
                    <a:pt x="23575" y="49065"/>
                  </a:lnTo>
                  <a:lnTo>
                    <a:pt x="24004" y="49078"/>
                  </a:lnTo>
                  <a:lnTo>
                    <a:pt x="24434" y="49084"/>
                  </a:lnTo>
                  <a:lnTo>
                    <a:pt x="24863" y="49082"/>
                  </a:lnTo>
                  <a:lnTo>
                    <a:pt x="25293" y="49073"/>
                  </a:lnTo>
                  <a:lnTo>
                    <a:pt x="25722" y="49056"/>
                  </a:lnTo>
                  <a:lnTo>
                    <a:pt x="26151" y="49032"/>
                  </a:lnTo>
                  <a:lnTo>
                    <a:pt x="26579" y="49000"/>
                  </a:lnTo>
                  <a:lnTo>
                    <a:pt x="27007" y="48960"/>
                  </a:lnTo>
                  <a:lnTo>
                    <a:pt x="27434" y="48913"/>
                  </a:lnTo>
                  <a:lnTo>
                    <a:pt x="27860" y="48859"/>
                  </a:lnTo>
                  <a:lnTo>
                    <a:pt x="28285" y="48797"/>
                  </a:lnTo>
                  <a:lnTo>
                    <a:pt x="28709" y="48728"/>
                  </a:lnTo>
                  <a:lnTo>
                    <a:pt x="29131" y="48651"/>
                  </a:lnTo>
                  <a:lnTo>
                    <a:pt x="29553" y="48567"/>
                  </a:lnTo>
                  <a:lnTo>
                    <a:pt x="29972" y="48476"/>
                  </a:lnTo>
                  <a:lnTo>
                    <a:pt x="30390" y="48377"/>
                  </a:lnTo>
                  <a:lnTo>
                    <a:pt x="30807" y="48271"/>
                  </a:lnTo>
                  <a:lnTo>
                    <a:pt x="31221" y="48158"/>
                  </a:lnTo>
                  <a:lnTo>
                    <a:pt x="31633" y="48037"/>
                  </a:lnTo>
                  <a:lnTo>
                    <a:pt x="32043" y="47910"/>
                  </a:lnTo>
                  <a:lnTo>
                    <a:pt x="32451" y="47775"/>
                  </a:lnTo>
                  <a:lnTo>
                    <a:pt x="32857" y="47633"/>
                  </a:lnTo>
                  <a:lnTo>
                    <a:pt x="33259" y="47484"/>
                  </a:lnTo>
                  <a:lnTo>
                    <a:pt x="33660" y="47328"/>
                  </a:lnTo>
                  <a:lnTo>
                    <a:pt x="34057" y="47164"/>
                  </a:lnTo>
                  <a:lnTo>
                    <a:pt x="34451" y="46994"/>
                  </a:lnTo>
                  <a:lnTo>
                    <a:pt x="34843" y="46818"/>
                  </a:lnTo>
                  <a:lnTo>
                    <a:pt x="35231" y="46634"/>
                  </a:lnTo>
                  <a:lnTo>
                    <a:pt x="35616" y="46443"/>
                  </a:lnTo>
                  <a:lnTo>
                    <a:pt x="35998" y="46246"/>
                  </a:lnTo>
                  <a:lnTo>
                    <a:pt x="36376" y="46042"/>
                  </a:lnTo>
                  <a:lnTo>
                    <a:pt x="36750" y="45832"/>
                  </a:lnTo>
                  <a:lnTo>
                    <a:pt x="37121" y="45615"/>
                  </a:lnTo>
                  <a:lnTo>
                    <a:pt x="37488" y="45392"/>
                  </a:lnTo>
                  <a:lnTo>
                    <a:pt x="37851" y="45162"/>
                  </a:lnTo>
                  <a:lnTo>
                    <a:pt x="38210" y="44926"/>
                  </a:lnTo>
                  <a:lnTo>
                    <a:pt x="38564" y="44683"/>
                  </a:lnTo>
                  <a:lnTo>
                    <a:pt x="38915" y="44435"/>
                  </a:lnTo>
                  <a:lnTo>
                    <a:pt x="39261" y="44180"/>
                  </a:lnTo>
                  <a:lnTo>
                    <a:pt x="39602" y="43920"/>
                  </a:lnTo>
                  <a:lnTo>
                    <a:pt x="39939" y="43653"/>
                  </a:lnTo>
                  <a:lnTo>
                    <a:pt x="40271" y="43381"/>
                  </a:lnTo>
                  <a:lnTo>
                    <a:pt x="40598" y="43103"/>
                  </a:lnTo>
                  <a:lnTo>
                    <a:pt x="40921" y="42819"/>
                  </a:lnTo>
                  <a:lnTo>
                    <a:pt x="41238" y="42529"/>
                  </a:lnTo>
                  <a:lnTo>
                    <a:pt x="41550" y="42234"/>
                  </a:lnTo>
                  <a:lnTo>
                    <a:pt x="41857" y="41934"/>
                  </a:lnTo>
                  <a:lnTo>
                    <a:pt x="42159" y="41628"/>
                  </a:lnTo>
                  <a:lnTo>
                    <a:pt x="42455" y="41317"/>
                  </a:lnTo>
                  <a:lnTo>
                    <a:pt x="42746" y="41001"/>
                  </a:lnTo>
                  <a:lnTo>
                    <a:pt x="43031" y="40680"/>
                  </a:lnTo>
                  <a:lnTo>
                    <a:pt x="43311" y="40354"/>
                  </a:lnTo>
                  <a:lnTo>
                    <a:pt x="43585" y="40023"/>
                  </a:lnTo>
                  <a:lnTo>
                    <a:pt x="43853" y="39687"/>
                  </a:lnTo>
                  <a:lnTo>
                    <a:pt x="44115" y="39347"/>
                  </a:lnTo>
                  <a:lnTo>
                    <a:pt x="44371" y="39002"/>
                  </a:lnTo>
                  <a:lnTo>
                    <a:pt x="44621" y="38653"/>
                  </a:lnTo>
                  <a:lnTo>
                    <a:pt x="44865" y="38299"/>
                  </a:lnTo>
                  <a:lnTo>
                    <a:pt x="45103" y="37942"/>
                  </a:lnTo>
                  <a:lnTo>
                    <a:pt x="45334" y="37580"/>
                  </a:lnTo>
                  <a:lnTo>
                    <a:pt x="45559" y="37214"/>
                  </a:lnTo>
                  <a:lnTo>
                    <a:pt x="45778" y="36844"/>
                  </a:lnTo>
                  <a:lnTo>
                    <a:pt x="45990" y="36471"/>
                  </a:lnTo>
                  <a:lnTo>
                    <a:pt x="46195" y="36093"/>
                  </a:lnTo>
                  <a:lnTo>
                    <a:pt x="46394" y="35713"/>
                  </a:lnTo>
                  <a:lnTo>
                    <a:pt x="46586" y="35328"/>
                  </a:lnTo>
                  <a:lnTo>
                    <a:pt x="46772" y="34941"/>
                  </a:lnTo>
                  <a:lnTo>
                    <a:pt x="46950" y="34550"/>
                  </a:lnTo>
                  <a:lnTo>
                    <a:pt x="47122" y="34157"/>
                  </a:lnTo>
                  <a:lnTo>
                    <a:pt x="47287" y="33760"/>
                  </a:lnTo>
                  <a:lnTo>
                    <a:pt x="47445" y="33360"/>
                  </a:lnTo>
                  <a:lnTo>
                    <a:pt x="47595" y="32958"/>
                  </a:lnTo>
                  <a:lnTo>
                    <a:pt x="47739" y="32554"/>
                  </a:lnTo>
                  <a:lnTo>
                    <a:pt x="47876" y="32146"/>
                  </a:lnTo>
                  <a:lnTo>
                    <a:pt x="48005" y="31737"/>
                  </a:lnTo>
                  <a:lnTo>
                    <a:pt x="48128" y="31325"/>
                  </a:lnTo>
                  <a:lnTo>
                    <a:pt x="48243" y="30911"/>
                  </a:lnTo>
                  <a:lnTo>
                    <a:pt x="48351" y="30495"/>
                  </a:lnTo>
                  <a:lnTo>
                    <a:pt x="48451" y="30078"/>
                  </a:lnTo>
                  <a:lnTo>
                    <a:pt x="48544" y="29658"/>
                  </a:lnTo>
                  <a:lnTo>
                    <a:pt x="48630" y="29238"/>
                  </a:lnTo>
                  <a:lnTo>
                    <a:pt x="48709" y="28815"/>
                  </a:lnTo>
                  <a:lnTo>
                    <a:pt x="48780" y="28392"/>
                  </a:lnTo>
                  <a:lnTo>
                    <a:pt x="48843" y="27967"/>
                  </a:lnTo>
                  <a:lnTo>
                    <a:pt x="48900" y="27541"/>
                  </a:lnTo>
                  <a:lnTo>
                    <a:pt x="48948" y="27114"/>
                  </a:lnTo>
                  <a:lnTo>
                    <a:pt x="48990" y="26687"/>
                  </a:lnTo>
                  <a:lnTo>
                    <a:pt x="49024" y="26259"/>
                  </a:lnTo>
                  <a:lnTo>
                    <a:pt x="49050" y="25830"/>
                  </a:lnTo>
                  <a:lnTo>
                    <a:pt x="49069" y="25401"/>
                  </a:lnTo>
                  <a:lnTo>
                    <a:pt x="49080" y="24971"/>
                  </a:lnTo>
                  <a:lnTo>
                    <a:pt x="49084" y="24542"/>
                  </a:lnTo>
                </a:path>
              </a:pathLst>
            </a:custGeom>
            <a:ln w="13550" cap="flat">
              <a:solidFill>
                <a:srgbClr val="7FC5D8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435413" y="399887"/>
              <a:ext cx="269962" cy="269965"/>
            </a:xfrm>
            <a:custGeom>
              <a:avLst/>
              <a:pathLst>
                <a:path w="269962" h="269965">
                  <a:moveTo>
                    <a:pt x="269962" y="134982"/>
                  </a:moveTo>
                  <a:lnTo>
                    <a:pt x="269942" y="132620"/>
                  </a:lnTo>
                  <a:lnTo>
                    <a:pt x="269880" y="130258"/>
                  </a:lnTo>
                  <a:lnTo>
                    <a:pt x="269776" y="127898"/>
                  </a:lnTo>
                  <a:lnTo>
                    <a:pt x="269632" y="125540"/>
                  </a:lnTo>
                  <a:lnTo>
                    <a:pt x="269446" y="123185"/>
                  </a:lnTo>
                  <a:lnTo>
                    <a:pt x="269219" y="120833"/>
                  </a:lnTo>
                  <a:lnTo>
                    <a:pt x="268951" y="118486"/>
                  </a:lnTo>
                  <a:lnTo>
                    <a:pt x="268641" y="116144"/>
                  </a:lnTo>
                  <a:lnTo>
                    <a:pt x="268291" y="113808"/>
                  </a:lnTo>
                  <a:lnTo>
                    <a:pt x="267900" y="111478"/>
                  </a:lnTo>
                  <a:lnTo>
                    <a:pt x="267468" y="109155"/>
                  </a:lnTo>
                  <a:lnTo>
                    <a:pt x="266996" y="106840"/>
                  </a:lnTo>
                  <a:lnTo>
                    <a:pt x="266483" y="104534"/>
                  </a:lnTo>
                  <a:lnTo>
                    <a:pt x="265930" y="102237"/>
                  </a:lnTo>
                  <a:lnTo>
                    <a:pt x="265337" y="99951"/>
                  </a:lnTo>
                  <a:lnTo>
                    <a:pt x="264704" y="97675"/>
                  </a:lnTo>
                  <a:lnTo>
                    <a:pt x="264031" y="95410"/>
                  </a:lnTo>
                  <a:lnTo>
                    <a:pt x="263319" y="93158"/>
                  </a:lnTo>
                  <a:lnTo>
                    <a:pt x="262568" y="90918"/>
                  </a:lnTo>
                  <a:lnTo>
                    <a:pt x="261777" y="88692"/>
                  </a:lnTo>
                  <a:lnTo>
                    <a:pt x="260947" y="86480"/>
                  </a:lnTo>
                  <a:lnTo>
                    <a:pt x="260079" y="84282"/>
                  </a:lnTo>
                  <a:lnTo>
                    <a:pt x="259173" y="82101"/>
                  </a:lnTo>
                  <a:lnTo>
                    <a:pt x="258228" y="79935"/>
                  </a:lnTo>
                  <a:lnTo>
                    <a:pt x="257246" y="77787"/>
                  </a:lnTo>
                  <a:lnTo>
                    <a:pt x="256226" y="75656"/>
                  </a:lnTo>
                  <a:lnTo>
                    <a:pt x="255169" y="73543"/>
                  </a:lnTo>
                  <a:lnTo>
                    <a:pt x="254076" y="71449"/>
                  </a:lnTo>
                  <a:lnTo>
                    <a:pt x="252946" y="69374"/>
                  </a:lnTo>
                  <a:lnTo>
                    <a:pt x="251779" y="67320"/>
                  </a:lnTo>
                  <a:lnTo>
                    <a:pt x="250577" y="65286"/>
                  </a:lnTo>
                  <a:lnTo>
                    <a:pt x="249340" y="63274"/>
                  </a:lnTo>
                  <a:lnTo>
                    <a:pt x="248067" y="61283"/>
                  </a:lnTo>
                  <a:lnTo>
                    <a:pt x="246760" y="59315"/>
                  </a:lnTo>
                  <a:lnTo>
                    <a:pt x="245419" y="57371"/>
                  </a:lnTo>
                  <a:lnTo>
                    <a:pt x="244044" y="55450"/>
                  </a:lnTo>
                  <a:lnTo>
                    <a:pt x="242635" y="53553"/>
                  </a:lnTo>
                  <a:lnTo>
                    <a:pt x="241193" y="51681"/>
                  </a:lnTo>
                  <a:lnTo>
                    <a:pt x="239719" y="49835"/>
                  </a:lnTo>
                  <a:lnTo>
                    <a:pt x="238213" y="48015"/>
                  </a:lnTo>
                  <a:lnTo>
                    <a:pt x="236675" y="46222"/>
                  </a:lnTo>
                  <a:lnTo>
                    <a:pt x="235106" y="44456"/>
                  </a:lnTo>
                  <a:lnTo>
                    <a:pt x="233507" y="42717"/>
                  </a:lnTo>
                  <a:lnTo>
                    <a:pt x="231877" y="41007"/>
                  </a:lnTo>
                  <a:lnTo>
                    <a:pt x="230217" y="39326"/>
                  </a:lnTo>
                  <a:lnTo>
                    <a:pt x="228529" y="37673"/>
                  </a:lnTo>
                  <a:lnTo>
                    <a:pt x="226811" y="36051"/>
                  </a:lnTo>
                  <a:lnTo>
                    <a:pt x="225066" y="34459"/>
                  </a:lnTo>
                  <a:lnTo>
                    <a:pt x="223293" y="32898"/>
                  </a:lnTo>
                  <a:lnTo>
                    <a:pt x="221493" y="31368"/>
                  </a:lnTo>
                  <a:lnTo>
                    <a:pt x="219666" y="29870"/>
                  </a:lnTo>
                  <a:lnTo>
                    <a:pt x="217814" y="28404"/>
                  </a:lnTo>
                  <a:lnTo>
                    <a:pt x="215936" y="26970"/>
                  </a:lnTo>
                  <a:lnTo>
                    <a:pt x="214033" y="25570"/>
                  </a:lnTo>
                  <a:lnTo>
                    <a:pt x="212106" y="24203"/>
                  </a:lnTo>
                  <a:lnTo>
                    <a:pt x="210155" y="22870"/>
                  </a:lnTo>
                  <a:lnTo>
                    <a:pt x="208182" y="21572"/>
                  </a:lnTo>
                  <a:lnTo>
                    <a:pt x="206186" y="20308"/>
                  </a:lnTo>
                  <a:lnTo>
                    <a:pt x="204168" y="19079"/>
                  </a:lnTo>
                  <a:lnTo>
                    <a:pt x="202129" y="17886"/>
                  </a:lnTo>
                  <a:lnTo>
                    <a:pt x="200069" y="16729"/>
                  </a:lnTo>
                  <a:lnTo>
                    <a:pt x="197990" y="15608"/>
                  </a:lnTo>
                  <a:lnTo>
                    <a:pt x="195891" y="14523"/>
                  </a:lnTo>
                  <a:lnTo>
                    <a:pt x="193774" y="13476"/>
                  </a:lnTo>
                  <a:lnTo>
                    <a:pt x="191638" y="12465"/>
                  </a:lnTo>
                  <a:lnTo>
                    <a:pt x="189485" y="11493"/>
                  </a:lnTo>
                  <a:lnTo>
                    <a:pt x="187316" y="10558"/>
                  </a:lnTo>
                  <a:lnTo>
                    <a:pt x="185130" y="9661"/>
                  </a:lnTo>
                  <a:lnTo>
                    <a:pt x="182929" y="8802"/>
                  </a:lnTo>
                  <a:lnTo>
                    <a:pt x="180714" y="7982"/>
                  </a:lnTo>
                  <a:lnTo>
                    <a:pt x="178484" y="7201"/>
                  </a:lnTo>
                  <a:lnTo>
                    <a:pt x="176241" y="6460"/>
                  </a:lnTo>
                  <a:lnTo>
                    <a:pt x="173985" y="5757"/>
                  </a:lnTo>
                  <a:lnTo>
                    <a:pt x="171718" y="5094"/>
                  </a:lnTo>
                  <a:lnTo>
                    <a:pt x="169439" y="4471"/>
                  </a:lnTo>
                  <a:lnTo>
                    <a:pt x="167150" y="3888"/>
                  </a:lnTo>
                  <a:lnTo>
                    <a:pt x="164851" y="3345"/>
                  </a:lnTo>
                  <a:lnTo>
                    <a:pt x="162542" y="2842"/>
                  </a:lnTo>
                  <a:lnTo>
                    <a:pt x="160225" y="2380"/>
                  </a:lnTo>
                  <a:lnTo>
                    <a:pt x="157901" y="1959"/>
                  </a:lnTo>
                  <a:lnTo>
                    <a:pt x="155569" y="1578"/>
                  </a:lnTo>
                  <a:lnTo>
                    <a:pt x="153231" y="1238"/>
                  </a:lnTo>
                  <a:lnTo>
                    <a:pt x="150888" y="939"/>
                  </a:lnTo>
                  <a:lnTo>
                    <a:pt x="148540" y="681"/>
                  </a:lnTo>
                  <a:lnTo>
                    <a:pt x="146187" y="464"/>
                  </a:lnTo>
                  <a:lnTo>
                    <a:pt x="143831" y="289"/>
                  </a:lnTo>
                  <a:lnTo>
                    <a:pt x="141473" y="155"/>
                  </a:lnTo>
                  <a:lnTo>
                    <a:pt x="139112" y="62"/>
                  </a:lnTo>
                  <a:lnTo>
                    <a:pt x="136750" y="10"/>
                  </a:lnTo>
                  <a:lnTo>
                    <a:pt x="134388" y="0"/>
                  </a:lnTo>
                  <a:lnTo>
                    <a:pt x="132025" y="31"/>
                  </a:lnTo>
                  <a:lnTo>
                    <a:pt x="129664" y="103"/>
                  </a:lnTo>
                  <a:lnTo>
                    <a:pt x="127304" y="217"/>
                  </a:lnTo>
                  <a:lnTo>
                    <a:pt x="124947" y="371"/>
                  </a:lnTo>
                  <a:lnTo>
                    <a:pt x="122593" y="568"/>
                  </a:lnTo>
                  <a:lnTo>
                    <a:pt x="120242" y="805"/>
                  </a:lnTo>
                  <a:lnTo>
                    <a:pt x="117896" y="1083"/>
                  </a:lnTo>
                  <a:lnTo>
                    <a:pt x="115556" y="1403"/>
                  </a:lnTo>
                  <a:lnTo>
                    <a:pt x="113221" y="1763"/>
                  </a:lnTo>
                  <a:lnTo>
                    <a:pt x="110893" y="2164"/>
                  </a:lnTo>
                  <a:lnTo>
                    <a:pt x="108572" y="2606"/>
                  </a:lnTo>
                  <a:lnTo>
                    <a:pt x="106259" y="3089"/>
                  </a:lnTo>
                  <a:lnTo>
                    <a:pt x="103955" y="3612"/>
                  </a:lnTo>
                  <a:lnTo>
                    <a:pt x="101661" y="4175"/>
                  </a:lnTo>
                  <a:lnTo>
                    <a:pt x="99377" y="4778"/>
                  </a:lnTo>
                  <a:lnTo>
                    <a:pt x="97104" y="5421"/>
                  </a:lnTo>
                  <a:lnTo>
                    <a:pt x="94842" y="6103"/>
                  </a:lnTo>
                  <a:lnTo>
                    <a:pt x="92592" y="6826"/>
                  </a:lnTo>
                  <a:lnTo>
                    <a:pt x="90356" y="7587"/>
                  </a:lnTo>
                  <a:lnTo>
                    <a:pt x="88133" y="8387"/>
                  </a:lnTo>
                  <a:lnTo>
                    <a:pt x="85925" y="9227"/>
                  </a:lnTo>
                  <a:lnTo>
                    <a:pt x="83732" y="10104"/>
                  </a:lnTo>
                  <a:lnTo>
                    <a:pt x="81554" y="11020"/>
                  </a:lnTo>
                  <a:lnTo>
                    <a:pt x="79393" y="11974"/>
                  </a:lnTo>
                  <a:lnTo>
                    <a:pt x="77249" y="12966"/>
                  </a:lnTo>
                  <a:lnTo>
                    <a:pt x="75122" y="13995"/>
                  </a:lnTo>
                  <a:lnTo>
                    <a:pt x="73014" y="15061"/>
                  </a:lnTo>
                  <a:lnTo>
                    <a:pt x="70924" y="16164"/>
                  </a:lnTo>
                  <a:lnTo>
                    <a:pt x="68855" y="17303"/>
                  </a:lnTo>
                  <a:lnTo>
                    <a:pt x="66805" y="18478"/>
                  </a:lnTo>
                  <a:lnTo>
                    <a:pt x="64777" y="19689"/>
                  </a:lnTo>
                  <a:lnTo>
                    <a:pt x="62770" y="20936"/>
                  </a:lnTo>
                  <a:lnTo>
                    <a:pt x="60785" y="22217"/>
                  </a:lnTo>
                  <a:lnTo>
                    <a:pt x="58823" y="23532"/>
                  </a:lnTo>
                  <a:lnTo>
                    <a:pt x="56884" y="24882"/>
                  </a:lnTo>
                  <a:lnTo>
                    <a:pt x="54969" y="26266"/>
                  </a:lnTo>
                  <a:lnTo>
                    <a:pt x="53079" y="27683"/>
                  </a:lnTo>
                  <a:lnTo>
                    <a:pt x="51214" y="29133"/>
                  </a:lnTo>
                  <a:lnTo>
                    <a:pt x="49374" y="30615"/>
                  </a:lnTo>
                  <a:lnTo>
                    <a:pt x="47560" y="32129"/>
                  </a:lnTo>
                  <a:lnTo>
                    <a:pt x="45774" y="33675"/>
                  </a:lnTo>
                  <a:lnTo>
                    <a:pt x="44015" y="35251"/>
                  </a:lnTo>
                  <a:lnTo>
                    <a:pt x="42283" y="36858"/>
                  </a:lnTo>
                  <a:lnTo>
                    <a:pt x="40580" y="38496"/>
                  </a:lnTo>
                  <a:lnTo>
                    <a:pt x="38906" y="40163"/>
                  </a:lnTo>
                  <a:lnTo>
                    <a:pt x="37261" y="41858"/>
                  </a:lnTo>
                  <a:lnTo>
                    <a:pt x="35646" y="43583"/>
                  </a:lnTo>
                  <a:lnTo>
                    <a:pt x="34062" y="45335"/>
                  </a:lnTo>
                  <a:lnTo>
                    <a:pt x="32508" y="47115"/>
                  </a:lnTo>
                  <a:lnTo>
                    <a:pt x="30986" y="48922"/>
                  </a:lnTo>
                  <a:lnTo>
                    <a:pt x="29496" y="50755"/>
                  </a:lnTo>
                  <a:lnTo>
                    <a:pt x="28038" y="52614"/>
                  </a:lnTo>
                  <a:lnTo>
                    <a:pt x="26613" y="54498"/>
                  </a:lnTo>
                  <a:lnTo>
                    <a:pt x="25221" y="56407"/>
                  </a:lnTo>
                  <a:lnTo>
                    <a:pt x="23863" y="58340"/>
                  </a:lnTo>
                  <a:lnTo>
                    <a:pt x="22539" y="60296"/>
                  </a:lnTo>
                  <a:lnTo>
                    <a:pt x="21249" y="62276"/>
                  </a:lnTo>
                  <a:lnTo>
                    <a:pt x="19994" y="64277"/>
                  </a:lnTo>
                  <a:lnTo>
                    <a:pt x="18774" y="66300"/>
                  </a:lnTo>
                  <a:lnTo>
                    <a:pt x="17590" y="68344"/>
                  </a:lnTo>
                  <a:lnTo>
                    <a:pt x="16441" y="70409"/>
                  </a:lnTo>
                  <a:lnTo>
                    <a:pt x="15329" y="72493"/>
                  </a:lnTo>
                  <a:lnTo>
                    <a:pt x="14254" y="74597"/>
                  </a:lnTo>
                  <a:lnTo>
                    <a:pt x="13216" y="76719"/>
                  </a:lnTo>
                  <a:lnTo>
                    <a:pt x="12215" y="78859"/>
                  </a:lnTo>
                  <a:lnTo>
                    <a:pt x="11251" y="81016"/>
                  </a:lnTo>
                  <a:lnTo>
                    <a:pt x="10326" y="83190"/>
                  </a:lnTo>
                  <a:lnTo>
                    <a:pt x="9439" y="85379"/>
                  </a:lnTo>
                  <a:lnTo>
                    <a:pt x="8590" y="87584"/>
                  </a:lnTo>
                  <a:lnTo>
                    <a:pt x="7780" y="89803"/>
                  </a:lnTo>
                  <a:lnTo>
                    <a:pt x="7008" y="92036"/>
                  </a:lnTo>
                  <a:lnTo>
                    <a:pt x="6276" y="94282"/>
                  </a:lnTo>
                  <a:lnTo>
                    <a:pt x="5584" y="96541"/>
                  </a:lnTo>
                  <a:lnTo>
                    <a:pt x="4931" y="98811"/>
                  </a:lnTo>
                  <a:lnTo>
                    <a:pt x="4318" y="101093"/>
                  </a:lnTo>
                  <a:lnTo>
                    <a:pt x="3745" y="103385"/>
                  </a:lnTo>
                  <a:lnTo>
                    <a:pt x="3212" y="105686"/>
                  </a:lnTo>
                  <a:lnTo>
                    <a:pt x="2719" y="107997"/>
                  </a:lnTo>
                  <a:lnTo>
                    <a:pt x="2267" y="110316"/>
                  </a:lnTo>
                  <a:lnTo>
                    <a:pt x="1856" y="112642"/>
                  </a:lnTo>
                  <a:lnTo>
                    <a:pt x="1485" y="114975"/>
                  </a:lnTo>
                  <a:lnTo>
                    <a:pt x="1156" y="117314"/>
                  </a:lnTo>
                  <a:lnTo>
                    <a:pt x="867" y="119659"/>
                  </a:lnTo>
                  <a:lnTo>
                    <a:pt x="619" y="122009"/>
                  </a:lnTo>
                  <a:lnTo>
                    <a:pt x="413" y="124362"/>
                  </a:lnTo>
                  <a:lnTo>
                    <a:pt x="248" y="126719"/>
                  </a:lnTo>
                  <a:lnTo>
                    <a:pt x="124" y="129078"/>
                  </a:lnTo>
                  <a:lnTo>
                    <a:pt x="41" y="131439"/>
                  </a:lnTo>
                  <a:lnTo>
                    <a:pt x="0" y="133801"/>
                  </a:lnTo>
                  <a:lnTo>
                    <a:pt x="0" y="136163"/>
                  </a:lnTo>
                  <a:lnTo>
                    <a:pt x="41" y="138525"/>
                  </a:lnTo>
                  <a:lnTo>
                    <a:pt x="124" y="140886"/>
                  </a:lnTo>
                  <a:lnTo>
                    <a:pt x="248" y="143246"/>
                  </a:lnTo>
                  <a:lnTo>
                    <a:pt x="413" y="145602"/>
                  </a:lnTo>
                  <a:lnTo>
                    <a:pt x="619" y="147956"/>
                  </a:lnTo>
                  <a:lnTo>
                    <a:pt x="867" y="150305"/>
                  </a:lnTo>
                  <a:lnTo>
                    <a:pt x="1156" y="152650"/>
                  </a:lnTo>
                  <a:lnTo>
                    <a:pt x="1485" y="154989"/>
                  </a:lnTo>
                  <a:lnTo>
                    <a:pt x="1856" y="157322"/>
                  </a:lnTo>
                  <a:lnTo>
                    <a:pt x="2267" y="159649"/>
                  </a:lnTo>
                  <a:lnTo>
                    <a:pt x="2719" y="161968"/>
                  </a:lnTo>
                  <a:lnTo>
                    <a:pt x="3212" y="164278"/>
                  </a:lnTo>
                  <a:lnTo>
                    <a:pt x="3745" y="166580"/>
                  </a:lnTo>
                  <a:lnTo>
                    <a:pt x="4318" y="168872"/>
                  </a:lnTo>
                  <a:lnTo>
                    <a:pt x="4931" y="171153"/>
                  </a:lnTo>
                  <a:lnTo>
                    <a:pt x="5584" y="173424"/>
                  </a:lnTo>
                  <a:lnTo>
                    <a:pt x="6276" y="175682"/>
                  </a:lnTo>
                  <a:lnTo>
                    <a:pt x="7008" y="177928"/>
                  </a:lnTo>
                  <a:lnTo>
                    <a:pt x="7780" y="180161"/>
                  </a:lnTo>
                  <a:lnTo>
                    <a:pt x="8590" y="182381"/>
                  </a:lnTo>
                  <a:lnTo>
                    <a:pt x="9439" y="184585"/>
                  </a:lnTo>
                  <a:lnTo>
                    <a:pt x="10326" y="186775"/>
                  </a:lnTo>
                  <a:lnTo>
                    <a:pt x="11251" y="188948"/>
                  </a:lnTo>
                  <a:lnTo>
                    <a:pt x="12215" y="191105"/>
                  </a:lnTo>
                  <a:lnTo>
                    <a:pt x="13216" y="193245"/>
                  </a:lnTo>
                  <a:lnTo>
                    <a:pt x="14254" y="195367"/>
                  </a:lnTo>
                  <a:lnTo>
                    <a:pt x="15329" y="197471"/>
                  </a:lnTo>
                  <a:lnTo>
                    <a:pt x="16441" y="199555"/>
                  </a:lnTo>
                  <a:lnTo>
                    <a:pt x="17590" y="201620"/>
                  </a:lnTo>
                  <a:lnTo>
                    <a:pt x="18774" y="203664"/>
                  </a:lnTo>
                  <a:lnTo>
                    <a:pt x="19994" y="205687"/>
                  </a:lnTo>
                  <a:lnTo>
                    <a:pt x="21249" y="207689"/>
                  </a:lnTo>
                  <a:lnTo>
                    <a:pt x="22539" y="209668"/>
                  </a:lnTo>
                  <a:lnTo>
                    <a:pt x="23863" y="211624"/>
                  </a:lnTo>
                  <a:lnTo>
                    <a:pt x="25221" y="213557"/>
                  </a:lnTo>
                  <a:lnTo>
                    <a:pt x="26613" y="215466"/>
                  </a:lnTo>
                  <a:lnTo>
                    <a:pt x="28038" y="217350"/>
                  </a:lnTo>
                  <a:lnTo>
                    <a:pt x="29496" y="219209"/>
                  </a:lnTo>
                  <a:lnTo>
                    <a:pt x="30986" y="221042"/>
                  </a:lnTo>
                  <a:lnTo>
                    <a:pt x="32508" y="222849"/>
                  </a:lnTo>
                  <a:lnTo>
                    <a:pt x="34062" y="224629"/>
                  </a:lnTo>
                  <a:lnTo>
                    <a:pt x="35646" y="226381"/>
                  </a:lnTo>
                  <a:lnTo>
                    <a:pt x="37261" y="228106"/>
                  </a:lnTo>
                  <a:lnTo>
                    <a:pt x="38906" y="229802"/>
                  </a:lnTo>
                  <a:lnTo>
                    <a:pt x="40580" y="231469"/>
                  </a:lnTo>
                  <a:lnTo>
                    <a:pt x="42283" y="233106"/>
                  </a:lnTo>
                  <a:lnTo>
                    <a:pt x="44015" y="234713"/>
                  </a:lnTo>
                  <a:lnTo>
                    <a:pt x="45774" y="236290"/>
                  </a:lnTo>
                  <a:lnTo>
                    <a:pt x="47560" y="237835"/>
                  </a:lnTo>
                  <a:lnTo>
                    <a:pt x="49374" y="239350"/>
                  </a:lnTo>
                  <a:lnTo>
                    <a:pt x="51214" y="240832"/>
                  </a:lnTo>
                  <a:lnTo>
                    <a:pt x="53079" y="242282"/>
                  </a:lnTo>
                  <a:lnTo>
                    <a:pt x="54969" y="243698"/>
                  </a:lnTo>
                  <a:lnTo>
                    <a:pt x="56884" y="245082"/>
                  </a:lnTo>
                  <a:lnTo>
                    <a:pt x="58823" y="246432"/>
                  </a:lnTo>
                  <a:lnTo>
                    <a:pt x="60785" y="247748"/>
                  </a:lnTo>
                  <a:lnTo>
                    <a:pt x="62770" y="249029"/>
                  </a:lnTo>
                  <a:lnTo>
                    <a:pt x="64777" y="250275"/>
                  </a:lnTo>
                  <a:lnTo>
                    <a:pt x="66805" y="251486"/>
                  </a:lnTo>
                  <a:lnTo>
                    <a:pt x="68855" y="252661"/>
                  </a:lnTo>
                  <a:lnTo>
                    <a:pt x="70924" y="253800"/>
                  </a:lnTo>
                  <a:lnTo>
                    <a:pt x="73014" y="254903"/>
                  </a:lnTo>
                  <a:lnTo>
                    <a:pt x="75122" y="255969"/>
                  </a:lnTo>
                  <a:lnTo>
                    <a:pt x="77249" y="256998"/>
                  </a:lnTo>
                  <a:lnTo>
                    <a:pt x="79393" y="257990"/>
                  </a:lnTo>
                  <a:lnTo>
                    <a:pt x="81554" y="258944"/>
                  </a:lnTo>
                  <a:lnTo>
                    <a:pt x="83732" y="259860"/>
                  </a:lnTo>
                  <a:lnTo>
                    <a:pt x="85925" y="260738"/>
                  </a:lnTo>
                  <a:lnTo>
                    <a:pt x="88133" y="261577"/>
                  </a:lnTo>
                  <a:lnTo>
                    <a:pt x="90356" y="262377"/>
                  </a:lnTo>
                  <a:lnTo>
                    <a:pt x="92592" y="263139"/>
                  </a:lnTo>
                  <a:lnTo>
                    <a:pt x="94842" y="263861"/>
                  </a:lnTo>
                  <a:lnTo>
                    <a:pt x="97104" y="264544"/>
                  </a:lnTo>
                  <a:lnTo>
                    <a:pt x="99377" y="265187"/>
                  </a:lnTo>
                  <a:lnTo>
                    <a:pt x="101661" y="265790"/>
                  </a:lnTo>
                  <a:lnTo>
                    <a:pt x="103955" y="266353"/>
                  </a:lnTo>
                  <a:lnTo>
                    <a:pt x="106259" y="266876"/>
                  </a:lnTo>
                  <a:lnTo>
                    <a:pt x="108572" y="267358"/>
                  </a:lnTo>
                  <a:lnTo>
                    <a:pt x="110893" y="267800"/>
                  </a:lnTo>
                  <a:lnTo>
                    <a:pt x="113221" y="268201"/>
                  </a:lnTo>
                  <a:lnTo>
                    <a:pt x="115556" y="268561"/>
                  </a:lnTo>
                  <a:lnTo>
                    <a:pt x="117896" y="268881"/>
                  </a:lnTo>
                  <a:lnTo>
                    <a:pt x="120242" y="269159"/>
                  </a:lnTo>
                  <a:lnTo>
                    <a:pt x="122593" y="269397"/>
                  </a:lnTo>
                  <a:lnTo>
                    <a:pt x="124947" y="269593"/>
                  </a:lnTo>
                  <a:lnTo>
                    <a:pt x="127304" y="269748"/>
                  </a:lnTo>
                  <a:lnTo>
                    <a:pt x="129664" y="269862"/>
                  </a:lnTo>
                  <a:lnTo>
                    <a:pt x="132025" y="269934"/>
                  </a:lnTo>
                  <a:lnTo>
                    <a:pt x="134388" y="269965"/>
                  </a:lnTo>
                  <a:lnTo>
                    <a:pt x="136750" y="269955"/>
                  </a:lnTo>
                  <a:lnTo>
                    <a:pt x="139112" y="269903"/>
                  </a:lnTo>
                  <a:lnTo>
                    <a:pt x="141473" y="269810"/>
                  </a:lnTo>
                  <a:lnTo>
                    <a:pt x="143831" y="269676"/>
                  </a:lnTo>
                  <a:lnTo>
                    <a:pt x="146187" y="269500"/>
                  </a:lnTo>
                  <a:lnTo>
                    <a:pt x="148540" y="269283"/>
                  </a:lnTo>
                  <a:lnTo>
                    <a:pt x="150888" y="269025"/>
                  </a:lnTo>
                  <a:lnTo>
                    <a:pt x="153231" y="268726"/>
                  </a:lnTo>
                  <a:lnTo>
                    <a:pt x="155569" y="268386"/>
                  </a:lnTo>
                  <a:lnTo>
                    <a:pt x="157901" y="268006"/>
                  </a:lnTo>
                  <a:lnTo>
                    <a:pt x="160225" y="267584"/>
                  </a:lnTo>
                  <a:lnTo>
                    <a:pt x="162542" y="267122"/>
                  </a:lnTo>
                  <a:lnTo>
                    <a:pt x="164851" y="266619"/>
                  </a:lnTo>
                  <a:lnTo>
                    <a:pt x="167150" y="266076"/>
                  </a:lnTo>
                  <a:lnTo>
                    <a:pt x="169439" y="265493"/>
                  </a:lnTo>
                  <a:lnTo>
                    <a:pt x="171718" y="264870"/>
                  </a:lnTo>
                  <a:lnTo>
                    <a:pt x="173985" y="264207"/>
                  </a:lnTo>
                  <a:lnTo>
                    <a:pt x="176241" y="263505"/>
                  </a:lnTo>
                  <a:lnTo>
                    <a:pt x="178484" y="262763"/>
                  </a:lnTo>
                  <a:lnTo>
                    <a:pt x="180714" y="261982"/>
                  </a:lnTo>
                  <a:lnTo>
                    <a:pt x="182929" y="261162"/>
                  </a:lnTo>
                  <a:lnTo>
                    <a:pt x="185130" y="260304"/>
                  </a:lnTo>
                  <a:lnTo>
                    <a:pt x="187316" y="259407"/>
                  </a:lnTo>
                  <a:lnTo>
                    <a:pt x="189485" y="258472"/>
                  </a:lnTo>
                  <a:lnTo>
                    <a:pt x="191638" y="257499"/>
                  </a:lnTo>
                  <a:lnTo>
                    <a:pt x="193774" y="256489"/>
                  </a:lnTo>
                  <a:lnTo>
                    <a:pt x="195891" y="255441"/>
                  </a:lnTo>
                  <a:lnTo>
                    <a:pt x="197990" y="254356"/>
                  </a:lnTo>
                  <a:lnTo>
                    <a:pt x="200069" y="253235"/>
                  </a:lnTo>
                  <a:lnTo>
                    <a:pt x="202129" y="252078"/>
                  </a:lnTo>
                  <a:lnTo>
                    <a:pt x="204168" y="250885"/>
                  </a:lnTo>
                  <a:lnTo>
                    <a:pt x="206186" y="249656"/>
                  </a:lnTo>
                  <a:lnTo>
                    <a:pt x="208182" y="248393"/>
                  </a:lnTo>
                  <a:lnTo>
                    <a:pt x="210155" y="247094"/>
                  </a:lnTo>
                  <a:lnTo>
                    <a:pt x="212106" y="245761"/>
                  </a:lnTo>
                  <a:lnTo>
                    <a:pt x="214033" y="244394"/>
                  </a:lnTo>
                  <a:lnTo>
                    <a:pt x="215936" y="242994"/>
                  </a:lnTo>
                  <a:lnTo>
                    <a:pt x="217814" y="241561"/>
                  </a:lnTo>
                  <a:lnTo>
                    <a:pt x="219666" y="240095"/>
                  </a:lnTo>
                  <a:lnTo>
                    <a:pt x="221493" y="238597"/>
                  </a:lnTo>
                  <a:lnTo>
                    <a:pt x="223293" y="237067"/>
                  </a:lnTo>
                  <a:lnTo>
                    <a:pt x="225066" y="235505"/>
                  </a:lnTo>
                  <a:lnTo>
                    <a:pt x="226811" y="233913"/>
                  </a:lnTo>
                  <a:lnTo>
                    <a:pt x="228529" y="232291"/>
                  </a:lnTo>
                  <a:lnTo>
                    <a:pt x="230217" y="230639"/>
                  </a:lnTo>
                  <a:lnTo>
                    <a:pt x="231877" y="228957"/>
                  </a:lnTo>
                  <a:lnTo>
                    <a:pt x="233507" y="227247"/>
                  </a:lnTo>
                  <a:lnTo>
                    <a:pt x="235106" y="225509"/>
                  </a:lnTo>
                  <a:lnTo>
                    <a:pt x="236675" y="223743"/>
                  </a:lnTo>
                  <a:lnTo>
                    <a:pt x="238213" y="221949"/>
                  </a:lnTo>
                  <a:lnTo>
                    <a:pt x="239719" y="220129"/>
                  </a:lnTo>
                  <a:lnTo>
                    <a:pt x="241193" y="218283"/>
                  </a:lnTo>
                  <a:lnTo>
                    <a:pt x="242635" y="216411"/>
                  </a:lnTo>
                  <a:lnTo>
                    <a:pt x="244044" y="214515"/>
                  </a:lnTo>
                  <a:lnTo>
                    <a:pt x="245419" y="212594"/>
                  </a:lnTo>
                  <a:lnTo>
                    <a:pt x="246760" y="210649"/>
                  </a:lnTo>
                  <a:lnTo>
                    <a:pt x="248067" y="208681"/>
                  </a:lnTo>
                  <a:lnTo>
                    <a:pt x="249340" y="206691"/>
                  </a:lnTo>
                  <a:lnTo>
                    <a:pt x="250577" y="204678"/>
                  </a:lnTo>
                  <a:lnTo>
                    <a:pt x="251779" y="202645"/>
                  </a:lnTo>
                  <a:lnTo>
                    <a:pt x="252946" y="200590"/>
                  </a:lnTo>
                  <a:lnTo>
                    <a:pt x="254076" y="198516"/>
                  </a:lnTo>
                  <a:lnTo>
                    <a:pt x="255169" y="196421"/>
                  </a:lnTo>
                  <a:lnTo>
                    <a:pt x="256226" y="194309"/>
                  </a:lnTo>
                  <a:lnTo>
                    <a:pt x="257246" y="192178"/>
                  </a:lnTo>
                  <a:lnTo>
                    <a:pt x="258228" y="190029"/>
                  </a:lnTo>
                  <a:lnTo>
                    <a:pt x="259173" y="187864"/>
                  </a:lnTo>
                  <a:lnTo>
                    <a:pt x="260079" y="185682"/>
                  </a:lnTo>
                  <a:lnTo>
                    <a:pt x="260947" y="183485"/>
                  </a:lnTo>
                  <a:lnTo>
                    <a:pt x="261777" y="181273"/>
                  </a:lnTo>
                  <a:lnTo>
                    <a:pt x="262568" y="179047"/>
                  </a:lnTo>
                  <a:lnTo>
                    <a:pt x="263319" y="176807"/>
                  </a:lnTo>
                  <a:lnTo>
                    <a:pt x="264031" y="174554"/>
                  </a:lnTo>
                  <a:lnTo>
                    <a:pt x="264704" y="172290"/>
                  </a:lnTo>
                  <a:lnTo>
                    <a:pt x="265337" y="170014"/>
                  </a:lnTo>
                  <a:lnTo>
                    <a:pt x="265930" y="167727"/>
                  </a:lnTo>
                  <a:lnTo>
                    <a:pt x="266483" y="165430"/>
                  </a:lnTo>
                  <a:lnTo>
                    <a:pt x="266996" y="163124"/>
                  </a:lnTo>
                  <a:lnTo>
                    <a:pt x="267468" y="160809"/>
                  </a:lnTo>
                  <a:lnTo>
                    <a:pt x="267900" y="158487"/>
                  </a:lnTo>
                  <a:lnTo>
                    <a:pt x="268291" y="156157"/>
                  </a:lnTo>
                  <a:lnTo>
                    <a:pt x="268641" y="153820"/>
                  </a:lnTo>
                  <a:lnTo>
                    <a:pt x="268951" y="151478"/>
                  </a:lnTo>
                  <a:lnTo>
                    <a:pt x="269219" y="149131"/>
                  </a:lnTo>
                  <a:lnTo>
                    <a:pt x="269446" y="146779"/>
                  </a:lnTo>
                  <a:lnTo>
                    <a:pt x="269632" y="144424"/>
                  </a:lnTo>
                  <a:lnTo>
                    <a:pt x="269776" y="142066"/>
                  </a:lnTo>
                  <a:lnTo>
                    <a:pt x="269880" y="139706"/>
                  </a:lnTo>
                  <a:lnTo>
                    <a:pt x="269942" y="137345"/>
                  </a:lnTo>
                  <a:lnTo>
                    <a:pt x="269962" y="134982"/>
                  </a:lnTo>
                </a:path>
              </a:pathLst>
            </a:custGeom>
            <a:ln w="13550" cap="flat">
              <a:solidFill>
                <a:srgbClr val="7FC5D8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324976" y="289446"/>
              <a:ext cx="490841" cy="490846"/>
            </a:xfrm>
            <a:custGeom>
              <a:avLst/>
              <a:pathLst>
                <a:path w="490841" h="490846">
                  <a:moveTo>
                    <a:pt x="490841" y="245423"/>
                  </a:moveTo>
                  <a:lnTo>
                    <a:pt x="490803" y="241127"/>
                  </a:lnTo>
                  <a:lnTo>
                    <a:pt x="490691" y="236833"/>
                  </a:lnTo>
                  <a:lnTo>
                    <a:pt x="490503" y="232542"/>
                  </a:lnTo>
                  <a:lnTo>
                    <a:pt x="490240" y="228255"/>
                  </a:lnTo>
                  <a:lnTo>
                    <a:pt x="489902" y="223973"/>
                  </a:lnTo>
                  <a:lnTo>
                    <a:pt x="489489" y="219697"/>
                  </a:lnTo>
                  <a:lnTo>
                    <a:pt x="489001" y="215430"/>
                  </a:lnTo>
                  <a:lnTo>
                    <a:pt x="488439" y="211171"/>
                  </a:lnTo>
                  <a:lnTo>
                    <a:pt x="487803" y="206924"/>
                  </a:lnTo>
                  <a:lnTo>
                    <a:pt x="487092" y="202687"/>
                  </a:lnTo>
                  <a:lnTo>
                    <a:pt x="486307" y="198464"/>
                  </a:lnTo>
                  <a:lnTo>
                    <a:pt x="485448" y="194256"/>
                  </a:lnTo>
                  <a:lnTo>
                    <a:pt x="484516" y="190063"/>
                  </a:lnTo>
                  <a:lnTo>
                    <a:pt x="483510" y="185887"/>
                  </a:lnTo>
                  <a:lnTo>
                    <a:pt x="482432" y="181729"/>
                  </a:lnTo>
                  <a:lnTo>
                    <a:pt x="481281" y="177591"/>
                  </a:lnTo>
                  <a:lnTo>
                    <a:pt x="480058" y="173473"/>
                  </a:lnTo>
                  <a:lnTo>
                    <a:pt x="478762" y="169378"/>
                  </a:lnTo>
                  <a:lnTo>
                    <a:pt x="477396" y="165306"/>
                  </a:lnTo>
                  <a:lnTo>
                    <a:pt x="475958" y="161258"/>
                  </a:lnTo>
                  <a:lnTo>
                    <a:pt x="474450" y="157236"/>
                  </a:lnTo>
                  <a:lnTo>
                    <a:pt x="472872" y="153241"/>
                  </a:lnTo>
                  <a:lnTo>
                    <a:pt x="471223" y="149275"/>
                  </a:lnTo>
                  <a:lnTo>
                    <a:pt x="469506" y="145338"/>
                  </a:lnTo>
                  <a:lnTo>
                    <a:pt x="467720" y="141431"/>
                  </a:lnTo>
                  <a:lnTo>
                    <a:pt x="465866" y="137556"/>
                  </a:lnTo>
                  <a:lnTo>
                    <a:pt x="463945" y="133715"/>
                  </a:lnTo>
                  <a:lnTo>
                    <a:pt x="461956" y="129907"/>
                  </a:lnTo>
                  <a:lnTo>
                    <a:pt x="459901" y="126135"/>
                  </a:lnTo>
                  <a:lnTo>
                    <a:pt x="457781" y="122400"/>
                  </a:lnTo>
                  <a:lnTo>
                    <a:pt x="455595" y="118702"/>
                  </a:lnTo>
                  <a:lnTo>
                    <a:pt x="453345" y="115043"/>
                  </a:lnTo>
                  <a:lnTo>
                    <a:pt x="451032" y="111424"/>
                  </a:lnTo>
                  <a:lnTo>
                    <a:pt x="448655" y="107846"/>
                  </a:lnTo>
                  <a:lnTo>
                    <a:pt x="446216" y="104310"/>
                  </a:lnTo>
                  <a:lnTo>
                    <a:pt x="443716" y="100818"/>
                  </a:lnTo>
                  <a:lnTo>
                    <a:pt x="441155" y="97370"/>
                  </a:lnTo>
                  <a:lnTo>
                    <a:pt x="438534" y="93967"/>
                  </a:lnTo>
                  <a:lnTo>
                    <a:pt x="435854" y="90610"/>
                  </a:lnTo>
                  <a:lnTo>
                    <a:pt x="433115" y="87301"/>
                  </a:lnTo>
                  <a:lnTo>
                    <a:pt x="430319" y="84040"/>
                  </a:lnTo>
                  <a:lnTo>
                    <a:pt x="427466" y="80829"/>
                  </a:lnTo>
                  <a:lnTo>
                    <a:pt x="424558" y="77668"/>
                  </a:lnTo>
                  <a:lnTo>
                    <a:pt x="421595" y="74558"/>
                  </a:lnTo>
                  <a:lnTo>
                    <a:pt x="418577" y="71501"/>
                  </a:lnTo>
                  <a:lnTo>
                    <a:pt x="415507" y="68497"/>
                  </a:lnTo>
                  <a:lnTo>
                    <a:pt x="412385" y="65548"/>
                  </a:lnTo>
                  <a:lnTo>
                    <a:pt x="409211" y="62653"/>
                  </a:lnTo>
                  <a:lnTo>
                    <a:pt x="405987" y="59815"/>
                  </a:lnTo>
                  <a:lnTo>
                    <a:pt x="402714" y="57033"/>
                  </a:lnTo>
                  <a:lnTo>
                    <a:pt x="399393" y="54309"/>
                  </a:lnTo>
                  <a:lnTo>
                    <a:pt x="396025" y="51643"/>
                  </a:lnTo>
                  <a:lnTo>
                    <a:pt x="392611" y="49037"/>
                  </a:lnTo>
                  <a:lnTo>
                    <a:pt x="389151" y="46491"/>
                  </a:lnTo>
                  <a:lnTo>
                    <a:pt x="385648" y="44006"/>
                  </a:lnTo>
                  <a:lnTo>
                    <a:pt x="382101" y="41583"/>
                  </a:lnTo>
                  <a:lnTo>
                    <a:pt x="378513" y="39222"/>
                  </a:lnTo>
                  <a:lnTo>
                    <a:pt x="374884" y="36924"/>
                  </a:lnTo>
                  <a:lnTo>
                    <a:pt x="371215" y="34690"/>
                  </a:lnTo>
                  <a:lnTo>
                    <a:pt x="367508" y="32521"/>
                  </a:lnTo>
                  <a:lnTo>
                    <a:pt x="363763" y="30417"/>
                  </a:lnTo>
                  <a:lnTo>
                    <a:pt x="359982" y="28378"/>
                  </a:lnTo>
                  <a:lnTo>
                    <a:pt x="356166" y="26407"/>
                  </a:lnTo>
                  <a:lnTo>
                    <a:pt x="352316" y="24502"/>
                  </a:lnTo>
                  <a:lnTo>
                    <a:pt x="348433" y="22665"/>
                  </a:lnTo>
                  <a:lnTo>
                    <a:pt x="344519" y="20896"/>
                  </a:lnTo>
                  <a:lnTo>
                    <a:pt x="340574" y="19196"/>
                  </a:lnTo>
                  <a:lnTo>
                    <a:pt x="336601" y="17565"/>
                  </a:lnTo>
                  <a:lnTo>
                    <a:pt x="332599" y="16004"/>
                  </a:lnTo>
                  <a:lnTo>
                    <a:pt x="328571" y="14514"/>
                  </a:lnTo>
                  <a:lnTo>
                    <a:pt x="324517" y="13094"/>
                  </a:lnTo>
                  <a:lnTo>
                    <a:pt x="320439" y="11745"/>
                  </a:lnTo>
                  <a:lnTo>
                    <a:pt x="316338" y="10468"/>
                  </a:lnTo>
                  <a:lnTo>
                    <a:pt x="312215" y="9263"/>
                  </a:lnTo>
                  <a:lnTo>
                    <a:pt x="308071" y="8130"/>
                  </a:lnTo>
                  <a:lnTo>
                    <a:pt x="303909" y="7070"/>
                  </a:lnTo>
                  <a:lnTo>
                    <a:pt x="299729" y="6082"/>
                  </a:lnTo>
                  <a:lnTo>
                    <a:pt x="295532" y="5169"/>
                  </a:lnTo>
                  <a:lnTo>
                    <a:pt x="291319" y="4328"/>
                  </a:lnTo>
                  <a:lnTo>
                    <a:pt x="287093" y="3562"/>
                  </a:lnTo>
                  <a:lnTo>
                    <a:pt x="282854" y="2869"/>
                  </a:lnTo>
                  <a:lnTo>
                    <a:pt x="278603" y="2251"/>
                  </a:lnTo>
                  <a:lnTo>
                    <a:pt x="274342" y="1708"/>
                  </a:lnTo>
                  <a:lnTo>
                    <a:pt x="270072" y="1239"/>
                  </a:lnTo>
                  <a:lnTo>
                    <a:pt x="265795" y="845"/>
                  </a:lnTo>
                  <a:lnTo>
                    <a:pt x="261512" y="526"/>
                  </a:lnTo>
                  <a:lnTo>
                    <a:pt x="257223" y="281"/>
                  </a:lnTo>
                  <a:lnTo>
                    <a:pt x="252931" y="112"/>
                  </a:lnTo>
                  <a:lnTo>
                    <a:pt x="248637" y="18"/>
                  </a:lnTo>
                  <a:lnTo>
                    <a:pt x="244342" y="0"/>
                  </a:lnTo>
                  <a:lnTo>
                    <a:pt x="240047" y="56"/>
                  </a:lnTo>
                  <a:lnTo>
                    <a:pt x="235753" y="187"/>
                  </a:lnTo>
                  <a:lnTo>
                    <a:pt x="231463" y="394"/>
                  </a:lnTo>
                  <a:lnTo>
                    <a:pt x="227177" y="676"/>
                  </a:lnTo>
                  <a:lnTo>
                    <a:pt x="222896" y="1032"/>
                  </a:lnTo>
                  <a:lnTo>
                    <a:pt x="218623" y="1464"/>
                  </a:lnTo>
                  <a:lnTo>
                    <a:pt x="214357" y="1970"/>
                  </a:lnTo>
                  <a:lnTo>
                    <a:pt x="210101" y="2551"/>
                  </a:lnTo>
                  <a:lnTo>
                    <a:pt x="205856" y="3206"/>
                  </a:lnTo>
                  <a:lnTo>
                    <a:pt x="201623" y="3936"/>
                  </a:lnTo>
                  <a:lnTo>
                    <a:pt x="197404" y="4739"/>
                  </a:lnTo>
                  <a:lnTo>
                    <a:pt x="193199" y="5616"/>
                  </a:lnTo>
                  <a:lnTo>
                    <a:pt x="189010" y="6567"/>
                  </a:lnTo>
                  <a:lnTo>
                    <a:pt x="184838" y="7591"/>
                  </a:lnTo>
                  <a:lnTo>
                    <a:pt x="180685" y="8687"/>
                  </a:lnTo>
                  <a:lnTo>
                    <a:pt x="176552" y="9856"/>
                  </a:lnTo>
                  <a:lnTo>
                    <a:pt x="172440" y="11098"/>
                  </a:lnTo>
                  <a:lnTo>
                    <a:pt x="168350" y="12411"/>
                  </a:lnTo>
                  <a:lnTo>
                    <a:pt x="164284" y="13795"/>
                  </a:lnTo>
                  <a:lnTo>
                    <a:pt x="160243" y="15250"/>
                  </a:lnTo>
                  <a:lnTo>
                    <a:pt x="156228" y="16776"/>
                  </a:lnTo>
                  <a:lnTo>
                    <a:pt x="152240" y="18372"/>
                  </a:lnTo>
                  <a:lnTo>
                    <a:pt x="148281" y="20038"/>
                  </a:lnTo>
                  <a:lnTo>
                    <a:pt x="144351" y="21772"/>
                  </a:lnTo>
                  <a:lnTo>
                    <a:pt x="140452" y="23575"/>
                  </a:lnTo>
                  <a:lnTo>
                    <a:pt x="136586" y="25446"/>
                  </a:lnTo>
                  <a:lnTo>
                    <a:pt x="132753" y="27384"/>
                  </a:lnTo>
                  <a:lnTo>
                    <a:pt x="128954" y="29389"/>
                  </a:lnTo>
                  <a:lnTo>
                    <a:pt x="125191" y="31461"/>
                  </a:lnTo>
                  <a:lnTo>
                    <a:pt x="121465" y="33597"/>
                  </a:lnTo>
                  <a:lnTo>
                    <a:pt x="117777" y="35799"/>
                  </a:lnTo>
                  <a:lnTo>
                    <a:pt x="114128" y="38065"/>
                  </a:lnTo>
                  <a:lnTo>
                    <a:pt x="110519" y="40394"/>
                  </a:lnTo>
                  <a:lnTo>
                    <a:pt x="106951" y="42787"/>
                  </a:lnTo>
                  <a:lnTo>
                    <a:pt x="103426" y="45241"/>
                  </a:lnTo>
                  <a:lnTo>
                    <a:pt x="99945" y="47757"/>
                  </a:lnTo>
                  <a:lnTo>
                    <a:pt x="96507" y="50333"/>
                  </a:lnTo>
                  <a:lnTo>
                    <a:pt x="93116" y="52969"/>
                  </a:lnTo>
                  <a:lnTo>
                    <a:pt x="89771" y="55664"/>
                  </a:lnTo>
                  <a:lnTo>
                    <a:pt x="86474" y="58417"/>
                  </a:lnTo>
                  <a:lnTo>
                    <a:pt x="83226" y="61227"/>
                  </a:lnTo>
                  <a:lnTo>
                    <a:pt x="80027" y="64094"/>
                  </a:lnTo>
                  <a:lnTo>
                    <a:pt x="76879" y="67016"/>
                  </a:lnTo>
                  <a:lnTo>
                    <a:pt x="73782" y="69993"/>
                  </a:lnTo>
                  <a:lnTo>
                    <a:pt x="70738" y="73023"/>
                  </a:lnTo>
                  <a:lnTo>
                    <a:pt x="67748" y="76107"/>
                  </a:lnTo>
                  <a:lnTo>
                    <a:pt x="64812" y="79242"/>
                  </a:lnTo>
                  <a:lnTo>
                    <a:pt x="61931" y="82428"/>
                  </a:lnTo>
                  <a:lnTo>
                    <a:pt x="59107" y="85664"/>
                  </a:lnTo>
                  <a:lnTo>
                    <a:pt x="56339" y="88949"/>
                  </a:lnTo>
                  <a:lnTo>
                    <a:pt x="53630" y="92282"/>
                  </a:lnTo>
                  <a:lnTo>
                    <a:pt x="50979" y="95662"/>
                  </a:lnTo>
                  <a:lnTo>
                    <a:pt x="48388" y="99088"/>
                  </a:lnTo>
                  <a:lnTo>
                    <a:pt x="45857" y="102559"/>
                  </a:lnTo>
                  <a:lnTo>
                    <a:pt x="43387" y="106073"/>
                  </a:lnTo>
                  <a:lnTo>
                    <a:pt x="40980" y="109630"/>
                  </a:lnTo>
                  <a:lnTo>
                    <a:pt x="38634" y="113229"/>
                  </a:lnTo>
                  <a:lnTo>
                    <a:pt x="36353" y="116868"/>
                  </a:lnTo>
                  <a:lnTo>
                    <a:pt x="34135" y="120546"/>
                  </a:lnTo>
                  <a:lnTo>
                    <a:pt x="31982" y="124263"/>
                  </a:lnTo>
                  <a:lnTo>
                    <a:pt x="29894" y="128017"/>
                  </a:lnTo>
                  <a:lnTo>
                    <a:pt x="27872" y="131807"/>
                  </a:lnTo>
                  <a:lnTo>
                    <a:pt x="25917" y="135631"/>
                  </a:lnTo>
                  <a:lnTo>
                    <a:pt x="24029" y="139490"/>
                  </a:lnTo>
                  <a:lnTo>
                    <a:pt x="22209" y="143380"/>
                  </a:lnTo>
                  <a:lnTo>
                    <a:pt x="20458" y="147302"/>
                  </a:lnTo>
                  <a:lnTo>
                    <a:pt x="18775" y="151254"/>
                  </a:lnTo>
                  <a:lnTo>
                    <a:pt x="17162" y="155235"/>
                  </a:lnTo>
                  <a:lnTo>
                    <a:pt x="15618" y="159244"/>
                  </a:lnTo>
                  <a:lnTo>
                    <a:pt x="14145" y="163279"/>
                  </a:lnTo>
                  <a:lnTo>
                    <a:pt x="12743" y="167339"/>
                  </a:lnTo>
                  <a:lnTo>
                    <a:pt x="11412" y="171423"/>
                  </a:lnTo>
                  <a:lnTo>
                    <a:pt x="10153" y="175529"/>
                  </a:lnTo>
                  <a:lnTo>
                    <a:pt x="8966" y="179657"/>
                  </a:lnTo>
                  <a:lnTo>
                    <a:pt x="7851" y="183805"/>
                  </a:lnTo>
                  <a:lnTo>
                    <a:pt x="6809" y="187973"/>
                  </a:lnTo>
                  <a:lnTo>
                    <a:pt x="5840" y="192157"/>
                  </a:lnTo>
                  <a:lnTo>
                    <a:pt x="4944" y="196358"/>
                  </a:lnTo>
                  <a:lnTo>
                    <a:pt x="4123" y="200574"/>
                  </a:lnTo>
                  <a:lnTo>
                    <a:pt x="3375" y="204804"/>
                  </a:lnTo>
                  <a:lnTo>
                    <a:pt x="2701" y="209046"/>
                  </a:lnTo>
                  <a:lnTo>
                    <a:pt x="2101" y="213299"/>
                  </a:lnTo>
                  <a:lnTo>
                    <a:pt x="1577" y="217563"/>
                  </a:lnTo>
                  <a:lnTo>
                    <a:pt x="1126" y="221834"/>
                  </a:lnTo>
                  <a:lnTo>
                    <a:pt x="751" y="226113"/>
                  </a:lnTo>
                  <a:lnTo>
                    <a:pt x="450" y="230398"/>
                  </a:lnTo>
                  <a:lnTo>
                    <a:pt x="225" y="234687"/>
                  </a:lnTo>
                  <a:lnTo>
                    <a:pt x="75" y="238980"/>
                  </a:lnTo>
                  <a:lnTo>
                    <a:pt x="0" y="243275"/>
                  </a:lnTo>
                  <a:lnTo>
                    <a:pt x="0" y="247570"/>
                  </a:lnTo>
                  <a:lnTo>
                    <a:pt x="75" y="251865"/>
                  </a:lnTo>
                  <a:lnTo>
                    <a:pt x="225" y="256158"/>
                  </a:lnTo>
                  <a:lnTo>
                    <a:pt x="450" y="260447"/>
                  </a:lnTo>
                  <a:lnTo>
                    <a:pt x="751" y="264732"/>
                  </a:lnTo>
                  <a:lnTo>
                    <a:pt x="1126" y="269011"/>
                  </a:lnTo>
                  <a:lnTo>
                    <a:pt x="1577" y="273283"/>
                  </a:lnTo>
                  <a:lnTo>
                    <a:pt x="2101" y="277546"/>
                  </a:lnTo>
                  <a:lnTo>
                    <a:pt x="2701" y="281799"/>
                  </a:lnTo>
                  <a:lnTo>
                    <a:pt x="3375" y="286041"/>
                  </a:lnTo>
                  <a:lnTo>
                    <a:pt x="4123" y="290271"/>
                  </a:lnTo>
                  <a:lnTo>
                    <a:pt x="4944" y="294487"/>
                  </a:lnTo>
                  <a:lnTo>
                    <a:pt x="5840" y="298688"/>
                  </a:lnTo>
                  <a:lnTo>
                    <a:pt x="6809" y="302873"/>
                  </a:lnTo>
                  <a:lnTo>
                    <a:pt x="7851" y="307040"/>
                  </a:lnTo>
                  <a:lnTo>
                    <a:pt x="8966" y="311188"/>
                  </a:lnTo>
                  <a:lnTo>
                    <a:pt x="10153" y="315316"/>
                  </a:lnTo>
                  <a:lnTo>
                    <a:pt x="11412" y="319423"/>
                  </a:lnTo>
                  <a:lnTo>
                    <a:pt x="12743" y="323506"/>
                  </a:lnTo>
                  <a:lnTo>
                    <a:pt x="14145" y="327567"/>
                  </a:lnTo>
                  <a:lnTo>
                    <a:pt x="15618" y="331601"/>
                  </a:lnTo>
                  <a:lnTo>
                    <a:pt x="17162" y="335610"/>
                  </a:lnTo>
                  <a:lnTo>
                    <a:pt x="18775" y="339591"/>
                  </a:lnTo>
                  <a:lnTo>
                    <a:pt x="20458" y="343543"/>
                  </a:lnTo>
                  <a:lnTo>
                    <a:pt x="22209" y="347465"/>
                  </a:lnTo>
                  <a:lnTo>
                    <a:pt x="24029" y="351355"/>
                  </a:lnTo>
                  <a:lnTo>
                    <a:pt x="25917" y="355214"/>
                  </a:lnTo>
                  <a:lnTo>
                    <a:pt x="27872" y="359038"/>
                  </a:lnTo>
                  <a:lnTo>
                    <a:pt x="29894" y="362828"/>
                  </a:lnTo>
                  <a:lnTo>
                    <a:pt x="31982" y="366582"/>
                  </a:lnTo>
                  <a:lnTo>
                    <a:pt x="34135" y="370299"/>
                  </a:lnTo>
                  <a:lnTo>
                    <a:pt x="36353" y="373977"/>
                  </a:lnTo>
                  <a:lnTo>
                    <a:pt x="38634" y="377616"/>
                  </a:lnTo>
                  <a:lnTo>
                    <a:pt x="40980" y="381215"/>
                  </a:lnTo>
                  <a:lnTo>
                    <a:pt x="43387" y="384772"/>
                  </a:lnTo>
                  <a:lnTo>
                    <a:pt x="45857" y="388286"/>
                  </a:lnTo>
                  <a:lnTo>
                    <a:pt x="48388" y="391757"/>
                  </a:lnTo>
                  <a:lnTo>
                    <a:pt x="50979" y="395183"/>
                  </a:lnTo>
                  <a:lnTo>
                    <a:pt x="53630" y="398563"/>
                  </a:lnTo>
                  <a:lnTo>
                    <a:pt x="56339" y="401896"/>
                  </a:lnTo>
                  <a:lnTo>
                    <a:pt x="59107" y="405181"/>
                  </a:lnTo>
                  <a:lnTo>
                    <a:pt x="61931" y="408417"/>
                  </a:lnTo>
                  <a:lnTo>
                    <a:pt x="64812" y="411603"/>
                  </a:lnTo>
                  <a:lnTo>
                    <a:pt x="67748" y="414738"/>
                  </a:lnTo>
                  <a:lnTo>
                    <a:pt x="70738" y="417822"/>
                  </a:lnTo>
                  <a:lnTo>
                    <a:pt x="73782" y="420852"/>
                  </a:lnTo>
                  <a:lnTo>
                    <a:pt x="76879" y="423829"/>
                  </a:lnTo>
                  <a:lnTo>
                    <a:pt x="80027" y="426752"/>
                  </a:lnTo>
                  <a:lnTo>
                    <a:pt x="83226" y="429618"/>
                  </a:lnTo>
                  <a:lnTo>
                    <a:pt x="86474" y="432429"/>
                  </a:lnTo>
                  <a:lnTo>
                    <a:pt x="89771" y="435182"/>
                  </a:lnTo>
                  <a:lnTo>
                    <a:pt x="93116" y="437876"/>
                  </a:lnTo>
                  <a:lnTo>
                    <a:pt x="96507" y="440512"/>
                  </a:lnTo>
                  <a:lnTo>
                    <a:pt x="99945" y="443088"/>
                  </a:lnTo>
                  <a:lnTo>
                    <a:pt x="103426" y="445604"/>
                  </a:lnTo>
                  <a:lnTo>
                    <a:pt x="106951" y="448058"/>
                  </a:lnTo>
                  <a:lnTo>
                    <a:pt x="110519" y="450451"/>
                  </a:lnTo>
                  <a:lnTo>
                    <a:pt x="114128" y="452780"/>
                  </a:lnTo>
                  <a:lnTo>
                    <a:pt x="117777" y="455046"/>
                  </a:lnTo>
                  <a:lnTo>
                    <a:pt x="121465" y="457248"/>
                  </a:lnTo>
                  <a:lnTo>
                    <a:pt x="125191" y="459385"/>
                  </a:lnTo>
                  <a:lnTo>
                    <a:pt x="128954" y="461456"/>
                  </a:lnTo>
                  <a:lnTo>
                    <a:pt x="132753" y="463461"/>
                  </a:lnTo>
                  <a:lnTo>
                    <a:pt x="136586" y="465399"/>
                  </a:lnTo>
                  <a:lnTo>
                    <a:pt x="140452" y="467270"/>
                  </a:lnTo>
                  <a:lnTo>
                    <a:pt x="144351" y="469073"/>
                  </a:lnTo>
                  <a:lnTo>
                    <a:pt x="148281" y="470808"/>
                  </a:lnTo>
                  <a:lnTo>
                    <a:pt x="152240" y="472473"/>
                  </a:lnTo>
                  <a:lnTo>
                    <a:pt x="156228" y="474069"/>
                  </a:lnTo>
                  <a:lnTo>
                    <a:pt x="160243" y="475595"/>
                  </a:lnTo>
                  <a:lnTo>
                    <a:pt x="164284" y="477050"/>
                  </a:lnTo>
                  <a:lnTo>
                    <a:pt x="168350" y="478435"/>
                  </a:lnTo>
                  <a:lnTo>
                    <a:pt x="172440" y="479748"/>
                  </a:lnTo>
                  <a:lnTo>
                    <a:pt x="176552" y="480989"/>
                  </a:lnTo>
                  <a:lnTo>
                    <a:pt x="180685" y="482158"/>
                  </a:lnTo>
                  <a:lnTo>
                    <a:pt x="184838" y="483255"/>
                  </a:lnTo>
                  <a:lnTo>
                    <a:pt x="189010" y="484278"/>
                  </a:lnTo>
                  <a:lnTo>
                    <a:pt x="193199" y="485229"/>
                  </a:lnTo>
                  <a:lnTo>
                    <a:pt x="197404" y="486106"/>
                  </a:lnTo>
                  <a:lnTo>
                    <a:pt x="201623" y="486909"/>
                  </a:lnTo>
                  <a:lnTo>
                    <a:pt x="205856" y="487639"/>
                  </a:lnTo>
                  <a:lnTo>
                    <a:pt x="210101" y="488294"/>
                  </a:lnTo>
                  <a:lnTo>
                    <a:pt x="214357" y="488875"/>
                  </a:lnTo>
                  <a:lnTo>
                    <a:pt x="218623" y="489381"/>
                  </a:lnTo>
                  <a:lnTo>
                    <a:pt x="222896" y="489813"/>
                  </a:lnTo>
                  <a:lnTo>
                    <a:pt x="227177" y="490169"/>
                  </a:lnTo>
                  <a:lnTo>
                    <a:pt x="231463" y="490451"/>
                  </a:lnTo>
                  <a:lnTo>
                    <a:pt x="235753" y="490658"/>
                  </a:lnTo>
                  <a:lnTo>
                    <a:pt x="240047" y="490789"/>
                  </a:lnTo>
                  <a:lnTo>
                    <a:pt x="244342" y="490846"/>
                  </a:lnTo>
                  <a:lnTo>
                    <a:pt x="248637" y="490827"/>
                  </a:lnTo>
                  <a:lnTo>
                    <a:pt x="252931" y="490733"/>
                  </a:lnTo>
                  <a:lnTo>
                    <a:pt x="257223" y="490564"/>
                  </a:lnTo>
                  <a:lnTo>
                    <a:pt x="261512" y="490320"/>
                  </a:lnTo>
                  <a:lnTo>
                    <a:pt x="265795" y="490000"/>
                  </a:lnTo>
                  <a:lnTo>
                    <a:pt x="270072" y="489606"/>
                  </a:lnTo>
                  <a:lnTo>
                    <a:pt x="274342" y="489137"/>
                  </a:lnTo>
                  <a:lnTo>
                    <a:pt x="278603" y="488594"/>
                  </a:lnTo>
                  <a:lnTo>
                    <a:pt x="282854" y="487976"/>
                  </a:lnTo>
                  <a:lnTo>
                    <a:pt x="287093" y="487283"/>
                  </a:lnTo>
                  <a:lnTo>
                    <a:pt x="291319" y="486517"/>
                  </a:lnTo>
                  <a:lnTo>
                    <a:pt x="295532" y="485677"/>
                  </a:lnTo>
                  <a:lnTo>
                    <a:pt x="299729" y="484763"/>
                  </a:lnTo>
                  <a:lnTo>
                    <a:pt x="303909" y="483776"/>
                  </a:lnTo>
                  <a:lnTo>
                    <a:pt x="308071" y="482715"/>
                  </a:lnTo>
                  <a:lnTo>
                    <a:pt x="312215" y="481582"/>
                  </a:lnTo>
                  <a:lnTo>
                    <a:pt x="316338" y="480377"/>
                  </a:lnTo>
                  <a:lnTo>
                    <a:pt x="320439" y="479100"/>
                  </a:lnTo>
                  <a:lnTo>
                    <a:pt x="324517" y="477751"/>
                  </a:lnTo>
                  <a:lnTo>
                    <a:pt x="328571" y="476331"/>
                  </a:lnTo>
                  <a:lnTo>
                    <a:pt x="332599" y="474841"/>
                  </a:lnTo>
                  <a:lnTo>
                    <a:pt x="336601" y="473280"/>
                  </a:lnTo>
                  <a:lnTo>
                    <a:pt x="340574" y="471649"/>
                  </a:lnTo>
                  <a:lnTo>
                    <a:pt x="344519" y="469949"/>
                  </a:lnTo>
                  <a:lnTo>
                    <a:pt x="348433" y="468180"/>
                  </a:lnTo>
                  <a:lnTo>
                    <a:pt x="352316" y="466343"/>
                  </a:lnTo>
                  <a:lnTo>
                    <a:pt x="356166" y="464438"/>
                  </a:lnTo>
                  <a:lnTo>
                    <a:pt x="359982" y="462467"/>
                  </a:lnTo>
                  <a:lnTo>
                    <a:pt x="363763" y="460428"/>
                  </a:lnTo>
                  <a:lnTo>
                    <a:pt x="367508" y="458324"/>
                  </a:lnTo>
                  <a:lnTo>
                    <a:pt x="371215" y="456155"/>
                  </a:lnTo>
                  <a:lnTo>
                    <a:pt x="374884" y="453921"/>
                  </a:lnTo>
                  <a:lnTo>
                    <a:pt x="378513" y="451623"/>
                  </a:lnTo>
                  <a:lnTo>
                    <a:pt x="382101" y="449262"/>
                  </a:lnTo>
                  <a:lnTo>
                    <a:pt x="385648" y="446839"/>
                  </a:lnTo>
                  <a:lnTo>
                    <a:pt x="389151" y="444354"/>
                  </a:lnTo>
                  <a:lnTo>
                    <a:pt x="392611" y="441808"/>
                  </a:lnTo>
                  <a:lnTo>
                    <a:pt x="396025" y="439202"/>
                  </a:lnTo>
                  <a:lnTo>
                    <a:pt x="399393" y="436536"/>
                  </a:lnTo>
                  <a:lnTo>
                    <a:pt x="402714" y="433812"/>
                  </a:lnTo>
                  <a:lnTo>
                    <a:pt x="405987" y="431031"/>
                  </a:lnTo>
                  <a:lnTo>
                    <a:pt x="409211" y="428192"/>
                  </a:lnTo>
                  <a:lnTo>
                    <a:pt x="412385" y="425297"/>
                  </a:lnTo>
                  <a:lnTo>
                    <a:pt x="415507" y="422348"/>
                  </a:lnTo>
                  <a:lnTo>
                    <a:pt x="418577" y="419344"/>
                  </a:lnTo>
                  <a:lnTo>
                    <a:pt x="421595" y="416287"/>
                  </a:lnTo>
                  <a:lnTo>
                    <a:pt x="424558" y="413177"/>
                  </a:lnTo>
                  <a:lnTo>
                    <a:pt x="427466" y="410016"/>
                  </a:lnTo>
                  <a:lnTo>
                    <a:pt x="430319" y="406805"/>
                  </a:lnTo>
                  <a:lnTo>
                    <a:pt x="433115" y="403544"/>
                  </a:lnTo>
                  <a:lnTo>
                    <a:pt x="435854" y="400235"/>
                  </a:lnTo>
                  <a:lnTo>
                    <a:pt x="438534" y="396879"/>
                  </a:lnTo>
                  <a:lnTo>
                    <a:pt x="441155" y="393476"/>
                  </a:lnTo>
                  <a:lnTo>
                    <a:pt x="443716" y="390027"/>
                  </a:lnTo>
                  <a:lnTo>
                    <a:pt x="446216" y="386535"/>
                  </a:lnTo>
                  <a:lnTo>
                    <a:pt x="448655" y="382999"/>
                  </a:lnTo>
                  <a:lnTo>
                    <a:pt x="451032" y="379421"/>
                  </a:lnTo>
                  <a:lnTo>
                    <a:pt x="453345" y="375802"/>
                  </a:lnTo>
                  <a:lnTo>
                    <a:pt x="455595" y="372143"/>
                  </a:lnTo>
                  <a:lnTo>
                    <a:pt x="457781" y="368445"/>
                  </a:lnTo>
                  <a:lnTo>
                    <a:pt x="459901" y="364710"/>
                  </a:lnTo>
                  <a:lnTo>
                    <a:pt x="461956" y="360938"/>
                  </a:lnTo>
                  <a:lnTo>
                    <a:pt x="463945" y="357130"/>
                  </a:lnTo>
                  <a:lnTo>
                    <a:pt x="465866" y="353289"/>
                  </a:lnTo>
                  <a:lnTo>
                    <a:pt x="467720" y="349414"/>
                  </a:lnTo>
                  <a:lnTo>
                    <a:pt x="469506" y="345508"/>
                  </a:lnTo>
                  <a:lnTo>
                    <a:pt x="471223" y="341570"/>
                  </a:lnTo>
                  <a:lnTo>
                    <a:pt x="472872" y="337604"/>
                  </a:lnTo>
                  <a:lnTo>
                    <a:pt x="474450" y="333609"/>
                  </a:lnTo>
                  <a:lnTo>
                    <a:pt x="475958" y="329587"/>
                  </a:lnTo>
                  <a:lnTo>
                    <a:pt x="477396" y="325540"/>
                  </a:lnTo>
                  <a:lnTo>
                    <a:pt x="478762" y="321467"/>
                  </a:lnTo>
                  <a:lnTo>
                    <a:pt x="480058" y="317372"/>
                  </a:lnTo>
                  <a:lnTo>
                    <a:pt x="481281" y="313254"/>
                  </a:lnTo>
                  <a:lnTo>
                    <a:pt x="482432" y="309116"/>
                  </a:lnTo>
                  <a:lnTo>
                    <a:pt x="483510" y="304958"/>
                  </a:lnTo>
                  <a:lnTo>
                    <a:pt x="484516" y="300782"/>
                  </a:lnTo>
                  <a:lnTo>
                    <a:pt x="485448" y="296589"/>
                  </a:lnTo>
                  <a:lnTo>
                    <a:pt x="486307" y="292381"/>
                  </a:lnTo>
                  <a:lnTo>
                    <a:pt x="487092" y="288158"/>
                  </a:lnTo>
                  <a:lnTo>
                    <a:pt x="487803" y="283922"/>
                  </a:lnTo>
                  <a:lnTo>
                    <a:pt x="488439" y="279674"/>
                  </a:lnTo>
                  <a:lnTo>
                    <a:pt x="489001" y="275415"/>
                  </a:lnTo>
                  <a:lnTo>
                    <a:pt x="489489" y="271148"/>
                  </a:lnTo>
                  <a:lnTo>
                    <a:pt x="489902" y="266872"/>
                  </a:lnTo>
                  <a:lnTo>
                    <a:pt x="490240" y="262590"/>
                  </a:lnTo>
                  <a:lnTo>
                    <a:pt x="490503" y="258303"/>
                  </a:lnTo>
                  <a:lnTo>
                    <a:pt x="490691" y="254012"/>
                  </a:lnTo>
                  <a:lnTo>
                    <a:pt x="490803" y="249718"/>
                  </a:lnTo>
                  <a:lnTo>
                    <a:pt x="490841" y="245423"/>
                  </a:lnTo>
                </a:path>
              </a:pathLst>
            </a:custGeom>
            <a:ln w="13550" cap="flat">
              <a:solidFill>
                <a:srgbClr val="7FC5D8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6" name="tx16"/>
            <p:cNvSpPr/>
            <p:nvPr/>
          </p:nvSpPr>
          <p:spPr>
            <a:xfrm>
              <a:off x="1437850" y="211423"/>
              <a:ext cx="265084" cy="800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17" name="tx17"/>
            <p:cNvSpPr/>
            <p:nvPr/>
          </p:nvSpPr>
          <p:spPr>
            <a:xfrm>
              <a:off x="1428746" y="773837"/>
              <a:ext cx="283292" cy="82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1769965" y="293983"/>
              <a:ext cx="469984" cy="801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1852631" y="493821"/>
              <a:ext cx="216915" cy="79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1769965" y="691171"/>
              <a:ext cx="488193" cy="82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21" name="pg21"/>
            <p:cNvSpPr/>
            <p:nvPr/>
          </p:nvSpPr>
          <p:spPr>
            <a:xfrm>
              <a:off x="1324976" y="289446"/>
              <a:ext cx="490841" cy="490846"/>
            </a:xfrm>
            <a:custGeom>
              <a:avLst/>
              <a:pathLst>
                <a:path w="490841" h="490846">
                  <a:moveTo>
                    <a:pt x="490841" y="245423"/>
                  </a:moveTo>
                  <a:lnTo>
                    <a:pt x="490803" y="241127"/>
                  </a:lnTo>
                  <a:lnTo>
                    <a:pt x="490691" y="236833"/>
                  </a:lnTo>
                  <a:lnTo>
                    <a:pt x="490503" y="232542"/>
                  </a:lnTo>
                  <a:lnTo>
                    <a:pt x="490240" y="228255"/>
                  </a:lnTo>
                  <a:lnTo>
                    <a:pt x="489902" y="223973"/>
                  </a:lnTo>
                  <a:lnTo>
                    <a:pt x="489489" y="219697"/>
                  </a:lnTo>
                  <a:lnTo>
                    <a:pt x="489001" y="215430"/>
                  </a:lnTo>
                  <a:lnTo>
                    <a:pt x="488439" y="211171"/>
                  </a:lnTo>
                  <a:lnTo>
                    <a:pt x="487803" y="206924"/>
                  </a:lnTo>
                  <a:lnTo>
                    <a:pt x="487092" y="202687"/>
                  </a:lnTo>
                  <a:lnTo>
                    <a:pt x="486307" y="198464"/>
                  </a:lnTo>
                  <a:lnTo>
                    <a:pt x="485448" y="194256"/>
                  </a:lnTo>
                  <a:lnTo>
                    <a:pt x="484516" y="190063"/>
                  </a:lnTo>
                  <a:lnTo>
                    <a:pt x="483510" y="185887"/>
                  </a:lnTo>
                  <a:lnTo>
                    <a:pt x="482432" y="181729"/>
                  </a:lnTo>
                  <a:lnTo>
                    <a:pt x="481281" y="177591"/>
                  </a:lnTo>
                  <a:lnTo>
                    <a:pt x="480058" y="173473"/>
                  </a:lnTo>
                  <a:lnTo>
                    <a:pt x="478762" y="169378"/>
                  </a:lnTo>
                  <a:lnTo>
                    <a:pt x="477396" y="165306"/>
                  </a:lnTo>
                  <a:lnTo>
                    <a:pt x="475958" y="161258"/>
                  </a:lnTo>
                  <a:lnTo>
                    <a:pt x="474450" y="157236"/>
                  </a:lnTo>
                  <a:lnTo>
                    <a:pt x="472872" y="153241"/>
                  </a:lnTo>
                  <a:lnTo>
                    <a:pt x="471223" y="149275"/>
                  </a:lnTo>
                  <a:lnTo>
                    <a:pt x="469506" y="145338"/>
                  </a:lnTo>
                  <a:lnTo>
                    <a:pt x="467720" y="141431"/>
                  </a:lnTo>
                  <a:lnTo>
                    <a:pt x="465866" y="137556"/>
                  </a:lnTo>
                  <a:lnTo>
                    <a:pt x="463945" y="133715"/>
                  </a:lnTo>
                  <a:lnTo>
                    <a:pt x="461956" y="129907"/>
                  </a:lnTo>
                  <a:lnTo>
                    <a:pt x="459901" y="126135"/>
                  </a:lnTo>
                  <a:lnTo>
                    <a:pt x="457781" y="122400"/>
                  </a:lnTo>
                  <a:lnTo>
                    <a:pt x="455595" y="118702"/>
                  </a:lnTo>
                  <a:lnTo>
                    <a:pt x="453345" y="115043"/>
                  </a:lnTo>
                  <a:lnTo>
                    <a:pt x="451032" y="111424"/>
                  </a:lnTo>
                  <a:lnTo>
                    <a:pt x="448655" y="107846"/>
                  </a:lnTo>
                  <a:lnTo>
                    <a:pt x="446216" y="104310"/>
                  </a:lnTo>
                  <a:lnTo>
                    <a:pt x="443716" y="100818"/>
                  </a:lnTo>
                  <a:lnTo>
                    <a:pt x="441155" y="97370"/>
                  </a:lnTo>
                  <a:lnTo>
                    <a:pt x="438534" y="93967"/>
                  </a:lnTo>
                  <a:lnTo>
                    <a:pt x="435854" y="90610"/>
                  </a:lnTo>
                  <a:lnTo>
                    <a:pt x="433115" y="87301"/>
                  </a:lnTo>
                  <a:lnTo>
                    <a:pt x="430319" y="84040"/>
                  </a:lnTo>
                  <a:lnTo>
                    <a:pt x="427466" y="80829"/>
                  </a:lnTo>
                  <a:lnTo>
                    <a:pt x="424558" y="77668"/>
                  </a:lnTo>
                  <a:lnTo>
                    <a:pt x="421595" y="74558"/>
                  </a:lnTo>
                  <a:lnTo>
                    <a:pt x="418577" y="71501"/>
                  </a:lnTo>
                  <a:lnTo>
                    <a:pt x="415507" y="68497"/>
                  </a:lnTo>
                  <a:lnTo>
                    <a:pt x="412385" y="65548"/>
                  </a:lnTo>
                  <a:lnTo>
                    <a:pt x="409211" y="62653"/>
                  </a:lnTo>
                  <a:lnTo>
                    <a:pt x="405987" y="59815"/>
                  </a:lnTo>
                  <a:lnTo>
                    <a:pt x="402714" y="57033"/>
                  </a:lnTo>
                  <a:lnTo>
                    <a:pt x="399393" y="54309"/>
                  </a:lnTo>
                  <a:lnTo>
                    <a:pt x="396025" y="51643"/>
                  </a:lnTo>
                  <a:lnTo>
                    <a:pt x="392611" y="49037"/>
                  </a:lnTo>
                  <a:lnTo>
                    <a:pt x="389151" y="46491"/>
                  </a:lnTo>
                  <a:lnTo>
                    <a:pt x="385648" y="44006"/>
                  </a:lnTo>
                  <a:lnTo>
                    <a:pt x="382101" y="41583"/>
                  </a:lnTo>
                  <a:lnTo>
                    <a:pt x="378513" y="39222"/>
                  </a:lnTo>
                  <a:lnTo>
                    <a:pt x="374884" y="36924"/>
                  </a:lnTo>
                  <a:lnTo>
                    <a:pt x="371215" y="34690"/>
                  </a:lnTo>
                  <a:lnTo>
                    <a:pt x="367508" y="32521"/>
                  </a:lnTo>
                  <a:lnTo>
                    <a:pt x="363763" y="30417"/>
                  </a:lnTo>
                  <a:lnTo>
                    <a:pt x="359982" y="28378"/>
                  </a:lnTo>
                  <a:lnTo>
                    <a:pt x="356166" y="26407"/>
                  </a:lnTo>
                  <a:lnTo>
                    <a:pt x="352316" y="24502"/>
                  </a:lnTo>
                  <a:lnTo>
                    <a:pt x="348433" y="22665"/>
                  </a:lnTo>
                  <a:lnTo>
                    <a:pt x="344519" y="20896"/>
                  </a:lnTo>
                  <a:lnTo>
                    <a:pt x="340574" y="19196"/>
                  </a:lnTo>
                  <a:lnTo>
                    <a:pt x="336601" y="17565"/>
                  </a:lnTo>
                  <a:lnTo>
                    <a:pt x="332599" y="16004"/>
                  </a:lnTo>
                  <a:lnTo>
                    <a:pt x="328571" y="14514"/>
                  </a:lnTo>
                  <a:lnTo>
                    <a:pt x="324517" y="13094"/>
                  </a:lnTo>
                  <a:lnTo>
                    <a:pt x="320439" y="11745"/>
                  </a:lnTo>
                  <a:lnTo>
                    <a:pt x="316338" y="10468"/>
                  </a:lnTo>
                  <a:lnTo>
                    <a:pt x="312215" y="9263"/>
                  </a:lnTo>
                  <a:lnTo>
                    <a:pt x="308071" y="8130"/>
                  </a:lnTo>
                  <a:lnTo>
                    <a:pt x="303909" y="7070"/>
                  </a:lnTo>
                  <a:lnTo>
                    <a:pt x="299729" y="6082"/>
                  </a:lnTo>
                  <a:lnTo>
                    <a:pt x="295532" y="5169"/>
                  </a:lnTo>
                  <a:lnTo>
                    <a:pt x="291319" y="4328"/>
                  </a:lnTo>
                  <a:lnTo>
                    <a:pt x="287093" y="3562"/>
                  </a:lnTo>
                  <a:lnTo>
                    <a:pt x="282854" y="2869"/>
                  </a:lnTo>
                  <a:lnTo>
                    <a:pt x="278603" y="2251"/>
                  </a:lnTo>
                  <a:lnTo>
                    <a:pt x="274342" y="1708"/>
                  </a:lnTo>
                  <a:lnTo>
                    <a:pt x="270072" y="1239"/>
                  </a:lnTo>
                  <a:lnTo>
                    <a:pt x="265795" y="845"/>
                  </a:lnTo>
                  <a:lnTo>
                    <a:pt x="261512" y="526"/>
                  </a:lnTo>
                  <a:lnTo>
                    <a:pt x="257223" y="281"/>
                  </a:lnTo>
                  <a:lnTo>
                    <a:pt x="252931" y="112"/>
                  </a:lnTo>
                  <a:lnTo>
                    <a:pt x="248637" y="18"/>
                  </a:lnTo>
                  <a:lnTo>
                    <a:pt x="244342" y="0"/>
                  </a:lnTo>
                  <a:lnTo>
                    <a:pt x="240047" y="56"/>
                  </a:lnTo>
                  <a:lnTo>
                    <a:pt x="235753" y="187"/>
                  </a:lnTo>
                  <a:lnTo>
                    <a:pt x="231463" y="394"/>
                  </a:lnTo>
                  <a:lnTo>
                    <a:pt x="227177" y="676"/>
                  </a:lnTo>
                  <a:lnTo>
                    <a:pt x="222896" y="1032"/>
                  </a:lnTo>
                  <a:lnTo>
                    <a:pt x="218623" y="1464"/>
                  </a:lnTo>
                  <a:lnTo>
                    <a:pt x="214357" y="1970"/>
                  </a:lnTo>
                  <a:lnTo>
                    <a:pt x="210101" y="2551"/>
                  </a:lnTo>
                  <a:lnTo>
                    <a:pt x="205856" y="3206"/>
                  </a:lnTo>
                  <a:lnTo>
                    <a:pt x="201623" y="3936"/>
                  </a:lnTo>
                  <a:lnTo>
                    <a:pt x="197404" y="4739"/>
                  </a:lnTo>
                  <a:lnTo>
                    <a:pt x="193199" y="5616"/>
                  </a:lnTo>
                  <a:lnTo>
                    <a:pt x="189010" y="6567"/>
                  </a:lnTo>
                  <a:lnTo>
                    <a:pt x="184838" y="7591"/>
                  </a:lnTo>
                  <a:lnTo>
                    <a:pt x="180685" y="8687"/>
                  </a:lnTo>
                  <a:lnTo>
                    <a:pt x="176552" y="9856"/>
                  </a:lnTo>
                  <a:lnTo>
                    <a:pt x="172440" y="11098"/>
                  </a:lnTo>
                  <a:lnTo>
                    <a:pt x="168350" y="12411"/>
                  </a:lnTo>
                  <a:lnTo>
                    <a:pt x="164284" y="13795"/>
                  </a:lnTo>
                  <a:lnTo>
                    <a:pt x="160243" y="15250"/>
                  </a:lnTo>
                  <a:lnTo>
                    <a:pt x="156228" y="16776"/>
                  </a:lnTo>
                  <a:lnTo>
                    <a:pt x="152240" y="18372"/>
                  </a:lnTo>
                  <a:lnTo>
                    <a:pt x="148281" y="20038"/>
                  </a:lnTo>
                  <a:lnTo>
                    <a:pt x="144351" y="21772"/>
                  </a:lnTo>
                  <a:lnTo>
                    <a:pt x="140452" y="23575"/>
                  </a:lnTo>
                  <a:lnTo>
                    <a:pt x="136586" y="25446"/>
                  </a:lnTo>
                  <a:lnTo>
                    <a:pt x="132753" y="27384"/>
                  </a:lnTo>
                  <a:lnTo>
                    <a:pt x="128954" y="29389"/>
                  </a:lnTo>
                  <a:lnTo>
                    <a:pt x="125191" y="31461"/>
                  </a:lnTo>
                  <a:lnTo>
                    <a:pt x="121465" y="33597"/>
                  </a:lnTo>
                  <a:lnTo>
                    <a:pt x="117777" y="35799"/>
                  </a:lnTo>
                  <a:lnTo>
                    <a:pt x="114128" y="38065"/>
                  </a:lnTo>
                  <a:lnTo>
                    <a:pt x="110519" y="40394"/>
                  </a:lnTo>
                  <a:lnTo>
                    <a:pt x="106951" y="42787"/>
                  </a:lnTo>
                  <a:lnTo>
                    <a:pt x="103426" y="45241"/>
                  </a:lnTo>
                  <a:lnTo>
                    <a:pt x="99945" y="47757"/>
                  </a:lnTo>
                  <a:lnTo>
                    <a:pt x="96507" y="50333"/>
                  </a:lnTo>
                  <a:lnTo>
                    <a:pt x="93116" y="52969"/>
                  </a:lnTo>
                  <a:lnTo>
                    <a:pt x="89771" y="55664"/>
                  </a:lnTo>
                  <a:lnTo>
                    <a:pt x="86474" y="58417"/>
                  </a:lnTo>
                  <a:lnTo>
                    <a:pt x="83226" y="61227"/>
                  </a:lnTo>
                  <a:lnTo>
                    <a:pt x="80027" y="64094"/>
                  </a:lnTo>
                  <a:lnTo>
                    <a:pt x="76879" y="67016"/>
                  </a:lnTo>
                  <a:lnTo>
                    <a:pt x="73782" y="69993"/>
                  </a:lnTo>
                  <a:lnTo>
                    <a:pt x="70738" y="73023"/>
                  </a:lnTo>
                  <a:lnTo>
                    <a:pt x="67748" y="76107"/>
                  </a:lnTo>
                  <a:lnTo>
                    <a:pt x="64812" y="79242"/>
                  </a:lnTo>
                  <a:lnTo>
                    <a:pt x="61931" y="82428"/>
                  </a:lnTo>
                  <a:lnTo>
                    <a:pt x="59107" y="85664"/>
                  </a:lnTo>
                  <a:lnTo>
                    <a:pt x="56339" y="88949"/>
                  </a:lnTo>
                  <a:lnTo>
                    <a:pt x="53630" y="92282"/>
                  </a:lnTo>
                  <a:lnTo>
                    <a:pt x="50979" y="95662"/>
                  </a:lnTo>
                  <a:lnTo>
                    <a:pt x="48388" y="99088"/>
                  </a:lnTo>
                  <a:lnTo>
                    <a:pt x="45857" y="102559"/>
                  </a:lnTo>
                  <a:lnTo>
                    <a:pt x="43387" y="106073"/>
                  </a:lnTo>
                  <a:lnTo>
                    <a:pt x="40980" y="109630"/>
                  </a:lnTo>
                  <a:lnTo>
                    <a:pt x="38634" y="113229"/>
                  </a:lnTo>
                  <a:lnTo>
                    <a:pt x="36353" y="116868"/>
                  </a:lnTo>
                  <a:lnTo>
                    <a:pt x="34135" y="120546"/>
                  </a:lnTo>
                  <a:lnTo>
                    <a:pt x="31982" y="124263"/>
                  </a:lnTo>
                  <a:lnTo>
                    <a:pt x="29894" y="128017"/>
                  </a:lnTo>
                  <a:lnTo>
                    <a:pt x="27872" y="131807"/>
                  </a:lnTo>
                  <a:lnTo>
                    <a:pt x="25917" y="135631"/>
                  </a:lnTo>
                  <a:lnTo>
                    <a:pt x="24029" y="139490"/>
                  </a:lnTo>
                  <a:lnTo>
                    <a:pt x="22209" y="143380"/>
                  </a:lnTo>
                  <a:lnTo>
                    <a:pt x="20458" y="147302"/>
                  </a:lnTo>
                  <a:lnTo>
                    <a:pt x="18775" y="151254"/>
                  </a:lnTo>
                  <a:lnTo>
                    <a:pt x="17162" y="155235"/>
                  </a:lnTo>
                  <a:lnTo>
                    <a:pt x="15618" y="159244"/>
                  </a:lnTo>
                  <a:lnTo>
                    <a:pt x="14145" y="163279"/>
                  </a:lnTo>
                  <a:lnTo>
                    <a:pt x="12743" y="167339"/>
                  </a:lnTo>
                  <a:lnTo>
                    <a:pt x="11412" y="171423"/>
                  </a:lnTo>
                  <a:lnTo>
                    <a:pt x="10153" y="175529"/>
                  </a:lnTo>
                  <a:lnTo>
                    <a:pt x="8966" y="179657"/>
                  </a:lnTo>
                  <a:lnTo>
                    <a:pt x="7851" y="183805"/>
                  </a:lnTo>
                  <a:lnTo>
                    <a:pt x="6809" y="187973"/>
                  </a:lnTo>
                  <a:lnTo>
                    <a:pt x="5840" y="192157"/>
                  </a:lnTo>
                  <a:lnTo>
                    <a:pt x="4944" y="196358"/>
                  </a:lnTo>
                  <a:lnTo>
                    <a:pt x="4123" y="200574"/>
                  </a:lnTo>
                  <a:lnTo>
                    <a:pt x="3375" y="204804"/>
                  </a:lnTo>
                  <a:lnTo>
                    <a:pt x="2701" y="209046"/>
                  </a:lnTo>
                  <a:lnTo>
                    <a:pt x="2101" y="213299"/>
                  </a:lnTo>
                  <a:lnTo>
                    <a:pt x="1577" y="217563"/>
                  </a:lnTo>
                  <a:lnTo>
                    <a:pt x="1126" y="221834"/>
                  </a:lnTo>
                  <a:lnTo>
                    <a:pt x="751" y="226113"/>
                  </a:lnTo>
                  <a:lnTo>
                    <a:pt x="450" y="230398"/>
                  </a:lnTo>
                  <a:lnTo>
                    <a:pt x="225" y="234687"/>
                  </a:lnTo>
                  <a:lnTo>
                    <a:pt x="75" y="238980"/>
                  </a:lnTo>
                  <a:lnTo>
                    <a:pt x="0" y="243275"/>
                  </a:lnTo>
                  <a:lnTo>
                    <a:pt x="0" y="247570"/>
                  </a:lnTo>
                  <a:lnTo>
                    <a:pt x="75" y="251865"/>
                  </a:lnTo>
                  <a:lnTo>
                    <a:pt x="225" y="256158"/>
                  </a:lnTo>
                  <a:lnTo>
                    <a:pt x="450" y="260447"/>
                  </a:lnTo>
                  <a:lnTo>
                    <a:pt x="751" y="264732"/>
                  </a:lnTo>
                  <a:lnTo>
                    <a:pt x="1126" y="269011"/>
                  </a:lnTo>
                  <a:lnTo>
                    <a:pt x="1577" y="273283"/>
                  </a:lnTo>
                  <a:lnTo>
                    <a:pt x="2101" y="277546"/>
                  </a:lnTo>
                  <a:lnTo>
                    <a:pt x="2701" y="281799"/>
                  </a:lnTo>
                  <a:lnTo>
                    <a:pt x="3375" y="286041"/>
                  </a:lnTo>
                  <a:lnTo>
                    <a:pt x="4123" y="290271"/>
                  </a:lnTo>
                  <a:lnTo>
                    <a:pt x="4944" y="294487"/>
                  </a:lnTo>
                  <a:lnTo>
                    <a:pt x="5840" y="298688"/>
                  </a:lnTo>
                  <a:lnTo>
                    <a:pt x="6809" y="302873"/>
                  </a:lnTo>
                  <a:lnTo>
                    <a:pt x="7851" y="307040"/>
                  </a:lnTo>
                  <a:lnTo>
                    <a:pt x="8966" y="311188"/>
                  </a:lnTo>
                  <a:lnTo>
                    <a:pt x="10153" y="315316"/>
                  </a:lnTo>
                  <a:lnTo>
                    <a:pt x="11412" y="319423"/>
                  </a:lnTo>
                  <a:lnTo>
                    <a:pt x="12743" y="323506"/>
                  </a:lnTo>
                  <a:lnTo>
                    <a:pt x="14145" y="327567"/>
                  </a:lnTo>
                  <a:lnTo>
                    <a:pt x="15618" y="331601"/>
                  </a:lnTo>
                  <a:lnTo>
                    <a:pt x="17162" y="335610"/>
                  </a:lnTo>
                  <a:lnTo>
                    <a:pt x="18775" y="339591"/>
                  </a:lnTo>
                  <a:lnTo>
                    <a:pt x="20458" y="343543"/>
                  </a:lnTo>
                  <a:lnTo>
                    <a:pt x="22209" y="347465"/>
                  </a:lnTo>
                  <a:lnTo>
                    <a:pt x="24029" y="351355"/>
                  </a:lnTo>
                  <a:lnTo>
                    <a:pt x="25917" y="355214"/>
                  </a:lnTo>
                  <a:lnTo>
                    <a:pt x="27872" y="359038"/>
                  </a:lnTo>
                  <a:lnTo>
                    <a:pt x="29894" y="362828"/>
                  </a:lnTo>
                  <a:lnTo>
                    <a:pt x="31982" y="366582"/>
                  </a:lnTo>
                  <a:lnTo>
                    <a:pt x="34135" y="370299"/>
                  </a:lnTo>
                  <a:lnTo>
                    <a:pt x="36353" y="373977"/>
                  </a:lnTo>
                  <a:lnTo>
                    <a:pt x="38634" y="377616"/>
                  </a:lnTo>
                  <a:lnTo>
                    <a:pt x="40980" y="381215"/>
                  </a:lnTo>
                  <a:lnTo>
                    <a:pt x="43387" y="384772"/>
                  </a:lnTo>
                  <a:lnTo>
                    <a:pt x="45857" y="388286"/>
                  </a:lnTo>
                  <a:lnTo>
                    <a:pt x="48388" y="391757"/>
                  </a:lnTo>
                  <a:lnTo>
                    <a:pt x="50979" y="395183"/>
                  </a:lnTo>
                  <a:lnTo>
                    <a:pt x="53630" y="398563"/>
                  </a:lnTo>
                  <a:lnTo>
                    <a:pt x="56339" y="401896"/>
                  </a:lnTo>
                  <a:lnTo>
                    <a:pt x="59107" y="405181"/>
                  </a:lnTo>
                  <a:lnTo>
                    <a:pt x="61931" y="408417"/>
                  </a:lnTo>
                  <a:lnTo>
                    <a:pt x="64812" y="411603"/>
                  </a:lnTo>
                  <a:lnTo>
                    <a:pt x="67748" y="414738"/>
                  </a:lnTo>
                  <a:lnTo>
                    <a:pt x="70738" y="417822"/>
                  </a:lnTo>
                  <a:lnTo>
                    <a:pt x="73782" y="420852"/>
                  </a:lnTo>
                  <a:lnTo>
                    <a:pt x="76879" y="423829"/>
                  </a:lnTo>
                  <a:lnTo>
                    <a:pt x="80027" y="426752"/>
                  </a:lnTo>
                  <a:lnTo>
                    <a:pt x="83226" y="429618"/>
                  </a:lnTo>
                  <a:lnTo>
                    <a:pt x="86474" y="432429"/>
                  </a:lnTo>
                  <a:lnTo>
                    <a:pt x="89771" y="435182"/>
                  </a:lnTo>
                  <a:lnTo>
                    <a:pt x="93116" y="437876"/>
                  </a:lnTo>
                  <a:lnTo>
                    <a:pt x="96507" y="440512"/>
                  </a:lnTo>
                  <a:lnTo>
                    <a:pt x="99945" y="443088"/>
                  </a:lnTo>
                  <a:lnTo>
                    <a:pt x="103426" y="445604"/>
                  </a:lnTo>
                  <a:lnTo>
                    <a:pt x="106951" y="448058"/>
                  </a:lnTo>
                  <a:lnTo>
                    <a:pt x="110519" y="450451"/>
                  </a:lnTo>
                  <a:lnTo>
                    <a:pt x="114128" y="452780"/>
                  </a:lnTo>
                  <a:lnTo>
                    <a:pt x="117777" y="455046"/>
                  </a:lnTo>
                  <a:lnTo>
                    <a:pt x="121465" y="457248"/>
                  </a:lnTo>
                  <a:lnTo>
                    <a:pt x="125191" y="459385"/>
                  </a:lnTo>
                  <a:lnTo>
                    <a:pt x="128954" y="461456"/>
                  </a:lnTo>
                  <a:lnTo>
                    <a:pt x="132753" y="463461"/>
                  </a:lnTo>
                  <a:lnTo>
                    <a:pt x="136586" y="465399"/>
                  </a:lnTo>
                  <a:lnTo>
                    <a:pt x="140452" y="467270"/>
                  </a:lnTo>
                  <a:lnTo>
                    <a:pt x="144351" y="469073"/>
                  </a:lnTo>
                  <a:lnTo>
                    <a:pt x="148281" y="470808"/>
                  </a:lnTo>
                  <a:lnTo>
                    <a:pt x="152240" y="472473"/>
                  </a:lnTo>
                  <a:lnTo>
                    <a:pt x="156228" y="474069"/>
                  </a:lnTo>
                  <a:lnTo>
                    <a:pt x="160243" y="475595"/>
                  </a:lnTo>
                  <a:lnTo>
                    <a:pt x="164284" y="477050"/>
                  </a:lnTo>
                  <a:lnTo>
                    <a:pt x="168350" y="478435"/>
                  </a:lnTo>
                  <a:lnTo>
                    <a:pt x="172440" y="479748"/>
                  </a:lnTo>
                  <a:lnTo>
                    <a:pt x="176552" y="480989"/>
                  </a:lnTo>
                  <a:lnTo>
                    <a:pt x="180685" y="482158"/>
                  </a:lnTo>
                  <a:lnTo>
                    <a:pt x="184838" y="483255"/>
                  </a:lnTo>
                  <a:lnTo>
                    <a:pt x="189010" y="484278"/>
                  </a:lnTo>
                  <a:lnTo>
                    <a:pt x="193199" y="485229"/>
                  </a:lnTo>
                  <a:lnTo>
                    <a:pt x="197404" y="486106"/>
                  </a:lnTo>
                  <a:lnTo>
                    <a:pt x="201623" y="486909"/>
                  </a:lnTo>
                  <a:lnTo>
                    <a:pt x="205856" y="487639"/>
                  </a:lnTo>
                  <a:lnTo>
                    <a:pt x="210101" y="488294"/>
                  </a:lnTo>
                  <a:lnTo>
                    <a:pt x="214357" y="488875"/>
                  </a:lnTo>
                  <a:lnTo>
                    <a:pt x="218623" y="489381"/>
                  </a:lnTo>
                  <a:lnTo>
                    <a:pt x="222896" y="489813"/>
                  </a:lnTo>
                  <a:lnTo>
                    <a:pt x="227177" y="490169"/>
                  </a:lnTo>
                  <a:lnTo>
                    <a:pt x="231463" y="490451"/>
                  </a:lnTo>
                  <a:lnTo>
                    <a:pt x="235753" y="490658"/>
                  </a:lnTo>
                  <a:lnTo>
                    <a:pt x="240047" y="490789"/>
                  </a:lnTo>
                  <a:lnTo>
                    <a:pt x="244342" y="490846"/>
                  </a:lnTo>
                  <a:lnTo>
                    <a:pt x="248637" y="490827"/>
                  </a:lnTo>
                  <a:lnTo>
                    <a:pt x="252931" y="490733"/>
                  </a:lnTo>
                  <a:lnTo>
                    <a:pt x="257223" y="490564"/>
                  </a:lnTo>
                  <a:lnTo>
                    <a:pt x="261512" y="490320"/>
                  </a:lnTo>
                  <a:lnTo>
                    <a:pt x="265795" y="490000"/>
                  </a:lnTo>
                  <a:lnTo>
                    <a:pt x="270072" y="489606"/>
                  </a:lnTo>
                  <a:lnTo>
                    <a:pt x="274342" y="489137"/>
                  </a:lnTo>
                  <a:lnTo>
                    <a:pt x="278603" y="488594"/>
                  </a:lnTo>
                  <a:lnTo>
                    <a:pt x="282854" y="487976"/>
                  </a:lnTo>
                  <a:lnTo>
                    <a:pt x="287093" y="487283"/>
                  </a:lnTo>
                  <a:lnTo>
                    <a:pt x="291319" y="486517"/>
                  </a:lnTo>
                  <a:lnTo>
                    <a:pt x="295532" y="485677"/>
                  </a:lnTo>
                  <a:lnTo>
                    <a:pt x="299729" y="484763"/>
                  </a:lnTo>
                  <a:lnTo>
                    <a:pt x="303909" y="483776"/>
                  </a:lnTo>
                  <a:lnTo>
                    <a:pt x="308071" y="482715"/>
                  </a:lnTo>
                  <a:lnTo>
                    <a:pt x="312215" y="481582"/>
                  </a:lnTo>
                  <a:lnTo>
                    <a:pt x="316338" y="480377"/>
                  </a:lnTo>
                  <a:lnTo>
                    <a:pt x="320439" y="479100"/>
                  </a:lnTo>
                  <a:lnTo>
                    <a:pt x="324517" y="477751"/>
                  </a:lnTo>
                  <a:lnTo>
                    <a:pt x="328571" y="476331"/>
                  </a:lnTo>
                  <a:lnTo>
                    <a:pt x="332599" y="474841"/>
                  </a:lnTo>
                  <a:lnTo>
                    <a:pt x="336601" y="473280"/>
                  </a:lnTo>
                  <a:lnTo>
                    <a:pt x="340574" y="471649"/>
                  </a:lnTo>
                  <a:lnTo>
                    <a:pt x="344519" y="469949"/>
                  </a:lnTo>
                  <a:lnTo>
                    <a:pt x="348433" y="468180"/>
                  </a:lnTo>
                  <a:lnTo>
                    <a:pt x="352316" y="466343"/>
                  </a:lnTo>
                  <a:lnTo>
                    <a:pt x="356166" y="464438"/>
                  </a:lnTo>
                  <a:lnTo>
                    <a:pt x="359982" y="462467"/>
                  </a:lnTo>
                  <a:lnTo>
                    <a:pt x="363763" y="460428"/>
                  </a:lnTo>
                  <a:lnTo>
                    <a:pt x="367508" y="458324"/>
                  </a:lnTo>
                  <a:lnTo>
                    <a:pt x="371215" y="456155"/>
                  </a:lnTo>
                  <a:lnTo>
                    <a:pt x="374884" y="453921"/>
                  </a:lnTo>
                  <a:lnTo>
                    <a:pt x="378513" y="451623"/>
                  </a:lnTo>
                  <a:lnTo>
                    <a:pt x="382101" y="449262"/>
                  </a:lnTo>
                  <a:lnTo>
                    <a:pt x="385648" y="446839"/>
                  </a:lnTo>
                  <a:lnTo>
                    <a:pt x="389151" y="444354"/>
                  </a:lnTo>
                  <a:lnTo>
                    <a:pt x="392611" y="441808"/>
                  </a:lnTo>
                  <a:lnTo>
                    <a:pt x="396025" y="439202"/>
                  </a:lnTo>
                  <a:lnTo>
                    <a:pt x="399393" y="436536"/>
                  </a:lnTo>
                  <a:lnTo>
                    <a:pt x="402714" y="433812"/>
                  </a:lnTo>
                  <a:lnTo>
                    <a:pt x="405987" y="431031"/>
                  </a:lnTo>
                  <a:lnTo>
                    <a:pt x="409211" y="428192"/>
                  </a:lnTo>
                  <a:lnTo>
                    <a:pt x="412385" y="425297"/>
                  </a:lnTo>
                  <a:lnTo>
                    <a:pt x="415507" y="422348"/>
                  </a:lnTo>
                  <a:lnTo>
                    <a:pt x="418577" y="419344"/>
                  </a:lnTo>
                  <a:lnTo>
                    <a:pt x="421595" y="416287"/>
                  </a:lnTo>
                  <a:lnTo>
                    <a:pt x="424558" y="413177"/>
                  </a:lnTo>
                  <a:lnTo>
                    <a:pt x="427466" y="410016"/>
                  </a:lnTo>
                  <a:lnTo>
                    <a:pt x="430319" y="406805"/>
                  </a:lnTo>
                  <a:lnTo>
                    <a:pt x="433115" y="403544"/>
                  </a:lnTo>
                  <a:lnTo>
                    <a:pt x="435854" y="400235"/>
                  </a:lnTo>
                  <a:lnTo>
                    <a:pt x="438534" y="396879"/>
                  </a:lnTo>
                  <a:lnTo>
                    <a:pt x="441155" y="393476"/>
                  </a:lnTo>
                  <a:lnTo>
                    <a:pt x="443716" y="390027"/>
                  </a:lnTo>
                  <a:lnTo>
                    <a:pt x="446216" y="386535"/>
                  </a:lnTo>
                  <a:lnTo>
                    <a:pt x="448655" y="382999"/>
                  </a:lnTo>
                  <a:lnTo>
                    <a:pt x="451032" y="379421"/>
                  </a:lnTo>
                  <a:lnTo>
                    <a:pt x="453345" y="375802"/>
                  </a:lnTo>
                  <a:lnTo>
                    <a:pt x="455595" y="372143"/>
                  </a:lnTo>
                  <a:lnTo>
                    <a:pt x="457781" y="368445"/>
                  </a:lnTo>
                  <a:lnTo>
                    <a:pt x="459901" y="364710"/>
                  </a:lnTo>
                  <a:lnTo>
                    <a:pt x="461956" y="360938"/>
                  </a:lnTo>
                  <a:lnTo>
                    <a:pt x="463945" y="357130"/>
                  </a:lnTo>
                  <a:lnTo>
                    <a:pt x="465866" y="353289"/>
                  </a:lnTo>
                  <a:lnTo>
                    <a:pt x="467720" y="349414"/>
                  </a:lnTo>
                  <a:lnTo>
                    <a:pt x="469506" y="345508"/>
                  </a:lnTo>
                  <a:lnTo>
                    <a:pt x="471223" y="341570"/>
                  </a:lnTo>
                  <a:lnTo>
                    <a:pt x="472872" y="337604"/>
                  </a:lnTo>
                  <a:lnTo>
                    <a:pt x="474450" y="333609"/>
                  </a:lnTo>
                  <a:lnTo>
                    <a:pt x="475958" y="329587"/>
                  </a:lnTo>
                  <a:lnTo>
                    <a:pt x="477396" y="325540"/>
                  </a:lnTo>
                  <a:lnTo>
                    <a:pt x="478762" y="321467"/>
                  </a:lnTo>
                  <a:lnTo>
                    <a:pt x="480058" y="317372"/>
                  </a:lnTo>
                  <a:lnTo>
                    <a:pt x="481281" y="313254"/>
                  </a:lnTo>
                  <a:lnTo>
                    <a:pt x="482432" y="309116"/>
                  </a:lnTo>
                  <a:lnTo>
                    <a:pt x="483510" y="304958"/>
                  </a:lnTo>
                  <a:lnTo>
                    <a:pt x="484516" y="300782"/>
                  </a:lnTo>
                  <a:lnTo>
                    <a:pt x="485448" y="296589"/>
                  </a:lnTo>
                  <a:lnTo>
                    <a:pt x="486307" y="292381"/>
                  </a:lnTo>
                  <a:lnTo>
                    <a:pt x="487092" y="288158"/>
                  </a:lnTo>
                  <a:lnTo>
                    <a:pt x="487803" y="283922"/>
                  </a:lnTo>
                  <a:lnTo>
                    <a:pt x="488439" y="279674"/>
                  </a:lnTo>
                  <a:lnTo>
                    <a:pt x="489001" y="275415"/>
                  </a:lnTo>
                  <a:lnTo>
                    <a:pt x="489489" y="271148"/>
                  </a:lnTo>
                  <a:lnTo>
                    <a:pt x="489902" y="266872"/>
                  </a:lnTo>
                  <a:lnTo>
                    <a:pt x="490240" y="262590"/>
                  </a:lnTo>
                  <a:lnTo>
                    <a:pt x="490503" y="258303"/>
                  </a:lnTo>
                  <a:lnTo>
                    <a:pt x="490691" y="254012"/>
                  </a:lnTo>
                  <a:lnTo>
                    <a:pt x="490803" y="249718"/>
                  </a:lnTo>
                  <a:close/>
                </a:path>
              </a:pathLst>
            </a:custGeom>
            <a:solidFill>
              <a:srgbClr val="F5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570392" y="289444"/>
              <a:ext cx="0" cy="220882"/>
            </a:xfrm>
            <a:custGeom>
              <a:avLst/>
              <a:pathLst>
                <a:path w="0" h="220882">
                  <a:moveTo>
                    <a:pt x="0" y="220882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587746" y="361328"/>
              <a:ext cx="156187" cy="156187"/>
            </a:xfrm>
            <a:custGeom>
              <a:avLst/>
              <a:pathLst>
                <a:path w="156187" h="156187">
                  <a:moveTo>
                    <a:pt x="0" y="156187"/>
                  </a:moveTo>
                  <a:lnTo>
                    <a:pt x="156187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594935" y="534870"/>
              <a:ext cx="220882" cy="0"/>
            </a:xfrm>
            <a:custGeom>
              <a:avLst/>
              <a:pathLst>
                <a:path w="220882" h="0">
                  <a:moveTo>
                    <a:pt x="0" y="0"/>
                  </a:moveTo>
                  <a:lnTo>
                    <a:pt x="220882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587746" y="552224"/>
              <a:ext cx="156187" cy="156187"/>
            </a:xfrm>
            <a:custGeom>
              <a:avLst/>
              <a:pathLst>
                <a:path w="156187" h="156187">
                  <a:moveTo>
                    <a:pt x="0" y="0"/>
                  </a:moveTo>
                  <a:lnTo>
                    <a:pt x="156187" y="156187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1570392" y="559412"/>
              <a:ext cx="0" cy="220882"/>
            </a:xfrm>
            <a:custGeom>
              <a:avLst/>
              <a:pathLst>
                <a:path w="0" h="220882">
                  <a:moveTo>
                    <a:pt x="0" y="0"/>
                  </a:moveTo>
                  <a:lnTo>
                    <a:pt x="0" y="220882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1396850" y="552224"/>
              <a:ext cx="156187" cy="156187"/>
            </a:xfrm>
            <a:custGeom>
              <a:avLst/>
              <a:pathLst>
                <a:path w="156187" h="156187">
                  <a:moveTo>
                    <a:pt x="156187" y="0"/>
                  </a:moveTo>
                  <a:lnTo>
                    <a:pt x="0" y="156187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1324967" y="534870"/>
              <a:ext cx="220882" cy="0"/>
            </a:xfrm>
            <a:custGeom>
              <a:avLst/>
              <a:pathLst>
                <a:path w="220882" h="0">
                  <a:moveTo>
                    <a:pt x="220882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1396850" y="361328"/>
              <a:ext cx="156187" cy="156187"/>
            </a:xfrm>
            <a:custGeom>
              <a:avLst/>
              <a:pathLst>
                <a:path w="156187" h="156187">
                  <a:moveTo>
                    <a:pt x="156187" y="156187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1537669" y="480582"/>
              <a:ext cx="137815" cy="86326"/>
            </a:xfrm>
            <a:custGeom>
              <a:avLst/>
              <a:pathLst>
                <a:path w="137815" h="86326">
                  <a:moveTo>
                    <a:pt x="32723" y="11495"/>
                  </a:moveTo>
                  <a:lnTo>
                    <a:pt x="87010" y="0"/>
                  </a:lnTo>
                  <a:lnTo>
                    <a:pt x="137815" y="54287"/>
                  </a:lnTo>
                  <a:lnTo>
                    <a:pt x="64761" y="86326"/>
                  </a:lnTo>
                  <a:lnTo>
                    <a:pt x="32723" y="85752"/>
                  </a:lnTo>
                  <a:lnTo>
                    <a:pt x="1574" y="85436"/>
                  </a:lnTo>
                  <a:lnTo>
                    <a:pt x="0" y="54287"/>
                  </a:lnTo>
                  <a:lnTo>
                    <a:pt x="5134" y="26698"/>
                  </a:lnTo>
                  <a:lnTo>
                    <a:pt x="32723" y="11495"/>
                  </a:lnTo>
                </a:path>
              </a:pathLst>
            </a:custGeom>
            <a:ln w="31166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1534444" y="456130"/>
              <a:ext cx="71895" cy="71895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1588732" y="444634"/>
              <a:ext cx="71895" cy="71895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1639537" y="498922"/>
              <a:ext cx="71895" cy="71895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1566483" y="530960"/>
              <a:ext cx="71895" cy="71895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1534444" y="530387"/>
              <a:ext cx="71895" cy="71895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1503296" y="530070"/>
              <a:ext cx="71895" cy="71895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1501721" y="498922"/>
              <a:ext cx="71895" cy="71895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1506856" y="471333"/>
              <a:ext cx="71895" cy="71895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1534444" y="456130"/>
              <a:ext cx="71895" cy="71895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1449753" y="486416"/>
              <a:ext cx="96096" cy="477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2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2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412775" y="375975"/>
              <a:ext cx="133074" cy="477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2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2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1375798" y="265534"/>
              <a:ext cx="170051" cy="477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2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2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  <p:sp>
          <p:nvSpPr>
            <p:cNvPr id="43" name="rc43"/>
            <p:cNvSpPr/>
            <p:nvPr/>
          </p:nvSpPr>
          <p:spPr>
            <a:xfrm>
              <a:off x="3071196" y="69589"/>
              <a:ext cx="3001607" cy="90709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3071196" y="160298"/>
              <a:ext cx="3001607" cy="74914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3121806" y="69589"/>
              <a:ext cx="2900386" cy="90709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" name="tx46"/>
            <p:cNvSpPr/>
            <p:nvPr/>
          </p:nvSpPr>
          <p:spPr>
            <a:xfrm>
              <a:off x="4013742" y="58059"/>
              <a:ext cx="1116515" cy="1088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Charadriiformes</a:t>
              </a:r>
            </a:p>
          </p:txBody>
        </p:sp>
        <p:sp>
          <p:nvSpPr>
            <p:cNvPr id="47" name="rc47"/>
            <p:cNvSpPr/>
            <p:nvPr/>
          </p:nvSpPr>
          <p:spPr>
            <a:xfrm>
              <a:off x="4167048" y="210908"/>
              <a:ext cx="809903" cy="64792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tx48"/>
            <p:cNvSpPr/>
            <p:nvPr/>
          </p:nvSpPr>
          <p:spPr>
            <a:xfrm>
              <a:off x="3866236" y="691171"/>
              <a:ext cx="506189" cy="82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4042832" y="493821"/>
              <a:ext cx="246928" cy="79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3884445" y="293983"/>
              <a:ext cx="487981" cy="801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51" name="pl51"/>
            <p:cNvSpPr/>
            <p:nvPr/>
          </p:nvSpPr>
          <p:spPr>
            <a:xfrm>
              <a:off x="4547458" y="510327"/>
              <a:ext cx="49084" cy="49084"/>
            </a:xfrm>
            <a:custGeom>
              <a:avLst/>
              <a:pathLst>
                <a:path w="49084" h="49084">
                  <a:moveTo>
                    <a:pt x="49084" y="24542"/>
                  </a:moveTo>
                  <a:lnTo>
                    <a:pt x="49080" y="24112"/>
                  </a:lnTo>
                  <a:lnTo>
                    <a:pt x="49069" y="23683"/>
                  </a:lnTo>
                  <a:lnTo>
                    <a:pt x="49050" y="23254"/>
                  </a:lnTo>
                  <a:lnTo>
                    <a:pt x="49024" y="22825"/>
                  </a:lnTo>
                  <a:lnTo>
                    <a:pt x="48990" y="22397"/>
                  </a:lnTo>
                  <a:lnTo>
                    <a:pt x="48948" y="21969"/>
                  </a:lnTo>
                  <a:lnTo>
                    <a:pt x="48900" y="21543"/>
                  </a:lnTo>
                  <a:lnTo>
                    <a:pt x="48843" y="21117"/>
                  </a:lnTo>
                  <a:lnTo>
                    <a:pt x="48780" y="20692"/>
                  </a:lnTo>
                  <a:lnTo>
                    <a:pt x="48709" y="20268"/>
                  </a:lnTo>
                  <a:lnTo>
                    <a:pt x="48630" y="19846"/>
                  </a:lnTo>
                  <a:lnTo>
                    <a:pt x="48544" y="19425"/>
                  </a:lnTo>
                  <a:lnTo>
                    <a:pt x="48451" y="19006"/>
                  </a:lnTo>
                  <a:lnTo>
                    <a:pt x="48351" y="18588"/>
                  </a:lnTo>
                  <a:lnTo>
                    <a:pt x="48243" y="18172"/>
                  </a:lnTo>
                  <a:lnTo>
                    <a:pt x="48128" y="17759"/>
                  </a:lnTo>
                  <a:lnTo>
                    <a:pt x="48005" y="17347"/>
                  </a:lnTo>
                  <a:lnTo>
                    <a:pt x="47876" y="16937"/>
                  </a:lnTo>
                  <a:lnTo>
                    <a:pt x="47739" y="16530"/>
                  </a:lnTo>
                  <a:lnTo>
                    <a:pt x="47595" y="16125"/>
                  </a:lnTo>
                  <a:lnTo>
                    <a:pt x="47445" y="15723"/>
                  </a:lnTo>
                  <a:lnTo>
                    <a:pt x="47287" y="15324"/>
                  </a:lnTo>
                  <a:lnTo>
                    <a:pt x="47122" y="14927"/>
                  </a:lnTo>
                  <a:lnTo>
                    <a:pt x="46950" y="14533"/>
                  </a:lnTo>
                  <a:lnTo>
                    <a:pt x="46772" y="14143"/>
                  </a:lnTo>
                  <a:lnTo>
                    <a:pt x="46586" y="13755"/>
                  </a:lnTo>
                  <a:lnTo>
                    <a:pt x="46394" y="13371"/>
                  </a:lnTo>
                  <a:lnTo>
                    <a:pt x="46195" y="12990"/>
                  </a:lnTo>
                  <a:lnTo>
                    <a:pt x="45990" y="12613"/>
                  </a:lnTo>
                  <a:lnTo>
                    <a:pt x="45778" y="12240"/>
                  </a:lnTo>
                  <a:lnTo>
                    <a:pt x="45559" y="11870"/>
                  </a:lnTo>
                  <a:lnTo>
                    <a:pt x="45334" y="11504"/>
                  </a:lnTo>
                  <a:lnTo>
                    <a:pt x="45103" y="11142"/>
                  </a:lnTo>
                  <a:lnTo>
                    <a:pt x="44865" y="10784"/>
                  </a:lnTo>
                  <a:lnTo>
                    <a:pt x="44621" y="10431"/>
                  </a:lnTo>
                  <a:lnTo>
                    <a:pt x="44371" y="10081"/>
                  </a:lnTo>
                  <a:lnTo>
                    <a:pt x="44115" y="9737"/>
                  </a:lnTo>
                  <a:lnTo>
                    <a:pt x="43853" y="9396"/>
                  </a:lnTo>
                  <a:lnTo>
                    <a:pt x="43585" y="9061"/>
                  </a:lnTo>
                  <a:lnTo>
                    <a:pt x="43311" y="8730"/>
                  </a:lnTo>
                  <a:lnTo>
                    <a:pt x="43031" y="8404"/>
                  </a:lnTo>
                  <a:lnTo>
                    <a:pt x="42746" y="8082"/>
                  </a:lnTo>
                  <a:lnTo>
                    <a:pt x="42455" y="7766"/>
                  </a:lnTo>
                  <a:lnTo>
                    <a:pt x="42159" y="7455"/>
                  </a:lnTo>
                  <a:lnTo>
                    <a:pt x="41857" y="7150"/>
                  </a:lnTo>
                  <a:lnTo>
                    <a:pt x="41550" y="6849"/>
                  </a:lnTo>
                  <a:lnTo>
                    <a:pt x="41238" y="6554"/>
                  </a:lnTo>
                  <a:lnTo>
                    <a:pt x="40921" y="6265"/>
                  </a:lnTo>
                  <a:lnTo>
                    <a:pt x="40598" y="5981"/>
                  </a:lnTo>
                  <a:lnTo>
                    <a:pt x="40271" y="5703"/>
                  </a:lnTo>
                  <a:lnTo>
                    <a:pt x="39939" y="5430"/>
                  </a:lnTo>
                  <a:lnTo>
                    <a:pt x="39602" y="5164"/>
                  </a:lnTo>
                  <a:lnTo>
                    <a:pt x="39261" y="4903"/>
                  </a:lnTo>
                  <a:lnTo>
                    <a:pt x="38915" y="4649"/>
                  </a:lnTo>
                  <a:lnTo>
                    <a:pt x="38564" y="4400"/>
                  </a:lnTo>
                  <a:lnTo>
                    <a:pt x="38210" y="4158"/>
                  </a:lnTo>
                  <a:lnTo>
                    <a:pt x="37851" y="3922"/>
                  </a:lnTo>
                  <a:lnTo>
                    <a:pt x="37488" y="3692"/>
                  </a:lnTo>
                  <a:lnTo>
                    <a:pt x="37121" y="3469"/>
                  </a:lnTo>
                  <a:lnTo>
                    <a:pt x="36750" y="3252"/>
                  </a:lnTo>
                  <a:lnTo>
                    <a:pt x="36376" y="3041"/>
                  </a:lnTo>
                  <a:lnTo>
                    <a:pt x="35998" y="2837"/>
                  </a:lnTo>
                  <a:lnTo>
                    <a:pt x="35616" y="2640"/>
                  </a:lnTo>
                  <a:lnTo>
                    <a:pt x="35231" y="2450"/>
                  </a:lnTo>
                  <a:lnTo>
                    <a:pt x="34843" y="2266"/>
                  </a:lnTo>
                  <a:lnTo>
                    <a:pt x="34451" y="2089"/>
                  </a:lnTo>
                  <a:lnTo>
                    <a:pt x="34057" y="1919"/>
                  </a:lnTo>
                  <a:lnTo>
                    <a:pt x="33660" y="1756"/>
                  </a:lnTo>
                  <a:lnTo>
                    <a:pt x="33259" y="1600"/>
                  </a:lnTo>
                  <a:lnTo>
                    <a:pt x="32857" y="1451"/>
                  </a:lnTo>
                  <a:lnTo>
                    <a:pt x="32451" y="1309"/>
                  </a:lnTo>
                  <a:lnTo>
                    <a:pt x="32043" y="1174"/>
                  </a:lnTo>
                  <a:lnTo>
                    <a:pt x="31633" y="1046"/>
                  </a:lnTo>
                  <a:lnTo>
                    <a:pt x="31221" y="926"/>
                  </a:lnTo>
                  <a:lnTo>
                    <a:pt x="30807" y="813"/>
                  </a:lnTo>
                  <a:lnTo>
                    <a:pt x="30390" y="707"/>
                  </a:lnTo>
                  <a:lnTo>
                    <a:pt x="29972" y="608"/>
                  </a:lnTo>
                  <a:lnTo>
                    <a:pt x="29553" y="516"/>
                  </a:lnTo>
                  <a:lnTo>
                    <a:pt x="29131" y="432"/>
                  </a:lnTo>
                  <a:lnTo>
                    <a:pt x="28709" y="356"/>
                  </a:lnTo>
                  <a:lnTo>
                    <a:pt x="28285" y="286"/>
                  </a:lnTo>
                  <a:lnTo>
                    <a:pt x="27860" y="225"/>
                  </a:lnTo>
                  <a:lnTo>
                    <a:pt x="27434" y="170"/>
                  </a:lnTo>
                  <a:lnTo>
                    <a:pt x="27007" y="123"/>
                  </a:lnTo>
                  <a:lnTo>
                    <a:pt x="26579" y="84"/>
                  </a:lnTo>
                  <a:lnTo>
                    <a:pt x="26151" y="52"/>
                  </a:lnTo>
                  <a:lnTo>
                    <a:pt x="25722" y="28"/>
                  </a:lnTo>
                  <a:lnTo>
                    <a:pt x="25293" y="11"/>
                  </a:lnTo>
                  <a:lnTo>
                    <a:pt x="24863" y="1"/>
                  </a:lnTo>
                  <a:lnTo>
                    <a:pt x="24434" y="0"/>
                  </a:lnTo>
                  <a:lnTo>
                    <a:pt x="24004" y="5"/>
                  </a:lnTo>
                  <a:lnTo>
                    <a:pt x="23575" y="18"/>
                  </a:lnTo>
                  <a:lnTo>
                    <a:pt x="23146" y="39"/>
                  </a:lnTo>
                  <a:lnTo>
                    <a:pt x="22717" y="67"/>
                  </a:lnTo>
                  <a:lnTo>
                    <a:pt x="22289" y="103"/>
                  </a:lnTo>
                  <a:lnTo>
                    <a:pt x="21862" y="146"/>
                  </a:lnTo>
                  <a:lnTo>
                    <a:pt x="21435" y="197"/>
                  </a:lnTo>
                  <a:lnTo>
                    <a:pt x="21010" y="255"/>
                  </a:lnTo>
                  <a:lnTo>
                    <a:pt x="20585" y="320"/>
                  </a:lnTo>
                  <a:lnTo>
                    <a:pt x="20162" y="393"/>
                  </a:lnTo>
                  <a:lnTo>
                    <a:pt x="19740" y="473"/>
                  </a:lnTo>
                  <a:lnTo>
                    <a:pt x="19319" y="561"/>
                  </a:lnTo>
                  <a:lnTo>
                    <a:pt x="18901" y="656"/>
                  </a:lnTo>
                  <a:lnTo>
                    <a:pt x="18483" y="759"/>
                  </a:lnTo>
                  <a:lnTo>
                    <a:pt x="18068" y="868"/>
                  </a:lnTo>
                  <a:lnTo>
                    <a:pt x="17655" y="985"/>
                  </a:lnTo>
                  <a:lnTo>
                    <a:pt x="17244" y="1109"/>
                  </a:lnTo>
                  <a:lnTo>
                    <a:pt x="16835" y="1241"/>
                  </a:lnTo>
                  <a:lnTo>
                    <a:pt x="16428" y="1379"/>
                  </a:lnTo>
                  <a:lnTo>
                    <a:pt x="16024" y="1525"/>
                  </a:lnTo>
                  <a:lnTo>
                    <a:pt x="15622" y="1677"/>
                  </a:lnTo>
                  <a:lnTo>
                    <a:pt x="15224" y="1837"/>
                  </a:lnTo>
                  <a:lnTo>
                    <a:pt x="14828" y="2003"/>
                  </a:lnTo>
                  <a:lnTo>
                    <a:pt x="14435" y="2177"/>
                  </a:lnTo>
                  <a:lnTo>
                    <a:pt x="14045" y="2357"/>
                  </a:lnTo>
                  <a:lnTo>
                    <a:pt x="13658" y="2544"/>
                  </a:lnTo>
                  <a:lnTo>
                    <a:pt x="13275" y="2738"/>
                  </a:lnTo>
                  <a:lnTo>
                    <a:pt x="12895" y="2938"/>
                  </a:lnTo>
                  <a:lnTo>
                    <a:pt x="12519" y="3146"/>
                  </a:lnTo>
                  <a:lnTo>
                    <a:pt x="12146" y="3359"/>
                  </a:lnTo>
                  <a:lnTo>
                    <a:pt x="11777" y="3579"/>
                  </a:lnTo>
                  <a:lnTo>
                    <a:pt x="11412" y="3806"/>
                  </a:lnTo>
                  <a:lnTo>
                    <a:pt x="11051" y="4039"/>
                  </a:lnTo>
                  <a:lnTo>
                    <a:pt x="10695" y="4278"/>
                  </a:lnTo>
                  <a:lnTo>
                    <a:pt x="10342" y="4524"/>
                  </a:lnTo>
                  <a:lnTo>
                    <a:pt x="9994" y="4775"/>
                  </a:lnTo>
                  <a:lnTo>
                    <a:pt x="9650" y="5033"/>
                  </a:lnTo>
                  <a:lnTo>
                    <a:pt x="9311" y="5296"/>
                  </a:lnTo>
                  <a:lnTo>
                    <a:pt x="8977" y="5566"/>
                  </a:lnTo>
                  <a:lnTo>
                    <a:pt x="8647" y="5841"/>
                  </a:lnTo>
                  <a:lnTo>
                    <a:pt x="8322" y="6122"/>
                  </a:lnTo>
                  <a:lnTo>
                    <a:pt x="8002" y="6409"/>
                  </a:lnTo>
                  <a:lnTo>
                    <a:pt x="7687" y="6701"/>
                  </a:lnTo>
                  <a:lnTo>
                    <a:pt x="7378" y="6999"/>
                  </a:lnTo>
                  <a:lnTo>
                    <a:pt x="7073" y="7302"/>
                  </a:lnTo>
                  <a:lnTo>
                    <a:pt x="6774" y="7610"/>
                  </a:lnTo>
                  <a:lnTo>
                    <a:pt x="6481" y="7924"/>
                  </a:lnTo>
                  <a:lnTo>
                    <a:pt x="6193" y="8242"/>
                  </a:lnTo>
                  <a:lnTo>
                    <a:pt x="5910" y="8566"/>
                  </a:lnTo>
                  <a:lnTo>
                    <a:pt x="5633" y="8894"/>
                  </a:lnTo>
                  <a:lnTo>
                    <a:pt x="5363" y="9228"/>
                  </a:lnTo>
                  <a:lnTo>
                    <a:pt x="5097" y="9566"/>
                  </a:lnTo>
                  <a:lnTo>
                    <a:pt x="4838" y="9908"/>
                  </a:lnTo>
                  <a:lnTo>
                    <a:pt x="4585" y="10255"/>
                  </a:lnTo>
                  <a:lnTo>
                    <a:pt x="4338" y="10607"/>
                  </a:lnTo>
                  <a:lnTo>
                    <a:pt x="4098" y="10963"/>
                  </a:lnTo>
                  <a:lnTo>
                    <a:pt x="3863" y="11322"/>
                  </a:lnTo>
                  <a:lnTo>
                    <a:pt x="3635" y="11686"/>
                  </a:lnTo>
                  <a:lnTo>
                    <a:pt x="3413" y="12054"/>
                  </a:lnTo>
                  <a:lnTo>
                    <a:pt x="3198" y="12426"/>
                  </a:lnTo>
                  <a:lnTo>
                    <a:pt x="2989" y="12801"/>
                  </a:lnTo>
                  <a:lnTo>
                    <a:pt x="2787" y="13180"/>
                  </a:lnTo>
                  <a:lnTo>
                    <a:pt x="2591" y="13563"/>
                  </a:lnTo>
                  <a:lnTo>
                    <a:pt x="2402" y="13949"/>
                  </a:lnTo>
                  <a:lnTo>
                    <a:pt x="2220" y="14338"/>
                  </a:lnTo>
                  <a:lnTo>
                    <a:pt x="2045" y="14730"/>
                  </a:lnTo>
                  <a:lnTo>
                    <a:pt x="1877" y="15125"/>
                  </a:lnTo>
                  <a:lnTo>
                    <a:pt x="1716" y="15523"/>
                  </a:lnTo>
                  <a:lnTo>
                    <a:pt x="1561" y="15924"/>
                  </a:lnTo>
                  <a:lnTo>
                    <a:pt x="1414" y="16327"/>
                  </a:lnTo>
                  <a:lnTo>
                    <a:pt x="1274" y="16733"/>
                  </a:lnTo>
                  <a:lnTo>
                    <a:pt x="1141" y="17142"/>
                  </a:lnTo>
                  <a:lnTo>
                    <a:pt x="1015" y="17552"/>
                  </a:lnTo>
                  <a:lnTo>
                    <a:pt x="896" y="17965"/>
                  </a:lnTo>
                  <a:lnTo>
                    <a:pt x="785" y="18380"/>
                  </a:lnTo>
                  <a:lnTo>
                    <a:pt x="680" y="18797"/>
                  </a:lnTo>
                  <a:lnTo>
                    <a:pt x="584" y="19215"/>
                  </a:lnTo>
                  <a:lnTo>
                    <a:pt x="494" y="19635"/>
                  </a:lnTo>
                  <a:lnTo>
                    <a:pt x="412" y="20057"/>
                  </a:lnTo>
                  <a:lnTo>
                    <a:pt x="337" y="20480"/>
                  </a:lnTo>
                  <a:lnTo>
                    <a:pt x="270" y="20904"/>
                  </a:lnTo>
                  <a:lnTo>
                    <a:pt x="210" y="21329"/>
                  </a:lnTo>
                  <a:lnTo>
                    <a:pt x="157" y="21756"/>
                  </a:lnTo>
                  <a:lnTo>
                    <a:pt x="112" y="22183"/>
                  </a:lnTo>
                  <a:lnTo>
                    <a:pt x="75" y="22611"/>
                  </a:lnTo>
                  <a:lnTo>
                    <a:pt x="45" y="23039"/>
                  </a:lnTo>
                  <a:lnTo>
                    <a:pt x="22" y="23468"/>
                  </a:lnTo>
                  <a:lnTo>
                    <a:pt x="7" y="23898"/>
                  </a:lnTo>
                  <a:lnTo>
                    <a:pt x="0" y="24327"/>
                  </a:lnTo>
                  <a:lnTo>
                    <a:pt x="0" y="24757"/>
                  </a:lnTo>
                  <a:lnTo>
                    <a:pt x="7" y="25186"/>
                  </a:lnTo>
                  <a:lnTo>
                    <a:pt x="22" y="25615"/>
                  </a:lnTo>
                  <a:lnTo>
                    <a:pt x="45" y="26044"/>
                  </a:lnTo>
                  <a:lnTo>
                    <a:pt x="75" y="26473"/>
                  </a:lnTo>
                  <a:lnTo>
                    <a:pt x="112" y="26901"/>
                  </a:lnTo>
                  <a:lnTo>
                    <a:pt x="157" y="27328"/>
                  </a:lnTo>
                  <a:lnTo>
                    <a:pt x="210" y="27754"/>
                  </a:lnTo>
                  <a:lnTo>
                    <a:pt x="270" y="28179"/>
                  </a:lnTo>
                  <a:lnTo>
                    <a:pt x="337" y="28604"/>
                  </a:lnTo>
                  <a:lnTo>
                    <a:pt x="412" y="29027"/>
                  </a:lnTo>
                  <a:lnTo>
                    <a:pt x="494" y="29448"/>
                  </a:lnTo>
                  <a:lnTo>
                    <a:pt x="584" y="29868"/>
                  </a:lnTo>
                  <a:lnTo>
                    <a:pt x="680" y="30287"/>
                  </a:lnTo>
                  <a:lnTo>
                    <a:pt x="785" y="30704"/>
                  </a:lnTo>
                  <a:lnTo>
                    <a:pt x="896" y="31118"/>
                  </a:lnTo>
                  <a:lnTo>
                    <a:pt x="1015" y="31531"/>
                  </a:lnTo>
                  <a:lnTo>
                    <a:pt x="1141" y="31942"/>
                  </a:lnTo>
                  <a:lnTo>
                    <a:pt x="1274" y="32350"/>
                  </a:lnTo>
                  <a:lnTo>
                    <a:pt x="1414" y="32756"/>
                  </a:lnTo>
                  <a:lnTo>
                    <a:pt x="1561" y="33160"/>
                  </a:lnTo>
                  <a:lnTo>
                    <a:pt x="1716" y="33561"/>
                  </a:lnTo>
                  <a:lnTo>
                    <a:pt x="1877" y="33959"/>
                  </a:lnTo>
                  <a:lnTo>
                    <a:pt x="2045" y="34354"/>
                  </a:lnTo>
                  <a:lnTo>
                    <a:pt x="2220" y="34746"/>
                  </a:lnTo>
                  <a:lnTo>
                    <a:pt x="2402" y="35135"/>
                  </a:lnTo>
                  <a:lnTo>
                    <a:pt x="2591" y="35521"/>
                  </a:lnTo>
                  <a:lnTo>
                    <a:pt x="2787" y="35903"/>
                  </a:lnTo>
                  <a:lnTo>
                    <a:pt x="2989" y="36282"/>
                  </a:lnTo>
                  <a:lnTo>
                    <a:pt x="3198" y="36658"/>
                  </a:lnTo>
                  <a:lnTo>
                    <a:pt x="3413" y="37029"/>
                  </a:lnTo>
                  <a:lnTo>
                    <a:pt x="3635" y="37397"/>
                  </a:lnTo>
                  <a:lnTo>
                    <a:pt x="3863" y="37761"/>
                  </a:lnTo>
                  <a:lnTo>
                    <a:pt x="4098" y="38121"/>
                  </a:lnTo>
                  <a:lnTo>
                    <a:pt x="4338" y="38477"/>
                  </a:lnTo>
                  <a:lnTo>
                    <a:pt x="4585" y="38828"/>
                  </a:lnTo>
                  <a:lnTo>
                    <a:pt x="4838" y="39175"/>
                  </a:lnTo>
                  <a:lnTo>
                    <a:pt x="5097" y="39518"/>
                  </a:lnTo>
                  <a:lnTo>
                    <a:pt x="5363" y="39856"/>
                  </a:lnTo>
                  <a:lnTo>
                    <a:pt x="5633" y="40189"/>
                  </a:lnTo>
                  <a:lnTo>
                    <a:pt x="5910" y="40518"/>
                  </a:lnTo>
                  <a:lnTo>
                    <a:pt x="6193" y="40841"/>
                  </a:lnTo>
                  <a:lnTo>
                    <a:pt x="6481" y="41160"/>
                  </a:lnTo>
                  <a:lnTo>
                    <a:pt x="6774" y="41473"/>
                  </a:lnTo>
                  <a:lnTo>
                    <a:pt x="7073" y="41782"/>
                  </a:lnTo>
                  <a:lnTo>
                    <a:pt x="7378" y="42085"/>
                  </a:lnTo>
                  <a:lnTo>
                    <a:pt x="7687" y="42382"/>
                  </a:lnTo>
                  <a:lnTo>
                    <a:pt x="8002" y="42675"/>
                  </a:lnTo>
                  <a:lnTo>
                    <a:pt x="8322" y="42961"/>
                  </a:lnTo>
                  <a:lnTo>
                    <a:pt x="8647" y="43242"/>
                  </a:lnTo>
                  <a:lnTo>
                    <a:pt x="8977" y="43518"/>
                  </a:lnTo>
                  <a:lnTo>
                    <a:pt x="9311" y="43787"/>
                  </a:lnTo>
                  <a:lnTo>
                    <a:pt x="9650" y="44051"/>
                  </a:lnTo>
                  <a:lnTo>
                    <a:pt x="9994" y="44308"/>
                  </a:lnTo>
                  <a:lnTo>
                    <a:pt x="10342" y="44560"/>
                  </a:lnTo>
                  <a:lnTo>
                    <a:pt x="10695" y="44805"/>
                  </a:lnTo>
                  <a:lnTo>
                    <a:pt x="11051" y="45045"/>
                  </a:lnTo>
                  <a:lnTo>
                    <a:pt x="11412" y="45278"/>
                  </a:lnTo>
                  <a:lnTo>
                    <a:pt x="11777" y="45504"/>
                  </a:lnTo>
                  <a:lnTo>
                    <a:pt x="12146" y="45724"/>
                  </a:lnTo>
                  <a:lnTo>
                    <a:pt x="12519" y="45938"/>
                  </a:lnTo>
                  <a:lnTo>
                    <a:pt x="12895" y="46145"/>
                  </a:lnTo>
                  <a:lnTo>
                    <a:pt x="13275" y="46346"/>
                  </a:lnTo>
                  <a:lnTo>
                    <a:pt x="13658" y="46539"/>
                  </a:lnTo>
                  <a:lnTo>
                    <a:pt x="14045" y="46727"/>
                  </a:lnTo>
                  <a:lnTo>
                    <a:pt x="14435" y="46907"/>
                  </a:lnTo>
                  <a:lnTo>
                    <a:pt x="14828" y="47080"/>
                  </a:lnTo>
                  <a:lnTo>
                    <a:pt x="15224" y="47247"/>
                  </a:lnTo>
                  <a:lnTo>
                    <a:pt x="15622" y="47406"/>
                  </a:lnTo>
                  <a:lnTo>
                    <a:pt x="16024" y="47559"/>
                  </a:lnTo>
                  <a:lnTo>
                    <a:pt x="16428" y="47705"/>
                  </a:lnTo>
                  <a:lnTo>
                    <a:pt x="16835" y="47843"/>
                  </a:lnTo>
                  <a:lnTo>
                    <a:pt x="17244" y="47974"/>
                  </a:lnTo>
                  <a:lnTo>
                    <a:pt x="17655" y="48098"/>
                  </a:lnTo>
                  <a:lnTo>
                    <a:pt x="18068" y="48215"/>
                  </a:lnTo>
                  <a:lnTo>
                    <a:pt x="18483" y="48325"/>
                  </a:lnTo>
                  <a:lnTo>
                    <a:pt x="18901" y="48427"/>
                  </a:lnTo>
                  <a:lnTo>
                    <a:pt x="19319" y="48522"/>
                  </a:lnTo>
                  <a:lnTo>
                    <a:pt x="19740" y="48610"/>
                  </a:lnTo>
                  <a:lnTo>
                    <a:pt x="20162" y="48690"/>
                  </a:lnTo>
                  <a:lnTo>
                    <a:pt x="20585" y="48763"/>
                  </a:lnTo>
                  <a:lnTo>
                    <a:pt x="21010" y="48829"/>
                  </a:lnTo>
                  <a:lnTo>
                    <a:pt x="21435" y="48887"/>
                  </a:lnTo>
                  <a:lnTo>
                    <a:pt x="21862" y="48938"/>
                  </a:lnTo>
                  <a:lnTo>
                    <a:pt x="22289" y="48981"/>
                  </a:lnTo>
                  <a:lnTo>
                    <a:pt x="22717" y="49016"/>
                  </a:lnTo>
                  <a:lnTo>
                    <a:pt x="23146" y="49045"/>
                  </a:lnTo>
                  <a:lnTo>
                    <a:pt x="23575" y="49065"/>
                  </a:lnTo>
                  <a:lnTo>
                    <a:pt x="24004" y="49078"/>
                  </a:lnTo>
                  <a:lnTo>
                    <a:pt x="24434" y="49084"/>
                  </a:lnTo>
                  <a:lnTo>
                    <a:pt x="24863" y="49082"/>
                  </a:lnTo>
                  <a:lnTo>
                    <a:pt x="25293" y="49073"/>
                  </a:lnTo>
                  <a:lnTo>
                    <a:pt x="25722" y="49056"/>
                  </a:lnTo>
                  <a:lnTo>
                    <a:pt x="26151" y="49032"/>
                  </a:lnTo>
                  <a:lnTo>
                    <a:pt x="26579" y="49000"/>
                  </a:lnTo>
                  <a:lnTo>
                    <a:pt x="27007" y="48960"/>
                  </a:lnTo>
                  <a:lnTo>
                    <a:pt x="27434" y="48913"/>
                  </a:lnTo>
                  <a:lnTo>
                    <a:pt x="27860" y="48859"/>
                  </a:lnTo>
                  <a:lnTo>
                    <a:pt x="28285" y="48797"/>
                  </a:lnTo>
                  <a:lnTo>
                    <a:pt x="28709" y="48728"/>
                  </a:lnTo>
                  <a:lnTo>
                    <a:pt x="29131" y="48651"/>
                  </a:lnTo>
                  <a:lnTo>
                    <a:pt x="29553" y="48567"/>
                  </a:lnTo>
                  <a:lnTo>
                    <a:pt x="29972" y="48476"/>
                  </a:lnTo>
                  <a:lnTo>
                    <a:pt x="30390" y="48377"/>
                  </a:lnTo>
                  <a:lnTo>
                    <a:pt x="30807" y="48271"/>
                  </a:lnTo>
                  <a:lnTo>
                    <a:pt x="31221" y="48158"/>
                  </a:lnTo>
                  <a:lnTo>
                    <a:pt x="31633" y="48037"/>
                  </a:lnTo>
                  <a:lnTo>
                    <a:pt x="32043" y="47910"/>
                  </a:lnTo>
                  <a:lnTo>
                    <a:pt x="32451" y="47775"/>
                  </a:lnTo>
                  <a:lnTo>
                    <a:pt x="32857" y="47633"/>
                  </a:lnTo>
                  <a:lnTo>
                    <a:pt x="33259" y="47484"/>
                  </a:lnTo>
                  <a:lnTo>
                    <a:pt x="33660" y="47328"/>
                  </a:lnTo>
                  <a:lnTo>
                    <a:pt x="34057" y="47164"/>
                  </a:lnTo>
                  <a:lnTo>
                    <a:pt x="34451" y="46994"/>
                  </a:lnTo>
                  <a:lnTo>
                    <a:pt x="34843" y="46818"/>
                  </a:lnTo>
                  <a:lnTo>
                    <a:pt x="35231" y="46634"/>
                  </a:lnTo>
                  <a:lnTo>
                    <a:pt x="35616" y="46443"/>
                  </a:lnTo>
                  <a:lnTo>
                    <a:pt x="35998" y="46246"/>
                  </a:lnTo>
                  <a:lnTo>
                    <a:pt x="36376" y="46042"/>
                  </a:lnTo>
                  <a:lnTo>
                    <a:pt x="36750" y="45832"/>
                  </a:lnTo>
                  <a:lnTo>
                    <a:pt x="37121" y="45615"/>
                  </a:lnTo>
                  <a:lnTo>
                    <a:pt x="37488" y="45392"/>
                  </a:lnTo>
                  <a:lnTo>
                    <a:pt x="37851" y="45162"/>
                  </a:lnTo>
                  <a:lnTo>
                    <a:pt x="38210" y="44926"/>
                  </a:lnTo>
                  <a:lnTo>
                    <a:pt x="38564" y="44683"/>
                  </a:lnTo>
                  <a:lnTo>
                    <a:pt x="38915" y="44435"/>
                  </a:lnTo>
                  <a:lnTo>
                    <a:pt x="39261" y="44180"/>
                  </a:lnTo>
                  <a:lnTo>
                    <a:pt x="39602" y="43920"/>
                  </a:lnTo>
                  <a:lnTo>
                    <a:pt x="39939" y="43653"/>
                  </a:lnTo>
                  <a:lnTo>
                    <a:pt x="40271" y="43381"/>
                  </a:lnTo>
                  <a:lnTo>
                    <a:pt x="40598" y="43103"/>
                  </a:lnTo>
                  <a:lnTo>
                    <a:pt x="40921" y="42819"/>
                  </a:lnTo>
                  <a:lnTo>
                    <a:pt x="41238" y="42529"/>
                  </a:lnTo>
                  <a:lnTo>
                    <a:pt x="41550" y="42234"/>
                  </a:lnTo>
                  <a:lnTo>
                    <a:pt x="41857" y="41934"/>
                  </a:lnTo>
                  <a:lnTo>
                    <a:pt x="42159" y="41628"/>
                  </a:lnTo>
                  <a:lnTo>
                    <a:pt x="42455" y="41317"/>
                  </a:lnTo>
                  <a:lnTo>
                    <a:pt x="42746" y="41001"/>
                  </a:lnTo>
                  <a:lnTo>
                    <a:pt x="43031" y="40680"/>
                  </a:lnTo>
                  <a:lnTo>
                    <a:pt x="43311" y="40354"/>
                  </a:lnTo>
                  <a:lnTo>
                    <a:pt x="43585" y="40023"/>
                  </a:lnTo>
                  <a:lnTo>
                    <a:pt x="43853" y="39687"/>
                  </a:lnTo>
                  <a:lnTo>
                    <a:pt x="44115" y="39347"/>
                  </a:lnTo>
                  <a:lnTo>
                    <a:pt x="44371" y="39002"/>
                  </a:lnTo>
                  <a:lnTo>
                    <a:pt x="44621" y="38653"/>
                  </a:lnTo>
                  <a:lnTo>
                    <a:pt x="44865" y="38299"/>
                  </a:lnTo>
                  <a:lnTo>
                    <a:pt x="45103" y="37942"/>
                  </a:lnTo>
                  <a:lnTo>
                    <a:pt x="45334" y="37580"/>
                  </a:lnTo>
                  <a:lnTo>
                    <a:pt x="45559" y="37214"/>
                  </a:lnTo>
                  <a:lnTo>
                    <a:pt x="45778" y="36844"/>
                  </a:lnTo>
                  <a:lnTo>
                    <a:pt x="45990" y="36471"/>
                  </a:lnTo>
                  <a:lnTo>
                    <a:pt x="46195" y="36093"/>
                  </a:lnTo>
                  <a:lnTo>
                    <a:pt x="46394" y="35713"/>
                  </a:lnTo>
                  <a:lnTo>
                    <a:pt x="46586" y="35328"/>
                  </a:lnTo>
                  <a:lnTo>
                    <a:pt x="46772" y="34941"/>
                  </a:lnTo>
                  <a:lnTo>
                    <a:pt x="46950" y="34550"/>
                  </a:lnTo>
                  <a:lnTo>
                    <a:pt x="47122" y="34157"/>
                  </a:lnTo>
                  <a:lnTo>
                    <a:pt x="47287" y="33760"/>
                  </a:lnTo>
                  <a:lnTo>
                    <a:pt x="47445" y="33360"/>
                  </a:lnTo>
                  <a:lnTo>
                    <a:pt x="47595" y="32958"/>
                  </a:lnTo>
                  <a:lnTo>
                    <a:pt x="47739" y="32554"/>
                  </a:lnTo>
                  <a:lnTo>
                    <a:pt x="47876" y="32146"/>
                  </a:lnTo>
                  <a:lnTo>
                    <a:pt x="48005" y="31737"/>
                  </a:lnTo>
                  <a:lnTo>
                    <a:pt x="48128" y="31325"/>
                  </a:lnTo>
                  <a:lnTo>
                    <a:pt x="48243" y="30911"/>
                  </a:lnTo>
                  <a:lnTo>
                    <a:pt x="48351" y="30495"/>
                  </a:lnTo>
                  <a:lnTo>
                    <a:pt x="48451" y="30078"/>
                  </a:lnTo>
                  <a:lnTo>
                    <a:pt x="48544" y="29658"/>
                  </a:lnTo>
                  <a:lnTo>
                    <a:pt x="48630" y="29238"/>
                  </a:lnTo>
                  <a:lnTo>
                    <a:pt x="48709" y="28815"/>
                  </a:lnTo>
                  <a:lnTo>
                    <a:pt x="48780" y="28392"/>
                  </a:lnTo>
                  <a:lnTo>
                    <a:pt x="48843" y="27967"/>
                  </a:lnTo>
                  <a:lnTo>
                    <a:pt x="48900" y="27541"/>
                  </a:lnTo>
                  <a:lnTo>
                    <a:pt x="48948" y="27114"/>
                  </a:lnTo>
                  <a:lnTo>
                    <a:pt x="48990" y="26687"/>
                  </a:lnTo>
                  <a:lnTo>
                    <a:pt x="49024" y="26259"/>
                  </a:lnTo>
                  <a:lnTo>
                    <a:pt x="49050" y="25830"/>
                  </a:lnTo>
                  <a:lnTo>
                    <a:pt x="49069" y="25401"/>
                  </a:lnTo>
                  <a:lnTo>
                    <a:pt x="49080" y="24971"/>
                  </a:lnTo>
                  <a:lnTo>
                    <a:pt x="49084" y="24542"/>
                  </a:lnTo>
                </a:path>
              </a:pathLst>
            </a:custGeom>
            <a:ln w="13550" cap="flat">
              <a:solidFill>
                <a:srgbClr val="7FC5D8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4437021" y="399887"/>
              <a:ext cx="269962" cy="269965"/>
            </a:xfrm>
            <a:custGeom>
              <a:avLst/>
              <a:pathLst>
                <a:path w="269962" h="269965">
                  <a:moveTo>
                    <a:pt x="269962" y="134982"/>
                  </a:moveTo>
                  <a:lnTo>
                    <a:pt x="269942" y="132620"/>
                  </a:lnTo>
                  <a:lnTo>
                    <a:pt x="269880" y="130258"/>
                  </a:lnTo>
                  <a:lnTo>
                    <a:pt x="269776" y="127898"/>
                  </a:lnTo>
                  <a:lnTo>
                    <a:pt x="269632" y="125540"/>
                  </a:lnTo>
                  <a:lnTo>
                    <a:pt x="269446" y="123185"/>
                  </a:lnTo>
                  <a:lnTo>
                    <a:pt x="269219" y="120833"/>
                  </a:lnTo>
                  <a:lnTo>
                    <a:pt x="268951" y="118486"/>
                  </a:lnTo>
                  <a:lnTo>
                    <a:pt x="268641" y="116144"/>
                  </a:lnTo>
                  <a:lnTo>
                    <a:pt x="268291" y="113808"/>
                  </a:lnTo>
                  <a:lnTo>
                    <a:pt x="267900" y="111478"/>
                  </a:lnTo>
                  <a:lnTo>
                    <a:pt x="267468" y="109155"/>
                  </a:lnTo>
                  <a:lnTo>
                    <a:pt x="266996" y="106840"/>
                  </a:lnTo>
                  <a:lnTo>
                    <a:pt x="266483" y="104534"/>
                  </a:lnTo>
                  <a:lnTo>
                    <a:pt x="265930" y="102237"/>
                  </a:lnTo>
                  <a:lnTo>
                    <a:pt x="265337" y="99951"/>
                  </a:lnTo>
                  <a:lnTo>
                    <a:pt x="264704" y="97675"/>
                  </a:lnTo>
                  <a:lnTo>
                    <a:pt x="264031" y="95410"/>
                  </a:lnTo>
                  <a:lnTo>
                    <a:pt x="263319" y="93158"/>
                  </a:lnTo>
                  <a:lnTo>
                    <a:pt x="262568" y="90918"/>
                  </a:lnTo>
                  <a:lnTo>
                    <a:pt x="261777" y="88692"/>
                  </a:lnTo>
                  <a:lnTo>
                    <a:pt x="260947" y="86480"/>
                  </a:lnTo>
                  <a:lnTo>
                    <a:pt x="260079" y="84282"/>
                  </a:lnTo>
                  <a:lnTo>
                    <a:pt x="259173" y="82101"/>
                  </a:lnTo>
                  <a:lnTo>
                    <a:pt x="258228" y="79935"/>
                  </a:lnTo>
                  <a:lnTo>
                    <a:pt x="257246" y="77787"/>
                  </a:lnTo>
                  <a:lnTo>
                    <a:pt x="256226" y="75656"/>
                  </a:lnTo>
                  <a:lnTo>
                    <a:pt x="255169" y="73543"/>
                  </a:lnTo>
                  <a:lnTo>
                    <a:pt x="254076" y="71449"/>
                  </a:lnTo>
                  <a:lnTo>
                    <a:pt x="252946" y="69374"/>
                  </a:lnTo>
                  <a:lnTo>
                    <a:pt x="251779" y="67320"/>
                  </a:lnTo>
                  <a:lnTo>
                    <a:pt x="250577" y="65286"/>
                  </a:lnTo>
                  <a:lnTo>
                    <a:pt x="249340" y="63274"/>
                  </a:lnTo>
                  <a:lnTo>
                    <a:pt x="248067" y="61283"/>
                  </a:lnTo>
                  <a:lnTo>
                    <a:pt x="246760" y="59315"/>
                  </a:lnTo>
                  <a:lnTo>
                    <a:pt x="245419" y="57371"/>
                  </a:lnTo>
                  <a:lnTo>
                    <a:pt x="244044" y="55450"/>
                  </a:lnTo>
                  <a:lnTo>
                    <a:pt x="242635" y="53553"/>
                  </a:lnTo>
                  <a:lnTo>
                    <a:pt x="241193" y="51681"/>
                  </a:lnTo>
                  <a:lnTo>
                    <a:pt x="239719" y="49835"/>
                  </a:lnTo>
                  <a:lnTo>
                    <a:pt x="238213" y="48015"/>
                  </a:lnTo>
                  <a:lnTo>
                    <a:pt x="236675" y="46222"/>
                  </a:lnTo>
                  <a:lnTo>
                    <a:pt x="235106" y="44456"/>
                  </a:lnTo>
                  <a:lnTo>
                    <a:pt x="233507" y="42717"/>
                  </a:lnTo>
                  <a:lnTo>
                    <a:pt x="231877" y="41007"/>
                  </a:lnTo>
                  <a:lnTo>
                    <a:pt x="230217" y="39326"/>
                  </a:lnTo>
                  <a:lnTo>
                    <a:pt x="228529" y="37673"/>
                  </a:lnTo>
                  <a:lnTo>
                    <a:pt x="226811" y="36051"/>
                  </a:lnTo>
                  <a:lnTo>
                    <a:pt x="225066" y="34459"/>
                  </a:lnTo>
                  <a:lnTo>
                    <a:pt x="223293" y="32898"/>
                  </a:lnTo>
                  <a:lnTo>
                    <a:pt x="221493" y="31368"/>
                  </a:lnTo>
                  <a:lnTo>
                    <a:pt x="219666" y="29870"/>
                  </a:lnTo>
                  <a:lnTo>
                    <a:pt x="217814" y="28404"/>
                  </a:lnTo>
                  <a:lnTo>
                    <a:pt x="215936" y="26970"/>
                  </a:lnTo>
                  <a:lnTo>
                    <a:pt x="214033" y="25570"/>
                  </a:lnTo>
                  <a:lnTo>
                    <a:pt x="212106" y="24203"/>
                  </a:lnTo>
                  <a:lnTo>
                    <a:pt x="210155" y="22870"/>
                  </a:lnTo>
                  <a:lnTo>
                    <a:pt x="208182" y="21572"/>
                  </a:lnTo>
                  <a:lnTo>
                    <a:pt x="206186" y="20308"/>
                  </a:lnTo>
                  <a:lnTo>
                    <a:pt x="204168" y="19079"/>
                  </a:lnTo>
                  <a:lnTo>
                    <a:pt x="202129" y="17886"/>
                  </a:lnTo>
                  <a:lnTo>
                    <a:pt x="200069" y="16729"/>
                  </a:lnTo>
                  <a:lnTo>
                    <a:pt x="197990" y="15608"/>
                  </a:lnTo>
                  <a:lnTo>
                    <a:pt x="195891" y="14523"/>
                  </a:lnTo>
                  <a:lnTo>
                    <a:pt x="193774" y="13476"/>
                  </a:lnTo>
                  <a:lnTo>
                    <a:pt x="191638" y="12465"/>
                  </a:lnTo>
                  <a:lnTo>
                    <a:pt x="189485" y="11493"/>
                  </a:lnTo>
                  <a:lnTo>
                    <a:pt x="187316" y="10558"/>
                  </a:lnTo>
                  <a:lnTo>
                    <a:pt x="185130" y="9661"/>
                  </a:lnTo>
                  <a:lnTo>
                    <a:pt x="182929" y="8802"/>
                  </a:lnTo>
                  <a:lnTo>
                    <a:pt x="180714" y="7982"/>
                  </a:lnTo>
                  <a:lnTo>
                    <a:pt x="178484" y="7201"/>
                  </a:lnTo>
                  <a:lnTo>
                    <a:pt x="176241" y="6460"/>
                  </a:lnTo>
                  <a:lnTo>
                    <a:pt x="173985" y="5757"/>
                  </a:lnTo>
                  <a:lnTo>
                    <a:pt x="171718" y="5094"/>
                  </a:lnTo>
                  <a:lnTo>
                    <a:pt x="169439" y="4471"/>
                  </a:lnTo>
                  <a:lnTo>
                    <a:pt x="167150" y="3888"/>
                  </a:lnTo>
                  <a:lnTo>
                    <a:pt x="164851" y="3345"/>
                  </a:lnTo>
                  <a:lnTo>
                    <a:pt x="162542" y="2842"/>
                  </a:lnTo>
                  <a:lnTo>
                    <a:pt x="160225" y="2380"/>
                  </a:lnTo>
                  <a:lnTo>
                    <a:pt x="157901" y="1959"/>
                  </a:lnTo>
                  <a:lnTo>
                    <a:pt x="155569" y="1578"/>
                  </a:lnTo>
                  <a:lnTo>
                    <a:pt x="153231" y="1238"/>
                  </a:lnTo>
                  <a:lnTo>
                    <a:pt x="150888" y="939"/>
                  </a:lnTo>
                  <a:lnTo>
                    <a:pt x="148540" y="681"/>
                  </a:lnTo>
                  <a:lnTo>
                    <a:pt x="146187" y="464"/>
                  </a:lnTo>
                  <a:lnTo>
                    <a:pt x="143831" y="289"/>
                  </a:lnTo>
                  <a:lnTo>
                    <a:pt x="141473" y="155"/>
                  </a:lnTo>
                  <a:lnTo>
                    <a:pt x="139112" y="62"/>
                  </a:lnTo>
                  <a:lnTo>
                    <a:pt x="136750" y="10"/>
                  </a:lnTo>
                  <a:lnTo>
                    <a:pt x="134388" y="0"/>
                  </a:lnTo>
                  <a:lnTo>
                    <a:pt x="132025" y="31"/>
                  </a:lnTo>
                  <a:lnTo>
                    <a:pt x="129664" y="103"/>
                  </a:lnTo>
                  <a:lnTo>
                    <a:pt x="127304" y="217"/>
                  </a:lnTo>
                  <a:lnTo>
                    <a:pt x="124947" y="371"/>
                  </a:lnTo>
                  <a:lnTo>
                    <a:pt x="122593" y="568"/>
                  </a:lnTo>
                  <a:lnTo>
                    <a:pt x="120242" y="805"/>
                  </a:lnTo>
                  <a:lnTo>
                    <a:pt x="117896" y="1083"/>
                  </a:lnTo>
                  <a:lnTo>
                    <a:pt x="115556" y="1403"/>
                  </a:lnTo>
                  <a:lnTo>
                    <a:pt x="113221" y="1763"/>
                  </a:lnTo>
                  <a:lnTo>
                    <a:pt x="110893" y="2164"/>
                  </a:lnTo>
                  <a:lnTo>
                    <a:pt x="108572" y="2606"/>
                  </a:lnTo>
                  <a:lnTo>
                    <a:pt x="106259" y="3089"/>
                  </a:lnTo>
                  <a:lnTo>
                    <a:pt x="103955" y="3612"/>
                  </a:lnTo>
                  <a:lnTo>
                    <a:pt x="101661" y="4175"/>
                  </a:lnTo>
                  <a:lnTo>
                    <a:pt x="99377" y="4778"/>
                  </a:lnTo>
                  <a:lnTo>
                    <a:pt x="97104" y="5421"/>
                  </a:lnTo>
                  <a:lnTo>
                    <a:pt x="94842" y="6103"/>
                  </a:lnTo>
                  <a:lnTo>
                    <a:pt x="92592" y="6826"/>
                  </a:lnTo>
                  <a:lnTo>
                    <a:pt x="90356" y="7587"/>
                  </a:lnTo>
                  <a:lnTo>
                    <a:pt x="88133" y="8387"/>
                  </a:lnTo>
                  <a:lnTo>
                    <a:pt x="85925" y="9227"/>
                  </a:lnTo>
                  <a:lnTo>
                    <a:pt x="83732" y="10104"/>
                  </a:lnTo>
                  <a:lnTo>
                    <a:pt x="81554" y="11020"/>
                  </a:lnTo>
                  <a:lnTo>
                    <a:pt x="79393" y="11974"/>
                  </a:lnTo>
                  <a:lnTo>
                    <a:pt x="77249" y="12966"/>
                  </a:lnTo>
                  <a:lnTo>
                    <a:pt x="75122" y="13995"/>
                  </a:lnTo>
                  <a:lnTo>
                    <a:pt x="73014" y="15061"/>
                  </a:lnTo>
                  <a:lnTo>
                    <a:pt x="70924" y="16164"/>
                  </a:lnTo>
                  <a:lnTo>
                    <a:pt x="68855" y="17303"/>
                  </a:lnTo>
                  <a:lnTo>
                    <a:pt x="66805" y="18478"/>
                  </a:lnTo>
                  <a:lnTo>
                    <a:pt x="64777" y="19689"/>
                  </a:lnTo>
                  <a:lnTo>
                    <a:pt x="62770" y="20936"/>
                  </a:lnTo>
                  <a:lnTo>
                    <a:pt x="60785" y="22217"/>
                  </a:lnTo>
                  <a:lnTo>
                    <a:pt x="58823" y="23532"/>
                  </a:lnTo>
                  <a:lnTo>
                    <a:pt x="56884" y="24882"/>
                  </a:lnTo>
                  <a:lnTo>
                    <a:pt x="54969" y="26266"/>
                  </a:lnTo>
                  <a:lnTo>
                    <a:pt x="53079" y="27683"/>
                  </a:lnTo>
                  <a:lnTo>
                    <a:pt x="51214" y="29133"/>
                  </a:lnTo>
                  <a:lnTo>
                    <a:pt x="49374" y="30615"/>
                  </a:lnTo>
                  <a:lnTo>
                    <a:pt x="47560" y="32129"/>
                  </a:lnTo>
                  <a:lnTo>
                    <a:pt x="45774" y="33675"/>
                  </a:lnTo>
                  <a:lnTo>
                    <a:pt x="44015" y="35251"/>
                  </a:lnTo>
                  <a:lnTo>
                    <a:pt x="42283" y="36858"/>
                  </a:lnTo>
                  <a:lnTo>
                    <a:pt x="40580" y="38496"/>
                  </a:lnTo>
                  <a:lnTo>
                    <a:pt x="38906" y="40163"/>
                  </a:lnTo>
                  <a:lnTo>
                    <a:pt x="37261" y="41858"/>
                  </a:lnTo>
                  <a:lnTo>
                    <a:pt x="35646" y="43583"/>
                  </a:lnTo>
                  <a:lnTo>
                    <a:pt x="34062" y="45335"/>
                  </a:lnTo>
                  <a:lnTo>
                    <a:pt x="32508" y="47115"/>
                  </a:lnTo>
                  <a:lnTo>
                    <a:pt x="30986" y="48922"/>
                  </a:lnTo>
                  <a:lnTo>
                    <a:pt x="29496" y="50755"/>
                  </a:lnTo>
                  <a:lnTo>
                    <a:pt x="28038" y="52614"/>
                  </a:lnTo>
                  <a:lnTo>
                    <a:pt x="26613" y="54498"/>
                  </a:lnTo>
                  <a:lnTo>
                    <a:pt x="25221" y="56407"/>
                  </a:lnTo>
                  <a:lnTo>
                    <a:pt x="23863" y="58340"/>
                  </a:lnTo>
                  <a:lnTo>
                    <a:pt x="22539" y="60296"/>
                  </a:lnTo>
                  <a:lnTo>
                    <a:pt x="21249" y="62276"/>
                  </a:lnTo>
                  <a:lnTo>
                    <a:pt x="19994" y="64277"/>
                  </a:lnTo>
                  <a:lnTo>
                    <a:pt x="18774" y="66300"/>
                  </a:lnTo>
                  <a:lnTo>
                    <a:pt x="17590" y="68344"/>
                  </a:lnTo>
                  <a:lnTo>
                    <a:pt x="16441" y="70409"/>
                  </a:lnTo>
                  <a:lnTo>
                    <a:pt x="15329" y="72493"/>
                  </a:lnTo>
                  <a:lnTo>
                    <a:pt x="14254" y="74597"/>
                  </a:lnTo>
                  <a:lnTo>
                    <a:pt x="13216" y="76719"/>
                  </a:lnTo>
                  <a:lnTo>
                    <a:pt x="12215" y="78859"/>
                  </a:lnTo>
                  <a:lnTo>
                    <a:pt x="11251" y="81016"/>
                  </a:lnTo>
                  <a:lnTo>
                    <a:pt x="10326" y="83190"/>
                  </a:lnTo>
                  <a:lnTo>
                    <a:pt x="9439" y="85379"/>
                  </a:lnTo>
                  <a:lnTo>
                    <a:pt x="8590" y="87584"/>
                  </a:lnTo>
                  <a:lnTo>
                    <a:pt x="7780" y="89803"/>
                  </a:lnTo>
                  <a:lnTo>
                    <a:pt x="7008" y="92036"/>
                  </a:lnTo>
                  <a:lnTo>
                    <a:pt x="6276" y="94282"/>
                  </a:lnTo>
                  <a:lnTo>
                    <a:pt x="5584" y="96541"/>
                  </a:lnTo>
                  <a:lnTo>
                    <a:pt x="4931" y="98811"/>
                  </a:lnTo>
                  <a:lnTo>
                    <a:pt x="4318" y="101093"/>
                  </a:lnTo>
                  <a:lnTo>
                    <a:pt x="3745" y="103385"/>
                  </a:lnTo>
                  <a:lnTo>
                    <a:pt x="3212" y="105686"/>
                  </a:lnTo>
                  <a:lnTo>
                    <a:pt x="2719" y="107997"/>
                  </a:lnTo>
                  <a:lnTo>
                    <a:pt x="2267" y="110316"/>
                  </a:lnTo>
                  <a:lnTo>
                    <a:pt x="1856" y="112642"/>
                  </a:lnTo>
                  <a:lnTo>
                    <a:pt x="1485" y="114975"/>
                  </a:lnTo>
                  <a:lnTo>
                    <a:pt x="1156" y="117314"/>
                  </a:lnTo>
                  <a:lnTo>
                    <a:pt x="867" y="119659"/>
                  </a:lnTo>
                  <a:lnTo>
                    <a:pt x="619" y="122009"/>
                  </a:lnTo>
                  <a:lnTo>
                    <a:pt x="413" y="124362"/>
                  </a:lnTo>
                  <a:lnTo>
                    <a:pt x="248" y="126719"/>
                  </a:lnTo>
                  <a:lnTo>
                    <a:pt x="124" y="129078"/>
                  </a:lnTo>
                  <a:lnTo>
                    <a:pt x="41" y="131439"/>
                  </a:lnTo>
                  <a:lnTo>
                    <a:pt x="0" y="133801"/>
                  </a:lnTo>
                  <a:lnTo>
                    <a:pt x="0" y="136163"/>
                  </a:lnTo>
                  <a:lnTo>
                    <a:pt x="41" y="138525"/>
                  </a:lnTo>
                  <a:lnTo>
                    <a:pt x="124" y="140886"/>
                  </a:lnTo>
                  <a:lnTo>
                    <a:pt x="248" y="143246"/>
                  </a:lnTo>
                  <a:lnTo>
                    <a:pt x="413" y="145602"/>
                  </a:lnTo>
                  <a:lnTo>
                    <a:pt x="619" y="147956"/>
                  </a:lnTo>
                  <a:lnTo>
                    <a:pt x="867" y="150305"/>
                  </a:lnTo>
                  <a:lnTo>
                    <a:pt x="1156" y="152650"/>
                  </a:lnTo>
                  <a:lnTo>
                    <a:pt x="1485" y="154989"/>
                  </a:lnTo>
                  <a:lnTo>
                    <a:pt x="1856" y="157322"/>
                  </a:lnTo>
                  <a:lnTo>
                    <a:pt x="2267" y="159649"/>
                  </a:lnTo>
                  <a:lnTo>
                    <a:pt x="2719" y="161968"/>
                  </a:lnTo>
                  <a:lnTo>
                    <a:pt x="3212" y="164278"/>
                  </a:lnTo>
                  <a:lnTo>
                    <a:pt x="3745" y="166580"/>
                  </a:lnTo>
                  <a:lnTo>
                    <a:pt x="4318" y="168872"/>
                  </a:lnTo>
                  <a:lnTo>
                    <a:pt x="4931" y="171153"/>
                  </a:lnTo>
                  <a:lnTo>
                    <a:pt x="5584" y="173424"/>
                  </a:lnTo>
                  <a:lnTo>
                    <a:pt x="6276" y="175682"/>
                  </a:lnTo>
                  <a:lnTo>
                    <a:pt x="7008" y="177928"/>
                  </a:lnTo>
                  <a:lnTo>
                    <a:pt x="7780" y="180161"/>
                  </a:lnTo>
                  <a:lnTo>
                    <a:pt x="8590" y="182381"/>
                  </a:lnTo>
                  <a:lnTo>
                    <a:pt x="9439" y="184585"/>
                  </a:lnTo>
                  <a:lnTo>
                    <a:pt x="10326" y="186775"/>
                  </a:lnTo>
                  <a:lnTo>
                    <a:pt x="11251" y="188948"/>
                  </a:lnTo>
                  <a:lnTo>
                    <a:pt x="12215" y="191105"/>
                  </a:lnTo>
                  <a:lnTo>
                    <a:pt x="13216" y="193245"/>
                  </a:lnTo>
                  <a:lnTo>
                    <a:pt x="14254" y="195367"/>
                  </a:lnTo>
                  <a:lnTo>
                    <a:pt x="15329" y="197471"/>
                  </a:lnTo>
                  <a:lnTo>
                    <a:pt x="16441" y="199555"/>
                  </a:lnTo>
                  <a:lnTo>
                    <a:pt x="17590" y="201620"/>
                  </a:lnTo>
                  <a:lnTo>
                    <a:pt x="18774" y="203664"/>
                  </a:lnTo>
                  <a:lnTo>
                    <a:pt x="19994" y="205687"/>
                  </a:lnTo>
                  <a:lnTo>
                    <a:pt x="21249" y="207689"/>
                  </a:lnTo>
                  <a:lnTo>
                    <a:pt x="22539" y="209668"/>
                  </a:lnTo>
                  <a:lnTo>
                    <a:pt x="23863" y="211624"/>
                  </a:lnTo>
                  <a:lnTo>
                    <a:pt x="25221" y="213557"/>
                  </a:lnTo>
                  <a:lnTo>
                    <a:pt x="26613" y="215466"/>
                  </a:lnTo>
                  <a:lnTo>
                    <a:pt x="28038" y="217350"/>
                  </a:lnTo>
                  <a:lnTo>
                    <a:pt x="29496" y="219209"/>
                  </a:lnTo>
                  <a:lnTo>
                    <a:pt x="30986" y="221042"/>
                  </a:lnTo>
                  <a:lnTo>
                    <a:pt x="32508" y="222849"/>
                  </a:lnTo>
                  <a:lnTo>
                    <a:pt x="34062" y="224629"/>
                  </a:lnTo>
                  <a:lnTo>
                    <a:pt x="35646" y="226381"/>
                  </a:lnTo>
                  <a:lnTo>
                    <a:pt x="37261" y="228106"/>
                  </a:lnTo>
                  <a:lnTo>
                    <a:pt x="38906" y="229802"/>
                  </a:lnTo>
                  <a:lnTo>
                    <a:pt x="40580" y="231469"/>
                  </a:lnTo>
                  <a:lnTo>
                    <a:pt x="42283" y="233106"/>
                  </a:lnTo>
                  <a:lnTo>
                    <a:pt x="44015" y="234713"/>
                  </a:lnTo>
                  <a:lnTo>
                    <a:pt x="45774" y="236290"/>
                  </a:lnTo>
                  <a:lnTo>
                    <a:pt x="47560" y="237835"/>
                  </a:lnTo>
                  <a:lnTo>
                    <a:pt x="49374" y="239350"/>
                  </a:lnTo>
                  <a:lnTo>
                    <a:pt x="51214" y="240832"/>
                  </a:lnTo>
                  <a:lnTo>
                    <a:pt x="53079" y="242282"/>
                  </a:lnTo>
                  <a:lnTo>
                    <a:pt x="54969" y="243698"/>
                  </a:lnTo>
                  <a:lnTo>
                    <a:pt x="56884" y="245082"/>
                  </a:lnTo>
                  <a:lnTo>
                    <a:pt x="58823" y="246432"/>
                  </a:lnTo>
                  <a:lnTo>
                    <a:pt x="60785" y="247748"/>
                  </a:lnTo>
                  <a:lnTo>
                    <a:pt x="62770" y="249029"/>
                  </a:lnTo>
                  <a:lnTo>
                    <a:pt x="64777" y="250275"/>
                  </a:lnTo>
                  <a:lnTo>
                    <a:pt x="66805" y="251486"/>
                  </a:lnTo>
                  <a:lnTo>
                    <a:pt x="68855" y="252661"/>
                  </a:lnTo>
                  <a:lnTo>
                    <a:pt x="70924" y="253800"/>
                  </a:lnTo>
                  <a:lnTo>
                    <a:pt x="73014" y="254903"/>
                  </a:lnTo>
                  <a:lnTo>
                    <a:pt x="75122" y="255969"/>
                  </a:lnTo>
                  <a:lnTo>
                    <a:pt x="77249" y="256998"/>
                  </a:lnTo>
                  <a:lnTo>
                    <a:pt x="79393" y="257990"/>
                  </a:lnTo>
                  <a:lnTo>
                    <a:pt x="81554" y="258944"/>
                  </a:lnTo>
                  <a:lnTo>
                    <a:pt x="83732" y="259860"/>
                  </a:lnTo>
                  <a:lnTo>
                    <a:pt x="85925" y="260738"/>
                  </a:lnTo>
                  <a:lnTo>
                    <a:pt x="88133" y="261577"/>
                  </a:lnTo>
                  <a:lnTo>
                    <a:pt x="90356" y="262377"/>
                  </a:lnTo>
                  <a:lnTo>
                    <a:pt x="92592" y="263139"/>
                  </a:lnTo>
                  <a:lnTo>
                    <a:pt x="94842" y="263861"/>
                  </a:lnTo>
                  <a:lnTo>
                    <a:pt x="97104" y="264544"/>
                  </a:lnTo>
                  <a:lnTo>
                    <a:pt x="99377" y="265187"/>
                  </a:lnTo>
                  <a:lnTo>
                    <a:pt x="101661" y="265790"/>
                  </a:lnTo>
                  <a:lnTo>
                    <a:pt x="103955" y="266353"/>
                  </a:lnTo>
                  <a:lnTo>
                    <a:pt x="106259" y="266876"/>
                  </a:lnTo>
                  <a:lnTo>
                    <a:pt x="108572" y="267358"/>
                  </a:lnTo>
                  <a:lnTo>
                    <a:pt x="110893" y="267800"/>
                  </a:lnTo>
                  <a:lnTo>
                    <a:pt x="113221" y="268201"/>
                  </a:lnTo>
                  <a:lnTo>
                    <a:pt x="115556" y="268561"/>
                  </a:lnTo>
                  <a:lnTo>
                    <a:pt x="117896" y="268881"/>
                  </a:lnTo>
                  <a:lnTo>
                    <a:pt x="120242" y="269159"/>
                  </a:lnTo>
                  <a:lnTo>
                    <a:pt x="122593" y="269397"/>
                  </a:lnTo>
                  <a:lnTo>
                    <a:pt x="124947" y="269593"/>
                  </a:lnTo>
                  <a:lnTo>
                    <a:pt x="127304" y="269748"/>
                  </a:lnTo>
                  <a:lnTo>
                    <a:pt x="129664" y="269862"/>
                  </a:lnTo>
                  <a:lnTo>
                    <a:pt x="132025" y="269934"/>
                  </a:lnTo>
                  <a:lnTo>
                    <a:pt x="134388" y="269965"/>
                  </a:lnTo>
                  <a:lnTo>
                    <a:pt x="136750" y="269955"/>
                  </a:lnTo>
                  <a:lnTo>
                    <a:pt x="139112" y="269903"/>
                  </a:lnTo>
                  <a:lnTo>
                    <a:pt x="141473" y="269810"/>
                  </a:lnTo>
                  <a:lnTo>
                    <a:pt x="143831" y="269676"/>
                  </a:lnTo>
                  <a:lnTo>
                    <a:pt x="146187" y="269500"/>
                  </a:lnTo>
                  <a:lnTo>
                    <a:pt x="148540" y="269283"/>
                  </a:lnTo>
                  <a:lnTo>
                    <a:pt x="150888" y="269025"/>
                  </a:lnTo>
                  <a:lnTo>
                    <a:pt x="153231" y="268726"/>
                  </a:lnTo>
                  <a:lnTo>
                    <a:pt x="155569" y="268386"/>
                  </a:lnTo>
                  <a:lnTo>
                    <a:pt x="157901" y="268006"/>
                  </a:lnTo>
                  <a:lnTo>
                    <a:pt x="160225" y="267584"/>
                  </a:lnTo>
                  <a:lnTo>
                    <a:pt x="162542" y="267122"/>
                  </a:lnTo>
                  <a:lnTo>
                    <a:pt x="164851" y="266619"/>
                  </a:lnTo>
                  <a:lnTo>
                    <a:pt x="167150" y="266076"/>
                  </a:lnTo>
                  <a:lnTo>
                    <a:pt x="169439" y="265493"/>
                  </a:lnTo>
                  <a:lnTo>
                    <a:pt x="171718" y="264870"/>
                  </a:lnTo>
                  <a:lnTo>
                    <a:pt x="173985" y="264207"/>
                  </a:lnTo>
                  <a:lnTo>
                    <a:pt x="176241" y="263505"/>
                  </a:lnTo>
                  <a:lnTo>
                    <a:pt x="178484" y="262763"/>
                  </a:lnTo>
                  <a:lnTo>
                    <a:pt x="180714" y="261982"/>
                  </a:lnTo>
                  <a:lnTo>
                    <a:pt x="182929" y="261162"/>
                  </a:lnTo>
                  <a:lnTo>
                    <a:pt x="185130" y="260304"/>
                  </a:lnTo>
                  <a:lnTo>
                    <a:pt x="187316" y="259407"/>
                  </a:lnTo>
                  <a:lnTo>
                    <a:pt x="189485" y="258472"/>
                  </a:lnTo>
                  <a:lnTo>
                    <a:pt x="191638" y="257499"/>
                  </a:lnTo>
                  <a:lnTo>
                    <a:pt x="193774" y="256489"/>
                  </a:lnTo>
                  <a:lnTo>
                    <a:pt x="195891" y="255441"/>
                  </a:lnTo>
                  <a:lnTo>
                    <a:pt x="197990" y="254356"/>
                  </a:lnTo>
                  <a:lnTo>
                    <a:pt x="200069" y="253235"/>
                  </a:lnTo>
                  <a:lnTo>
                    <a:pt x="202129" y="252078"/>
                  </a:lnTo>
                  <a:lnTo>
                    <a:pt x="204168" y="250885"/>
                  </a:lnTo>
                  <a:lnTo>
                    <a:pt x="206186" y="249656"/>
                  </a:lnTo>
                  <a:lnTo>
                    <a:pt x="208182" y="248393"/>
                  </a:lnTo>
                  <a:lnTo>
                    <a:pt x="210155" y="247094"/>
                  </a:lnTo>
                  <a:lnTo>
                    <a:pt x="212106" y="245761"/>
                  </a:lnTo>
                  <a:lnTo>
                    <a:pt x="214033" y="244394"/>
                  </a:lnTo>
                  <a:lnTo>
                    <a:pt x="215936" y="242994"/>
                  </a:lnTo>
                  <a:lnTo>
                    <a:pt x="217814" y="241561"/>
                  </a:lnTo>
                  <a:lnTo>
                    <a:pt x="219666" y="240095"/>
                  </a:lnTo>
                  <a:lnTo>
                    <a:pt x="221493" y="238597"/>
                  </a:lnTo>
                  <a:lnTo>
                    <a:pt x="223293" y="237067"/>
                  </a:lnTo>
                  <a:lnTo>
                    <a:pt x="225066" y="235505"/>
                  </a:lnTo>
                  <a:lnTo>
                    <a:pt x="226811" y="233913"/>
                  </a:lnTo>
                  <a:lnTo>
                    <a:pt x="228529" y="232291"/>
                  </a:lnTo>
                  <a:lnTo>
                    <a:pt x="230217" y="230639"/>
                  </a:lnTo>
                  <a:lnTo>
                    <a:pt x="231877" y="228957"/>
                  </a:lnTo>
                  <a:lnTo>
                    <a:pt x="233507" y="227247"/>
                  </a:lnTo>
                  <a:lnTo>
                    <a:pt x="235106" y="225509"/>
                  </a:lnTo>
                  <a:lnTo>
                    <a:pt x="236675" y="223743"/>
                  </a:lnTo>
                  <a:lnTo>
                    <a:pt x="238213" y="221949"/>
                  </a:lnTo>
                  <a:lnTo>
                    <a:pt x="239719" y="220129"/>
                  </a:lnTo>
                  <a:lnTo>
                    <a:pt x="241193" y="218283"/>
                  </a:lnTo>
                  <a:lnTo>
                    <a:pt x="242635" y="216411"/>
                  </a:lnTo>
                  <a:lnTo>
                    <a:pt x="244044" y="214515"/>
                  </a:lnTo>
                  <a:lnTo>
                    <a:pt x="245419" y="212594"/>
                  </a:lnTo>
                  <a:lnTo>
                    <a:pt x="246760" y="210649"/>
                  </a:lnTo>
                  <a:lnTo>
                    <a:pt x="248067" y="208681"/>
                  </a:lnTo>
                  <a:lnTo>
                    <a:pt x="249340" y="206691"/>
                  </a:lnTo>
                  <a:lnTo>
                    <a:pt x="250577" y="204678"/>
                  </a:lnTo>
                  <a:lnTo>
                    <a:pt x="251779" y="202645"/>
                  </a:lnTo>
                  <a:lnTo>
                    <a:pt x="252946" y="200590"/>
                  </a:lnTo>
                  <a:lnTo>
                    <a:pt x="254076" y="198516"/>
                  </a:lnTo>
                  <a:lnTo>
                    <a:pt x="255169" y="196421"/>
                  </a:lnTo>
                  <a:lnTo>
                    <a:pt x="256226" y="194309"/>
                  </a:lnTo>
                  <a:lnTo>
                    <a:pt x="257246" y="192178"/>
                  </a:lnTo>
                  <a:lnTo>
                    <a:pt x="258228" y="190029"/>
                  </a:lnTo>
                  <a:lnTo>
                    <a:pt x="259173" y="187864"/>
                  </a:lnTo>
                  <a:lnTo>
                    <a:pt x="260079" y="185682"/>
                  </a:lnTo>
                  <a:lnTo>
                    <a:pt x="260947" y="183485"/>
                  </a:lnTo>
                  <a:lnTo>
                    <a:pt x="261777" y="181273"/>
                  </a:lnTo>
                  <a:lnTo>
                    <a:pt x="262568" y="179047"/>
                  </a:lnTo>
                  <a:lnTo>
                    <a:pt x="263319" y="176807"/>
                  </a:lnTo>
                  <a:lnTo>
                    <a:pt x="264031" y="174554"/>
                  </a:lnTo>
                  <a:lnTo>
                    <a:pt x="264704" y="172290"/>
                  </a:lnTo>
                  <a:lnTo>
                    <a:pt x="265337" y="170014"/>
                  </a:lnTo>
                  <a:lnTo>
                    <a:pt x="265930" y="167727"/>
                  </a:lnTo>
                  <a:lnTo>
                    <a:pt x="266483" y="165430"/>
                  </a:lnTo>
                  <a:lnTo>
                    <a:pt x="266996" y="163124"/>
                  </a:lnTo>
                  <a:lnTo>
                    <a:pt x="267468" y="160809"/>
                  </a:lnTo>
                  <a:lnTo>
                    <a:pt x="267900" y="158487"/>
                  </a:lnTo>
                  <a:lnTo>
                    <a:pt x="268291" y="156157"/>
                  </a:lnTo>
                  <a:lnTo>
                    <a:pt x="268641" y="153820"/>
                  </a:lnTo>
                  <a:lnTo>
                    <a:pt x="268951" y="151478"/>
                  </a:lnTo>
                  <a:lnTo>
                    <a:pt x="269219" y="149131"/>
                  </a:lnTo>
                  <a:lnTo>
                    <a:pt x="269446" y="146779"/>
                  </a:lnTo>
                  <a:lnTo>
                    <a:pt x="269632" y="144424"/>
                  </a:lnTo>
                  <a:lnTo>
                    <a:pt x="269776" y="142066"/>
                  </a:lnTo>
                  <a:lnTo>
                    <a:pt x="269880" y="139706"/>
                  </a:lnTo>
                  <a:lnTo>
                    <a:pt x="269942" y="137345"/>
                  </a:lnTo>
                  <a:lnTo>
                    <a:pt x="269962" y="134982"/>
                  </a:lnTo>
                </a:path>
              </a:pathLst>
            </a:custGeom>
            <a:ln w="13550" cap="flat">
              <a:solidFill>
                <a:srgbClr val="7FC5D8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4326583" y="289446"/>
              <a:ext cx="490841" cy="490846"/>
            </a:xfrm>
            <a:custGeom>
              <a:avLst/>
              <a:pathLst>
                <a:path w="490841" h="490846">
                  <a:moveTo>
                    <a:pt x="490841" y="245423"/>
                  </a:moveTo>
                  <a:lnTo>
                    <a:pt x="490803" y="241127"/>
                  </a:lnTo>
                  <a:lnTo>
                    <a:pt x="490691" y="236833"/>
                  </a:lnTo>
                  <a:lnTo>
                    <a:pt x="490503" y="232542"/>
                  </a:lnTo>
                  <a:lnTo>
                    <a:pt x="490240" y="228255"/>
                  </a:lnTo>
                  <a:lnTo>
                    <a:pt x="489902" y="223973"/>
                  </a:lnTo>
                  <a:lnTo>
                    <a:pt x="489489" y="219697"/>
                  </a:lnTo>
                  <a:lnTo>
                    <a:pt x="489001" y="215430"/>
                  </a:lnTo>
                  <a:lnTo>
                    <a:pt x="488439" y="211171"/>
                  </a:lnTo>
                  <a:lnTo>
                    <a:pt x="487803" y="206924"/>
                  </a:lnTo>
                  <a:lnTo>
                    <a:pt x="487092" y="202687"/>
                  </a:lnTo>
                  <a:lnTo>
                    <a:pt x="486307" y="198464"/>
                  </a:lnTo>
                  <a:lnTo>
                    <a:pt x="485448" y="194256"/>
                  </a:lnTo>
                  <a:lnTo>
                    <a:pt x="484516" y="190063"/>
                  </a:lnTo>
                  <a:lnTo>
                    <a:pt x="483510" y="185887"/>
                  </a:lnTo>
                  <a:lnTo>
                    <a:pt x="482432" y="181729"/>
                  </a:lnTo>
                  <a:lnTo>
                    <a:pt x="481281" y="177591"/>
                  </a:lnTo>
                  <a:lnTo>
                    <a:pt x="480058" y="173473"/>
                  </a:lnTo>
                  <a:lnTo>
                    <a:pt x="478762" y="169378"/>
                  </a:lnTo>
                  <a:lnTo>
                    <a:pt x="477396" y="165306"/>
                  </a:lnTo>
                  <a:lnTo>
                    <a:pt x="475958" y="161258"/>
                  </a:lnTo>
                  <a:lnTo>
                    <a:pt x="474450" y="157236"/>
                  </a:lnTo>
                  <a:lnTo>
                    <a:pt x="472872" y="153241"/>
                  </a:lnTo>
                  <a:lnTo>
                    <a:pt x="471223" y="149275"/>
                  </a:lnTo>
                  <a:lnTo>
                    <a:pt x="469506" y="145338"/>
                  </a:lnTo>
                  <a:lnTo>
                    <a:pt x="467720" y="141431"/>
                  </a:lnTo>
                  <a:lnTo>
                    <a:pt x="465866" y="137556"/>
                  </a:lnTo>
                  <a:lnTo>
                    <a:pt x="463945" y="133715"/>
                  </a:lnTo>
                  <a:lnTo>
                    <a:pt x="461956" y="129907"/>
                  </a:lnTo>
                  <a:lnTo>
                    <a:pt x="459901" y="126135"/>
                  </a:lnTo>
                  <a:lnTo>
                    <a:pt x="457781" y="122400"/>
                  </a:lnTo>
                  <a:lnTo>
                    <a:pt x="455595" y="118702"/>
                  </a:lnTo>
                  <a:lnTo>
                    <a:pt x="453345" y="115043"/>
                  </a:lnTo>
                  <a:lnTo>
                    <a:pt x="451032" y="111424"/>
                  </a:lnTo>
                  <a:lnTo>
                    <a:pt x="448655" y="107846"/>
                  </a:lnTo>
                  <a:lnTo>
                    <a:pt x="446216" y="104310"/>
                  </a:lnTo>
                  <a:lnTo>
                    <a:pt x="443716" y="100818"/>
                  </a:lnTo>
                  <a:lnTo>
                    <a:pt x="441155" y="97370"/>
                  </a:lnTo>
                  <a:lnTo>
                    <a:pt x="438534" y="93967"/>
                  </a:lnTo>
                  <a:lnTo>
                    <a:pt x="435854" y="90610"/>
                  </a:lnTo>
                  <a:lnTo>
                    <a:pt x="433115" y="87301"/>
                  </a:lnTo>
                  <a:lnTo>
                    <a:pt x="430319" y="84040"/>
                  </a:lnTo>
                  <a:lnTo>
                    <a:pt x="427466" y="80829"/>
                  </a:lnTo>
                  <a:lnTo>
                    <a:pt x="424558" y="77668"/>
                  </a:lnTo>
                  <a:lnTo>
                    <a:pt x="421595" y="74558"/>
                  </a:lnTo>
                  <a:lnTo>
                    <a:pt x="418577" y="71501"/>
                  </a:lnTo>
                  <a:lnTo>
                    <a:pt x="415507" y="68497"/>
                  </a:lnTo>
                  <a:lnTo>
                    <a:pt x="412385" y="65548"/>
                  </a:lnTo>
                  <a:lnTo>
                    <a:pt x="409211" y="62653"/>
                  </a:lnTo>
                  <a:lnTo>
                    <a:pt x="405987" y="59815"/>
                  </a:lnTo>
                  <a:lnTo>
                    <a:pt x="402714" y="57033"/>
                  </a:lnTo>
                  <a:lnTo>
                    <a:pt x="399393" y="54309"/>
                  </a:lnTo>
                  <a:lnTo>
                    <a:pt x="396025" y="51643"/>
                  </a:lnTo>
                  <a:lnTo>
                    <a:pt x="392611" y="49037"/>
                  </a:lnTo>
                  <a:lnTo>
                    <a:pt x="389151" y="46491"/>
                  </a:lnTo>
                  <a:lnTo>
                    <a:pt x="385648" y="44006"/>
                  </a:lnTo>
                  <a:lnTo>
                    <a:pt x="382101" y="41583"/>
                  </a:lnTo>
                  <a:lnTo>
                    <a:pt x="378513" y="39222"/>
                  </a:lnTo>
                  <a:lnTo>
                    <a:pt x="374884" y="36924"/>
                  </a:lnTo>
                  <a:lnTo>
                    <a:pt x="371215" y="34690"/>
                  </a:lnTo>
                  <a:lnTo>
                    <a:pt x="367508" y="32521"/>
                  </a:lnTo>
                  <a:lnTo>
                    <a:pt x="363763" y="30417"/>
                  </a:lnTo>
                  <a:lnTo>
                    <a:pt x="359982" y="28378"/>
                  </a:lnTo>
                  <a:lnTo>
                    <a:pt x="356166" y="26407"/>
                  </a:lnTo>
                  <a:lnTo>
                    <a:pt x="352316" y="24502"/>
                  </a:lnTo>
                  <a:lnTo>
                    <a:pt x="348433" y="22665"/>
                  </a:lnTo>
                  <a:lnTo>
                    <a:pt x="344519" y="20896"/>
                  </a:lnTo>
                  <a:lnTo>
                    <a:pt x="340574" y="19196"/>
                  </a:lnTo>
                  <a:lnTo>
                    <a:pt x="336601" y="17565"/>
                  </a:lnTo>
                  <a:lnTo>
                    <a:pt x="332599" y="16004"/>
                  </a:lnTo>
                  <a:lnTo>
                    <a:pt x="328571" y="14514"/>
                  </a:lnTo>
                  <a:lnTo>
                    <a:pt x="324517" y="13094"/>
                  </a:lnTo>
                  <a:lnTo>
                    <a:pt x="320439" y="11745"/>
                  </a:lnTo>
                  <a:lnTo>
                    <a:pt x="316338" y="10468"/>
                  </a:lnTo>
                  <a:lnTo>
                    <a:pt x="312215" y="9263"/>
                  </a:lnTo>
                  <a:lnTo>
                    <a:pt x="308071" y="8130"/>
                  </a:lnTo>
                  <a:lnTo>
                    <a:pt x="303909" y="7070"/>
                  </a:lnTo>
                  <a:lnTo>
                    <a:pt x="299729" y="6082"/>
                  </a:lnTo>
                  <a:lnTo>
                    <a:pt x="295532" y="5169"/>
                  </a:lnTo>
                  <a:lnTo>
                    <a:pt x="291319" y="4328"/>
                  </a:lnTo>
                  <a:lnTo>
                    <a:pt x="287093" y="3562"/>
                  </a:lnTo>
                  <a:lnTo>
                    <a:pt x="282854" y="2869"/>
                  </a:lnTo>
                  <a:lnTo>
                    <a:pt x="278603" y="2251"/>
                  </a:lnTo>
                  <a:lnTo>
                    <a:pt x="274342" y="1708"/>
                  </a:lnTo>
                  <a:lnTo>
                    <a:pt x="270072" y="1239"/>
                  </a:lnTo>
                  <a:lnTo>
                    <a:pt x="265795" y="845"/>
                  </a:lnTo>
                  <a:lnTo>
                    <a:pt x="261512" y="526"/>
                  </a:lnTo>
                  <a:lnTo>
                    <a:pt x="257223" y="281"/>
                  </a:lnTo>
                  <a:lnTo>
                    <a:pt x="252931" y="112"/>
                  </a:lnTo>
                  <a:lnTo>
                    <a:pt x="248637" y="18"/>
                  </a:lnTo>
                  <a:lnTo>
                    <a:pt x="244342" y="0"/>
                  </a:lnTo>
                  <a:lnTo>
                    <a:pt x="240047" y="56"/>
                  </a:lnTo>
                  <a:lnTo>
                    <a:pt x="235753" y="187"/>
                  </a:lnTo>
                  <a:lnTo>
                    <a:pt x="231463" y="394"/>
                  </a:lnTo>
                  <a:lnTo>
                    <a:pt x="227177" y="676"/>
                  </a:lnTo>
                  <a:lnTo>
                    <a:pt x="222896" y="1032"/>
                  </a:lnTo>
                  <a:lnTo>
                    <a:pt x="218623" y="1464"/>
                  </a:lnTo>
                  <a:lnTo>
                    <a:pt x="214357" y="1970"/>
                  </a:lnTo>
                  <a:lnTo>
                    <a:pt x="210101" y="2551"/>
                  </a:lnTo>
                  <a:lnTo>
                    <a:pt x="205856" y="3206"/>
                  </a:lnTo>
                  <a:lnTo>
                    <a:pt x="201623" y="3936"/>
                  </a:lnTo>
                  <a:lnTo>
                    <a:pt x="197404" y="4739"/>
                  </a:lnTo>
                  <a:lnTo>
                    <a:pt x="193199" y="5616"/>
                  </a:lnTo>
                  <a:lnTo>
                    <a:pt x="189010" y="6567"/>
                  </a:lnTo>
                  <a:lnTo>
                    <a:pt x="184838" y="7591"/>
                  </a:lnTo>
                  <a:lnTo>
                    <a:pt x="180685" y="8687"/>
                  </a:lnTo>
                  <a:lnTo>
                    <a:pt x="176552" y="9856"/>
                  </a:lnTo>
                  <a:lnTo>
                    <a:pt x="172440" y="11098"/>
                  </a:lnTo>
                  <a:lnTo>
                    <a:pt x="168350" y="12411"/>
                  </a:lnTo>
                  <a:lnTo>
                    <a:pt x="164284" y="13795"/>
                  </a:lnTo>
                  <a:lnTo>
                    <a:pt x="160243" y="15250"/>
                  </a:lnTo>
                  <a:lnTo>
                    <a:pt x="156228" y="16776"/>
                  </a:lnTo>
                  <a:lnTo>
                    <a:pt x="152240" y="18372"/>
                  </a:lnTo>
                  <a:lnTo>
                    <a:pt x="148281" y="20038"/>
                  </a:lnTo>
                  <a:lnTo>
                    <a:pt x="144351" y="21772"/>
                  </a:lnTo>
                  <a:lnTo>
                    <a:pt x="140452" y="23575"/>
                  </a:lnTo>
                  <a:lnTo>
                    <a:pt x="136586" y="25446"/>
                  </a:lnTo>
                  <a:lnTo>
                    <a:pt x="132753" y="27384"/>
                  </a:lnTo>
                  <a:lnTo>
                    <a:pt x="128954" y="29389"/>
                  </a:lnTo>
                  <a:lnTo>
                    <a:pt x="125191" y="31461"/>
                  </a:lnTo>
                  <a:lnTo>
                    <a:pt x="121465" y="33597"/>
                  </a:lnTo>
                  <a:lnTo>
                    <a:pt x="117777" y="35799"/>
                  </a:lnTo>
                  <a:lnTo>
                    <a:pt x="114128" y="38065"/>
                  </a:lnTo>
                  <a:lnTo>
                    <a:pt x="110519" y="40394"/>
                  </a:lnTo>
                  <a:lnTo>
                    <a:pt x="106951" y="42787"/>
                  </a:lnTo>
                  <a:lnTo>
                    <a:pt x="103426" y="45241"/>
                  </a:lnTo>
                  <a:lnTo>
                    <a:pt x="99945" y="47757"/>
                  </a:lnTo>
                  <a:lnTo>
                    <a:pt x="96507" y="50333"/>
                  </a:lnTo>
                  <a:lnTo>
                    <a:pt x="93116" y="52969"/>
                  </a:lnTo>
                  <a:lnTo>
                    <a:pt x="89771" y="55664"/>
                  </a:lnTo>
                  <a:lnTo>
                    <a:pt x="86474" y="58417"/>
                  </a:lnTo>
                  <a:lnTo>
                    <a:pt x="83226" y="61227"/>
                  </a:lnTo>
                  <a:lnTo>
                    <a:pt x="80027" y="64094"/>
                  </a:lnTo>
                  <a:lnTo>
                    <a:pt x="76879" y="67016"/>
                  </a:lnTo>
                  <a:lnTo>
                    <a:pt x="73782" y="69993"/>
                  </a:lnTo>
                  <a:lnTo>
                    <a:pt x="70738" y="73023"/>
                  </a:lnTo>
                  <a:lnTo>
                    <a:pt x="67748" y="76107"/>
                  </a:lnTo>
                  <a:lnTo>
                    <a:pt x="64812" y="79242"/>
                  </a:lnTo>
                  <a:lnTo>
                    <a:pt x="61931" y="82428"/>
                  </a:lnTo>
                  <a:lnTo>
                    <a:pt x="59107" y="85664"/>
                  </a:lnTo>
                  <a:lnTo>
                    <a:pt x="56339" y="88949"/>
                  </a:lnTo>
                  <a:lnTo>
                    <a:pt x="53630" y="92282"/>
                  </a:lnTo>
                  <a:lnTo>
                    <a:pt x="50979" y="95662"/>
                  </a:lnTo>
                  <a:lnTo>
                    <a:pt x="48388" y="99088"/>
                  </a:lnTo>
                  <a:lnTo>
                    <a:pt x="45857" y="102559"/>
                  </a:lnTo>
                  <a:lnTo>
                    <a:pt x="43387" y="106073"/>
                  </a:lnTo>
                  <a:lnTo>
                    <a:pt x="40980" y="109630"/>
                  </a:lnTo>
                  <a:lnTo>
                    <a:pt x="38634" y="113229"/>
                  </a:lnTo>
                  <a:lnTo>
                    <a:pt x="36353" y="116868"/>
                  </a:lnTo>
                  <a:lnTo>
                    <a:pt x="34135" y="120546"/>
                  </a:lnTo>
                  <a:lnTo>
                    <a:pt x="31982" y="124263"/>
                  </a:lnTo>
                  <a:lnTo>
                    <a:pt x="29894" y="128017"/>
                  </a:lnTo>
                  <a:lnTo>
                    <a:pt x="27872" y="131807"/>
                  </a:lnTo>
                  <a:lnTo>
                    <a:pt x="25917" y="135631"/>
                  </a:lnTo>
                  <a:lnTo>
                    <a:pt x="24029" y="139490"/>
                  </a:lnTo>
                  <a:lnTo>
                    <a:pt x="22209" y="143380"/>
                  </a:lnTo>
                  <a:lnTo>
                    <a:pt x="20458" y="147302"/>
                  </a:lnTo>
                  <a:lnTo>
                    <a:pt x="18775" y="151254"/>
                  </a:lnTo>
                  <a:lnTo>
                    <a:pt x="17162" y="155235"/>
                  </a:lnTo>
                  <a:lnTo>
                    <a:pt x="15618" y="159244"/>
                  </a:lnTo>
                  <a:lnTo>
                    <a:pt x="14145" y="163279"/>
                  </a:lnTo>
                  <a:lnTo>
                    <a:pt x="12743" y="167339"/>
                  </a:lnTo>
                  <a:lnTo>
                    <a:pt x="11412" y="171423"/>
                  </a:lnTo>
                  <a:lnTo>
                    <a:pt x="10153" y="175529"/>
                  </a:lnTo>
                  <a:lnTo>
                    <a:pt x="8966" y="179657"/>
                  </a:lnTo>
                  <a:lnTo>
                    <a:pt x="7851" y="183805"/>
                  </a:lnTo>
                  <a:lnTo>
                    <a:pt x="6809" y="187973"/>
                  </a:lnTo>
                  <a:lnTo>
                    <a:pt x="5840" y="192157"/>
                  </a:lnTo>
                  <a:lnTo>
                    <a:pt x="4944" y="196358"/>
                  </a:lnTo>
                  <a:lnTo>
                    <a:pt x="4123" y="200574"/>
                  </a:lnTo>
                  <a:lnTo>
                    <a:pt x="3375" y="204804"/>
                  </a:lnTo>
                  <a:lnTo>
                    <a:pt x="2701" y="209046"/>
                  </a:lnTo>
                  <a:lnTo>
                    <a:pt x="2101" y="213299"/>
                  </a:lnTo>
                  <a:lnTo>
                    <a:pt x="1577" y="217563"/>
                  </a:lnTo>
                  <a:lnTo>
                    <a:pt x="1126" y="221834"/>
                  </a:lnTo>
                  <a:lnTo>
                    <a:pt x="751" y="226113"/>
                  </a:lnTo>
                  <a:lnTo>
                    <a:pt x="450" y="230398"/>
                  </a:lnTo>
                  <a:lnTo>
                    <a:pt x="225" y="234687"/>
                  </a:lnTo>
                  <a:lnTo>
                    <a:pt x="75" y="238980"/>
                  </a:lnTo>
                  <a:lnTo>
                    <a:pt x="0" y="243275"/>
                  </a:lnTo>
                  <a:lnTo>
                    <a:pt x="0" y="247570"/>
                  </a:lnTo>
                  <a:lnTo>
                    <a:pt x="75" y="251865"/>
                  </a:lnTo>
                  <a:lnTo>
                    <a:pt x="225" y="256158"/>
                  </a:lnTo>
                  <a:lnTo>
                    <a:pt x="450" y="260447"/>
                  </a:lnTo>
                  <a:lnTo>
                    <a:pt x="751" y="264732"/>
                  </a:lnTo>
                  <a:lnTo>
                    <a:pt x="1126" y="269011"/>
                  </a:lnTo>
                  <a:lnTo>
                    <a:pt x="1577" y="273283"/>
                  </a:lnTo>
                  <a:lnTo>
                    <a:pt x="2101" y="277546"/>
                  </a:lnTo>
                  <a:lnTo>
                    <a:pt x="2701" y="281799"/>
                  </a:lnTo>
                  <a:lnTo>
                    <a:pt x="3375" y="286041"/>
                  </a:lnTo>
                  <a:lnTo>
                    <a:pt x="4123" y="290271"/>
                  </a:lnTo>
                  <a:lnTo>
                    <a:pt x="4944" y="294487"/>
                  </a:lnTo>
                  <a:lnTo>
                    <a:pt x="5840" y="298688"/>
                  </a:lnTo>
                  <a:lnTo>
                    <a:pt x="6809" y="302873"/>
                  </a:lnTo>
                  <a:lnTo>
                    <a:pt x="7851" y="307040"/>
                  </a:lnTo>
                  <a:lnTo>
                    <a:pt x="8966" y="311188"/>
                  </a:lnTo>
                  <a:lnTo>
                    <a:pt x="10153" y="315316"/>
                  </a:lnTo>
                  <a:lnTo>
                    <a:pt x="11412" y="319423"/>
                  </a:lnTo>
                  <a:lnTo>
                    <a:pt x="12743" y="323506"/>
                  </a:lnTo>
                  <a:lnTo>
                    <a:pt x="14145" y="327567"/>
                  </a:lnTo>
                  <a:lnTo>
                    <a:pt x="15618" y="331601"/>
                  </a:lnTo>
                  <a:lnTo>
                    <a:pt x="17162" y="335610"/>
                  </a:lnTo>
                  <a:lnTo>
                    <a:pt x="18775" y="339591"/>
                  </a:lnTo>
                  <a:lnTo>
                    <a:pt x="20458" y="343543"/>
                  </a:lnTo>
                  <a:lnTo>
                    <a:pt x="22209" y="347465"/>
                  </a:lnTo>
                  <a:lnTo>
                    <a:pt x="24029" y="351355"/>
                  </a:lnTo>
                  <a:lnTo>
                    <a:pt x="25917" y="355214"/>
                  </a:lnTo>
                  <a:lnTo>
                    <a:pt x="27872" y="359038"/>
                  </a:lnTo>
                  <a:lnTo>
                    <a:pt x="29894" y="362828"/>
                  </a:lnTo>
                  <a:lnTo>
                    <a:pt x="31982" y="366582"/>
                  </a:lnTo>
                  <a:lnTo>
                    <a:pt x="34135" y="370299"/>
                  </a:lnTo>
                  <a:lnTo>
                    <a:pt x="36353" y="373977"/>
                  </a:lnTo>
                  <a:lnTo>
                    <a:pt x="38634" y="377616"/>
                  </a:lnTo>
                  <a:lnTo>
                    <a:pt x="40980" y="381215"/>
                  </a:lnTo>
                  <a:lnTo>
                    <a:pt x="43387" y="384772"/>
                  </a:lnTo>
                  <a:lnTo>
                    <a:pt x="45857" y="388286"/>
                  </a:lnTo>
                  <a:lnTo>
                    <a:pt x="48388" y="391757"/>
                  </a:lnTo>
                  <a:lnTo>
                    <a:pt x="50979" y="395183"/>
                  </a:lnTo>
                  <a:lnTo>
                    <a:pt x="53630" y="398563"/>
                  </a:lnTo>
                  <a:lnTo>
                    <a:pt x="56339" y="401896"/>
                  </a:lnTo>
                  <a:lnTo>
                    <a:pt x="59107" y="405181"/>
                  </a:lnTo>
                  <a:lnTo>
                    <a:pt x="61931" y="408417"/>
                  </a:lnTo>
                  <a:lnTo>
                    <a:pt x="64812" y="411603"/>
                  </a:lnTo>
                  <a:lnTo>
                    <a:pt x="67748" y="414738"/>
                  </a:lnTo>
                  <a:lnTo>
                    <a:pt x="70738" y="417822"/>
                  </a:lnTo>
                  <a:lnTo>
                    <a:pt x="73782" y="420852"/>
                  </a:lnTo>
                  <a:lnTo>
                    <a:pt x="76879" y="423829"/>
                  </a:lnTo>
                  <a:lnTo>
                    <a:pt x="80027" y="426752"/>
                  </a:lnTo>
                  <a:lnTo>
                    <a:pt x="83226" y="429618"/>
                  </a:lnTo>
                  <a:lnTo>
                    <a:pt x="86474" y="432429"/>
                  </a:lnTo>
                  <a:lnTo>
                    <a:pt x="89771" y="435182"/>
                  </a:lnTo>
                  <a:lnTo>
                    <a:pt x="93116" y="437876"/>
                  </a:lnTo>
                  <a:lnTo>
                    <a:pt x="96507" y="440512"/>
                  </a:lnTo>
                  <a:lnTo>
                    <a:pt x="99945" y="443088"/>
                  </a:lnTo>
                  <a:lnTo>
                    <a:pt x="103426" y="445604"/>
                  </a:lnTo>
                  <a:lnTo>
                    <a:pt x="106951" y="448058"/>
                  </a:lnTo>
                  <a:lnTo>
                    <a:pt x="110519" y="450451"/>
                  </a:lnTo>
                  <a:lnTo>
                    <a:pt x="114128" y="452780"/>
                  </a:lnTo>
                  <a:lnTo>
                    <a:pt x="117777" y="455046"/>
                  </a:lnTo>
                  <a:lnTo>
                    <a:pt x="121465" y="457248"/>
                  </a:lnTo>
                  <a:lnTo>
                    <a:pt x="125191" y="459385"/>
                  </a:lnTo>
                  <a:lnTo>
                    <a:pt x="128954" y="461456"/>
                  </a:lnTo>
                  <a:lnTo>
                    <a:pt x="132753" y="463461"/>
                  </a:lnTo>
                  <a:lnTo>
                    <a:pt x="136586" y="465399"/>
                  </a:lnTo>
                  <a:lnTo>
                    <a:pt x="140452" y="467270"/>
                  </a:lnTo>
                  <a:lnTo>
                    <a:pt x="144351" y="469073"/>
                  </a:lnTo>
                  <a:lnTo>
                    <a:pt x="148281" y="470808"/>
                  </a:lnTo>
                  <a:lnTo>
                    <a:pt x="152240" y="472473"/>
                  </a:lnTo>
                  <a:lnTo>
                    <a:pt x="156228" y="474069"/>
                  </a:lnTo>
                  <a:lnTo>
                    <a:pt x="160243" y="475595"/>
                  </a:lnTo>
                  <a:lnTo>
                    <a:pt x="164284" y="477050"/>
                  </a:lnTo>
                  <a:lnTo>
                    <a:pt x="168350" y="478435"/>
                  </a:lnTo>
                  <a:lnTo>
                    <a:pt x="172440" y="479748"/>
                  </a:lnTo>
                  <a:lnTo>
                    <a:pt x="176552" y="480989"/>
                  </a:lnTo>
                  <a:lnTo>
                    <a:pt x="180685" y="482158"/>
                  </a:lnTo>
                  <a:lnTo>
                    <a:pt x="184838" y="483255"/>
                  </a:lnTo>
                  <a:lnTo>
                    <a:pt x="189010" y="484278"/>
                  </a:lnTo>
                  <a:lnTo>
                    <a:pt x="193199" y="485229"/>
                  </a:lnTo>
                  <a:lnTo>
                    <a:pt x="197404" y="486106"/>
                  </a:lnTo>
                  <a:lnTo>
                    <a:pt x="201623" y="486909"/>
                  </a:lnTo>
                  <a:lnTo>
                    <a:pt x="205856" y="487639"/>
                  </a:lnTo>
                  <a:lnTo>
                    <a:pt x="210101" y="488294"/>
                  </a:lnTo>
                  <a:lnTo>
                    <a:pt x="214357" y="488875"/>
                  </a:lnTo>
                  <a:lnTo>
                    <a:pt x="218623" y="489381"/>
                  </a:lnTo>
                  <a:lnTo>
                    <a:pt x="222896" y="489813"/>
                  </a:lnTo>
                  <a:lnTo>
                    <a:pt x="227177" y="490169"/>
                  </a:lnTo>
                  <a:lnTo>
                    <a:pt x="231463" y="490451"/>
                  </a:lnTo>
                  <a:lnTo>
                    <a:pt x="235753" y="490658"/>
                  </a:lnTo>
                  <a:lnTo>
                    <a:pt x="240047" y="490789"/>
                  </a:lnTo>
                  <a:lnTo>
                    <a:pt x="244342" y="490846"/>
                  </a:lnTo>
                  <a:lnTo>
                    <a:pt x="248637" y="490827"/>
                  </a:lnTo>
                  <a:lnTo>
                    <a:pt x="252931" y="490733"/>
                  </a:lnTo>
                  <a:lnTo>
                    <a:pt x="257223" y="490564"/>
                  </a:lnTo>
                  <a:lnTo>
                    <a:pt x="261512" y="490320"/>
                  </a:lnTo>
                  <a:lnTo>
                    <a:pt x="265795" y="490000"/>
                  </a:lnTo>
                  <a:lnTo>
                    <a:pt x="270072" y="489606"/>
                  </a:lnTo>
                  <a:lnTo>
                    <a:pt x="274342" y="489137"/>
                  </a:lnTo>
                  <a:lnTo>
                    <a:pt x="278603" y="488594"/>
                  </a:lnTo>
                  <a:lnTo>
                    <a:pt x="282854" y="487976"/>
                  </a:lnTo>
                  <a:lnTo>
                    <a:pt x="287093" y="487283"/>
                  </a:lnTo>
                  <a:lnTo>
                    <a:pt x="291319" y="486517"/>
                  </a:lnTo>
                  <a:lnTo>
                    <a:pt x="295532" y="485677"/>
                  </a:lnTo>
                  <a:lnTo>
                    <a:pt x="299729" y="484763"/>
                  </a:lnTo>
                  <a:lnTo>
                    <a:pt x="303909" y="483776"/>
                  </a:lnTo>
                  <a:lnTo>
                    <a:pt x="308071" y="482715"/>
                  </a:lnTo>
                  <a:lnTo>
                    <a:pt x="312215" y="481582"/>
                  </a:lnTo>
                  <a:lnTo>
                    <a:pt x="316338" y="480377"/>
                  </a:lnTo>
                  <a:lnTo>
                    <a:pt x="320439" y="479100"/>
                  </a:lnTo>
                  <a:lnTo>
                    <a:pt x="324517" y="477751"/>
                  </a:lnTo>
                  <a:lnTo>
                    <a:pt x="328571" y="476331"/>
                  </a:lnTo>
                  <a:lnTo>
                    <a:pt x="332599" y="474841"/>
                  </a:lnTo>
                  <a:lnTo>
                    <a:pt x="336601" y="473280"/>
                  </a:lnTo>
                  <a:lnTo>
                    <a:pt x="340574" y="471649"/>
                  </a:lnTo>
                  <a:lnTo>
                    <a:pt x="344519" y="469949"/>
                  </a:lnTo>
                  <a:lnTo>
                    <a:pt x="348433" y="468180"/>
                  </a:lnTo>
                  <a:lnTo>
                    <a:pt x="352316" y="466343"/>
                  </a:lnTo>
                  <a:lnTo>
                    <a:pt x="356166" y="464438"/>
                  </a:lnTo>
                  <a:lnTo>
                    <a:pt x="359982" y="462467"/>
                  </a:lnTo>
                  <a:lnTo>
                    <a:pt x="363763" y="460428"/>
                  </a:lnTo>
                  <a:lnTo>
                    <a:pt x="367508" y="458324"/>
                  </a:lnTo>
                  <a:lnTo>
                    <a:pt x="371215" y="456155"/>
                  </a:lnTo>
                  <a:lnTo>
                    <a:pt x="374884" y="453921"/>
                  </a:lnTo>
                  <a:lnTo>
                    <a:pt x="378513" y="451623"/>
                  </a:lnTo>
                  <a:lnTo>
                    <a:pt x="382101" y="449262"/>
                  </a:lnTo>
                  <a:lnTo>
                    <a:pt x="385648" y="446839"/>
                  </a:lnTo>
                  <a:lnTo>
                    <a:pt x="389151" y="444354"/>
                  </a:lnTo>
                  <a:lnTo>
                    <a:pt x="392611" y="441808"/>
                  </a:lnTo>
                  <a:lnTo>
                    <a:pt x="396025" y="439202"/>
                  </a:lnTo>
                  <a:lnTo>
                    <a:pt x="399393" y="436536"/>
                  </a:lnTo>
                  <a:lnTo>
                    <a:pt x="402714" y="433812"/>
                  </a:lnTo>
                  <a:lnTo>
                    <a:pt x="405987" y="431031"/>
                  </a:lnTo>
                  <a:lnTo>
                    <a:pt x="409211" y="428192"/>
                  </a:lnTo>
                  <a:lnTo>
                    <a:pt x="412385" y="425297"/>
                  </a:lnTo>
                  <a:lnTo>
                    <a:pt x="415507" y="422348"/>
                  </a:lnTo>
                  <a:lnTo>
                    <a:pt x="418577" y="419344"/>
                  </a:lnTo>
                  <a:lnTo>
                    <a:pt x="421595" y="416287"/>
                  </a:lnTo>
                  <a:lnTo>
                    <a:pt x="424558" y="413177"/>
                  </a:lnTo>
                  <a:lnTo>
                    <a:pt x="427466" y="410016"/>
                  </a:lnTo>
                  <a:lnTo>
                    <a:pt x="430319" y="406805"/>
                  </a:lnTo>
                  <a:lnTo>
                    <a:pt x="433115" y="403544"/>
                  </a:lnTo>
                  <a:lnTo>
                    <a:pt x="435854" y="400235"/>
                  </a:lnTo>
                  <a:lnTo>
                    <a:pt x="438534" y="396879"/>
                  </a:lnTo>
                  <a:lnTo>
                    <a:pt x="441155" y="393476"/>
                  </a:lnTo>
                  <a:lnTo>
                    <a:pt x="443716" y="390027"/>
                  </a:lnTo>
                  <a:lnTo>
                    <a:pt x="446216" y="386535"/>
                  </a:lnTo>
                  <a:lnTo>
                    <a:pt x="448655" y="382999"/>
                  </a:lnTo>
                  <a:lnTo>
                    <a:pt x="451032" y="379421"/>
                  </a:lnTo>
                  <a:lnTo>
                    <a:pt x="453345" y="375802"/>
                  </a:lnTo>
                  <a:lnTo>
                    <a:pt x="455595" y="372143"/>
                  </a:lnTo>
                  <a:lnTo>
                    <a:pt x="457781" y="368445"/>
                  </a:lnTo>
                  <a:lnTo>
                    <a:pt x="459901" y="364710"/>
                  </a:lnTo>
                  <a:lnTo>
                    <a:pt x="461956" y="360938"/>
                  </a:lnTo>
                  <a:lnTo>
                    <a:pt x="463945" y="357130"/>
                  </a:lnTo>
                  <a:lnTo>
                    <a:pt x="465866" y="353289"/>
                  </a:lnTo>
                  <a:lnTo>
                    <a:pt x="467720" y="349414"/>
                  </a:lnTo>
                  <a:lnTo>
                    <a:pt x="469506" y="345508"/>
                  </a:lnTo>
                  <a:lnTo>
                    <a:pt x="471223" y="341570"/>
                  </a:lnTo>
                  <a:lnTo>
                    <a:pt x="472872" y="337604"/>
                  </a:lnTo>
                  <a:lnTo>
                    <a:pt x="474450" y="333609"/>
                  </a:lnTo>
                  <a:lnTo>
                    <a:pt x="475958" y="329587"/>
                  </a:lnTo>
                  <a:lnTo>
                    <a:pt x="477396" y="325540"/>
                  </a:lnTo>
                  <a:lnTo>
                    <a:pt x="478762" y="321467"/>
                  </a:lnTo>
                  <a:lnTo>
                    <a:pt x="480058" y="317372"/>
                  </a:lnTo>
                  <a:lnTo>
                    <a:pt x="481281" y="313254"/>
                  </a:lnTo>
                  <a:lnTo>
                    <a:pt x="482432" y="309116"/>
                  </a:lnTo>
                  <a:lnTo>
                    <a:pt x="483510" y="304958"/>
                  </a:lnTo>
                  <a:lnTo>
                    <a:pt x="484516" y="300782"/>
                  </a:lnTo>
                  <a:lnTo>
                    <a:pt x="485448" y="296589"/>
                  </a:lnTo>
                  <a:lnTo>
                    <a:pt x="486307" y="292381"/>
                  </a:lnTo>
                  <a:lnTo>
                    <a:pt x="487092" y="288158"/>
                  </a:lnTo>
                  <a:lnTo>
                    <a:pt x="487803" y="283922"/>
                  </a:lnTo>
                  <a:lnTo>
                    <a:pt x="488439" y="279674"/>
                  </a:lnTo>
                  <a:lnTo>
                    <a:pt x="489001" y="275415"/>
                  </a:lnTo>
                  <a:lnTo>
                    <a:pt x="489489" y="271148"/>
                  </a:lnTo>
                  <a:lnTo>
                    <a:pt x="489902" y="266872"/>
                  </a:lnTo>
                  <a:lnTo>
                    <a:pt x="490240" y="262590"/>
                  </a:lnTo>
                  <a:lnTo>
                    <a:pt x="490503" y="258303"/>
                  </a:lnTo>
                  <a:lnTo>
                    <a:pt x="490691" y="254012"/>
                  </a:lnTo>
                  <a:lnTo>
                    <a:pt x="490803" y="249718"/>
                  </a:lnTo>
                  <a:lnTo>
                    <a:pt x="490841" y="245423"/>
                  </a:lnTo>
                </a:path>
              </a:pathLst>
            </a:custGeom>
            <a:ln w="13550" cap="flat">
              <a:solidFill>
                <a:srgbClr val="7FC5D8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54" name="tx54"/>
            <p:cNvSpPr/>
            <p:nvPr/>
          </p:nvSpPr>
          <p:spPr>
            <a:xfrm>
              <a:off x="4439457" y="211423"/>
              <a:ext cx="265084" cy="800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4430353" y="773837"/>
              <a:ext cx="283292" cy="82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4771573" y="293983"/>
              <a:ext cx="469984" cy="801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4854239" y="493821"/>
              <a:ext cx="216915" cy="79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4771573" y="691171"/>
              <a:ext cx="488193" cy="82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59" name="pg59"/>
            <p:cNvSpPr/>
            <p:nvPr/>
          </p:nvSpPr>
          <p:spPr>
            <a:xfrm>
              <a:off x="4326583" y="289446"/>
              <a:ext cx="490841" cy="490846"/>
            </a:xfrm>
            <a:custGeom>
              <a:avLst/>
              <a:pathLst>
                <a:path w="490841" h="490846">
                  <a:moveTo>
                    <a:pt x="490841" y="245423"/>
                  </a:moveTo>
                  <a:lnTo>
                    <a:pt x="490803" y="241127"/>
                  </a:lnTo>
                  <a:lnTo>
                    <a:pt x="490691" y="236833"/>
                  </a:lnTo>
                  <a:lnTo>
                    <a:pt x="490503" y="232542"/>
                  </a:lnTo>
                  <a:lnTo>
                    <a:pt x="490240" y="228255"/>
                  </a:lnTo>
                  <a:lnTo>
                    <a:pt x="489902" y="223973"/>
                  </a:lnTo>
                  <a:lnTo>
                    <a:pt x="489489" y="219697"/>
                  </a:lnTo>
                  <a:lnTo>
                    <a:pt x="489001" y="215430"/>
                  </a:lnTo>
                  <a:lnTo>
                    <a:pt x="488439" y="211171"/>
                  </a:lnTo>
                  <a:lnTo>
                    <a:pt x="487803" y="206924"/>
                  </a:lnTo>
                  <a:lnTo>
                    <a:pt x="487092" y="202687"/>
                  </a:lnTo>
                  <a:lnTo>
                    <a:pt x="486307" y="198464"/>
                  </a:lnTo>
                  <a:lnTo>
                    <a:pt x="485448" y="194256"/>
                  </a:lnTo>
                  <a:lnTo>
                    <a:pt x="484516" y="190063"/>
                  </a:lnTo>
                  <a:lnTo>
                    <a:pt x="483510" y="185887"/>
                  </a:lnTo>
                  <a:lnTo>
                    <a:pt x="482432" y="181729"/>
                  </a:lnTo>
                  <a:lnTo>
                    <a:pt x="481281" y="177591"/>
                  </a:lnTo>
                  <a:lnTo>
                    <a:pt x="480058" y="173473"/>
                  </a:lnTo>
                  <a:lnTo>
                    <a:pt x="478762" y="169378"/>
                  </a:lnTo>
                  <a:lnTo>
                    <a:pt x="477396" y="165306"/>
                  </a:lnTo>
                  <a:lnTo>
                    <a:pt x="475958" y="161258"/>
                  </a:lnTo>
                  <a:lnTo>
                    <a:pt x="474450" y="157236"/>
                  </a:lnTo>
                  <a:lnTo>
                    <a:pt x="472872" y="153241"/>
                  </a:lnTo>
                  <a:lnTo>
                    <a:pt x="471223" y="149275"/>
                  </a:lnTo>
                  <a:lnTo>
                    <a:pt x="469506" y="145338"/>
                  </a:lnTo>
                  <a:lnTo>
                    <a:pt x="467720" y="141431"/>
                  </a:lnTo>
                  <a:lnTo>
                    <a:pt x="465866" y="137556"/>
                  </a:lnTo>
                  <a:lnTo>
                    <a:pt x="463945" y="133715"/>
                  </a:lnTo>
                  <a:lnTo>
                    <a:pt x="461956" y="129907"/>
                  </a:lnTo>
                  <a:lnTo>
                    <a:pt x="459901" y="126135"/>
                  </a:lnTo>
                  <a:lnTo>
                    <a:pt x="457781" y="122400"/>
                  </a:lnTo>
                  <a:lnTo>
                    <a:pt x="455595" y="118702"/>
                  </a:lnTo>
                  <a:lnTo>
                    <a:pt x="453345" y="115043"/>
                  </a:lnTo>
                  <a:lnTo>
                    <a:pt x="451032" y="111424"/>
                  </a:lnTo>
                  <a:lnTo>
                    <a:pt x="448655" y="107846"/>
                  </a:lnTo>
                  <a:lnTo>
                    <a:pt x="446216" y="104310"/>
                  </a:lnTo>
                  <a:lnTo>
                    <a:pt x="443716" y="100818"/>
                  </a:lnTo>
                  <a:lnTo>
                    <a:pt x="441155" y="97370"/>
                  </a:lnTo>
                  <a:lnTo>
                    <a:pt x="438534" y="93967"/>
                  </a:lnTo>
                  <a:lnTo>
                    <a:pt x="435854" y="90610"/>
                  </a:lnTo>
                  <a:lnTo>
                    <a:pt x="433115" y="87301"/>
                  </a:lnTo>
                  <a:lnTo>
                    <a:pt x="430319" y="84040"/>
                  </a:lnTo>
                  <a:lnTo>
                    <a:pt x="427466" y="80829"/>
                  </a:lnTo>
                  <a:lnTo>
                    <a:pt x="424558" y="77668"/>
                  </a:lnTo>
                  <a:lnTo>
                    <a:pt x="421595" y="74558"/>
                  </a:lnTo>
                  <a:lnTo>
                    <a:pt x="418577" y="71501"/>
                  </a:lnTo>
                  <a:lnTo>
                    <a:pt x="415507" y="68497"/>
                  </a:lnTo>
                  <a:lnTo>
                    <a:pt x="412385" y="65548"/>
                  </a:lnTo>
                  <a:lnTo>
                    <a:pt x="409211" y="62653"/>
                  </a:lnTo>
                  <a:lnTo>
                    <a:pt x="405987" y="59815"/>
                  </a:lnTo>
                  <a:lnTo>
                    <a:pt x="402714" y="57033"/>
                  </a:lnTo>
                  <a:lnTo>
                    <a:pt x="399393" y="54309"/>
                  </a:lnTo>
                  <a:lnTo>
                    <a:pt x="396025" y="51643"/>
                  </a:lnTo>
                  <a:lnTo>
                    <a:pt x="392611" y="49037"/>
                  </a:lnTo>
                  <a:lnTo>
                    <a:pt x="389151" y="46491"/>
                  </a:lnTo>
                  <a:lnTo>
                    <a:pt x="385648" y="44006"/>
                  </a:lnTo>
                  <a:lnTo>
                    <a:pt x="382101" y="41583"/>
                  </a:lnTo>
                  <a:lnTo>
                    <a:pt x="378513" y="39222"/>
                  </a:lnTo>
                  <a:lnTo>
                    <a:pt x="374884" y="36924"/>
                  </a:lnTo>
                  <a:lnTo>
                    <a:pt x="371215" y="34690"/>
                  </a:lnTo>
                  <a:lnTo>
                    <a:pt x="367508" y="32521"/>
                  </a:lnTo>
                  <a:lnTo>
                    <a:pt x="363763" y="30417"/>
                  </a:lnTo>
                  <a:lnTo>
                    <a:pt x="359982" y="28378"/>
                  </a:lnTo>
                  <a:lnTo>
                    <a:pt x="356166" y="26407"/>
                  </a:lnTo>
                  <a:lnTo>
                    <a:pt x="352316" y="24502"/>
                  </a:lnTo>
                  <a:lnTo>
                    <a:pt x="348433" y="22665"/>
                  </a:lnTo>
                  <a:lnTo>
                    <a:pt x="344519" y="20896"/>
                  </a:lnTo>
                  <a:lnTo>
                    <a:pt x="340574" y="19196"/>
                  </a:lnTo>
                  <a:lnTo>
                    <a:pt x="336601" y="17565"/>
                  </a:lnTo>
                  <a:lnTo>
                    <a:pt x="332599" y="16004"/>
                  </a:lnTo>
                  <a:lnTo>
                    <a:pt x="328571" y="14514"/>
                  </a:lnTo>
                  <a:lnTo>
                    <a:pt x="324517" y="13094"/>
                  </a:lnTo>
                  <a:lnTo>
                    <a:pt x="320439" y="11745"/>
                  </a:lnTo>
                  <a:lnTo>
                    <a:pt x="316338" y="10468"/>
                  </a:lnTo>
                  <a:lnTo>
                    <a:pt x="312215" y="9263"/>
                  </a:lnTo>
                  <a:lnTo>
                    <a:pt x="308071" y="8130"/>
                  </a:lnTo>
                  <a:lnTo>
                    <a:pt x="303909" y="7070"/>
                  </a:lnTo>
                  <a:lnTo>
                    <a:pt x="299729" y="6082"/>
                  </a:lnTo>
                  <a:lnTo>
                    <a:pt x="295532" y="5169"/>
                  </a:lnTo>
                  <a:lnTo>
                    <a:pt x="291319" y="4328"/>
                  </a:lnTo>
                  <a:lnTo>
                    <a:pt x="287093" y="3562"/>
                  </a:lnTo>
                  <a:lnTo>
                    <a:pt x="282854" y="2869"/>
                  </a:lnTo>
                  <a:lnTo>
                    <a:pt x="278603" y="2251"/>
                  </a:lnTo>
                  <a:lnTo>
                    <a:pt x="274342" y="1708"/>
                  </a:lnTo>
                  <a:lnTo>
                    <a:pt x="270072" y="1239"/>
                  </a:lnTo>
                  <a:lnTo>
                    <a:pt x="265795" y="845"/>
                  </a:lnTo>
                  <a:lnTo>
                    <a:pt x="261512" y="526"/>
                  </a:lnTo>
                  <a:lnTo>
                    <a:pt x="257223" y="281"/>
                  </a:lnTo>
                  <a:lnTo>
                    <a:pt x="252931" y="112"/>
                  </a:lnTo>
                  <a:lnTo>
                    <a:pt x="248637" y="18"/>
                  </a:lnTo>
                  <a:lnTo>
                    <a:pt x="244342" y="0"/>
                  </a:lnTo>
                  <a:lnTo>
                    <a:pt x="240047" y="56"/>
                  </a:lnTo>
                  <a:lnTo>
                    <a:pt x="235753" y="187"/>
                  </a:lnTo>
                  <a:lnTo>
                    <a:pt x="231463" y="394"/>
                  </a:lnTo>
                  <a:lnTo>
                    <a:pt x="227177" y="676"/>
                  </a:lnTo>
                  <a:lnTo>
                    <a:pt x="222896" y="1032"/>
                  </a:lnTo>
                  <a:lnTo>
                    <a:pt x="218623" y="1464"/>
                  </a:lnTo>
                  <a:lnTo>
                    <a:pt x="214357" y="1970"/>
                  </a:lnTo>
                  <a:lnTo>
                    <a:pt x="210101" y="2551"/>
                  </a:lnTo>
                  <a:lnTo>
                    <a:pt x="205856" y="3206"/>
                  </a:lnTo>
                  <a:lnTo>
                    <a:pt x="201623" y="3936"/>
                  </a:lnTo>
                  <a:lnTo>
                    <a:pt x="197404" y="4739"/>
                  </a:lnTo>
                  <a:lnTo>
                    <a:pt x="193199" y="5616"/>
                  </a:lnTo>
                  <a:lnTo>
                    <a:pt x="189010" y="6567"/>
                  </a:lnTo>
                  <a:lnTo>
                    <a:pt x="184838" y="7591"/>
                  </a:lnTo>
                  <a:lnTo>
                    <a:pt x="180685" y="8687"/>
                  </a:lnTo>
                  <a:lnTo>
                    <a:pt x="176552" y="9856"/>
                  </a:lnTo>
                  <a:lnTo>
                    <a:pt x="172440" y="11098"/>
                  </a:lnTo>
                  <a:lnTo>
                    <a:pt x="168350" y="12411"/>
                  </a:lnTo>
                  <a:lnTo>
                    <a:pt x="164284" y="13795"/>
                  </a:lnTo>
                  <a:lnTo>
                    <a:pt x="160243" y="15250"/>
                  </a:lnTo>
                  <a:lnTo>
                    <a:pt x="156228" y="16776"/>
                  </a:lnTo>
                  <a:lnTo>
                    <a:pt x="152240" y="18372"/>
                  </a:lnTo>
                  <a:lnTo>
                    <a:pt x="148281" y="20038"/>
                  </a:lnTo>
                  <a:lnTo>
                    <a:pt x="144351" y="21772"/>
                  </a:lnTo>
                  <a:lnTo>
                    <a:pt x="140452" y="23575"/>
                  </a:lnTo>
                  <a:lnTo>
                    <a:pt x="136586" y="25446"/>
                  </a:lnTo>
                  <a:lnTo>
                    <a:pt x="132753" y="27384"/>
                  </a:lnTo>
                  <a:lnTo>
                    <a:pt x="128954" y="29389"/>
                  </a:lnTo>
                  <a:lnTo>
                    <a:pt x="125191" y="31461"/>
                  </a:lnTo>
                  <a:lnTo>
                    <a:pt x="121465" y="33597"/>
                  </a:lnTo>
                  <a:lnTo>
                    <a:pt x="117777" y="35799"/>
                  </a:lnTo>
                  <a:lnTo>
                    <a:pt x="114128" y="38065"/>
                  </a:lnTo>
                  <a:lnTo>
                    <a:pt x="110519" y="40394"/>
                  </a:lnTo>
                  <a:lnTo>
                    <a:pt x="106951" y="42787"/>
                  </a:lnTo>
                  <a:lnTo>
                    <a:pt x="103426" y="45241"/>
                  </a:lnTo>
                  <a:lnTo>
                    <a:pt x="99945" y="47757"/>
                  </a:lnTo>
                  <a:lnTo>
                    <a:pt x="96507" y="50333"/>
                  </a:lnTo>
                  <a:lnTo>
                    <a:pt x="93116" y="52969"/>
                  </a:lnTo>
                  <a:lnTo>
                    <a:pt x="89771" y="55664"/>
                  </a:lnTo>
                  <a:lnTo>
                    <a:pt x="86474" y="58417"/>
                  </a:lnTo>
                  <a:lnTo>
                    <a:pt x="83226" y="61227"/>
                  </a:lnTo>
                  <a:lnTo>
                    <a:pt x="80027" y="64094"/>
                  </a:lnTo>
                  <a:lnTo>
                    <a:pt x="76879" y="67016"/>
                  </a:lnTo>
                  <a:lnTo>
                    <a:pt x="73782" y="69993"/>
                  </a:lnTo>
                  <a:lnTo>
                    <a:pt x="70738" y="73023"/>
                  </a:lnTo>
                  <a:lnTo>
                    <a:pt x="67748" y="76107"/>
                  </a:lnTo>
                  <a:lnTo>
                    <a:pt x="64812" y="79242"/>
                  </a:lnTo>
                  <a:lnTo>
                    <a:pt x="61931" y="82428"/>
                  </a:lnTo>
                  <a:lnTo>
                    <a:pt x="59107" y="85664"/>
                  </a:lnTo>
                  <a:lnTo>
                    <a:pt x="56339" y="88949"/>
                  </a:lnTo>
                  <a:lnTo>
                    <a:pt x="53630" y="92282"/>
                  </a:lnTo>
                  <a:lnTo>
                    <a:pt x="50979" y="95662"/>
                  </a:lnTo>
                  <a:lnTo>
                    <a:pt x="48388" y="99088"/>
                  </a:lnTo>
                  <a:lnTo>
                    <a:pt x="45857" y="102559"/>
                  </a:lnTo>
                  <a:lnTo>
                    <a:pt x="43387" y="106073"/>
                  </a:lnTo>
                  <a:lnTo>
                    <a:pt x="40980" y="109630"/>
                  </a:lnTo>
                  <a:lnTo>
                    <a:pt x="38634" y="113229"/>
                  </a:lnTo>
                  <a:lnTo>
                    <a:pt x="36353" y="116868"/>
                  </a:lnTo>
                  <a:lnTo>
                    <a:pt x="34135" y="120546"/>
                  </a:lnTo>
                  <a:lnTo>
                    <a:pt x="31982" y="124263"/>
                  </a:lnTo>
                  <a:lnTo>
                    <a:pt x="29894" y="128017"/>
                  </a:lnTo>
                  <a:lnTo>
                    <a:pt x="27872" y="131807"/>
                  </a:lnTo>
                  <a:lnTo>
                    <a:pt x="25917" y="135631"/>
                  </a:lnTo>
                  <a:lnTo>
                    <a:pt x="24029" y="139490"/>
                  </a:lnTo>
                  <a:lnTo>
                    <a:pt x="22209" y="143380"/>
                  </a:lnTo>
                  <a:lnTo>
                    <a:pt x="20458" y="147302"/>
                  </a:lnTo>
                  <a:lnTo>
                    <a:pt x="18775" y="151254"/>
                  </a:lnTo>
                  <a:lnTo>
                    <a:pt x="17162" y="155235"/>
                  </a:lnTo>
                  <a:lnTo>
                    <a:pt x="15618" y="159244"/>
                  </a:lnTo>
                  <a:lnTo>
                    <a:pt x="14145" y="163279"/>
                  </a:lnTo>
                  <a:lnTo>
                    <a:pt x="12743" y="167339"/>
                  </a:lnTo>
                  <a:lnTo>
                    <a:pt x="11412" y="171423"/>
                  </a:lnTo>
                  <a:lnTo>
                    <a:pt x="10153" y="175529"/>
                  </a:lnTo>
                  <a:lnTo>
                    <a:pt x="8966" y="179657"/>
                  </a:lnTo>
                  <a:lnTo>
                    <a:pt x="7851" y="183805"/>
                  </a:lnTo>
                  <a:lnTo>
                    <a:pt x="6809" y="187973"/>
                  </a:lnTo>
                  <a:lnTo>
                    <a:pt x="5840" y="192157"/>
                  </a:lnTo>
                  <a:lnTo>
                    <a:pt x="4944" y="196358"/>
                  </a:lnTo>
                  <a:lnTo>
                    <a:pt x="4123" y="200574"/>
                  </a:lnTo>
                  <a:lnTo>
                    <a:pt x="3375" y="204804"/>
                  </a:lnTo>
                  <a:lnTo>
                    <a:pt x="2701" y="209046"/>
                  </a:lnTo>
                  <a:lnTo>
                    <a:pt x="2101" y="213299"/>
                  </a:lnTo>
                  <a:lnTo>
                    <a:pt x="1577" y="217563"/>
                  </a:lnTo>
                  <a:lnTo>
                    <a:pt x="1126" y="221834"/>
                  </a:lnTo>
                  <a:lnTo>
                    <a:pt x="751" y="226113"/>
                  </a:lnTo>
                  <a:lnTo>
                    <a:pt x="450" y="230398"/>
                  </a:lnTo>
                  <a:lnTo>
                    <a:pt x="225" y="234687"/>
                  </a:lnTo>
                  <a:lnTo>
                    <a:pt x="75" y="238980"/>
                  </a:lnTo>
                  <a:lnTo>
                    <a:pt x="0" y="243275"/>
                  </a:lnTo>
                  <a:lnTo>
                    <a:pt x="0" y="247570"/>
                  </a:lnTo>
                  <a:lnTo>
                    <a:pt x="75" y="251865"/>
                  </a:lnTo>
                  <a:lnTo>
                    <a:pt x="225" y="256158"/>
                  </a:lnTo>
                  <a:lnTo>
                    <a:pt x="450" y="260447"/>
                  </a:lnTo>
                  <a:lnTo>
                    <a:pt x="751" y="264732"/>
                  </a:lnTo>
                  <a:lnTo>
                    <a:pt x="1126" y="269011"/>
                  </a:lnTo>
                  <a:lnTo>
                    <a:pt x="1577" y="273283"/>
                  </a:lnTo>
                  <a:lnTo>
                    <a:pt x="2101" y="277546"/>
                  </a:lnTo>
                  <a:lnTo>
                    <a:pt x="2701" y="281799"/>
                  </a:lnTo>
                  <a:lnTo>
                    <a:pt x="3375" y="286041"/>
                  </a:lnTo>
                  <a:lnTo>
                    <a:pt x="4123" y="290271"/>
                  </a:lnTo>
                  <a:lnTo>
                    <a:pt x="4944" y="294487"/>
                  </a:lnTo>
                  <a:lnTo>
                    <a:pt x="5840" y="298688"/>
                  </a:lnTo>
                  <a:lnTo>
                    <a:pt x="6809" y="302873"/>
                  </a:lnTo>
                  <a:lnTo>
                    <a:pt x="7851" y="307040"/>
                  </a:lnTo>
                  <a:lnTo>
                    <a:pt x="8966" y="311188"/>
                  </a:lnTo>
                  <a:lnTo>
                    <a:pt x="10153" y="315316"/>
                  </a:lnTo>
                  <a:lnTo>
                    <a:pt x="11412" y="319423"/>
                  </a:lnTo>
                  <a:lnTo>
                    <a:pt x="12743" y="323506"/>
                  </a:lnTo>
                  <a:lnTo>
                    <a:pt x="14145" y="327567"/>
                  </a:lnTo>
                  <a:lnTo>
                    <a:pt x="15618" y="331601"/>
                  </a:lnTo>
                  <a:lnTo>
                    <a:pt x="17162" y="335610"/>
                  </a:lnTo>
                  <a:lnTo>
                    <a:pt x="18775" y="339591"/>
                  </a:lnTo>
                  <a:lnTo>
                    <a:pt x="20458" y="343543"/>
                  </a:lnTo>
                  <a:lnTo>
                    <a:pt x="22209" y="347465"/>
                  </a:lnTo>
                  <a:lnTo>
                    <a:pt x="24029" y="351355"/>
                  </a:lnTo>
                  <a:lnTo>
                    <a:pt x="25917" y="355214"/>
                  </a:lnTo>
                  <a:lnTo>
                    <a:pt x="27872" y="359038"/>
                  </a:lnTo>
                  <a:lnTo>
                    <a:pt x="29894" y="362828"/>
                  </a:lnTo>
                  <a:lnTo>
                    <a:pt x="31982" y="366582"/>
                  </a:lnTo>
                  <a:lnTo>
                    <a:pt x="34135" y="370299"/>
                  </a:lnTo>
                  <a:lnTo>
                    <a:pt x="36353" y="373977"/>
                  </a:lnTo>
                  <a:lnTo>
                    <a:pt x="38634" y="377616"/>
                  </a:lnTo>
                  <a:lnTo>
                    <a:pt x="40980" y="381215"/>
                  </a:lnTo>
                  <a:lnTo>
                    <a:pt x="43387" y="384772"/>
                  </a:lnTo>
                  <a:lnTo>
                    <a:pt x="45857" y="388286"/>
                  </a:lnTo>
                  <a:lnTo>
                    <a:pt x="48388" y="391757"/>
                  </a:lnTo>
                  <a:lnTo>
                    <a:pt x="50979" y="395183"/>
                  </a:lnTo>
                  <a:lnTo>
                    <a:pt x="53630" y="398563"/>
                  </a:lnTo>
                  <a:lnTo>
                    <a:pt x="56339" y="401896"/>
                  </a:lnTo>
                  <a:lnTo>
                    <a:pt x="59107" y="405181"/>
                  </a:lnTo>
                  <a:lnTo>
                    <a:pt x="61931" y="408417"/>
                  </a:lnTo>
                  <a:lnTo>
                    <a:pt x="64812" y="411603"/>
                  </a:lnTo>
                  <a:lnTo>
                    <a:pt x="67748" y="414738"/>
                  </a:lnTo>
                  <a:lnTo>
                    <a:pt x="70738" y="417822"/>
                  </a:lnTo>
                  <a:lnTo>
                    <a:pt x="73782" y="420852"/>
                  </a:lnTo>
                  <a:lnTo>
                    <a:pt x="76879" y="423829"/>
                  </a:lnTo>
                  <a:lnTo>
                    <a:pt x="80027" y="426752"/>
                  </a:lnTo>
                  <a:lnTo>
                    <a:pt x="83226" y="429618"/>
                  </a:lnTo>
                  <a:lnTo>
                    <a:pt x="86474" y="432429"/>
                  </a:lnTo>
                  <a:lnTo>
                    <a:pt x="89771" y="435182"/>
                  </a:lnTo>
                  <a:lnTo>
                    <a:pt x="93116" y="437876"/>
                  </a:lnTo>
                  <a:lnTo>
                    <a:pt x="96507" y="440512"/>
                  </a:lnTo>
                  <a:lnTo>
                    <a:pt x="99945" y="443088"/>
                  </a:lnTo>
                  <a:lnTo>
                    <a:pt x="103426" y="445604"/>
                  </a:lnTo>
                  <a:lnTo>
                    <a:pt x="106951" y="448058"/>
                  </a:lnTo>
                  <a:lnTo>
                    <a:pt x="110519" y="450451"/>
                  </a:lnTo>
                  <a:lnTo>
                    <a:pt x="114128" y="452780"/>
                  </a:lnTo>
                  <a:lnTo>
                    <a:pt x="117777" y="455046"/>
                  </a:lnTo>
                  <a:lnTo>
                    <a:pt x="121465" y="457248"/>
                  </a:lnTo>
                  <a:lnTo>
                    <a:pt x="125191" y="459385"/>
                  </a:lnTo>
                  <a:lnTo>
                    <a:pt x="128954" y="461456"/>
                  </a:lnTo>
                  <a:lnTo>
                    <a:pt x="132753" y="463461"/>
                  </a:lnTo>
                  <a:lnTo>
                    <a:pt x="136586" y="465399"/>
                  </a:lnTo>
                  <a:lnTo>
                    <a:pt x="140452" y="467270"/>
                  </a:lnTo>
                  <a:lnTo>
                    <a:pt x="144351" y="469073"/>
                  </a:lnTo>
                  <a:lnTo>
                    <a:pt x="148281" y="470808"/>
                  </a:lnTo>
                  <a:lnTo>
                    <a:pt x="152240" y="472473"/>
                  </a:lnTo>
                  <a:lnTo>
                    <a:pt x="156228" y="474069"/>
                  </a:lnTo>
                  <a:lnTo>
                    <a:pt x="160243" y="475595"/>
                  </a:lnTo>
                  <a:lnTo>
                    <a:pt x="164284" y="477050"/>
                  </a:lnTo>
                  <a:lnTo>
                    <a:pt x="168350" y="478435"/>
                  </a:lnTo>
                  <a:lnTo>
                    <a:pt x="172440" y="479748"/>
                  </a:lnTo>
                  <a:lnTo>
                    <a:pt x="176552" y="480989"/>
                  </a:lnTo>
                  <a:lnTo>
                    <a:pt x="180685" y="482158"/>
                  </a:lnTo>
                  <a:lnTo>
                    <a:pt x="184838" y="483255"/>
                  </a:lnTo>
                  <a:lnTo>
                    <a:pt x="189010" y="484278"/>
                  </a:lnTo>
                  <a:lnTo>
                    <a:pt x="193199" y="485229"/>
                  </a:lnTo>
                  <a:lnTo>
                    <a:pt x="197404" y="486106"/>
                  </a:lnTo>
                  <a:lnTo>
                    <a:pt x="201623" y="486909"/>
                  </a:lnTo>
                  <a:lnTo>
                    <a:pt x="205856" y="487639"/>
                  </a:lnTo>
                  <a:lnTo>
                    <a:pt x="210101" y="488294"/>
                  </a:lnTo>
                  <a:lnTo>
                    <a:pt x="214357" y="488875"/>
                  </a:lnTo>
                  <a:lnTo>
                    <a:pt x="218623" y="489381"/>
                  </a:lnTo>
                  <a:lnTo>
                    <a:pt x="222896" y="489813"/>
                  </a:lnTo>
                  <a:lnTo>
                    <a:pt x="227177" y="490169"/>
                  </a:lnTo>
                  <a:lnTo>
                    <a:pt x="231463" y="490451"/>
                  </a:lnTo>
                  <a:lnTo>
                    <a:pt x="235753" y="490658"/>
                  </a:lnTo>
                  <a:lnTo>
                    <a:pt x="240047" y="490789"/>
                  </a:lnTo>
                  <a:lnTo>
                    <a:pt x="244342" y="490846"/>
                  </a:lnTo>
                  <a:lnTo>
                    <a:pt x="248637" y="490827"/>
                  </a:lnTo>
                  <a:lnTo>
                    <a:pt x="252931" y="490733"/>
                  </a:lnTo>
                  <a:lnTo>
                    <a:pt x="257223" y="490564"/>
                  </a:lnTo>
                  <a:lnTo>
                    <a:pt x="261512" y="490320"/>
                  </a:lnTo>
                  <a:lnTo>
                    <a:pt x="265795" y="490000"/>
                  </a:lnTo>
                  <a:lnTo>
                    <a:pt x="270072" y="489606"/>
                  </a:lnTo>
                  <a:lnTo>
                    <a:pt x="274342" y="489137"/>
                  </a:lnTo>
                  <a:lnTo>
                    <a:pt x="278603" y="488594"/>
                  </a:lnTo>
                  <a:lnTo>
                    <a:pt x="282854" y="487976"/>
                  </a:lnTo>
                  <a:lnTo>
                    <a:pt x="287093" y="487283"/>
                  </a:lnTo>
                  <a:lnTo>
                    <a:pt x="291319" y="486517"/>
                  </a:lnTo>
                  <a:lnTo>
                    <a:pt x="295532" y="485677"/>
                  </a:lnTo>
                  <a:lnTo>
                    <a:pt x="299729" y="484763"/>
                  </a:lnTo>
                  <a:lnTo>
                    <a:pt x="303909" y="483776"/>
                  </a:lnTo>
                  <a:lnTo>
                    <a:pt x="308071" y="482715"/>
                  </a:lnTo>
                  <a:lnTo>
                    <a:pt x="312215" y="481582"/>
                  </a:lnTo>
                  <a:lnTo>
                    <a:pt x="316338" y="480377"/>
                  </a:lnTo>
                  <a:lnTo>
                    <a:pt x="320439" y="479100"/>
                  </a:lnTo>
                  <a:lnTo>
                    <a:pt x="324517" y="477751"/>
                  </a:lnTo>
                  <a:lnTo>
                    <a:pt x="328571" y="476331"/>
                  </a:lnTo>
                  <a:lnTo>
                    <a:pt x="332599" y="474841"/>
                  </a:lnTo>
                  <a:lnTo>
                    <a:pt x="336601" y="473280"/>
                  </a:lnTo>
                  <a:lnTo>
                    <a:pt x="340574" y="471649"/>
                  </a:lnTo>
                  <a:lnTo>
                    <a:pt x="344519" y="469949"/>
                  </a:lnTo>
                  <a:lnTo>
                    <a:pt x="348433" y="468180"/>
                  </a:lnTo>
                  <a:lnTo>
                    <a:pt x="352316" y="466343"/>
                  </a:lnTo>
                  <a:lnTo>
                    <a:pt x="356166" y="464438"/>
                  </a:lnTo>
                  <a:lnTo>
                    <a:pt x="359982" y="462467"/>
                  </a:lnTo>
                  <a:lnTo>
                    <a:pt x="363763" y="460428"/>
                  </a:lnTo>
                  <a:lnTo>
                    <a:pt x="367508" y="458324"/>
                  </a:lnTo>
                  <a:lnTo>
                    <a:pt x="371215" y="456155"/>
                  </a:lnTo>
                  <a:lnTo>
                    <a:pt x="374884" y="453921"/>
                  </a:lnTo>
                  <a:lnTo>
                    <a:pt x="378513" y="451623"/>
                  </a:lnTo>
                  <a:lnTo>
                    <a:pt x="382101" y="449262"/>
                  </a:lnTo>
                  <a:lnTo>
                    <a:pt x="385648" y="446839"/>
                  </a:lnTo>
                  <a:lnTo>
                    <a:pt x="389151" y="444354"/>
                  </a:lnTo>
                  <a:lnTo>
                    <a:pt x="392611" y="441808"/>
                  </a:lnTo>
                  <a:lnTo>
                    <a:pt x="396025" y="439202"/>
                  </a:lnTo>
                  <a:lnTo>
                    <a:pt x="399393" y="436536"/>
                  </a:lnTo>
                  <a:lnTo>
                    <a:pt x="402714" y="433812"/>
                  </a:lnTo>
                  <a:lnTo>
                    <a:pt x="405987" y="431031"/>
                  </a:lnTo>
                  <a:lnTo>
                    <a:pt x="409211" y="428192"/>
                  </a:lnTo>
                  <a:lnTo>
                    <a:pt x="412385" y="425297"/>
                  </a:lnTo>
                  <a:lnTo>
                    <a:pt x="415507" y="422348"/>
                  </a:lnTo>
                  <a:lnTo>
                    <a:pt x="418577" y="419344"/>
                  </a:lnTo>
                  <a:lnTo>
                    <a:pt x="421595" y="416287"/>
                  </a:lnTo>
                  <a:lnTo>
                    <a:pt x="424558" y="413177"/>
                  </a:lnTo>
                  <a:lnTo>
                    <a:pt x="427466" y="410016"/>
                  </a:lnTo>
                  <a:lnTo>
                    <a:pt x="430319" y="406805"/>
                  </a:lnTo>
                  <a:lnTo>
                    <a:pt x="433115" y="403544"/>
                  </a:lnTo>
                  <a:lnTo>
                    <a:pt x="435854" y="400235"/>
                  </a:lnTo>
                  <a:lnTo>
                    <a:pt x="438534" y="396879"/>
                  </a:lnTo>
                  <a:lnTo>
                    <a:pt x="441155" y="393476"/>
                  </a:lnTo>
                  <a:lnTo>
                    <a:pt x="443716" y="390027"/>
                  </a:lnTo>
                  <a:lnTo>
                    <a:pt x="446216" y="386535"/>
                  </a:lnTo>
                  <a:lnTo>
                    <a:pt x="448655" y="382999"/>
                  </a:lnTo>
                  <a:lnTo>
                    <a:pt x="451032" y="379421"/>
                  </a:lnTo>
                  <a:lnTo>
                    <a:pt x="453345" y="375802"/>
                  </a:lnTo>
                  <a:lnTo>
                    <a:pt x="455595" y="372143"/>
                  </a:lnTo>
                  <a:lnTo>
                    <a:pt x="457781" y="368445"/>
                  </a:lnTo>
                  <a:lnTo>
                    <a:pt x="459901" y="364710"/>
                  </a:lnTo>
                  <a:lnTo>
                    <a:pt x="461956" y="360938"/>
                  </a:lnTo>
                  <a:lnTo>
                    <a:pt x="463945" y="357130"/>
                  </a:lnTo>
                  <a:lnTo>
                    <a:pt x="465866" y="353289"/>
                  </a:lnTo>
                  <a:lnTo>
                    <a:pt x="467720" y="349414"/>
                  </a:lnTo>
                  <a:lnTo>
                    <a:pt x="469506" y="345508"/>
                  </a:lnTo>
                  <a:lnTo>
                    <a:pt x="471223" y="341570"/>
                  </a:lnTo>
                  <a:lnTo>
                    <a:pt x="472872" y="337604"/>
                  </a:lnTo>
                  <a:lnTo>
                    <a:pt x="474450" y="333609"/>
                  </a:lnTo>
                  <a:lnTo>
                    <a:pt x="475958" y="329587"/>
                  </a:lnTo>
                  <a:lnTo>
                    <a:pt x="477396" y="325540"/>
                  </a:lnTo>
                  <a:lnTo>
                    <a:pt x="478762" y="321467"/>
                  </a:lnTo>
                  <a:lnTo>
                    <a:pt x="480058" y="317372"/>
                  </a:lnTo>
                  <a:lnTo>
                    <a:pt x="481281" y="313254"/>
                  </a:lnTo>
                  <a:lnTo>
                    <a:pt x="482432" y="309116"/>
                  </a:lnTo>
                  <a:lnTo>
                    <a:pt x="483510" y="304958"/>
                  </a:lnTo>
                  <a:lnTo>
                    <a:pt x="484516" y="300782"/>
                  </a:lnTo>
                  <a:lnTo>
                    <a:pt x="485448" y="296589"/>
                  </a:lnTo>
                  <a:lnTo>
                    <a:pt x="486307" y="292381"/>
                  </a:lnTo>
                  <a:lnTo>
                    <a:pt x="487092" y="288158"/>
                  </a:lnTo>
                  <a:lnTo>
                    <a:pt x="487803" y="283922"/>
                  </a:lnTo>
                  <a:lnTo>
                    <a:pt x="488439" y="279674"/>
                  </a:lnTo>
                  <a:lnTo>
                    <a:pt x="489001" y="275415"/>
                  </a:lnTo>
                  <a:lnTo>
                    <a:pt x="489489" y="271148"/>
                  </a:lnTo>
                  <a:lnTo>
                    <a:pt x="489902" y="266872"/>
                  </a:lnTo>
                  <a:lnTo>
                    <a:pt x="490240" y="262590"/>
                  </a:lnTo>
                  <a:lnTo>
                    <a:pt x="490503" y="258303"/>
                  </a:lnTo>
                  <a:lnTo>
                    <a:pt x="490691" y="254012"/>
                  </a:lnTo>
                  <a:lnTo>
                    <a:pt x="490803" y="249718"/>
                  </a:lnTo>
                  <a:close/>
                </a:path>
              </a:pathLst>
            </a:custGeom>
            <a:solidFill>
              <a:srgbClr val="F5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4572000" y="289444"/>
              <a:ext cx="0" cy="220882"/>
            </a:xfrm>
            <a:custGeom>
              <a:avLst/>
              <a:pathLst>
                <a:path w="0" h="220882">
                  <a:moveTo>
                    <a:pt x="0" y="220882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4589354" y="361328"/>
              <a:ext cx="156187" cy="156187"/>
            </a:xfrm>
            <a:custGeom>
              <a:avLst/>
              <a:pathLst>
                <a:path w="156187" h="156187">
                  <a:moveTo>
                    <a:pt x="0" y="156187"/>
                  </a:moveTo>
                  <a:lnTo>
                    <a:pt x="156187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4596542" y="534870"/>
              <a:ext cx="220882" cy="0"/>
            </a:xfrm>
            <a:custGeom>
              <a:avLst/>
              <a:pathLst>
                <a:path w="220882" h="0">
                  <a:moveTo>
                    <a:pt x="0" y="0"/>
                  </a:moveTo>
                  <a:lnTo>
                    <a:pt x="220882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4589354" y="552224"/>
              <a:ext cx="156187" cy="156187"/>
            </a:xfrm>
            <a:custGeom>
              <a:avLst/>
              <a:pathLst>
                <a:path w="156187" h="156187">
                  <a:moveTo>
                    <a:pt x="0" y="0"/>
                  </a:moveTo>
                  <a:lnTo>
                    <a:pt x="156187" y="156187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4572000" y="559412"/>
              <a:ext cx="0" cy="220882"/>
            </a:xfrm>
            <a:custGeom>
              <a:avLst/>
              <a:pathLst>
                <a:path w="0" h="220882">
                  <a:moveTo>
                    <a:pt x="0" y="0"/>
                  </a:moveTo>
                  <a:lnTo>
                    <a:pt x="0" y="220882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4398458" y="552224"/>
              <a:ext cx="156187" cy="156187"/>
            </a:xfrm>
            <a:custGeom>
              <a:avLst/>
              <a:pathLst>
                <a:path w="156187" h="156187">
                  <a:moveTo>
                    <a:pt x="156187" y="0"/>
                  </a:moveTo>
                  <a:lnTo>
                    <a:pt x="0" y="156187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4326574" y="534870"/>
              <a:ext cx="220882" cy="0"/>
            </a:xfrm>
            <a:custGeom>
              <a:avLst/>
              <a:pathLst>
                <a:path w="220882" h="0">
                  <a:moveTo>
                    <a:pt x="220882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4398458" y="361328"/>
              <a:ext cx="156187" cy="156187"/>
            </a:xfrm>
            <a:custGeom>
              <a:avLst/>
              <a:pathLst>
                <a:path w="156187" h="156187">
                  <a:moveTo>
                    <a:pt x="156187" y="156187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529655" y="502938"/>
              <a:ext cx="164075" cy="86770"/>
            </a:xfrm>
            <a:custGeom>
              <a:avLst/>
              <a:pathLst>
                <a:path w="164075" h="86770">
                  <a:moveTo>
                    <a:pt x="42344" y="7389"/>
                  </a:moveTo>
                  <a:lnTo>
                    <a:pt x="74275" y="0"/>
                  </a:lnTo>
                  <a:lnTo>
                    <a:pt x="164075" y="31931"/>
                  </a:lnTo>
                  <a:lnTo>
                    <a:pt x="97183" y="86770"/>
                  </a:lnTo>
                  <a:lnTo>
                    <a:pt x="42344" y="65309"/>
                  </a:lnTo>
                  <a:lnTo>
                    <a:pt x="0" y="74275"/>
                  </a:lnTo>
                  <a:lnTo>
                    <a:pt x="14856" y="31931"/>
                  </a:lnTo>
                  <a:lnTo>
                    <a:pt x="22907" y="12495"/>
                  </a:lnTo>
                  <a:lnTo>
                    <a:pt x="42344" y="7389"/>
                  </a:lnTo>
                </a:path>
              </a:pathLst>
            </a:custGeom>
            <a:ln w="31166" cap="flat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4536052" y="474379"/>
              <a:ext cx="71895" cy="71895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4567983" y="466990"/>
              <a:ext cx="71895" cy="71895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4657783" y="498922"/>
              <a:ext cx="71895" cy="71895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4590891" y="553761"/>
              <a:ext cx="71895" cy="71895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4536052" y="532300"/>
              <a:ext cx="71895" cy="71895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4493708" y="541266"/>
              <a:ext cx="71895" cy="71895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4508564" y="498922"/>
              <a:ext cx="71895" cy="71895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4516615" y="479485"/>
              <a:ext cx="71895" cy="71895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4536052" y="474379"/>
              <a:ext cx="71895" cy="71895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tx78"/>
            <p:cNvSpPr/>
            <p:nvPr/>
          </p:nvSpPr>
          <p:spPr>
            <a:xfrm>
              <a:off x="4451360" y="486416"/>
              <a:ext cx="96096" cy="477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2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2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4414383" y="375975"/>
              <a:ext cx="133074" cy="477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2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2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4377405" y="265534"/>
              <a:ext cx="170051" cy="477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2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2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  <p:sp>
          <p:nvSpPr>
            <p:cNvPr id="81" name="rc81"/>
            <p:cNvSpPr/>
            <p:nvPr/>
          </p:nvSpPr>
          <p:spPr>
            <a:xfrm>
              <a:off x="6072803" y="69589"/>
              <a:ext cx="3001607" cy="90709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82" name="rc82"/>
            <p:cNvSpPr/>
            <p:nvPr/>
          </p:nvSpPr>
          <p:spPr>
            <a:xfrm>
              <a:off x="6072803" y="160298"/>
              <a:ext cx="3001607" cy="74914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" name="rc83"/>
            <p:cNvSpPr/>
            <p:nvPr/>
          </p:nvSpPr>
          <p:spPr>
            <a:xfrm>
              <a:off x="6123413" y="69589"/>
              <a:ext cx="2900386" cy="90709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4" name="tx84"/>
            <p:cNvSpPr/>
            <p:nvPr/>
          </p:nvSpPr>
          <p:spPr>
            <a:xfrm>
              <a:off x="7043474" y="31593"/>
              <a:ext cx="1060265" cy="1353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Accipitriformes</a:t>
              </a:r>
            </a:p>
          </p:txBody>
        </p:sp>
        <p:sp>
          <p:nvSpPr>
            <p:cNvPr id="85" name="rc85"/>
            <p:cNvSpPr/>
            <p:nvPr/>
          </p:nvSpPr>
          <p:spPr>
            <a:xfrm>
              <a:off x="7168655" y="210908"/>
              <a:ext cx="809903" cy="64792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" name="tx86"/>
            <p:cNvSpPr/>
            <p:nvPr/>
          </p:nvSpPr>
          <p:spPr>
            <a:xfrm>
              <a:off x="6867844" y="691171"/>
              <a:ext cx="506189" cy="82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7044439" y="493821"/>
              <a:ext cx="246928" cy="79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6886052" y="293983"/>
              <a:ext cx="487981" cy="801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89" name="pl89"/>
            <p:cNvSpPr/>
            <p:nvPr/>
          </p:nvSpPr>
          <p:spPr>
            <a:xfrm>
              <a:off x="7549065" y="510327"/>
              <a:ext cx="49084" cy="49084"/>
            </a:xfrm>
            <a:custGeom>
              <a:avLst/>
              <a:pathLst>
                <a:path w="49084" h="49084">
                  <a:moveTo>
                    <a:pt x="49084" y="24542"/>
                  </a:moveTo>
                  <a:lnTo>
                    <a:pt x="49080" y="24112"/>
                  </a:lnTo>
                  <a:lnTo>
                    <a:pt x="49069" y="23683"/>
                  </a:lnTo>
                  <a:lnTo>
                    <a:pt x="49050" y="23254"/>
                  </a:lnTo>
                  <a:lnTo>
                    <a:pt x="49024" y="22825"/>
                  </a:lnTo>
                  <a:lnTo>
                    <a:pt x="48990" y="22397"/>
                  </a:lnTo>
                  <a:lnTo>
                    <a:pt x="48948" y="21969"/>
                  </a:lnTo>
                  <a:lnTo>
                    <a:pt x="48900" y="21543"/>
                  </a:lnTo>
                  <a:lnTo>
                    <a:pt x="48843" y="21117"/>
                  </a:lnTo>
                  <a:lnTo>
                    <a:pt x="48780" y="20692"/>
                  </a:lnTo>
                  <a:lnTo>
                    <a:pt x="48709" y="20268"/>
                  </a:lnTo>
                  <a:lnTo>
                    <a:pt x="48630" y="19846"/>
                  </a:lnTo>
                  <a:lnTo>
                    <a:pt x="48544" y="19425"/>
                  </a:lnTo>
                  <a:lnTo>
                    <a:pt x="48451" y="19006"/>
                  </a:lnTo>
                  <a:lnTo>
                    <a:pt x="48351" y="18588"/>
                  </a:lnTo>
                  <a:lnTo>
                    <a:pt x="48243" y="18172"/>
                  </a:lnTo>
                  <a:lnTo>
                    <a:pt x="48128" y="17759"/>
                  </a:lnTo>
                  <a:lnTo>
                    <a:pt x="48005" y="17347"/>
                  </a:lnTo>
                  <a:lnTo>
                    <a:pt x="47876" y="16937"/>
                  </a:lnTo>
                  <a:lnTo>
                    <a:pt x="47739" y="16530"/>
                  </a:lnTo>
                  <a:lnTo>
                    <a:pt x="47595" y="16125"/>
                  </a:lnTo>
                  <a:lnTo>
                    <a:pt x="47445" y="15723"/>
                  </a:lnTo>
                  <a:lnTo>
                    <a:pt x="47287" y="15324"/>
                  </a:lnTo>
                  <a:lnTo>
                    <a:pt x="47122" y="14927"/>
                  </a:lnTo>
                  <a:lnTo>
                    <a:pt x="46950" y="14533"/>
                  </a:lnTo>
                  <a:lnTo>
                    <a:pt x="46772" y="14143"/>
                  </a:lnTo>
                  <a:lnTo>
                    <a:pt x="46586" y="13755"/>
                  </a:lnTo>
                  <a:lnTo>
                    <a:pt x="46394" y="13371"/>
                  </a:lnTo>
                  <a:lnTo>
                    <a:pt x="46195" y="12990"/>
                  </a:lnTo>
                  <a:lnTo>
                    <a:pt x="45990" y="12613"/>
                  </a:lnTo>
                  <a:lnTo>
                    <a:pt x="45778" y="12240"/>
                  </a:lnTo>
                  <a:lnTo>
                    <a:pt x="45559" y="11870"/>
                  </a:lnTo>
                  <a:lnTo>
                    <a:pt x="45334" y="11504"/>
                  </a:lnTo>
                  <a:lnTo>
                    <a:pt x="45103" y="11142"/>
                  </a:lnTo>
                  <a:lnTo>
                    <a:pt x="44865" y="10784"/>
                  </a:lnTo>
                  <a:lnTo>
                    <a:pt x="44621" y="10431"/>
                  </a:lnTo>
                  <a:lnTo>
                    <a:pt x="44371" y="10081"/>
                  </a:lnTo>
                  <a:lnTo>
                    <a:pt x="44115" y="9737"/>
                  </a:lnTo>
                  <a:lnTo>
                    <a:pt x="43853" y="9396"/>
                  </a:lnTo>
                  <a:lnTo>
                    <a:pt x="43585" y="9061"/>
                  </a:lnTo>
                  <a:lnTo>
                    <a:pt x="43311" y="8730"/>
                  </a:lnTo>
                  <a:lnTo>
                    <a:pt x="43031" y="8404"/>
                  </a:lnTo>
                  <a:lnTo>
                    <a:pt x="42746" y="8082"/>
                  </a:lnTo>
                  <a:lnTo>
                    <a:pt x="42455" y="7766"/>
                  </a:lnTo>
                  <a:lnTo>
                    <a:pt x="42159" y="7455"/>
                  </a:lnTo>
                  <a:lnTo>
                    <a:pt x="41857" y="7150"/>
                  </a:lnTo>
                  <a:lnTo>
                    <a:pt x="41550" y="6849"/>
                  </a:lnTo>
                  <a:lnTo>
                    <a:pt x="41238" y="6554"/>
                  </a:lnTo>
                  <a:lnTo>
                    <a:pt x="40921" y="6265"/>
                  </a:lnTo>
                  <a:lnTo>
                    <a:pt x="40598" y="5981"/>
                  </a:lnTo>
                  <a:lnTo>
                    <a:pt x="40271" y="5703"/>
                  </a:lnTo>
                  <a:lnTo>
                    <a:pt x="39939" y="5430"/>
                  </a:lnTo>
                  <a:lnTo>
                    <a:pt x="39602" y="5164"/>
                  </a:lnTo>
                  <a:lnTo>
                    <a:pt x="39261" y="4903"/>
                  </a:lnTo>
                  <a:lnTo>
                    <a:pt x="38915" y="4649"/>
                  </a:lnTo>
                  <a:lnTo>
                    <a:pt x="38564" y="4400"/>
                  </a:lnTo>
                  <a:lnTo>
                    <a:pt x="38210" y="4158"/>
                  </a:lnTo>
                  <a:lnTo>
                    <a:pt x="37851" y="3922"/>
                  </a:lnTo>
                  <a:lnTo>
                    <a:pt x="37488" y="3692"/>
                  </a:lnTo>
                  <a:lnTo>
                    <a:pt x="37121" y="3469"/>
                  </a:lnTo>
                  <a:lnTo>
                    <a:pt x="36750" y="3252"/>
                  </a:lnTo>
                  <a:lnTo>
                    <a:pt x="36376" y="3041"/>
                  </a:lnTo>
                  <a:lnTo>
                    <a:pt x="35998" y="2837"/>
                  </a:lnTo>
                  <a:lnTo>
                    <a:pt x="35616" y="2640"/>
                  </a:lnTo>
                  <a:lnTo>
                    <a:pt x="35231" y="2450"/>
                  </a:lnTo>
                  <a:lnTo>
                    <a:pt x="34843" y="2266"/>
                  </a:lnTo>
                  <a:lnTo>
                    <a:pt x="34451" y="2089"/>
                  </a:lnTo>
                  <a:lnTo>
                    <a:pt x="34057" y="1919"/>
                  </a:lnTo>
                  <a:lnTo>
                    <a:pt x="33660" y="1756"/>
                  </a:lnTo>
                  <a:lnTo>
                    <a:pt x="33259" y="1600"/>
                  </a:lnTo>
                  <a:lnTo>
                    <a:pt x="32857" y="1451"/>
                  </a:lnTo>
                  <a:lnTo>
                    <a:pt x="32451" y="1309"/>
                  </a:lnTo>
                  <a:lnTo>
                    <a:pt x="32043" y="1174"/>
                  </a:lnTo>
                  <a:lnTo>
                    <a:pt x="31633" y="1046"/>
                  </a:lnTo>
                  <a:lnTo>
                    <a:pt x="31221" y="926"/>
                  </a:lnTo>
                  <a:lnTo>
                    <a:pt x="30807" y="813"/>
                  </a:lnTo>
                  <a:lnTo>
                    <a:pt x="30390" y="707"/>
                  </a:lnTo>
                  <a:lnTo>
                    <a:pt x="29972" y="608"/>
                  </a:lnTo>
                  <a:lnTo>
                    <a:pt x="29553" y="516"/>
                  </a:lnTo>
                  <a:lnTo>
                    <a:pt x="29131" y="432"/>
                  </a:lnTo>
                  <a:lnTo>
                    <a:pt x="28709" y="356"/>
                  </a:lnTo>
                  <a:lnTo>
                    <a:pt x="28285" y="286"/>
                  </a:lnTo>
                  <a:lnTo>
                    <a:pt x="27860" y="225"/>
                  </a:lnTo>
                  <a:lnTo>
                    <a:pt x="27434" y="170"/>
                  </a:lnTo>
                  <a:lnTo>
                    <a:pt x="27007" y="123"/>
                  </a:lnTo>
                  <a:lnTo>
                    <a:pt x="26579" y="84"/>
                  </a:lnTo>
                  <a:lnTo>
                    <a:pt x="26151" y="52"/>
                  </a:lnTo>
                  <a:lnTo>
                    <a:pt x="25722" y="28"/>
                  </a:lnTo>
                  <a:lnTo>
                    <a:pt x="25293" y="11"/>
                  </a:lnTo>
                  <a:lnTo>
                    <a:pt x="24863" y="1"/>
                  </a:lnTo>
                  <a:lnTo>
                    <a:pt x="24434" y="0"/>
                  </a:lnTo>
                  <a:lnTo>
                    <a:pt x="24004" y="5"/>
                  </a:lnTo>
                  <a:lnTo>
                    <a:pt x="23575" y="18"/>
                  </a:lnTo>
                  <a:lnTo>
                    <a:pt x="23146" y="39"/>
                  </a:lnTo>
                  <a:lnTo>
                    <a:pt x="22717" y="67"/>
                  </a:lnTo>
                  <a:lnTo>
                    <a:pt x="22289" y="103"/>
                  </a:lnTo>
                  <a:lnTo>
                    <a:pt x="21862" y="146"/>
                  </a:lnTo>
                  <a:lnTo>
                    <a:pt x="21435" y="197"/>
                  </a:lnTo>
                  <a:lnTo>
                    <a:pt x="21010" y="255"/>
                  </a:lnTo>
                  <a:lnTo>
                    <a:pt x="20585" y="320"/>
                  </a:lnTo>
                  <a:lnTo>
                    <a:pt x="20162" y="393"/>
                  </a:lnTo>
                  <a:lnTo>
                    <a:pt x="19740" y="473"/>
                  </a:lnTo>
                  <a:lnTo>
                    <a:pt x="19319" y="561"/>
                  </a:lnTo>
                  <a:lnTo>
                    <a:pt x="18901" y="656"/>
                  </a:lnTo>
                  <a:lnTo>
                    <a:pt x="18483" y="759"/>
                  </a:lnTo>
                  <a:lnTo>
                    <a:pt x="18068" y="868"/>
                  </a:lnTo>
                  <a:lnTo>
                    <a:pt x="17655" y="985"/>
                  </a:lnTo>
                  <a:lnTo>
                    <a:pt x="17244" y="1109"/>
                  </a:lnTo>
                  <a:lnTo>
                    <a:pt x="16835" y="1241"/>
                  </a:lnTo>
                  <a:lnTo>
                    <a:pt x="16428" y="1379"/>
                  </a:lnTo>
                  <a:lnTo>
                    <a:pt x="16024" y="1525"/>
                  </a:lnTo>
                  <a:lnTo>
                    <a:pt x="15622" y="1677"/>
                  </a:lnTo>
                  <a:lnTo>
                    <a:pt x="15224" y="1837"/>
                  </a:lnTo>
                  <a:lnTo>
                    <a:pt x="14828" y="2003"/>
                  </a:lnTo>
                  <a:lnTo>
                    <a:pt x="14435" y="2177"/>
                  </a:lnTo>
                  <a:lnTo>
                    <a:pt x="14045" y="2357"/>
                  </a:lnTo>
                  <a:lnTo>
                    <a:pt x="13658" y="2544"/>
                  </a:lnTo>
                  <a:lnTo>
                    <a:pt x="13275" y="2738"/>
                  </a:lnTo>
                  <a:lnTo>
                    <a:pt x="12895" y="2938"/>
                  </a:lnTo>
                  <a:lnTo>
                    <a:pt x="12519" y="3146"/>
                  </a:lnTo>
                  <a:lnTo>
                    <a:pt x="12146" y="3359"/>
                  </a:lnTo>
                  <a:lnTo>
                    <a:pt x="11777" y="3579"/>
                  </a:lnTo>
                  <a:lnTo>
                    <a:pt x="11412" y="3806"/>
                  </a:lnTo>
                  <a:lnTo>
                    <a:pt x="11051" y="4039"/>
                  </a:lnTo>
                  <a:lnTo>
                    <a:pt x="10695" y="4278"/>
                  </a:lnTo>
                  <a:lnTo>
                    <a:pt x="10342" y="4524"/>
                  </a:lnTo>
                  <a:lnTo>
                    <a:pt x="9994" y="4775"/>
                  </a:lnTo>
                  <a:lnTo>
                    <a:pt x="9650" y="5033"/>
                  </a:lnTo>
                  <a:lnTo>
                    <a:pt x="9311" y="5296"/>
                  </a:lnTo>
                  <a:lnTo>
                    <a:pt x="8977" y="5566"/>
                  </a:lnTo>
                  <a:lnTo>
                    <a:pt x="8647" y="5841"/>
                  </a:lnTo>
                  <a:lnTo>
                    <a:pt x="8322" y="6122"/>
                  </a:lnTo>
                  <a:lnTo>
                    <a:pt x="8002" y="6409"/>
                  </a:lnTo>
                  <a:lnTo>
                    <a:pt x="7687" y="6701"/>
                  </a:lnTo>
                  <a:lnTo>
                    <a:pt x="7378" y="6999"/>
                  </a:lnTo>
                  <a:lnTo>
                    <a:pt x="7073" y="7302"/>
                  </a:lnTo>
                  <a:lnTo>
                    <a:pt x="6774" y="7610"/>
                  </a:lnTo>
                  <a:lnTo>
                    <a:pt x="6481" y="7924"/>
                  </a:lnTo>
                  <a:lnTo>
                    <a:pt x="6193" y="8242"/>
                  </a:lnTo>
                  <a:lnTo>
                    <a:pt x="5910" y="8566"/>
                  </a:lnTo>
                  <a:lnTo>
                    <a:pt x="5633" y="8894"/>
                  </a:lnTo>
                  <a:lnTo>
                    <a:pt x="5363" y="9228"/>
                  </a:lnTo>
                  <a:lnTo>
                    <a:pt x="5097" y="9566"/>
                  </a:lnTo>
                  <a:lnTo>
                    <a:pt x="4838" y="9908"/>
                  </a:lnTo>
                  <a:lnTo>
                    <a:pt x="4585" y="10255"/>
                  </a:lnTo>
                  <a:lnTo>
                    <a:pt x="4338" y="10607"/>
                  </a:lnTo>
                  <a:lnTo>
                    <a:pt x="4098" y="10963"/>
                  </a:lnTo>
                  <a:lnTo>
                    <a:pt x="3863" y="11322"/>
                  </a:lnTo>
                  <a:lnTo>
                    <a:pt x="3635" y="11686"/>
                  </a:lnTo>
                  <a:lnTo>
                    <a:pt x="3413" y="12054"/>
                  </a:lnTo>
                  <a:lnTo>
                    <a:pt x="3198" y="12426"/>
                  </a:lnTo>
                  <a:lnTo>
                    <a:pt x="2989" y="12801"/>
                  </a:lnTo>
                  <a:lnTo>
                    <a:pt x="2787" y="13180"/>
                  </a:lnTo>
                  <a:lnTo>
                    <a:pt x="2591" y="13563"/>
                  </a:lnTo>
                  <a:lnTo>
                    <a:pt x="2402" y="13949"/>
                  </a:lnTo>
                  <a:lnTo>
                    <a:pt x="2220" y="14338"/>
                  </a:lnTo>
                  <a:lnTo>
                    <a:pt x="2045" y="14730"/>
                  </a:lnTo>
                  <a:lnTo>
                    <a:pt x="1877" y="15125"/>
                  </a:lnTo>
                  <a:lnTo>
                    <a:pt x="1716" y="15523"/>
                  </a:lnTo>
                  <a:lnTo>
                    <a:pt x="1561" y="15924"/>
                  </a:lnTo>
                  <a:lnTo>
                    <a:pt x="1414" y="16327"/>
                  </a:lnTo>
                  <a:lnTo>
                    <a:pt x="1274" y="16733"/>
                  </a:lnTo>
                  <a:lnTo>
                    <a:pt x="1141" y="17142"/>
                  </a:lnTo>
                  <a:lnTo>
                    <a:pt x="1015" y="17552"/>
                  </a:lnTo>
                  <a:lnTo>
                    <a:pt x="896" y="17965"/>
                  </a:lnTo>
                  <a:lnTo>
                    <a:pt x="785" y="18380"/>
                  </a:lnTo>
                  <a:lnTo>
                    <a:pt x="680" y="18797"/>
                  </a:lnTo>
                  <a:lnTo>
                    <a:pt x="584" y="19215"/>
                  </a:lnTo>
                  <a:lnTo>
                    <a:pt x="494" y="19635"/>
                  </a:lnTo>
                  <a:lnTo>
                    <a:pt x="412" y="20057"/>
                  </a:lnTo>
                  <a:lnTo>
                    <a:pt x="337" y="20480"/>
                  </a:lnTo>
                  <a:lnTo>
                    <a:pt x="270" y="20904"/>
                  </a:lnTo>
                  <a:lnTo>
                    <a:pt x="210" y="21329"/>
                  </a:lnTo>
                  <a:lnTo>
                    <a:pt x="157" y="21756"/>
                  </a:lnTo>
                  <a:lnTo>
                    <a:pt x="112" y="22183"/>
                  </a:lnTo>
                  <a:lnTo>
                    <a:pt x="75" y="22611"/>
                  </a:lnTo>
                  <a:lnTo>
                    <a:pt x="45" y="23039"/>
                  </a:lnTo>
                  <a:lnTo>
                    <a:pt x="22" y="23468"/>
                  </a:lnTo>
                  <a:lnTo>
                    <a:pt x="7" y="23898"/>
                  </a:lnTo>
                  <a:lnTo>
                    <a:pt x="0" y="24327"/>
                  </a:lnTo>
                  <a:lnTo>
                    <a:pt x="0" y="24757"/>
                  </a:lnTo>
                  <a:lnTo>
                    <a:pt x="7" y="25186"/>
                  </a:lnTo>
                  <a:lnTo>
                    <a:pt x="22" y="25615"/>
                  </a:lnTo>
                  <a:lnTo>
                    <a:pt x="45" y="26044"/>
                  </a:lnTo>
                  <a:lnTo>
                    <a:pt x="75" y="26473"/>
                  </a:lnTo>
                  <a:lnTo>
                    <a:pt x="112" y="26901"/>
                  </a:lnTo>
                  <a:lnTo>
                    <a:pt x="157" y="27328"/>
                  </a:lnTo>
                  <a:lnTo>
                    <a:pt x="210" y="27754"/>
                  </a:lnTo>
                  <a:lnTo>
                    <a:pt x="270" y="28179"/>
                  </a:lnTo>
                  <a:lnTo>
                    <a:pt x="337" y="28604"/>
                  </a:lnTo>
                  <a:lnTo>
                    <a:pt x="412" y="29027"/>
                  </a:lnTo>
                  <a:lnTo>
                    <a:pt x="494" y="29448"/>
                  </a:lnTo>
                  <a:lnTo>
                    <a:pt x="584" y="29868"/>
                  </a:lnTo>
                  <a:lnTo>
                    <a:pt x="680" y="30287"/>
                  </a:lnTo>
                  <a:lnTo>
                    <a:pt x="785" y="30704"/>
                  </a:lnTo>
                  <a:lnTo>
                    <a:pt x="896" y="31118"/>
                  </a:lnTo>
                  <a:lnTo>
                    <a:pt x="1015" y="31531"/>
                  </a:lnTo>
                  <a:lnTo>
                    <a:pt x="1141" y="31942"/>
                  </a:lnTo>
                  <a:lnTo>
                    <a:pt x="1274" y="32350"/>
                  </a:lnTo>
                  <a:lnTo>
                    <a:pt x="1414" y="32756"/>
                  </a:lnTo>
                  <a:lnTo>
                    <a:pt x="1561" y="33160"/>
                  </a:lnTo>
                  <a:lnTo>
                    <a:pt x="1716" y="33561"/>
                  </a:lnTo>
                  <a:lnTo>
                    <a:pt x="1877" y="33959"/>
                  </a:lnTo>
                  <a:lnTo>
                    <a:pt x="2045" y="34354"/>
                  </a:lnTo>
                  <a:lnTo>
                    <a:pt x="2220" y="34746"/>
                  </a:lnTo>
                  <a:lnTo>
                    <a:pt x="2402" y="35135"/>
                  </a:lnTo>
                  <a:lnTo>
                    <a:pt x="2591" y="35521"/>
                  </a:lnTo>
                  <a:lnTo>
                    <a:pt x="2787" y="35903"/>
                  </a:lnTo>
                  <a:lnTo>
                    <a:pt x="2989" y="36282"/>
                  </a:lnTo>
                  <a:lnTo>
                    <a:pt x="3198" y="36658"/>
                  </a:lnTo>
                  <a:lnTo>
                    <a:pt x="3413" y="37029"/>
                  </a:lnTo>
                  <a:lnTo>
                    <a:pt x="3635" y="37397"/>
                  </a:lnTo>
                  <a:lnTo>
                    <a:pt x="3863" y="37761"/>
                  </a:lnTo>
                  <a:lnTo>
                    <a:pt x="4098" y="38121"/>
                  </a:lnTo>
                  <a:lnTo>
                    <a:pt x="4338" y="38477"/>
                  </a:lnTo>
                  <a:lnTo>
                    <a:pt x="4585" y="38828"/>
                  </a:lnTo>
                  <a:lnTo>
                    <a:pt x="4838" y="39175"/>
                  </a:lnTo>
                  <a:lnTo>
                    <a:pt x="5097" y="39518"/>
                  </a:lnTo>
                  <a:lnTo>
                    <a:pt x="5363" y="39856"/>
                  </a:lnTo>
                  <a:lnTo>
                    <a:pt x="5633" y="40189"/>
                  </a:lnTo>
                  <a:lnTo>
                    <a:pt x="5910" y="40518"/>
                  </a:lnTo>
                  <a:lnTo>
                    <a:pt x="6193" y="40841"/>
                  </a:lnTo>
                  <a:lnTo>
                    <a:pt x="6481" y="41160"/>
                  </a:lnTo>
                  <a:lnTo>
                    <a:pt x="6774" y="41473"/>
                  </a:lnTo>
                  <a:lnTo>
                    <a:pt x="7073" y="41782"/>
                  </a:lnTo>
                  <a:lnTo>
                    <a:pt x="7378" y="42085"/>
                  </a:lnTo>
                  <a:lnTo>
                    <a:pt x="7687" y="42382"/>
                  </a:lnTo>
                  <a:lnTo>
                    <a:pt x="8002" y="42675"/>
                  </a:lnTo>
                  <a:lnTo>
                    <a:pt x="8322" y="42961"/>
                  </a:lnTo>
                  <a:lnTo>
                    <a:pt x="8647" y="43242"/>
                  </a:lnTo>
                  <a:lnTo>
                    <a:pt x="8977" y="43518"/>
                  </a:lnTo>
                  <a:lnTo>
                    <a:pt x="9311" y="43787"/>
                  </a:lnTo>
                  <a:lnTo>
                    <a:pt x="9650" y="44051"/>
                  </a:lnTo>
                  <a:lnTo>
                    <a:pt x="9994" y="44308"/>
                  </a:lnTo>
                  <a:lnTo>
                    <a:pt x="10342" y="44560"/>
                  </a:lnTo>
                  <a:lnTo>
                    <a:pt x="10695" y="44805"/>
                  </a:lnTo>
                  <a:lnTo>
                    <a:pt x="11051" y="45045"/>
                  </a:lnTo>
                  <a:lnTo>
                    <a:pt x="11412" y="45278"/>
                  </a:lnTo>
                  <a:lnTo>
                    <a:pt x="11777" y="45504"/>
                  </a:lnTo>
                  <a:lnTo>
                    <a:pt x="12146" y="45724"/>
                  </a:lnTo>
                  <a:lnTo>
                    <a:pt x="12519" y="45938"/>
                  </a:lnTo>
                  <a:lnTo>
                    <a:pt x="12895" y="46145"/>
                  </a:lnTo>
                  <a:lnTo>
                    <a:pt x="13275" y="46346"/>
                  </a:lnTo>
                  <a:lnTo>
                    <a:pt x="13658" y="46539"/>
                  </a:lnTo>
                  <a:lnTo>
                    <a:pt x="14045" y="46727"/>
                  </a:lnTo>
                  <a:lnTo>
                    <a:pt x="14435" y="46907"/>
                  </a:lnTo>
                  <a:lnTo>
                    <a:pt x="14828" y="47080"/>
                  </a:lnTo>
                  <a:lnTo>
                    <a:pt x="15224" y="47247"/>
                  </a:lnTo>
                  <a:lnTo>
                    <a:pt x="15622" y="47406"/>
                  </a:lnTo>
                  <a:lnTo>
                    <a:pt x="16024" y="47559"/>
                  </a:lnTo>
                  <a:lnTo>
                    <a:pt x="16428" y="47705"/>
                  </a:lnTo>
                  <a:lnTo>
                    <a:pt x="16835" y="47843"/>
                  </a:lnTo>
                  <a:lnTo>
                    <a:pt x="17244" y="47974"/>
                  </a:lnTo>
                  <a:lnTo>
                    <a:pt x="17655" y="48098"/>
                  </a:lnTo>
                  <a:lnTo>
                    <a:pt x="18068" y="48215"/>
                  </a:lnTo>
                  <a:lnTo>
                    <a:pt x="18483" y="48325"/>
                  </a:lnTo>
                  <a:lnTo>
                    <a:pt x="18901" y="48427"/>
                  </a:lnTo>
                  <a:lnTo>
                    <a:pt x="19319" y="48522"/>
                  </a:lnTo>
                  <a:lnTo>
                    <a:pt x="19740" y="48610"/>
                  </a:lnTo>
                  <a:lnTo>
                    <a:pt x="20162" y="48690"/>
                  </a:lnTo>
                  <a:lnTo>
                    <a:pt x="20585" y="48763"/>
                  </a:lnTo>
                  <a:lnTo>
                    <a:pt x="21010" y="48829"/>
                  </a:lnTo>
                  <a:lnTo>
                    <a:pt x="21435" y="48887"/>
                  </a:lnTo>
                  <a:lnTo>
                    <a:pt x="21862" y="48938"/>
                  </a:lnTo>
                  <a:lnTo>
                    <a:pt x="22289" y="48981"/>
                  </a:lnTo>
                  <a:lnTo>
                    <a:pt x="22717" y="49016"/>
                  </a:lnTo>
                  <a:lnTo>
                    <a:pt x="23146" y="49045"/>
                  </a:lnTo>
                  <a:lnTo>
                    <a:pt x="23575" y="49065"/>
                  </a:lnTo>
                  <a:lnTo>
                    <a:pt x="24004" y="49078"/>
                  </a:lnTo>
                  <a:lnTo>
                    <a:pt x="24434" y="49084"/>
                  </a:lnTo>
                  <a:lnTo>
                    <a:pt x="24863" y="49082"/>
                  </a:lnTo>
                  <a:lnTo>
                    <a:pt x="25293" y="49073"/>
                  </a:lnTo>
                  <a:lnTo>
                    <a:pt x="25722" y="49056"/>
                  </a:lnTo>
                  <a:lnTo>
                    <a:pt x="26151" y="49032"/>
                  </a:lnTo>
                  <a:lnTo>
                    <a:pt x="26579" y="49000"/>
                  </a:lnTo>
                  <a:lnTo>
                    <a:pt x="27007" y="48960"/>
                  </a:lnTo>
                  <a:lnTo>
                    <a:pt x="27434" y="48913"/>
                  </a:lnTo>
                  <a:lnTo>
                    <a:pt x="27860" y="48859"/>
                  </a:lnTo>
                  <a:lnTo>
                    <a:pt x="28285" y="48797"/>
                  </a:lnTo>
                  <a:lnTo>
                    <a:pt x="28709" y="48728"/>
                  </a:lnTo>
                  <a:lnTo>
                    <a:pt x="29131" y="48651"/>
                  </a:lnTo>
                  <a:lnTo>
                    <a:pt x="29553" y="48567"/>
                  </a:lnTo>
                  <a:lnTo>
                    <a:pt x="29972" y="48476"/>
                  </a:lnTo>
                  <a:lnTo>
                    <a:pt x="30390" y="48377"/>
                  </a:lnTo>
                  <a:lnTo>
                    <a:pt x="30807" y="48271"/>
                  </a:lnTo>
                  <a:lnTo>
                    <a:pt x="31221" y="48158"/>
                  </a:lnTo>
                  <a:lnTo>
                    <a:pt x="31633" y="48037"/>
                  </a:lnTo>
                  <a:lnTo>
                    <a:pt x="32043" y="47910"/>
                  </a:lnTo>
                  <a:lnTo>
                    <a:pt x="32451" y="47775"/>
                  </a:lnTo>
                  <a:lnTo>
                    <a:pt x="32857" y="47633"/>
                  </a:lnTo>
                  <a:lnTo>
                    <a:pt x="33259" y="47484"/>
                  </a:lnTo>
                  <a:lnTo>
                    <a:pt x="33660" y="47328"/>
                  </a:lnTo>
                  <a:lnTo>
                    <a:pt x="34057" y="47164"/>
                  </a:lnTo>
                  <a:lnTo>
                    <a:pt x="34451" y="46994"/>
                  </a:lnTo>
                  <a:lnTo>
                    <a:pt x="34843" y="46818"/>
                  </a:lnTo>
                  <a:lnTo>
                    <a:pt x="35231" y="46634"/>
                  </a:lnTo>
                  <a:lnTo>
                    <a:pt x="35616" y="46443"/>
                  </a:lnTo>
                  <a:lnTo>
                    <a:pt x="35998" y="46246"/>
                  </a:lnTo>
                  <a:lnTo>
                    <a:pt x="36376" y="46042"/>
                  </a:lnTo>
                  <a:lnTo>
                    <a:pt x="36750" y="45832"/>
                  </a:lnTo>
                  <a:lnTo>
                    <a:pt x="37121" y="45615"/>
                  </a:lnTo>
                  <a:lnTo>
                    <a:pt x="37488" y="45392"/>
                  </a:lnTo>
                  <a:lnTo>
                    <a:pt x="37851" y="45162"/>
                  </a:lnTo>
                  <a:lnTo>
                    <a:pt x="38210" y="44926"/>
                  </a:lnTo>
                  <a:lnTo>
                    <a:pt x="38564" y="44683"/>
                  </a:lnTo>
                  <a:lnTo>
                    <a:pt x="38915" y="44435"/>
                  </a:lnTo>
                  <a:lnTo>
                    <a:pt x="39261" y="44180"/>
                  </a:lnTo>
                  <a:lnTo>
                    <a:pt x="39602" y="43920"/>
                  </a:lnTo>
                  <a:lnTo>
                    <a:pt x="39939" y="43653"/>
                  </a:lnTo>
                  <a:lnTo>
                    <a:pt x="40271" y="43381"/>
                  </a:lnTo>
                  <a:lnTo>
                    <a:pt x="40598" y="43103"/>
                  </a:lnTo>
                  <a:lnTo>
                    <a:pt x="40921" y="42819"/>
                  </a:lnTo>
                  <a:lnTo>
                    <a:pt x="41238" y="42529"/>
                  </a:lnTo>
                  <a:lnTo>
                    <a:pt x="41550" y="42234"/>
                  </a:lnTo>
                  <a:lnTo>
                    <a:pt x="41857" y="41934"/>
                  </a:lnTo>
                  <a:lnTo>
                    <a:pt x="42159" y="41628"/>
                  </a:lnTo>
                  <a:lnTo>
                    <a:pt x="42455" y="41317"/>
                  </a:lnTo>
                  <a:lnTo>
                    <a:pt x="42746" y="41001"/>
                  </a:lnTo>
                  <a:lnTo>
                    <a:pt x="43031" y="40680"/>
                  </a:lnTo>
                  <a:lnTo>
                    <a:pt x="43311" y="40354"/>
                  </a:lnTo>
                  <a:lnTo>
                    <a:pt x="43585" y="40023"/>
                  </a:lnTo>
                  <a:lnTo>
                    <a:pt x="43853" y="39687"/>
                  </a:lnTo>
                  <a:lnTo>
                    <a:pt x="44115" y="39347"/>
                  </a:lnTo>
                  <a:lnTo>
                    <a:pt x="44371" y="39002"/>
                  </a:lnTo>
                  <a:lnTo>
                    <a:pt x="44621" y="38653"/>
                  </a:lnTo>
                  <a:lnTo>
                    <a:pt x="44865" y="38299"/>
                  </a:lnTo>
                  <a:lnTo>
                    <a:pt x="45103" y="37942"/>
                  </a:lnTo>
                  <a:lnTo>
                    <a:pt x="45334" y="37580"/>
                  </a:lnTo>
                  <a:lnTo>
                    <a:pt x="45559" y="37214"/>
                  </a:lnTo>
                  <a:lnTo>
                    <a:pt x="45778" y="36844"/>
                  </a:lnTo>
                  <a:lnTo>
                    <a:pt x="45990" y="36471"/>
                  </a:lnTo>
                  <a:lnTo>
                    <a:pt x="46195" y="36093"/>
                  </a:lnTo>
                  <a:lnTo>
                    <a:pt x="46394" y="35713"/>
                  </a:lnTo>
                  <a:lnTo>
                    <a:pt x="46586" y="35328"/>
                  </a:lnTo>
                  <a:lnTo>
                    <a:pt x="46772" y="34941"/>
                  </a:lnTo>
                  <a:lnTo>
                    <a:pt x="46950" y="34550"/>
                  </a:lnTo>
                  <a:lnTo>
                    <a:pt x="47122" y="34157"/>
                  </a:lnTo>
                  <a:lnTo>
                    <a:pt x="47287" y="33760"/>
                  </a:lnTo>
                  <a:lnTo>
                    <a:pt x="47445" y="33360"/>
                  </a:lnTo>
                  <a:lnTo>
                    <a:pt x="47595" y="32958"/>
                  </a:lnTo>
                  <a:lnTo>
                    <a:pt x="47739" y="32554"/>
                  </a:lnTo>
                  <a:lnTo>
                    <a:pt x="47876" y="32146"/>
                  </a:lnTo>
                  <a:lnTo>
                    <a:pt x="48005" y="31737"/>
                  </a:lnTo>
                  <a:lnTo>
                    <a:pt x="48128" y="31325"/>
                  </a:lnTo>
                  <a:lnTo>
                    <a:pt x="48243" y="30911"/>
                  </a:lnTo>
                  <a:lnTo>
                    <a:pt x="48351" y="30495"/>
                  </a:lnTo>
                  <a:lnTo>
                    <a:pt x="48451" y="30078"/>
                  </a:lnTo>
                  <a:lnTo>
                    <a:pt x="48544" y="29658"/>
                  </a:lnTo>
                  <a:lnTo>
                    <a:pt x="48630" y="29238"/>
                  </a:lnTo>
                  <a:lnTo>
                    <a:pt x="48709" y="28815"/>
                  </a:lnTo>
                  <a:lnTo>
                    <a:pt x="48780" y="28392"/>
                  </a:lnTo>
                  <a:lnTo>
                    <a:pt x="48843" y="27967"/>
                  </a:lnTo>
                  <a:lnTo>
                    <a:pt x="48900" y="27541"/>
                  </a:lnTo>
                  <a:lnTo>
                    <a:pt x="48948" y="27114"/>
                  </a:lnTo>
                  <a:lnTo>
                    <a:pt x="48990" y="26687"/>
                  </a:lnTo>
                  <a:lnTo>
                    <a:pt x="49024" y="26259"/>
                  </a:lnTo>
                  <a:lnTo>
                    <a:pt x="49050" y="25830"/>
                  </a:lnTo>
                  <a:lnTo>
                    <a:pt x="49069" y="25401"/>
                  </a:lnTo>
                  <a:lnTo>
                    <a:pt x="49080" y="24971"/>
                  </a:lnTo>
                  <a:lnTo>
                    <a:pt x="49084" y="24542"/>
                  </a:lnTo>
                </a:path>
              </a:pathLst>
            </a:custGeom>
            <a:ln w="13550" cap="flat">
              <a:solidFill>
                <a:srgbClr val="7FC5D8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7438628" y="399887"/>
              <a:ext cx="269962" cy="269965"/>
            </a:xfrm>
            <a:custGeom>
              <a:avLst/>
              <a:pathLst>
                <a:path w="269962" h="269965">
                  <a:moveTo>
                    <a:pt x="269962" y="134982"/>
                  </a:moveTo>
                  <a:lnTo>
                    <a:pt x="269942" y="132620"/>
                  </a:lnTo>
                  <a:lnTo>
                    <a:pt x="269880" y="130258"/>
                  </a:lnTo>
                  <a:lnTo>
                    <a:pt x="269776" y="127898"/>
                  </a:lnTo>
                  <a:lnTo>
                    <a:pt x="269632" y="125540"/>
                  </a:lnTo>
                  <a:lnTo>
                    <a:pt x="269446" y="123185"/>
                  </a:lnTo>
                  <a:lnTo>
                    <a:pt x="269219" y="120833"/>
                  </a:lnTo>
                  <a:lnTo>
                    <a:pt x="268951" y="118486"/>
                  </a:lnTo>
                  <a:lnTo>
                    <a:pt x="268641" y="116144"/>
                  </a:lnTo>
                  <a:lnTo>
                    <a:pt x="268291" y="113808"/>
                  </a:lnTo>
                  <a:lnTo>
                    <a:pt x="267900" y="111478"/>
                  </a:lnTo>
                  <a:lnTo>
                    <a:pt x="267468" y="109155"/>
                  </a:lnTo>
                  <a:lnTo>
                    <a:pt x="266996" y="106840"/>
                  </a:lnTo>
                  <a:lnTo>
                    <a:pt x="266483" y="104534"/>
                  </a:lnTo>
                  <a:lnTo>
                    <a:pt x="265930" y="102237"/>
                  </a:lnTo>
                  <a:lnTo>
                    <a:pt x="265337" y="99951"/>
                  </a:lnTo>
                  <a:lnTo>
                    <a:pt x="264704" y="97675"/>
                  </a:lnTo>
                  <a:lnTo>
                    <a:pt x="264031" y="95410"/>
                  </a:lnTo>
                  <a:lnTo>
                    <a:pt x="263319" y="93158"/>
                  </a:lnTo>
                  <a:lnTo>
                    <a:pt x="262568" y="90918"/>
                  </a:lnTo>
                  <a:lnTo>
                    <a:pt x="261777" y="88692"/>
                  </a:lnTo>
                  <a:lnTo>
                    <a:pt x="260947" y="86480"/>
                  </a:lnTo>
                  <a:lnTo>
                    <a:pt x="260079" y="84282"/>
                  </a:lnTo>
                  <a:lnTo>
                    <a:pt x="259173" y="82101"/>
                  </a:lnTo>
                  <a:lnTo>
                    <a:pt x="258228" y="79935"/>
                  </a:lnTo>
                  <a:lnTo>
                    <a:pt x="257246" y="77787"/>
                  </a:lnTo>
                  <a:lnTo>
                    <a:pt x="256226" y="75656"/>
                  </a:lnTo>
                  <a:lnTo>
                    <a:pt x="255169" y="73543"/>
                  </a:lnTo>
                  <a:lnTo>
                    <a:pt x="254076" y="71449"/>
                  </a:lnTo>
                  <a:lnTo>
                    <a:pt x="252946" y="69374"/>
                  </a:lnTo>
                  <a:lnTo>
                    <a:pt x="251779" y="67320"/>
                  </a:lnTo>
                  <a:lnTo>
                    <a:pt x="250577" y="65286"/>
                  </a:lnTo>
                  <a:lnTo>
                    <a:pt x="249340" y="63274"/>
                  </a:lnTo>
                  <a:lnTo>
                    <a:pt x="248067" y="61283"/>
                  </a:lnTo>
                  <a:lnTo>
                    <a:pt x="246760" y="59315"/>
                  </a:lnTo>
                  <a:lnTo>
                    <a:pt x="245419" y="57371"/>
                  </a:lnTo>
                  <a:lnTo>
                    <a:pt x="244044" y="55450"/>
                  </a:lnTo>
                  <a:lnTo>
                    <a:pt x="242635" y="53553"/>
                  </a:lnTo>
                  <a:lnTo>
                    <a:pt x="241193" y="51681"/>
                  </a:lnTo>
                  <a:lnTo>
                    <a:pt x="239719" y="49835"/>
                  </a:lnTo>
                  <a:lnTo>
                    <a:pt x="238213" y="48015"/>
                  </a:lnTo>
                  <a:lnTo>
                    <a:pt x="236675" y="46222"/>
                  </a:lnTo>
                  <a:lnTo>
                    <a:pt x="235106" y="44456"/>
                  </a:lnTo>
                  <a:lnTo>
                    <a:pt x="233507" y="42717"/>
                  </a:lnTo>
                  <a:lnTo>
                    <a:pt x="231877" y="41007"/>
                  </a:lnTo>
                  <a:lnTo>
                    <a:pt x="230217" y="39326"/>
                  </a:lnTo>
                  <a:lnTo>
                    <a:pt x="228529" y="37673"/>
                  </a:lnTo>
                  <a:lnTo>
                    <a:pt x="226811" y="36051"/>
                  </a:lnTo>
                  <a:lnTo>
                    <a:pt x="225066" y="34459"/>
                  </a:lnTo>
                  <a:lnTo>
                    <a:pt x="223293" y="32898"/>
                  </a:lnTo>
                  <a:lnTo>
                    <a:pt x="221493" y="31368"/>
                  </a:lnTo>
                  <a:lnTo>
                    <a:pt x="219666" y="29870"/>
                  </a:lnTo>
                  <a:lnTo>
                    <a:pt x="217814" y="28404"/>
                  </a:lnTo>
                  <a:lnTo>
                    <a:pt x="215936" y="26970"/>
                  </a:lnTo>
                  <a:lnTo>
                    <a:pt x="214033" y="25570"/>
                  </a:lnTo>
                  <a:lnTo>
                    <a:pt x="212106" y="24203"/>
                  </a:lnTo>
                  <a:lnTo>
                    <a:pt x="210155" y="22870"/>
                  </a:lnTo>
                  <a:lnTo>
                    <a:pt x="208182" y="21572"/>
                  </a:lnTo>
                  <a:lnTo>
                    <a:pt x="206186" y="20308"/>
                  </a:lnTo>
                  <a:lnTo>
                    <a:pt x="204168" y="19079"/>
                  </a:lnTo>
                  <a:lnTo>
                    <a:pt x="202129" y="17886"/>
                  </a:lnTo>
                  <a:lnTo>
                    <a:pt x="200069" y="16729"/>
                  </a:lnTo>
                  <a:lnTo>
                    <a:pt x="197990" y="15608"/>
                  </a:lnTo>
                  <a:lnTo>
                    <a:pt x="195891" y="14523"/>
                  </a:lnTo>
                  <a:lnTo>
                    <a:pt x="193774" y="13476"/>
                  </a:lnTo>
                  <a:lnTo>
                    <a:pt x="191638" y="12465"/>
                  </a:lnTo>
                  <a:lnTo>
                    <a:pt x="189485" y="11493"/>
                  </a:lnTo>
                  <a:lnTo>
                    <a:pt x="187316" y="10558"/>
                  </a:lnTo>
                  <a:lnTo>
                    <a:pt x="185130" y="9661"/>
                  </a:lnTo>
                  <a:lnTo>
                    <a:pt x="182929" y="8802"/>
                  </a:lnTo>
                  <a:lnTo>
                    <a:pt x="180714" y="7982"/>
                  </a:lnTo>
                  <a:lnTo>
                    <a:pt x="178484" y="7201"/>
                  </a:lnTo>
                  <a:lnTo>
                    <a:pt x="176241" y="6460"/>
                  </a:lnTo>
                  <a:lnTo>
                    <a:pt x="173985" y="5757"/>
                  </a:lnTo>
                  <a:lnTo>
                    <a:pt x="171718" y="5094"/>
                  </a:lnTo>
                  <a:lnTo>
                    <a:pt x="169439" y="4471"/>
                  </a:lnTo>
                  <a:lnTo>
                    <a:pt x="167150" y="3888"/>
                  </a:lnTo>
                  <a:lnTo>
                    <a:pt x="164851" y="3345"/>
                  </a:lnTo>
                  <a:lnTo>
                    <a:pt x="162542" y="2842"/>
                  </a:lnTo>
                  <a:lnTo>
                    <a:pt x="160225" y="2380"/>
                  </a:lnTo>
                  <a:lnTo>
                    <a:pt x="157901" y="1959"/>
                  </a:lnTo>
                  <a:lnTo>
                    <a:pt x="155569" y="1578"/>
                  </a:lnTo>
                  <a:lnTo>
                    <a:pt x="153231" y="1238"/>
                  </a:lnTo>
                  <a:lnTo>
                    <a:pt x="150888" y="939"/>
                  </a:lnTo>
                  <a:lnTo>
                    <a:pt x="148540" y="681"/>
                  </a:lnTo>
                  <a:lnTo>
                    <a:pt x="146187" y="464"/>
                  </a:lnTo>
                  <a:lnTo>
                    <a:pt x="143831" y="289"/>
                  </a:lnTo>
                  <a:lnTo>
                    <a:pt x="141473" y="155"/>
                  </a:lnTo>
                  <a:lnTo>
                    <a:pt x="139112" y="62"/>
                  </a:lnTo>
                  <a:lnTo>
                    <a:pt x="136750" y="10"/>
                  </a:lnTo>
                  <a:lnTo>
                    <a:pt x="134388" y="0"/>
                  </a:lnTo>
                  <a:lnTo>
                    <a:pt x="132025" y="31"/>
                  </a:lnTo>
                  <a:lnTo>
                    <a:pt x="129664" y="103"/>
                  </a:lnTo>
                  <a:lnTo>
                    <a:pt x="127304" y="217"/>
                  </a:lnTo>
                  <a:lnTo>
                    <a:pt x="124947" y="371"/>
                  </a:lnTo>
                  <a:lnTo>
                    <a:pt x="122593" y="568"/>
                  </a:lnTo>
                  <a:lnTo>
                    <a:pt x="120242" y="805"/>
                  </a:lnTo>
                  <a:lnTo>
                    <a:pt x="117896" y="1083"/>
                  </a:lnTo>
                  <a:lnTo>
                    <a:pt x="115556" y="1403"/>
                  </a:lnTo>
                  <a:lnTo>
                    <a:pt x="113221" y="1763"/>
                  </a:lnTo>
                  <a:lnTo>
                    <a:pt x="110893" y="2164"/>
                  </a:lnTo>
                  <a:lnTo>
                    <a:pt x="108572" y="2606"/>
                  </a:lnTo>
                  <a:lnTo>
                    <a:pt x="106259" y="3089"/>
                  </a:lnTo>
                  <a:lnTo>
                    <a:pt x="103955" y="3612"/>
                  </a:lnTo>
                  <a:lnTo>
                    <a:pt x="101661" y="4175"/>
                  </a:lnTo>
                  <a:lnTo>
                    <a:pt x="99377" y="4778"/>
                  </a:lnTo>
                  <a:lnTo>
                    <a:pt x="97104" y="5421"/>
                  </a:lnTo>
                  <a:lnTo>
                    <a:pt x="94842" y="6103"/>
                  </a:lnTo>
                  <a:lnTo>
                    <a:pt x="92592" y="6826"/>
                  </a:lnTo>
                  <a:lnTo>
                    <a:pt x="90356" y="7587"/>
                  </a:lnTo>
                  <a:lnTo>
                    <a:pt x="88133" y="8387"/>
                  </a:lnTo>
                  <a:lnTo>
                    <a:pt x="85925" y="9227"/>
                  </a:lnTo>
                  <a:lnTo>
                    <a:pt x="83732" y="10104"/>
                  </a:lnTo>
                  <a:lnTo>
                    <a:pt x="81554" y="11020"/>
                  </a:lnTo>
                  <a:lnTo>
                    <a:pt x="79393" y="11974"/>
                  </a:lnTo>
                  <a:lnTo>
                    <a:pt x="77249" y="12966"/>
                  </a:lnTo>
                  <a:lnTo>
                    <a:pt x="75122" y="13995"/>
                  </a:lnTo>
                  <a:lnTo>
                    <a:pt x="73014" y="15061"/>
                  </a:lnTo>
                  <a:lnTo>
                    <a:pt x="70924" y="16164"/>
                  </a:lnTo>
                  <a:lnTo>
                    <a:pt x="68855" y="17303"/>
                  </a:lnTo>
                  <a:lnTo>
                    <a:pt x="66805" y="18478"/>
                  </a:lnTo>
                  <a:lnTo>
                    <a:pt x="64777" y="19689"/>
                  </a:lnTo>
                  <a:lnTo>
                    <a:pt x="62770" y="20936"/>
                  </a:lnTo>
                  <a:lnTo>
                    <a:pt x="60785" y="22217"/>
                  </a:lnTo>
                  <a:lnTo>
                    <a:pt x="58823" y="23532"/>
                  </a:lnTo>
                  <a:lnTo>
                    <a:pt x="56884" y="24882"/>
                  </a:lnTo>
                  <a:lnTo>
                    <a:pt x="54969" y="26266"/>
                  </a:lnTo>
                  <a:lnTo>
                    <a:pt x="53079" y="27683"/>
                  </a:lnTo>
                  <a:lnTo>
                    <a:pt x="51214" y="29133"/>
                  </a:lnTo>
                  <a:lnTo>
                    <a:pt x="49374" y="30615"/>
                  </a:lnTo>
                  <a:lnTo>
                    <a:pt x="47560" y="32129"/>
                  </a:lnTo>
                  <a:lnTo>
                    <a:pt x="45774" y="33675"/>
                  </a:lnTo>
                  <a:lnTo>
                    <a:pt x="44015" y="35251"/>
                  </a:lnTo>
                  <a:lnTo>
                    <a:pt x="42283" y="36858"/>
                  </a:lnTo>
                  <a:lnTo>
                    <a:pt x="40580" y="38496"/>
                  </a:lnTo>
                  <a:lnTo>
                    <a:pt x="38906" y="40163"/>
                  </a:lnTo>
                  <a:lnTo>
                    <a:pt x="37261" y="41858"/>
                  </a:lnTo>
                  <a:lnTo>
                    <a:pt x="35646" y="43583"/>
                  </a:lnTo>
                  <a:lnTo>
                    <a:pt x="34062" y="45335"/>
                  </a:lnTo>
                  <a:lnTo>
                    <a:pt x="32508" y="47115"/>
                  </a:lnTo>
                  <a:lnTo>
                    <a:pt x="30986" y="48922"/>
                  </a:lnTo>
                  <a:lnTo>
                    <a:pt x="29496" y="50755"/>
                  </a:lnTo>
                  <a:lnTo>
                    <a:pt x="28038" y="52614"/>
                  </a:lnTo>
                  <a:lnTo>
                    <a:pt x="26613" y="54498"/>
                  </a:lnTo>
                  <a:lnTo>
                    <a:pt x="25221" y="56407"/>
                  </a:lnTo>
                  <a:lnTo>
                    <a:pt x="23863" y="58340"/>
                  </a:lnTo>
                  <a:lnTo>
                    <a:pt x="22539" y="60296"/>
                  </a:lnTo>
                  <a:lnTo>
                    <a:pt x="21249" y="62276"/>
                  </a:lnTo>
                  <a:lnTo>
                    <a:pt x="19994" y="64277"/>
                  </a:lnTo>
                  <a:lnTo>
                    <a:pt x="18774" y="66300"/>
                  </a:lnTo>
                  <a:lnTo>
                    <a:pt x="17590" y="68344"/>
                  </a:lnTo>
                  <a:lnTo>
                    <a:pt x="16441" y="70409"/>
                  </a:lnTo>
                  <a:lnTo>
                    <a:pt x="15329" y="72493"/>
                  </a:lnTo>
                  <a:lnTo>
                    <a:pt x="14254" y="74597"/>
                  </a:lnTo>
                  <a:lnTo>
                    <a:pt x="13216" y="76719"/>
                  </a:lnTo>
                  <a:lnTo>
                    <a:pt x="12215" y="78859"/>
                  </a:lnTo>
                  <a:lnTo>
                    <a:pt x="11251" y="81016"/>
                  </a:lnTo>
                  <a:lnTo>
                    <a:pt x="10326" y="83190"/>
                  </a:lnTo>
                  <a:lnTo>
                    <a:pt x="9439" y="85379"/>
                  </a:lnTo>
                  <a:lnTo>
                    <a:pt x="8590" y="87584"/>
                  </a:lnTo>
                  <a:lnTo>
                    <a:pt x="7780" y="89803"/>
                  </a:lnTo>
                  <a:lnTo>
                    <a:pt x="7008" y="92036"/>
                  </a:lnTo>
                  <a:lnTo>
                    <a:pt x="6276" y="94282"/>
                  </a:lnTo>
                  <a:lnTo>
                    <a:pt x="5584" y="96541"/>
                  </a:lnTo>
                  <a:lnTo>
                    <a:pt x="4931" y="98811"/>
                  </a:lnTo>
                  <a:lnTo>
                    <a:pt x="4318" y="101093"/>
                  </a:lnTo>
                  <a:lnTo>
                    <a:pt x="3745" y="103385"/>
                  </a:lnTo>
                  <a:lnTo>
                    <a:pt x="3212" y="105686"/>
                  </a:lnTo>
                  <a:lnTo>
                    <a:pt x="2719" y="107997"/>
                  </a:lnTo>
                  <a:lnTo>
                    <a:pt x="2267" y="110316"/>
                  </a:lnTo>
                  <a:lnTo>
                    <a:pt x="1856" y="112642"/>
                  </a:lnTo>
                  <a:lnTo>
                    <a:pt x="1485" y="114975"/>
                  </a:lnTo>
                  <a:lnTo>
                    <a:pt x="1156" y="117314"/>
                  </a:lnTo>
                  <a:lnTo>
                    <a:pt x="867" y="119659"/>
                  </a:lnTo>
                  <a:lnTo>
                    <a:pt x="619" y="122009"/>
                  </a:lnTo>
                  <a:lnTo>
                    <a:pt x="413" y="124362"/>
                  </a:lnTo>
                  <a:lnTo>
                    <a:pt x="248" y="126719"/>
                  </a:lnTo>
                  <a:lnTo>
                    <a:pt x="124" y="129078"/>
                  </a:lnTo>
                  <a:lnTo>
                    <a:pt x="41" y="131439"/>
                  </a:lnTo>
                  <a:lnTo>
                    <a:pt x="0" y="133801"/>
                  </a:lnTo>
                  <a:lnTo>
                    <a:pt x="0" y="136163"/>
                  </a:lnTo>
                  <a:lnTo>
                    <a:pt x="41" y="138525"/>
                  </a:lnTo>
                  <a:lnTo>
                    <a:pt x="124" y="140886"/>
                  </a:lnTo>
                  <a:lnTo>
                    <a:pt x="248" y="143246"/>
                  </a:lnTo>
                  <a:lnTo>
                    <a:pt x="413" y="145602"/>
                  </a:lnTo>
                  <a:lnTo>
                    <a:pt x="619" y="147956"/>
                  </a:lnTo>
                  <a:lnTo>
                    <a:pt x="867" y="150305"/>
                  </a:lnTo>
                  <a:lnTo>
                    <a:pt x="1156" y="152650"/>
                  </a:lnTo>
                  <a:lnTo>
                    <a:pt x="1485" y="154989"/>
                  </a:lnTo>
                  <a:lnTo>
                    <a:pt x="1856" y="157322"/>
                  </a:lnTo>
                  <a:lnTo>
                    <a:pt x="2267" y="159649"/>
                  </a:lnTo>
                  <a:lnTo>
                    <a:pt x="2719" y="161968"/>
                  </a:lnTo>
                  <a:lnTo>
                    <a:pt x="3212" y="164278"/>
                  </a:lnTo>
                  <a:lnTo>
                    <a:pt x="3745" y="166580"/>
                  </a:lnTo>
                  <a:lnTo>
                    <a:pt x="4318" y="168872"/>
                  </a:lnTo>
                  <a:lnTo>
                    <a:pt x="4931" y="171153"/>
                  </a:lnTo>
                  <a:lnTo>
                    <a:pt x="5584" y="173424"/>
                  </a:lnTo>
                  <a:lnTo>
                    <a:pt x="6276" y="175682"/>
                  </a:lnTo>
                  <a:lnTo>
                    <a:pt x="7008" y="177928"/>
                  </a:lnTo>
                  <a:lnTo>
                    <a:pt x="7780" y="180161"/>
                  </a:lnTo>
                  <a:lnTo>
                    <a:pt x="8590" y="182381"/>
                  </a:lnTo>
                  <a:lnTo>
                    <a:pt x="9439" y="184585"/>
                  </a:lnTo>
                  <a:lnTo>
                    <a:pt x="10326" y="186775"/>
                  </a:lnTo>
                  <a:lnTo>
                    <a:pt x="11251" y="188948"/>
                  </a:lnTo>
                  <a:lnTo>
                    <a:pt x="12215" y="191105"/>
                  </a:lnTo>
                  <a:lnTo>
                    <a:pt x="13216" y="193245"/>
                  </a:lnTo>
                  <a:lnTo>
                    <a:pt x="14254" y="195367"/>
                  </a:lnTo>
                  <a:lnTo>
                    <a:pt x="15329" y="197471"/>
                  </a:lnTo>
                  <a:lnTo>
                    <a:pt x="16441" y="199555"/>
                  </a:lnTo>
                  <a:lnTo>
                    <a:pt x="17590" y="201620"/>
                  </a:lnTo>
                  <a:lnTo>
                    <a:pt x="18774" y="203664"/>
                  </a:lnTo>
                  <a:lnTo>
                    <a:pt x="19994" y="205687"/>
                  </a:lnTo>
                  <a:lnTo>
                    <a:pt x="21249" y="207689"/>
                  </a:lnTo>
                  <a:lnTo>
                    <a:pt x="22539" y="209668"/>
                  </a:lnTo>
                  <a:lnTo>
                    <a:pt x="23863" y="211624"/>
                  </a:lnTo>
                  <a:lnTo>
                    <a:pt x="25221" y="213557"/>
                  </a:lnTo>
                  <a:lnTo>
                    <a:pt x="26613" y="215466"/>
                  </a:lnTo>
                  <a:lnTo>
                    <a:pt x="28038" y="217350"/>
                  </a:lnTo>
                  <a:lnTo>
                    <a:pt x="29496" y="219209"/>
                  </a:lnTo>
                  <a:lnTo>
                    <a:pt x="30986" y="221042"/>
                  </a:lnTo>
                  <a:lnTo>
                    <a:pt x="32508" y="222849"/>
                  </a:lnTo>
                  <a:lnTo>
                    <a:pt x="34062" y="224629"/>
                  </a:lnTo>
                  <a:lnTo>
                    <a:pt x="35646" y="226381"/>
                  </a:lnTo>
                  <a:lnTo>
                    <a:pt x="37261" y="228106"/>
                  </a:lnTo>
                  <a:lnTo>
                    <a:pt x="38906" y="229802"/>
                  </a:lnTo>
                  <a:lnTo>
                    <a:pt x="40580" y="231469"/>
                  </a:lnTo>
                  <a:lnTo>
                    <a:pt x="42283" y="233106"/>
                  </a:lnTo>
                  <a:lnTo>
                    <a:pt x="44015" y="234713"/>
                  </a:lnTo>
                  <a:lnTo>
                    <a:pt x="45774" y="236290"/>
                  </a:lnTo>
                  <a:lnTo>
                    <a:pt x="47560" y="237835"/>
                  </a:lnTo>
                  <a:lnTo>
                    <a:pt x="49374" y="239350"/>
                  </a:lnTo>
                  <a:lnTo>
                    <a:pt x="51214" y="240832"/>
                  </a:lnTo>
                  <a:lnTo>
                    <a:pt x="53079" y="242282"/>
                  </a:lnTo>
                  <a:lnTo>
                    <a:pt x="54969" y="243698"/>
                  </a:lnTo>
                  <a:lnTo>
                    <a:pt x="56884" y="245082"/>
                  </a:lnTo>
                  <a:lnTo>
                    <a:pt x="58823" y="246432"/>
                  </a:lnTo>
                  <a:lnTo>
                    <a:pt x="60785" y="247748"/>
                  </a:lnTo>
                  <a:lnTo>
                    <a:pt x="62770" y="249029"/>
                  </a:lnTo>
                  <a:lnTo>
                    <a:pt x="64777" y="250275"/>
                  </a:lnTo>
                  <a:lnTo>
                    <a:pt x="66805" y="251486"/>
                  </a:lnTo>
                  <a:lnTo>
                    <a:pt x="68855" y="252661"/>
                  </a:lnTo>
                  <a:lnTo>
                    <a:pt x="70924" y="253800"/>
                  </a:lnTo>
                  <a:lnTo>
                    <a:pt x="73014" y="254903"/>
                  </a:lnTo>
                  <a:lnTo>
                    <a:pt x="75122" y="255969"/>
                  </a:lnTo>
                  <a:lnTo>
                    <a:pt x="77249" y="256998"/>
                  </a:lnTo>
                  <a:lnTo>
                    <a:pt x="79393" y="257990"/>
                  </a:lnTo>
                  <a:lnTo>
                    <a:pt x="81554" y="258944"/>
                  </a:lnTo>
                  <a:lnTo>
                    <a:pt x="83732" y="259860"/>
                  </a:lnTo>
                  <a:lnTo>
                    <a:pt x="85925" y="260738"/>
                  </a:lnTo>
                  <a:lnTo>
                    <a:pt x="88133" y="261577"/>
                  </a:lnTo>
                  <a:lnTo>
                    <a:pt x="90356" y="262377"/>
                  </a:lnTo>
                  <a:lnTo>
                    <a:pt x="92592" y="263139"/>
                  </a:lnTo>
                  <a:lnTo>
                    <a:pt x="94842" y="263861"/>
                  </a:lnTo>
                  <a:lnTo>
                    <a:pt x="97104" y="264544"/>
                  </a:lnTo>
                  <a:lnTo>
                    <a:pt x="99377" y="265187"/>
                  </a:lnTo>
                  <a:lnTo>
                    <a:pt x="101661" y="265790"/>
                  </a:lnTo>
                  <a:lnTo>
                    <a:pt x="103955" y="266353"/>
                  </a:lnTo>
                  <a:lnTo>
                    <a:pt x="106259" y="266876"/>
                  </a:lnTo>
                  <a:lnTo>
                    <a:pt x="108572" y="267358"/>
                  </a:lnTo>
                  <a:lnTo>
                    <a:pt x="110893" y="267800"/>
                  </a:lnTo>
                  <a:lnTo>
                    <a:pt x="113221" y="268201"/>
                  </a:lnTo>
                  <a:lnTo>
                    <a:pt x="115556" y="268561"/>
                  </a:lnTo>
                  <a:lnTo>
                    <a:pt x="117896" y="268881"/>
                  </a:lnTo>
                  <a:lnTo>
                    <a:pt x="120242" y="269159"/>
                  </a:lnTo>
                  <a:lnTo>
                    <a:pt x="122593" y="269397"/>
                  </a:lnTo>
                  <a:lnTo>
                    <a:pt x="124947" y="269593"/>
                  </a:lnTo>
                  <a:lnTo>
                    <a:pt x="127304" y="269748"/>
                  </a:lnTo>
                  <a:lnTo>
                    <a:pt x="129664" y="269862"/>
                  </a:lnTo>
                  <a:lnTo>
                    <a:pt x="132025" y="269934"/>
                  </a:lnTo>
                  <a:lnTo>
                    <a:pt x="134388" y="269965"/>
                  </a:lnTo>
                  <a:lnTo>
                    <a:pt x="136750" y="269955"/>
                  </a:lnTo>
                  <a:lnTo>
                    <a:pt x="139112" y="269903"/>
                  </a:lnTo>
                  <a:lnTo>
                    <a:pt x="141473" y="269810"/>
                  </a:lnTo>
                  <a:lnTo>
                    <a:pt x="143831" y="269676"/>
                  </a:lnTo>
                  <a:lnTo>
                    <a:pt x="146187" y="269500"/>
                  </a:lnTo>
                  <a:lnTo>
                    <a:pt x="148540" y="269283"/>
                  </a:lnTo>
                  <a:lnTo>
                    <a:pt x="150888" y="269025"/>
                  </a:lnTo>
                  <a:lnTo>
                    <a:pt x="153231" y="268726"/>
                  </a:lnTo>
                  <a:lnTo>
                    <a:pt x="155569" y="268386"/>
                  </a:lnTo>
                  <a:lnTo>
                    <a:pt x="157901" y="268006"/>
                  </a:lnTo>
                  <a:lnTo>
                    <a:pt x="160225" y="267584"/>
                  </a:lnTo>
                  <a:lnTo>
                    <a:pt x="162542" y="267122"/>
                  </a:lnTo>
                  <a:lnTo>
                    <a:pt x="164851" y="266619"/>
                  </a:lnTo>
                  <a:lnTo>
                    <a:pt x="167150" y="266076"/>
                  </a:lnTo>
                  <a:lnTo>
                    <a:pt x="169439" y="265493"/>
                  </a:lnTo>
                  <a:lnTo>
                    <a:pt x="171718" y="264870"/>
                  </a:lnTo>
                  <a:lnTo>
                    <a:pt x="173985" y="264207"/>
                  </a:lnTo>
                  <a:lnTo>
                    <a:pt x="176241" y="263505"/>
                  </a:lnTo>
                  <a:lnTo>
                    <a:pt x="178484" y="262763"/>
                  </a:lnTo>
                  <a:lnTo>
                    <a:pt x="180714" y="261982"/>
                  </a:lnTo>
                  <a:lnTo>
                    <a:pt x="182929" y="261162"/>
                  </a:lnTo>
                  <a:lnTo>
                    <a:pt x="185130" y="260304"/>
                  </a:lnTo>
                  <a:lnTo>
                    <a:pt x="187316" y="259407"/>
                  </a:lnTo>
                  <a:lnTo>
                    <a:pt x="189485" y="258472"/>
                  </a:lnTo>
                  <a:lnTo>
                    <a:pt x="191638" y="257499"/>
                  </a:lnTo>
                  <a:lnTo>
                    <a:pt x="193774" y="256489"/>
                  </a:lnTo>
                  <a:lnTo>
                    <a:pt x="195891" y="255441"/>
                  </a:lnTo>
                  <a:lnTo>
                    <a:pt x="197990" y="254356"/>
                  </a:lnTo>
                  <a:lnTo>
                    <a:pt x="200069" y="253235"/>
                  </a:lnTo>
                  <a:lnTo>
                    <a:pt x="202129" y="252078"/>
                  </a:lnTo>
                  <a:lnTo>
                    <a:pt x="204168" y="250885"/>
                  </a:lnTo>
                  <a:lnTo>
                    <a:pt x="206186" y="249656"/>
                  </a:lnTo>
                  <a:lnTo>
                    <a:pt x="208182" y="248393"/>
                  </a:lnTo>
                  <a:lnTo>
                    <a:pt x="210155" y="247094"/>
                  </a:lnTo>
                  <a:lnTo>
                    <a:pt x="212106" y="245761"/>
                  </a:lnTo>
                  <a:lnTo>
                    <a:pt x="214033" y="244394"/>
                  </a:lnTo>
                  <a:lnTo>
                    <a:pt x="215936" y="242994"/>
                  </a:lnTo>
                  <a:lnTo>
                    <a:pt x="217814" y="241561"/>
                  </a:lnTo>
                  <a:lnTo>
                    <a:pt x="219666" y="240095"/>
                  </a:lnTo>
                  <a:lnTo>
                    <a:pt x="221493" y="238597"/>
                  </a:lnTo>
                  <a:lnTo>
                    <a:pt x="223293" y="237067"/>
                  </a:lnTo>
                  <a:lnTo>
                    <a:pt x="225066" y="235505"/>
                  </a:lnTo>
                  <a:lnTo>
                    <a:pt x="226811" y="233913"/>
                  </a:lnTo>
                  <a:lnTo>
                    <a:pt x="228529" y="232291"/>
                  </a:lnTo>
                  <a:lnTo>
                    <a:pt x="230217" y="230639"/>
                  </a:lnTo>
                  <a:lnTo>
                    <a:pt x="231877" y="228957"/>
                  </a:lnTo>
                  <a:lnTo>
                    <a:pt x="233507" y="227247"/>
                  </a:lnTo>
                  <a:lnTo>
                    <a:pt x="235106" y="225509"/>
                  </a:lnTo>
                  <a:lnTo>
                    <a:pt x="236675" y="223743"/>
                  </a:lnTo>
                  <a:lnTo>
                    <a:pt x="238213" y="221949"/>
                  </a:lnTo>
                  <a:lnTo>
                    <a:pt x="239719" y="220129"/>
                  </a:lnTo>
                  <a:lnTo>
                    <a:pt x="241193" y="218283"/>
                  </a:lnTo>
                  <a:lnTo>
                    <a:pt x="242635" y="216411"/>
                  </a:lnTo>
                  <a:lnTo>
                    <a:pt x="244044" y="214515"/>
                  </a:lnTo>
                  <a:lnTo>
                    <a:pt x="245419" y="212594"/>
                  </a:lnTo>
                  <a:lnTo>
                    <a:pt x="246760" y="210649"/>
                  </a:lnTo>
                  <a:lnTo>
                    <a:pt x="248067" y="208681"/>
                  </a:lnTo>
                  <a:lnTo>
                    <a:pt x="249340" y="206691"/>
                  </a:lnTo>
                  <a:lnTo>
                    <a:pt x="250577" y="204678"/>
                  </a:lnTo>
                  <a:lnTo>
                    <a:pt x="251779" y="202645"/>
                  </a:lnTo>
                  <a:lnTo>
                    <a:pt x="252946" y="200590"/>
                  </a:lnTo>
                  <a:lnTo>
                    <a:pt x="254076" y="198516"/>
                  </a:lnTo>
                  <a:lnTo>
                    <a:pt x="255169" y="196421"/>
                  </a:lnTo>
                  <a:lnTo>
                    <a:pt x="256226" y="194309"/>
                  </a:lnTo>
                  <a:lnTo>
                    <a:pt x="257246" y="192178"/>
                  </a:lnTo>
                  <a:lnTo>
                    <a:pt x="258228" y="190029"/>
                  </a:lnTo>
                  <a:lnTo>
                    <a:pt x="259173" y="187864"/>
                  </a:lnTo>
                  <a:lnTo>
                    <a:pt x="260079" y="185682"/>
                  </a:lnTo>
                  <a:lnTo>
                    <a:pt x="260947" y="183485"/>
                  </a:lnTo>
                  <a:lnTo>
                    <a:pt x="261777" y="181273"/>
                  </a:lnTo>
                  <a:lnTo>
                    <a:pt x="262568" y="179047"/>
                  </a:lnTo>
                  <a:lnTo>
                    <a:pt x="263319" y="176807"/>
                  </a:lnTo>
                  <a:lnTo>
                    <a:pt x="264031" y="174554"/>
                  </a:lnTo>
                  <a:lnTo>
                    <a:pt x="264704" y="172290"/>
                  </a:lnTo>
                  <a:lnTo>
                    <a:pt x="265337" y="170014"/>
                  </a:lnTo>
                  <a:lnTo>
                    <a:pt x="265930" y="167727"/>
                  </a:lnTo>
                  <a:lnTo>
                    <a:pt x="266483" y="165430"/>
                  </a:lnTo>
                  <a:lnTo>
                    <a:pt x="266996" y="163124"/>
                  </a:lnTo>
                  <a:lnTo>
                    <a:pt x="267468" y="160809"/>
                  </a:lnTo>
                  <a:lnTo>
                    <a:pt x="267900" y="158487"/>
                  </a:lnTo>
                  <a:lnTo>
                    <a:pt x="268291" y="156157"/>
                  </a:lnTo>
                  <a:lnTo>
                    <a:pt x="268641" y="153820"/>
                  </a:lnTo>
                  <a:lnTo>
                    <a:pt x="268951" y="151478"/>
                  </a:lnTo>
                  <a:lnTo>
                    <a:pt x="269219" y="149131"/>
                  </a:lnTo>
                  <a:lnTo>
                    <a:pt x="269446" y="146779"/>
                  </a:lnTo>
                  <a:lnTo>
                    <a:pt x="269632" y="144424"/>
                  </a:lnTo>
                  <a:lnTo>
                    <a:pt x="269776" y="142066"/>
                  </a:lnTo>
                  <a:lnTo>
                    <a:pt x="269880" y="139706"/>
                  </a:lnTo>
                  <a:lnTo>
                    <a:pt x="269942" y="137345"/>
                  </a:lnTo>
                  <a:lnTo>
                    <a:pt x="269962" y="134982"/>
                  </a:lnTo>
                </a:path>
              </a:pathLst>
            </a:custGeom>
            <a:ln w="13550" cap="flat">
              <a:solidFill>
                <a:srgbClr val="7FC5D8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7328191" y="289446"/>
              <a:ext cx="490841" cy="490846"/>
            </a:xfrm>
            <a:custGeom>
              <a:avLst/>
              <a:pathLst>
                <a:path w="490841" h="490846">
                  <a:moveTo>
                    <a:pt x="490841" y="245423"/>
                  </a:moveTo>
                  <a:lnTo>
                    <a:pt x="490803" y="241127"/>
                  </a:lnTo>
                  <a:lnTo>
                    <a:pt x="490691" y="236833"/>
                  </a:lnTo>
                  <a:lnTo>
                    <a:pt x="490503" y="232542"/>
                  </a:lnTo>
                  <a:lnTo>
                    <a:pt x="490240" y="228255"/>
                  </a:lnTo>
                  <a:lnTo>
                    <a:pt x="489902" y="223973"/>
                  </a:lnTo>
                  <a:lnTo>
                    <a:pt x="489489" y="219697"/>
                  </a:lnTo>
                  <a:lnTo>
                    <a:pt x="489001" y="215430"/>
                  </a:lnTo>
                  <a:lnTo>
                    <a:pt x="488439" y="211171"/>
                  </a:lnTo>
                  <a:lnTo>
                    <a:pt x="487803" y="206924"/>
                  </a:lnTo>
                  <a:lnTo>
                    <a:pt x="487092" y="202687"/>
                  </a:lnTo>
                  <a:lnTo>
                    <a:pt x="486307" y="198464"/>
                  </a:lnTo>
                  <a:lnTo>
                    <a:pt x="485448" y="194256"/>
                  </a:lnTo>
                  <a:lnTo>
                    <a:pt x="484516" y="190063"/>
                  </a:lnTo>
                  <a:lnTo>
                    <a:pt x="483510" y="185887"/>
                  </a:lnTo>
                  <a:lnTo>
                    <a:pt x="482432" y="181729"/>
                  </a:lnTo>
                  <a:lnTo>
                    <a:pt x="481281" y="177591"/>
                  </a:lnTo>
                  <a:lnTo>
                    <a:pt x="480058" y="173473"/>
                  </a:lnTo>
                  <a:lnTo>
                    <a:pt x="478762" y="169378"/>
                  </a:lnTo>
                  <a:lnTo>
                    <a:pt x="477396" y="165306"/>
                  </a:lnTo>
                  <a:lnTo>
                    <a:pt x="475958" y="161258"/>
                  </a:lnTo>
                  <a:lnTo>
                    <a:pt x="474450" y="157236"/>
                  </a:lnTo>
                  <a:lnTo>
                    <a:pt x="472872" y="153241"/>
                  </a:lnTo>
                  <a:lnTo>
                    <a:pt x="471223" y="149275"/>
                  </a:lnTo>
                  <a:lnTo>
                    <a:pt x="469506" y="145338"/>
                  </a:lnTo>
                  <a:lnTo>
                    <a:pt x="467720" y="141431"/>
                  </a:lnTo>
                  <a:lnTo>
                    <a:pt x="465866" y="137556"/>
                  </a:lnTo>
                  <a:lnTo>
                    <a:pt x="463945" y="133715"/>
                  </a:lnTo>
                  <a:lnTo>
                    <a:pt x="461956" y="129907"/>
                  </a:lnTo>
                  <a:lnTo>
                    <a:pt x="459901" y="126135"/>
                  </a:lnTo>
                  <a:lnTo>
                    <a:pt x="457781" y="122400"/>
                  </a:lnTo>
                  <a:lnTo>
                    <a:pt x="455595" y="118702"/>
                  </a:lnTo>
                  <a:lnTo>
                    <a:pt x="453345" y="115043"/>
                  </a:lnTo>
                  <a:lnTo>
                    <a:pt x="451032" y="111424"/>
                  </a:lnTo>
                  <a:lnTo>
                    <a:pt x="448655" y="107846"/>
                  </a:lnTo>
                  <a:lnTo>
                    <a:pt x="446216" y="104310"/>
                  </a:lnTo>
                  <a:lnTo>
                    <a:pt x="443716" y="100818"/>
                  </a:lnTo>
                  <a:lnTo>
                    <a:pt x="441155" y="97370"/>
                  </a:lnTo>
                  <a:lnTo>
                    <a:pt x="438534" y="93967"/>
                  </a:lnTo>
                  <a:lnTo>
                    <a:pt x="435854" y="90610"/>
                  </a:lnTo>
                  <a:lnTo>
                    <a:pt x="433115" y="87301"/>
                  </a:lnTo>
                  <a:lnTo>
                    <a:pt x="430319" y="84040"/>
                  </a:lnTo>
                  <a:lnTo>
                    <a:pt x="427466" y="80829"/>
                  </a:lnTo>
                  <a:lnTo>
                    <a:pt x="424558" y="77668"/>
                  </a:lnTo>
                  <a:lnTo>
                    <a:pt x="421595" y="74558"/>
                  </a:lnTo>
                  <a:lnTo>
                    <a:pt x="418577" y="71501"/>
                  </a:lnTo>
                  <a:lnTo>
                    <a:pt x="415507" y="68497"/>
                  </a:lnTo>
                  <a:lnTo>
                    <a:pt x="412385" y="65548"/>
                  </a:lnTo>
                  <a:lnTo>
                    <a:pt x="409211" y="62653"/>
                  </a:lnTo>
                  <a:lnTo>
                    <a:pt x="405987" y="59815"/>
                  </a:lnTo>
                  <a:lnTo>
                    <a:pt x="402714" y="57033"/>
                  </a:lnTo>
                  <a:lnTo>
                    <a:pt x="399393" y="54309"/>
                  </a:lnTo>
                  <a:lnTo>
                    <a:pt x="396025" y="51643"/>
                  </a:lnTo>
                  <a:lnTo>
                    <a:pt x="392611" y="49037"/>
                  </a:lnTo>
                  <a:lnTo>
                    <a:pt x="389151" y="46491"/>
                  </a:lnTo>
                  <a:lnTo>
                    <a:pt x="385648" y="44006"/>
                  </a:lnTo>
                  <a:lnTo>
                    <a:pt x="382101" y="41583"/>
                  </a:lnTo>
                  <a:lnTo>
                    <a:pt x="378513" y="39222"/>
                  </a:lnTo>
                  <a:lnTo>
                    <a:pt x="374884" y="36924"/>
                  </a:lnTo>
                  <a:lnTo>
                    <a:pt x="371215" y="34690"/>
                  </a:lnTo>
                  <a:lnTo>
                    <a:pt x="367508" y="32521"/>
                  </a:lnTo>
                  <a:lnTo>
                    <a:pt x="363763" y="30417"/>
                  </a:lnTo>
                  <a:lnTo>
                    <a:pt x="359982" y="28378"/>
                  </a:lnTo>
                  <a:lnTo>
                    <a:pt x="356166" y="26407"/>
                  </a:lnTo>
                  <a:lnTo>
                    <a:pt x="352316" y="24502"/>
                  </a:lnTo>
                  <a:lnTo>
                    <a:pt x="348433" y="22665"/>
                  </a:lnTo>
                  <a:lnTo>
                    <a:pt x="344519" y="20896"/>
                  </a:lnTo>
                  <a:lnTo>
                    <a:pt x="340574" y="19196"/>
                  </a:lnTo>
                  <a:lnTo>
                    <a:pt x="336601" y="17565"/>
                  </a:lnTo>
                  <a:lnTo>
                    <a:pt x="332599" y="16004"/>
                  </a:lnTo>
                  <a:lnTo>
                    <a:pt x="328571" y="14514"/>
                  </a:lnTo>
                  <a:lnTo>
                    <a:pt x="324517" y="13094"/>
                  </a:lnTo>
                  <a:lnTo>
                    <a:pt x="320439" y="11745"/>
                  </a:lnTo>
                  <a:lnTo>
                    <a:pt x="316338" y="10468"/>
                  </a:lnTo>
                  <a:lnTo>
                    <a:pt x="312215" y="9263"/>
                  </a:lnTo>
                  <a:lnTo>
                    <a:pt x="308071" y="8130"/>
                  </a:lnTo>
                  <a:lnTo>
                    <a:pt x="303909" y="7070"/>
                  </a:lnTo>
                  <a:lnTo>
                    <a:pt x="299729" y="6082"/>
                  </a:lnTo>
                  <a:lnTo>
                    <a:pt x="295532" y="5169"/>
                  </a:lnTo>
                  <a:lnTo>
                    <a:pt x="291319" y="4328"/>
                  </a:lnTo>
                  <a:lnTo>
                    <a:pt x="287093" y="3562"/>
                  </a:lnTo>
                  <a:lnTo>
                    <a:pt x="282854" y="2869"/>
                  </a:lnTo>
                  <a:lnTo>
                    <a:pt x="278603" y="2251"/>
                  </a:lnTo>
                  <a:lnTo>
                    <a:pt x="274342" y="1708"/>
                  </a:lnTo>
                  <a:lnTo>
                    <a:pt x="270072" y="1239"/>
                  </a:lnTo>
                  <a:lnTo>
                    <a:pt x="265795" y="845"/>
                  </a:lnTo>
                  <a:lnTo>
                    <a:pt x="261512" y="526"/>
                  </a:lnTo>
                  <a:lnTo>
                    <a:pt x="257223" y="281"/>
                  </a:lnTo>
                  <a:lnTo>
                    <a:pt x="252931" y="112"/>
                  </a:lnTo>
                  <a:lnTo>
                    <a:pt x="248637" y="18"/>
                  </a:lnTo>
                  <a:lnTo>
                    <a:pt x="244342" y="0"/>
                  </a:lnTo>
                  <a:lnTo>
                    <a:pt x="240047" y="56"/>
                  </a:lnTo>
                  <a:lnTo>
                    <a:pt x="235753" y="187"/>
                  </a:lnTo>
                  <a:lnTo>
                    <a:pt x="231463" y="394"/>
                  </a:lnTo>
                  <a:lnTo>
                    <a:pt x="227177" y="676"/>
                  </a:lnTo>
                  <a:lnTo>
                    <a:pt x="222896" y="1032"/>
                  </a:lnTo>
                  <a:lnTo>
                    <a:pt x="218623" y="1464"/>
                  </a:lnTo>
                  <a:lnTo>
                    <a:pt x="214357" y="1970"/>
                  </a:lnTo>
                  <a:lnTo>
                    <a:pt x="210101" y="2551"/>
                  </a:lnTo>
                  <a:lnTo>
                    <a:pt x="205856" y="3206"/>
                  </a:lnTo>
                  <a:lnTo>
                    <a:pt x="201623" y="3936"/>
                  </a:lnTo>
                  <a:lnTo>
                    <a:pt x="197404" y="4739"/>
                  </a:lnTo>
                  <a:lnTo>
                    <a:pt x="193199" y="5616"/>
                  </a:lnTo>
                  <a:lnTo>
                    <a:pt x="189010" y="6567"/>
                  </a:lnTo>
                  <a:lnTo>
                    <a:pt x="184838" y="7591"/>
                  </a:lnTo>
                  <a:lnTo>
                    <a:pt x="180685" y="8687"/>
                  </a:lnTo>
                  <a:lnTo>
                    <a:pt x="176552" y="9856"/>
                  </a:lnTo>
                  <a:lnTo>
                    <a:pt x="172440" y="11098"/>
                  </a:lnTo>
                  <a:lnTo>
                    <a:pt x="168350" y="12411"/>
                  </a:lnTo>
                  <a:lnTo>
                    <a:pt x="164284" y="13795"/>
                  </a:lnTo>
                  <a:lnTo>
                    <a:pt x="160243" y="15250"/>
                  </a:lnTo>
                  <a:lnTo>
                    <a:pt x="156228" y="16776"/>
                  </a:lnTo>
                  <a:lnTo>
                    <a:pt x="152240" y="18372"/>
                  </a:lnTo>
                  <a:lnTo>
                    <a:pt x="148281" y="20038"/>
                  </a:lnTo>
                  <a:lnTo>
                    <a:pt x="144351" y="21772"/>
                  </a:lnTo>
                  <a:lnTo>
                    <a:pt x="140452" y="23575"/>
                  </a:lnTo>
                  <a:lnTo>
                    <a:pt x="136586" y="25446"/>
                  </a:lnTo>
                  <a:lnTo>
                    <a:pt x="132753" y="27384"/>
                  </a:lnTo>
                  <a:lnTo>
                    <a:pt x="128954" y="29389"/>
                  </a:lnTo>
                  <a:lnTo>
                    <a:pt x="125191" y="31461"/>
                  </a:lnTo>
                  <a:lnTo>
                    <a:pt x="121465" y="33597"/>
                  </a:lnTo>
                  <a:lnTo>
                    <a:pt x="117777" y="35799"/>
                  </a:lnTo>
                  <a:lnTo>
                    <a:pt x="114128" y="38065"/>
                  </a:lnTo>
                  <a:lnTo>
                    <a:pt x="110519" y="40394"/>
                  </a:lnTo>
                  <a:lnTo>
                    <a:pt x="106951" y="42787"/>
                  </a:lnTo>
                  <a:lnTo>
                    <a:pt x="103426" y="45241"/>
                  </a:lnTo>
                  <a:lnTo>
                    <a:pt x="99945" y="47757"/>
                  </a:lnTo>
                  <a:lnTo>
                    <a:pt x="96507" y="50333"/>
                  </a:lnTo>
                  <a:lnTo>
                    <a:pt x="93116" y="52969"/>
                  </a:lnTo>
                  <a:lnTo>
                    <a:pt x="89771" y="55664"/>
                  </a:lnTo>
                  <a:lnTo>
                    <a:pt x="86474" y="58417"/>
                  </a:lnTo>
                  <a:lnTo>
                    <a:pt x="83226" y="61227"/>
                  </a:lnTo>
                  <a:lnTo>
                    <a:pt x="80027" y="64094"/>
                  </a:lnTo>
                  <a:lnTo>
                    <a:pt x="76879" y="67016"/>
                  </a:lnTo>
                  <a:lnTo>
                    <a:pt x="73782" y="69993"/>
                  </a:lnTo>
                  <a:lnTo>
                    <a:pt x="70738" y="73023"/>
                  </a:lnTo>
                  <a:lnTo>
                    <a:pt x="67748" y="76107"/>
                  </a:lnTo>
                  <a:lnTo>
                    <a:pt x="64812" y="79242"/>
                  </a:lnTo>
                  <a:lnTo>
                    <a:pt x="61931" y="82428"/>
                  </a:lnTo>
                  <a:lnTo>
                    <a:pt x="59107" y="85664"/>
                  </a:lnTo>
                  <a:lnTo>
                    <a:pt x="56339" y="88949"/>
                  </a:lnTo>
                  <a:lnTo>
                    <a:pt x="53630" y="92282"/>
                  </a:lnTo>
                  <a:lnTo>
                    <a:pt x="50979" y="95662"/>
                  </a:lnTo>
                  <a:lnTo>
                    <a:pt x="48388" y="99088"/>
                  </a:lnTo>
                  <a:lnTo>
                    <a:pt x="45857" y="102559"/>
                  </a:lnTo>
                  <a:lnTo>
                    <a:pt x="43387" y="106073"/>
                  </a:lnTo>
                  <a:lnTo>
                    <a:pt x="40980" y="109630"/>
                  </a:lnTo>
                  <a:lnTo>
                    <a:pt x="38634" y="113229"/>
                  </a:lnTo>
                  <a:lnTo>
                    <a:pt x="36353" y="116868"/>
                  </a:lnTo>
                  <a:lnTo>
                    <a:pt x="34135" y="120546"/>
                  </a:lnTo>
                  <a:lnTo>
                    <a:pt x="31982" y="124263"/>
                  </a:lnTo>
                  <a:lnTo>
                    <a:pt x="29894" y="128017"/>
                  </a:lnTo>
                  <a:lnTo>
                    <a:pt x="27872" y="131807"/>
                  </a:lnTo>
                  <a:lnTo>
                    <a:pt x="25917" y="135631"/>
                  </a:lnTo>
                  <a:lnTo>
                    <a:pt x="24029" y="139490"/>
                  </a:lnTo>
                  <a:lnTo>
                    <a:pt x="22209" y="143380"/>
                  </a:lnTo>
                  <a:lnTo>
                    <a:pt x="20458" y="147302"/>
                  </a:lnTo>
                  <a:lnTo>
                    <a:pt x="18775" y="151254"/>
                  </a:lnTo>
                  <a:lnTo>
                    <a:pt x="17162" y="155235"/>
                  </a:lnTo>
                  <a:lnTo>
                    <a:pt x="15618" y="159244"/>
                  </a:lnTo>
                  <a:lnTo>
                    <a:pt x="14145" y="163279"/>
                  </a:lnTo>
                  <a:lnTo>
                    <a:pt x="12743" y="167339"/>
                  </a:lnTo>
                  <a:lnTo>
                    <a:pt x="11412" y="171423"/>
                  </a:lnTo>
                  <a:lnTo>
                    <a:pt x="10153" y="175529"/>
                  </a:lnTo>
                  <a:lnTo>
                    <a:pt x="8966" y="179657"/>
                  </a:lnTo>
                  <a:lnTo>
                    <a:pt x="7851" y="183805"/>
                  </a:lnTo>
                  <a:lnTo>
                    <a:pt x="6809" y="187973"/>
                  </a:lnTo>
                  <a:lnTo>
                    <a:pt x="5840" y="192157"/>
                  </a:lnTo>
                  <a:lnTo>
                    <a:pt x="4944" y="196358"/>
                  </a:lnTo>
                  <a:lnTo>
                    <a:pt x="4123" y="200574"/>
                  </a:lnTo>
                  <a:lnTo>
                    <a:pt x="3375" y="204804"/>
                  </a:lnTo>
                  <a:lnTo>
                    <a:pt x="2701" y="209046"/>
                  </a:lnTo>
                  <a:lnTo>
                    <a:pt x="2101" y="213299"/>
                  </a:lnTo>
                  <a:lnTo>
                    <a:pt x="1577" y="217563"/>
                  </a:lnTo>
                  <a:lnTo>
                    <a:pt x="1126" y="221834"/>
                  </a:lnTo>
                  <a:lnTo>
                    <a:pt x="751" y="226113"/>
                  </a:lnTo>
                  <a:lnTo>
                    <a:pt x="450" y="230398"/>
                  </a:lnTo>
                  <a:lnTo>
                    <a:pt x="225" y="234687"/>
                  </a:lnTo>
                  <a:lnTo>
                    <a:pt x="75" y="238980"/>
                  </a:lnTo>
                  <a:lnTo>
                    <a:pt x="0" y="243275"/>
                  </a:lnTo>
                  <a:lnTo>
                    <a:pt x="0" y="247570"/>
                  </a:lnTo>
                  <a:lnTo>
                    <a:pt x="75" y="251865"/>
                  </a:lnTo>
                  <a:lnTo>
                    <a:pt x="225" y="256158"/>
                  </a:lnTo>
                  <a:lnTo>
                    <a:pt x="450" y="260447"/>
                  </a:lnTo>
                  <a:lnTo>
                    <a:pt x="751" y="264732"/>
                  </a:lnTo>
                  <a:lnTo>
                    <a:pt x="1126" y="269011"/>
                  </a:lnTo>
                  <a:lnTo>
                    <a:pt x="1577" y="273283"/>
                  </a:lnTo>
                  <a:lnTo>
                    <a:pt x="2101" y="277546"/>
                  </a:lnTo>
                  <a:lnTo>
                    <a:pt x="2701" y="281799"/>
                  </a:lnTo>
                  <a:lnTo>
                    <a:pt x="3375" y="286041"/>
                  </a:lnTo>
                  <a:lnTo>
                    <a:pt x="4123" y="290271"/>
                  </a:lnTo>
                  <a:lnTo>
                    <a:pt x="4944" y="294487"/>
                  </a:lnTo>
                  <a:lnTo>
                    <a:pt x="5840" y="298688"/>
                  </a:lnTo>
                  <a:lnTo>
                    <a:pt x="6809" y="302873"/>
                  </a:lnTo>
                  <a:lnTo>
                    <a:pt x="7851" y="307040"/>
                  </a:lnTo>
                  <a:lnTo>
                    <a:pt x="8966" y="311188"/>
                  </a:lnTo>
                  <a:lnTo>
                    <a:pt x="10153" y="315316"/>
                  </a:lnTo>
                  <a:lnTo>
                    <a:pt x="11412" y="319423"/>
                  </a:lnTo>
                  <a:lnTo>
                    <a:pt x="12743" y="323506"/>
                  </a:lnTo>
                  <a:lnTo>
                    <a:pt x="14145" y="327567"/>
                  </a:lnTo>
                  <a:lnTo>
                    <a:pt x="15618" y="331601"/>
                  </a:lnTo>
                  <a:lnTo>
                    <a:pt x="17162" y="335610"/>
                  </a:lnTo>
                  <a:lnTo>
                    <a:pt x="18775" y="339591"/>
                  </a:lnTo>
                  <a:lnTo>
                    <a:pt x="20458" y="343543"/>
                  </a:lnTo>
                  <a:lnTo>
                    <a:pt x="22209" y="347465"/>
                  </a:lnTo>
                  <a:lnTo>
                    <a:pt x="24029" y="351355"/>
                  </a:lnTo>
                  <a:lnTo>
                    <a:pt x="25917" y="355214"/>
                  </a:lnTo>
                  <a:lnTo>
                    <a:pt x="27872" y="359038"/>
                  </a:lnTo>
                  <a:lnTo>
                    <a:pt x="29894" y="362828"/>
                  </a:lnTo>
                  <a:lnTo>
                    <a:pt x="31982" y="366582"/>
                  </a:lnTo>
                  <a:lnTo>
                    <a:pt x="34135" y="370299"/>
                  </a:lnTo>
                  <a:lnTo>
                    <a:pt x="36353" y="373977"/>
                  </a:lnTo>
                  <a:lnTo>
                    <a:pt x="38634" y="377616"/>
                  </a:lnTo>
                  <a:lnTo>
                    <a:pt x="40980" y="381215"/>
                  </a:lnTo>
                  <a:lnTo>
                    <a:pt x="43387" y="384772"/>
                  </a:lnTo>
                  <a:lnTo>
                    <a:pt x="45857" y="388286"/>
                  </a:lnTo>
                  <a:lnTo>
                    <a:pt x="48388" y="391757"/>
                  </a:lnTo>
                  <a:lnTo>
                    <a:pt x="50979" y="395183"/>
                  </a:lnTo>
                  <a:lnTo>
                    <a:pt x="53630" y="398563"/>
                  </a:lnTo>
                  <a:lnTo>
                    <a:pt x="56339" y="401896"/>
                  </a:lnTo>
                  <a:lnTo>
                    <a:pt x="59107" y="405181"/>
                  </a:lnTo>
                  <a:lnTo>
                    <a:pt x="61931" y="408417"/>
                  </a:lnTo>
                  <a:lnTo>
                    <a:pt x="64812" y="411603"/>
                  </a:lnTo>
                  <a:lnTo>
                    <a:pt x="67748" y="414738"/>
                  </a:lnTo>
                  <a:lnTo>
                    <a:pt x="70738" y="417822"/>
                  </a:lnTo>
                  <a:lnTo>
                    <a:pt x="73782" y="420852"/>
                  </a:lnTo>
                  <a:lnTo>
                    <a:pt x="76879" y="423829"/>
                  </a:lnTo>
                  <a:lnTo>
                    <a:pt x="80027" y="426752"/>
                  </a:lnTo>
                  <a:lnTo>
                    <a:pt x="83226" y="429618"/>
                  </a:lnTo>
                  <a:lnTo>
                    <a:pt x="86474" y="432429"/>
                  </a:lnTo>
                  <a:lnTo>
                    <a:pt x="89771" y="435182"/>
                  </a:lnTo>
                  <a:lnTo>
                    <a:pt x="93116" y="437876"/>
                  </a:lnTo>
                  <a:lnTo>
                    <a:pt x="96507" y="440512"/>
                  </a:lnTo>
                  <a:lnTo>
                    <a:pt x="99945" y="443088"/>
                  </a:lnTo>
                  <a:lnTo>
                    <a:pt x="103426" y="445604"/>
                  </a:lnTo>
                  <a:lnTo>
                    <a:pt x="106951" y="448058"/>
                  </a:lnTo>
                  <a:lnTo>
                    <a:pt x="110519" y="450451"/>
                  </a:lnTo>
                  <a:lnTo>
                    <a:pt x="114128" y="452780"/>
                  </a:lnTo>
                  <a:lnTo>
                    <a:pt x="117777" y="455046"/>
                  </a:lnTo>
                  <a:lnTo>
                    <a:pt x="121465" y="457248"/>
                  </a:lnTo>
                  <a:lnTo>
                    <a:pt x="125191" y="459385"/>
                  </a:lnTo>
                  <a:lnTo>
                    <a:pt x="128954" y="461456"/>
                  </a:lnTo>
                  <a:lnTo>
                    <a:pt x="132753" y="463461"/>
                  </a:lnTo>
                  <a:lnTo>
                    <a:pt x="136586" y="465399"/>
                  </a:lnTo>
                  <a:lnTo>
                    <a:pt x="140452" y="467270"/>
                  </a:lnTo>
                  <a:lnTo>
                    <a:pt x="144351" y="469073"/>
                  </a:lnTo>
                  <a:lnTo>
                    <a:pt x="148281" y="470808"/>
                  </a:lnTo>
                  <a:lnTo>
                    <a:pt x="152240" y="472473"/>
                  </a:lnTo>
                  <a:lnTo>
                    <a:pt x="156228" y="474069"/>
                  </a:lnTo>
                  <a:lnTo>
                    <a:pt x="160243" y="475595"/>
                  </a:lnTo>
                  <a:lnTo>
                    <a:pt x="164284" y="477050"/>
                  </a:lnTo>
                  <a:lnTo>
                    <a:pt x="168350" y="478435"/>
                  </a:lnTo>
                  <a:lnTo>
                    <a:pt x="172440" y="479748"/>
                  </a:lnTo>
                  <a:lnTo>
                    <a:pt x="176552" y="480989"/>
                  </a:lnTo>
                  <a:lnTo>
                    <a:pt x="180685" y="482158"/>
                  </a:lnTo>
                  <a:lnTo>
                    <a:pt x="184838" y="483255"/>
                  </a:lnTo>
                  <a:lnTo>
                    <a:pt x="189010" y="484278"/>
                  </a:lnTo>
                  <a:lnTo>
                    <a:pt x="193199" y="485229"/>
                  </a:lnTo>
                  <a:lnTo>
                    <a:pt x="197404" y="486106"/>
                  </a:lnTo>
                  <a:lnTo>
                    <a:pt x="201623" y="486909"/>
                  </a:lnTo>
                  <a:lnTo>
                    <a:pt x="205856" y="487639"/>
                  </a:lnTo>
                  <a:lnTo>
                    <a:pt x="210101" y="488294"/>
                  </a:lnTo>
                  <a:lnTo>
                    <a:pt x="214357" y="488875"/>
                  </a:lnTo>
                  <a:lnTo>
                    <a:pt x="218623" y="489381"/>
                  </a:lnTo>
                  <a:lnTo>
                    <a:pt x="222896" y="489813"/>
                  </a:lnTo>
                  <a:lnTo>
                    <a:pt x="227177" y="490169"/>
                  </a:lnTo>
                  <a:lnTo>
                    <a:pt x="231463" y="490451"/>
                  </a:lnTo>
                  <a:lnTo>
                    <a:pt x="235753" y="490658"/>
                  </a:lnTo>
                  <a:lnTo>
                    <a:pt x="240047" y="490789"/>
                  </a:lnTo>
                  <a:lnTo>
                    <a:pt x="244342" y="490846"/>
                  </a:lnTo>
                  <a:lnTo>
                    <a:pt x="248637" y="490827"/>
                  </a:lnTo>
                  <a:lnTo>
                    <a:pt x="252931" y="490733"/>
                  </a:lnTo>
                  <a:lnTo>
                    <a:pt x="257223" y="490564"/>
                  </a:lnTo>
                  <a:lnTo>
                    <a:pt x="261512" y="490320"/>
                  </a:lnTo>
                  <a:lnTo>
                    <a:pt x="265795" y="490000"/>
                  </a:lnTo>
                  <a:lnTo>
                    <a:pt x="270072" y="489606"/>
                  </a:lnTo>
                  <a:lnTo>
                    <a:pt x="274342" y="489137"/>
                  </a:lnTo>
                  <a:lnTo>
                    <a:pt x="278603" y="488594"/>
                  </a:lnTo>
                  <a:lnTo>
                    <a:pt x="282854" y="487976"/>
                  </a:lnTo>
                  <a:lnTo>
                    <a:pt x="287093" y="487283"/>
                  </a:lnTo>
                  <a:lnTo>
                    <a:pt x="291319" y="486517"/>
                  </a:lnTo>
                  <a:lnTo>
                    <a:pt x="295532" y="485677"/>
                  </a:lnTo>
                  <a:lnTo>
                    <a:pt x="299729" y="484763"/>
                  </a:lnTo>
                  <a:lnTo>
                    <a:pt x="303909" y="483776"/>
                  </a:lnTo>
                  <a:lnTo>
                    <a:pt x="308071" y="482715"/>
                  </a:lnTo>
                  <a:lnTo>
                    <a:pt x="312215" y="481582"/>
                  </a:lnTo>
                  <a:lnTo>
                    <a:pt x="316338" y="480377"/>
                  </a:lnTo>
                  <a:lnTo>
                    <a:pt x="320439" y="479100"/>
                  </a:lnTo>
                  <a:lnTo>
                    <a:pt x="324517" y="477751"/>
                  </a:lnTo>
                  <a:lnTo>
                    <a:pt x="328571" y="476331"/>
                  </a:lnTo>
                  <a:lnTo>
                    <a:pt x="332599" y="474841"/>
                  </a:lnTo>
                  <a:lnTo>
                    <a:pt x="336601" y="473280"/>
                  </a:lnTo>
                  <a:lnTo>
                    <a:pt x="340574" y="471649"/>
                  </a:lnTo>
                  <a:lnTo>
                    <a:pt x="344519" y="469949"/>
                  </a:lnTo>
                  <a:lnTo>
                    <a:pt x="348433" y="468180"/>
                  </a:lnTo>
                  <a:lnTo>
                    <a:pt x="352316" y="466343"/>
                  </a:lnTo>
                  <a:lnTo>
                    <a:pt x="356166" y="464438"/>
                  </a:lnTo>
                  <a:lnTo>
                    <a:pt x="359982" y="462467"/>
                  </a:lnTo>
                  <a:lnTo>
                    <a:pt x="363763" y="460428"/>
                  </a:lnTo>
                  <a:lnTo>
                    <a:pt x="367508" y="458324"/>
                  </a:lnTo>
                  <a:lnTo>
                    <a:pt x="371215" y="456155"/>
                  </a:lnTo>
                  <a:lnTo>
                    <a:pt x="374884" y="453921"/>
                  </a:lnTo>
                  <a:lnTo>
                    <a:pt x="378513" y="451623"/>
                  </a:lnTo>
                  <a:lnTo>
                    <a:pt x="382101" y="449262"/>
                  </a:lnTo>
                  <a:lnTo>
                    <a:pt x="385648" y="446839"/>
                  </a:lnTo>
                  <a:lnTo>
                    <a:pt x="389151" y="444354"/>
                  </a:lnTo>
                  <a:lnTo>
                    <a:pt x="392611" y="441808"/>
                  </a:lnTo>
                  <a:lnTo>
                    <a:pt x="396025" y="439202"/>
                  </a:lnTo>
                  <a:lnTo>
                    <a:pt x="399393" y="436536"/>
                  </a:lnTo>
                  <a:lnTo>
                    <a:pt x="402714" y="433812"/>
                  </a:lnTo>
                  <a:lnTo>
                    <a:pt x="405987" y="431031"/>
                  </a:lnTo>
                  <a:lnTo>
                    <a:pt x="409211" y="428192"/>
                  </a:lnTo>
                  <a:lnTo>
                    <a:pt x="412385" y="425297"/>
                  </a:lnTo>
                  <a:lnTo>
                    <a:pt x="415507" y="422348"/>
                  </a:lnTo>
                  <a:lnTo>
                    <a:pt x="418577" y="419344"/>
                  </a:lnTo>
                  <a:lnTo>
                    <a:pt x="421595" y="416287"/>
                  </a:lnTo>
                  <a:lnTo>
                    <a:pt x="424558" y="413177"/>
                  </a:lnTo>
                  <a:lnTo>
                    <a:pt x="427466" y="410016"/>
                  </a:lnTo>
                  <a:lnTo>
                    <a:pt x="430319" y="406805"/>
                  </a:lnTo>
                  <a:lnTo>
                    <a:pt x="433115" y="403544"/>
                  </a:lnTo>
                  <a:lnTo>
                    <a:pt x="435854" y="400235"/>
                  </a:lnTo>
                  <a:lnTo>
                    <a:pt x="438534" y="396879"/>
                  </a:lnTo>
                  <a:lnTo>
                    <a:pt x="441155" y="393476"/>
                  </a:lnTo>
                  <a:lnTo>
                    <a:pt x="443716" y="390027"/>
                  </a:lnTo>
                  <a:lnTo>
                    <a:pt x="446216" y="386535"/>
                  </a:lnTo>
                  <a:lnTo>
                    <a:pt x="448655" y="382999"/>
                  </a:lnTo>
                  <a:lnTo>
                    <a:pt x="451032" y="379421"/>
                  </a:lnTo>
                  <a:lnTo>
                    <a:pt x="453345" y="375802"/>
                  </a:lnTo>
                  <a:lnTo>
                    <a:pt x="455595" y="372143"/>
                  </a:lnTo>
                  <a:lnTo>
                    <a:pt x="457781" y="368445"/>
                  </a:lnTo>
                  <a:lnTo>
                    <a:pt x="459901" y="364710"/>
                  </a:lnTo>
                  <a:lnTo>
                    <a:pt x="461956" y="360938"/>
                  </a:lnTo>
                  <a:lnTo>
                    <a:pt x="463945" y="357130"/>
                  </a:lnTo>
                  <a:lnTo>
                    <a:pt x="465866" y="353289"/>
                  </a:lnTo>
                  <a:lnTo>
                    <a:pt x="467720" y="349414"/>
                  </a:lnTo>
                  <a:lnTo>
                    <a:pt x="469506" y="345508"/>
                  </a:lnTo>
                  <a:lnTo>
                    <a:pt x="471223" y="341570"/>
                  </a:lnTo>
                  <a:lnTo>
                    <a:pt x="472872" y="337604"/>
                  </a:lnTo>
                  <a:lnTo>
                    <a:pt x="474450" y="333609"/>
                  </a:lnTo>
                  <a:lnTo>
                    <a:pt x="475958" y="329587"/>
                  </a:lnTo>
                  <a:lnTo>
                    <a:pt x="477396" y="325540"/>
                  </a:lnTo>
                  <a:lnTo>
                    <a:pt x="478762" y="321467"/>
                  </a:lnTo>
                  <a:lnTo>
                    <a:pt x="480058" y="317372"/>
                  </a:lnTo>
                  <a:lnTo>
                    <a:pt x="481281" y="313254"/>
                  </a:lnTo>
                  <a:lnTo>
                    <a:pt x="482432" y="309116"/>
                  </a:lnTo>
                  <a:lnTo>
                    <a:pt x="483510" y="304958"/>
                  </a:lnTo>
                  <a:lnTo>
                    <a:pt x="484516" y="300782"/>
                  </a:lnTo>
                  <a:lnTo>
                    <a:pt x="485448" y="296589"/>
                  </a:lnTo>
                  <a:lnTo>
                    <a:pt x="486307" y="292381"/>
                  </a:lnTo>
                  <a:lnTo>
                    <a:pt x="487092" y="288158"/>
                  </a:lnTo>
                  <a:lnTo>
                    <a:pt x="487803" y="283922"/>
                  </a:lnTo>
                  <a:lnTo>
                    <a:pt x="488439" y="279674"/>
                  </a:lnTo>
                  <a:lnTo>
                    <a:pt x="489001" y="275415"/>
                  </a:lnTo>
                  <a:lnTo>
                    <a:pt x="489489" y="271148"/>
                  </a:lnTo>
                  <a:lnTo>
                    <a:pt x="489902" y="266872"/>
                  </a:lnTo>
                  <a:lnTo>
                    <a:pt x="490240" y="262590"/>
                  </a:lnTo>
                  <a:lnTo>
                    <a:pt x="490503" y="258303"/>
                  </a:lnTo>
                  <a:lnTo>
                    <a:pt x="490691" y="254012"/>
                  </a:lnTo>
                  <a:lnTo>
                    <a:pt x="490803" y="249718"/>
                  </a:lnTo>
                  <a:lnTo>
                    <a:pt x="490841" y="245423"/>
                  </a:lnTo>
                </a:path>
              </a:pathLst>
            </a:custGeom>
            <a:ln w="13550" cap="flat">
              <a:solidFill>
                <a:srgbClr val="7FC5D8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92" name="tx92"/>
            <p:cNvSpPr/>
            <p:nvPr/>
          </p:nvSpPr>
          <p:spPr>
            <a:xfrm>
              <a:off x="7441065" y="211423"/>
              <a:ext cx="265084" cy="800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93" name="tx93"/>
            <p:cNvSpPr/>
            <p:nvPr/>
          </p:nvSpPr>
          <p:spPr>
            <a:xfrm>
              <a:off x="7431960" y="773837"/>
              <a:ext cx="283292" cy="82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94" name="tx94"/>
            <p:cNvSpPr/>
            <p:nvPr/>
          </p:nvSpPr>
          <p:spPr>
            <a:xfrm>
              <a:off x="7773180" y="293983"/>
              <a:ext cx="469984" cy="801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7855846" y="493821"/>
              <a:ext cx="216915" cy="79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7773180" y="691171"/>
              <a:ext cx="488193" cy="82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97" name="pg97"/>
            <p:cNvSpPr/>
            <p:nvPr/>
          </p:nvSpPr>
          <p:spPr>
            <a:xfrm>
              <a:off x="7328191" y="289446"/>
              <a:ext cx="490841" cy="490846"/>
            </a:xfrm>
            <a:custGeom>
              <a:avLst/>
              <a:pathLst>
                <a:path w="490841" h="490846">
                  <a:moveTo>
                    <a:pt x="490841" y="245423"/>
                  </a:moveTo>
                  <a:lnTo>
                    <a:pt x="490803" y="241127"/>
                  </a:lnTo>
                  <a:lnTo>
                    <a:pt x="490691" y="236833"/>
                  </a:lnTo>
                  <a:lnTo>
                    <a:pt x="490503" y="232542"/>
                  </a:lnTo>
                  <a:lnTo>
                    <a:pt x="490240" y="228255"/>
                  </a:lnTo>
                  <a:lnTo>
                    <a:pt x="489902" y="223973"/>
                  </a:lnTo>
                  <a:lnTo>
                    <a:pt x="489489" y="219697"/>
                  </a:lnTo>
                  <a:lnTo>
                    <a:pt x="489001" y="215430"/>
                  </a:lnTo>
                  <a:lnTo>
                    <a:pt x="488439" y="211171"/>
                  </a:lnTo>
                  <a:lnTo>
                    <a:pt x="487803" y="206924"/>
                  </a:lnTo>
                  <a:lnTo>
                    <a:pt x="487092" y="202687"/>
                  </a:lnTo>
                  <a:lnTo>
                    <a:pt x="486307" y="198464"/>
                  </a:lnTo>
                  <a:lnTo>
                    <a:pt x="485448" y="194256"/>
                  </a:lnTo>
                  <a:lnTo>
                    <a:pt x="484516" y="190063"/>
                  </a:lnTo>
                  <a:lnTo>
                    <a:pt x="483510" y="185887"/>
                  </a:lnTo>
                  <a:lnTo>
                    <a:pt x="482432" y="181729"/>
                  </a:lnTo>
                  <a:lnTo>
                    <a:pt x="481281" y="177591"/>
                  </a:lnTo>
                  <a:lnTo>
                    <a:pt x="480058" y="173473"/>
                  </a:lnTo>
                  <a:lnTo>
                    <a:pt x="478762" y="169378"/>
                  </a:lnTo>
                  <a:lnTo>
                    <a:pt x="477396" y="165306"/>
                  </a:lnTo>
                  <a:lnTo>
                    <a:pt x="475958" y="161258"/>
                  </a:lnTo>
                  <a:lnTo>
                    <a:pt x="474450" y="157236"/>
                  </a:lnTo>
                  <a:lnTo>
                    <a:pt x="472872" y="153241"/>
                  </a:lnTo>
                  <a:lnTo>
                    <a:pt x="471223" y="149275"/>
                  </a:lnTo>
                  <a:lnTo>
                    <a:pt x="469506" y="145338"/>
                  </a:lnTo>
                  <a:lnTo>
                    <a:pt x="467720" y="141431"/>
                  </a:lnTo>
                  <a:lnTo>
                    <a:pt x="465866" y="137556"/>
                  </a:lnTo>
                  <a:lnTo>
                    <a:pt x="463945" y="133715"/>
                  </a:lnTo>
                  <a:lnTo>
                    <a:pt x="461956" y="129907"/>
                  </a:lnTo>
                  <a:lnTo>
                    <a:pt x="459901" y="126135"/>
                  </a:lnTo>
                  <a:lnTo>
                    <a:pt x="457781" y="122400"/>
                  </a:lnTo>
                  <a:lnTo>
                    <a:pt x="455595" y="118702"/>
                  </a:lnTo>
                  <a:lnTo>
                    <a:pt x="453345" y="115043"/>
                  </a:lnTo>
                  <a:lnTo>
                    <a:pt x="451032" y="111424"/>
                  </a:lnTo>
                  <a:lnTo>
                    <a:pt x="448655" y="107846"/>
                  </a:lnTo>
                  <a:lnTo>
                    <a:pt x="446216" y="104310"/>
                  </a:lnTo>
                  <a:lnTo>
                    <a:pt x="443716" y="100818"/>
                  </a:lnTo>
                  <a:lnTo>
                    <a:pt x="441155" y="97370"/>
                  </a:lnTo>
                  <a:lnTo>
                    <a:pt x="438534" y="93967"/>
                  </a:lnTo>
                  <a:lnTo>
                    <a:pt x="435854" y="90610"/>
                  </a:lnTo>
                  <a:lnTo>
                    <a:pt x="433115" y="87301"/>
                  </a:lnTo>
                  <a:lnTo>
                    <a:pt x="430319" y="84040"/>
                  </a:lnTo>
                  <a:lnTo>
                    <a:pt x="427466" y="80829"/>
                  </a:lnTo>
                  <a:lnTo>
                    <a:pt x="424558" y="77668"/>
                  </a:lnTo>
                  <a:lnTo>
                    <a:pt x="421595" y="74558"/>
                  </a:lnTo>
                  <a:lnTo>
                    <a:pt x="418577" y="71501"/>
                  </a:lnTo>
                  <a:lnTo>
                    <a:pt x="415507" y="68497"/>
                  </a:lnTo>
                  <a:lnTo>
                    <a:pt x="412385" y="65548"/>
                  </a:lnTo>
                  <a:lnTo>
                    <a:pt x="409211" y="62653"/>
                  </a:lnTo>
                  <a:lnTo>
                    <a:pt x="405987" y="59815"/>
                  </a:lnTo>
                  <a:lnTo>
                    <a:pt x="402714" y="57033"/>
                  </a:lnTo>
                  <a:lnTo>
                    <a:pt x="399393" y="54309"/>
                  </a:lnTo>
                  <a:lnTo>
                    <a:pt x="396025" y="51643"/>
                  </a:lnTo>
                  <a:lnTo>
                    <a:pt x="392611" y="49037"/>
                  </a:lnTo>
                  <a:lnTo>
                    <a:pt x="389151" y="46491"/>
                  </a:lnTo>
                  <a:lnTo>
                    <a:pt x="385648" y="44006"/>
                  </a:lnTo>
                  <a:lnTo>
                    <a:pt x="382101" y="41583"/>
                  </a:lnTo>
                  <a:lnTo>
                    <a:pt x="378513" y="39222"/>
                  </a:lnTo>
                  <a:lnTo>
                    <a:pt x="374884" y="36924"/>
                  </a:lnTo>
                  <a:lnTo>
                    <a:pt x="371215" y="34690"/>
                  </a:lnTo>
                  <a:lnTo>
                    <a:pt x="367508" y="32521"/>
                  </a:lnTo>
                  <a:lnTo>
                    <a:pt x="363763" y="30417"/>
                  </a:lnTo>
                  <a:lnTo>
                    <a:pt x="359982" y="28378"/>
                  </a:lnTo>
                  <a:lnTo>
                    <a:pt x="356166" y="26407"/>
                  </a:lnTo>
                  <a:lnTo>
                    <a:pt x="352316" y="24502"/>
                  </a:lnTo>
                  <a:lnTo>
                    <a:pt x="348433" y="22665"/>
                  </a:lnTo>
                  <a:lnTo>
                    <a:pt x="344519" y="20896"/>
                  </a:lnTo>
                  <a:lnTo>
                    <a:pt x="340574" y="19196"/>
                  </a:lnTo>
                  <a:lnTo>
                    <a:pt x="336601" y="17565"/>
                  </a:lnTo>
                  <a:lnTo>
                    <a:pt x="332599" y="16004"/>
                  </a:lnTo>
                  <a:lnTo>
                    <a:pt x="328571" y="14514"/>
                  </a:lnTo>
                  <a:lnTo>
                    <a:pt x="324517" y="13094"/>
                  </a:lnTo>
                  <a:lnTo>
                    <a:pt x="320439" y="11745"/>
                  </a:lnTo>
                  <a:lnTo>
                    <a:pt x="316338" y="10468"/>
                  </a:lnTo>
                  <a:lnTo>
                    <a:pt x="312215" y="9263"/>
                  </a:lnTo>
                  <a:lnTo>
                    <a:pt x="308071" y="8130"/>
                  </a:lnTo>
                  <a:lnTo>
                    <a:pt x="303909" y="7070"/>
                  </a:lnTo>
                  <a:lnTo>
                    <a:pt x="299729" y="6082"/>
                  </a:lnTo>
                  <a:lnTo>
                    <a:pt x="295532" y="5169"/>
                  </a:lnTo>
                  <a:lnTo>
                    <a:pt x="291319" y="4328"/>
                  </a:lnTo>
                  <a:lnTo>
                    <a:pt x="287093" y="3562"/>
                  </a:lnTo>
                  <a:lnTo>
                    <a:pt x="282854" y="2869"/>
                  </a:lnTo>
                  <a:lnTo>
                    <a:pt x="278603" y="2251"/>
                  </a:lnTo>
                  <a:lnTo>
                    <a:pt x="274342" y="1708"/>
                  </a:lnTo>
                  <a:lnTo>
                    <a:pt x="270072" y="1239"/>
                  </a:lnTo>
                  <a:lnTo>
                    <a:pt x="265795" y="845"/>
                  </a:lnTo>
                  <a:lnTo>
                    <a:pt x="261512" y="526"/>
                  </a:lnTo>
                  <a:lnTo>
                    <a:pt x="257223" y="281"/>
                  </a:lnTo>
                  <a:lnTo>
                    <a:pt x="252931" y="112"/>
                  </a:lnTo>
                  <a:lnTo>
                    <a:pt x="248637" y="18"/>
                  </a:lnTo>
                  <a:lnTo>
                    <a:pt x="244342" y="0"/>
                  </a:lnTo>
                  <a:lnTo>
                    <a:pt x="240047" y="56"/>
                  </a:lnTo>
                  <a:lnTo>
                    <a:pt x="235753" y="187"/>
                  </a:lnTo>
                  <a:lnTo>
                    <a:pt x="231463" y="394"/>
                  </a:lnTo>
                  <a:lnTo>
                    <a:pt x="227177" y="676"/>
                  </a:lnTo>
                  <a:lnTo>
                    <a:pt x="222896" y="1032"/>
                  </a:lnTo>
                  <a:lnTo>
                    <a:pt x="218623" y="1464"/>
                  </a:lnTo>
                  <a:lnTo>
                    <a:pt x="214357" y="1970"/>
                  </a:lnTo>
                  <a:lnTo>
                    <a:pt x="210101" y="2551"/>
                  </a:lnTo>
                  <a:lnTo>
                    <a:pt x="205856" y="3206"/>
                  </a:lnTo>
                  <a:lnTo>
                    <a:pt x="201623" y="3936"/>
                  </a:lnTo>
                  <a:lnTo>
                    <a:pt x="197404" y="4739"/>
                  </a:lnTo>
                  <a:lnTo>
                    <a:pt x="193199" y="5616"/>
                  </a:lnTo>
                  <a:lnTo>
                    <a:pt x="189010" y="6567"/>
                  </a:lnTo>
                  <a:lnTo>
                    <a:pt x="184838" y="7591"/>
                  </a:lnTo>
                  <a:lnTo>
                    <a:pt x="180685" y="8687"/>
                  </a:lnTo>
                  <a:lnTo>
                    <a:pt x="176552" y="9856"/>
                  </a:lnTo>
                  <a:lnTo>
                    <a:pt x="172440" y="11098"/>
                  </a:lnTo>
                  <a:lnTo>
                    <a:pt x="168350" y="12411"/>
                  </a:lnTo>
                  <a:lnTo>
                    <a:pt x="164284" y="13795"/>
                  </a:lnTo>
                  <a:lnTo>
                    <a:pt x="160243" y="15250"/>
                  </a:lnTo>
                  <a:lnTo>
                    <a:pt x="156228" y="16776"/>
                  </a:lnTo>
                  <a:lnTo>
                    <a:pt x="152240" y="18372"/>
                  </a:lnTo>
                  <a:lnTo>
                    <a:pt x="148281" y="20038"/>
                  </a:lnTo>
                  <a:lnTo>
                    <a:pt x="144351" y="21772"/>
                  </a:lnTo>
                  <a:lnTo>
                    <a:pt x="140452" y="23575"/>
                  </a:lnTo>
                  <a:lnTo>
                    <a:pt x="136586" y="25446"/>
                  </a:lnTo>
                  <a:lnTo>
                    <a:pt x="132753" y="27384"/>
                  </a:lnTo>
                  <a:lnTo>
                    <a:pt x="128954" y="29389"/>
                  </a:lnTo>
                  <a:lnTo>
                    <a:pt x="125191" y="31461"/>
                  </a:lnTo>
                  <a:lnTo>
                    <a:pt x="121465" y="33597"/>
                  </a:lnTo>
                  <a:lnTo>
                    <a:pt x="117777" y="35799"/>
                  </a:lnTo>
                  <a:lnTo>
                    <a:pt x="114128" y="38065"/>
                  </a:lnTo>
                  <a:lnTo>
                    <a:pt x="110519" y="40394"/>
                  </a:lnTo>
                  <a:lnTo>
                    <a:pt x="106951" y="42787"/>
                  </a:lnTo>
                  <a:lnTo>
                    <a:pt x="103426" y="45241"/>
                  </a:lnTo>
                  <a:lnTo>
                    <a:pt x="99945" y="47757"/>
                  </a:lnTo>
                  <a:lnTo>
                    <a:pt x="96507" y="50333"/>
                  </a:lnTo>
                  <a:lnTo>
                    <a:pt x="93116" y="52969"/>
                  </a:lnTo>
                  <a:lnTo>
                    <a:pt x="89771" y="55664"/>
                  </a:lnTo>
                  <a:lnTo>
                    <a:pt x="86474" y="58417"/>
                  </a:lnTo>
                  <a:lnTo>
                    <a:pt x="83226" y="61227"/>
                  </a:lnTo>
                  <a:lnTo>
                    <a:pt x="80027" y="64094"/>
                  </a:lnTo>
                  <a:lnTo>
                    <a:pt x="76879" y="67016"/>
                  </a:lnTo>
                  <a:lnTo>
                    <a:pt x="73782" y="69993"/>
                  </a:lnTo>
                  <a:lnTo>
                    <a:pt x="70738" y="73023"/>
                  </a:lnTo>
                  <a:lnTo>
                    <a:pt x="67748" y="76107"/>
                  </a:lnTo>
                  <a:lnTo>
                    <a:pt x="64812" y="79242"/>
                  </a:lnTo>
                  <a:lnTo>
                    <a:pt x="61931" y="82428"/>
                  </a:lnTo>
                  <a:lnTo>
                    <a:pt x="59107" y="85664"/>
                  </a:lnTo>
                  <a:lnTo>
                    <a:pt x="56339" y="88949"/>
                  </a:lnTo>
                  <a:lnTo>
                    <a:pt x="53630" y="92282"/>
                  </a:lnTo>
                  <a:lnTo>
                    <a:pt x="50979" y="95662"/>
                  </a:lnTo>
                  <a:lnTo>
                    <a:pt x="48388" y="99088"/>
                  </a:lnTo>
                  <a:lnTo>
                    <a:pt x="45857" y="102559"/>
                  </a:lnTo>
                  <a:lnTo>
                    <a:pt x="43387" y="106073"/>
                  </a:lnTo>
                  <a:lnTo>
                    <a:pt x="40980" y="109630"/>
                  </a:lnTo>
                  <a:lnTo>
                    <a:pt x="38634" y="113229"/>
                  </a:lnTo>
                  <a:lnTo>
                    <a:pt x="36353" y="116868"/>
                  </a:lnTo>
                  <a:lnTo>
                    <a:pt x="34135" y="120546"/>
                  </a:lnTo>
                  <a:lnTo>
                    <a:pt x="31982" y="124263"/>
                  </a:lnTo>
                  <a:lnTo>
                    <a:pt x="29894" y="128017"/>
                  </a:lnTo>
                  <a:lnTo>
                    <a:pt x="27872" y="131807"/>
                  </a:lnTo>
                  <a:lnTo>
                    <a:pt x="25917" y="135631"/>
                  </a:lnTo>
                  <a:lnTo>
                    <a:pt x="24029" y="139490"/>
                  </a:lnTo>
                  <a:lnTo>
                    <a:pt x="22209" y="143380"/>
                  </a:lnTo>
                  <a:lnTo>
                    <a:pt x="20458" y="147302"/>
                  </a:lnTo>
                  <a:lnTo>
                    <a:pt x="18775" y="151254"/>
                  </a:lnTo>
                  <a:lnTo>
                    <a:pt x="17162" y="155235"/>
                  </a:lnTo>
                  <a:lnTo>
                    <a:pt x="15618" y="159244"/>
                  </a:lnTo>
                  <a:lnTo>
                    <a:pt x="14145" y="163279"/>
                  </a:lnTo>
                  <a:lnTo>
                    <a:pt x="12743" y="167339"/>
                  </a:lnTo>
                  <a:lnTo>
                    <a:pt x="11412" y="171423"/>
                  </a:lnTo>
                  <a:lnTo>
                    <a:pt x="10153" y="175529"/>
                  </a:lnTo>
                  <a:lnTo>
                    <a:pt x="8966" y="179657"/>
                  </a:lnTo>
                  <a:lnTo>
                    <a:pt x="7851" y="183805"/>
                  </a:lnTo>
                  <a:lnTo>
                    <a:pt x="6809" y="187973"/>
                  </a:lnTo>
                  <a:lnTo>
                    <a:pt x="5840" y="192157"/>
                  </a:lnTo>
                  <a:lnTo>
                    <a:pt x="4944" y="196358"/>
                  </a:lnTo>
                  <a:lnTo>
                    <a:pt x="4123" y="200574"/>
                  </a:lnTo>
                  <a:lnTo>
                    <a:pt x="3375" y="204804"/>
                  </a:lnTo>
                  <a:lnTo>
                    <a:pt x="2701" y="209046"/>
                  </a:lnTo>
                  <a:lnTo>
                    <a:pt x="2101" y="213299"/>
                  </a:lnTo>
                  <a:lnTo>
                    <a:pt x="1577" y="217563"/>
                  </a:lnTo>
                  <a:lnTo>
                    <a:pt x="1126" y="221834"/>
                  </a:lnTo>
                  <a:lnTo>
                    <a:pt x="751" y="226113"/>
                  </a:lnTo>
                  <a:lnTo>
                    <a:pt x="450" y="230398"/>
                  </a:lnTo>
                  <a:lnTo>
                    <a:pt x="225" y="234687"/>
                  </a:lnTo>
                  <a:lnTo>
                    <a:pt x="75" y="238980"/>
                  </a:lnTo>
                  <a:lnTo>
                    <a:pt x="0" y="243275"/>
                  </a:lnTo>
                  <a:lnTo>
                    <a:pt x="0" y="247570"/>
                  </a:lnTo>
                  <a:lnTo>
                    <a:pt x="75" y="251865"/>
                  </a:lnTo>
                  <a:lnTo>
                    <a:pt x="225" y="256158"/>
                  </a:lnTo>
                  <a:lnTo>
                    <a:pt x="450" y="260447"/>
                  </a:lnTo>
                  <a:lnTo>
                    <a:pt x="751" y="264732"/>
                  </a:lnTo>
                  <a:lnTo>
                    <a:pt x="1126" y="269011"/>
                  </a:lnTo>
                  <a:lnTo>
                    <a:pt x="1577" y="273283"/>
                  </a:lnTo>
                  <a:lnTo>
                    <a:pt x="2101" y="277546"/>
                  </a:lnTo>
                  <a:lnTo>
                    <a:pt x="2701" y="281799"/>
                  </a:lnTo>
                  <a:lnTo>
                    <a:pt x="3375" y="286041"/>
                  </a:lnTo>
                  <a:lnTo>
                    <a:pt x="4123" y="290271"/>
                  </a:lnTo>
                  <a:lnTo>
                    <a:pt x="4944" y="294487"/>
                  </a:lnTo>
                  <a:lnTo>
                    <a:pt x="5840" y="298688"/>
                  </a:lnTo>
                  <a:lnTo>
                    <a:pt x="6809" y="302873"/>
                  </a:lnTo>
                  <a:lnTo>
                    <a:pt x="7851" y="307040"/>
                  </a:lnTo>
                  <a:lnTo>
                    <a:pt x="8966" y="311188"/>
                  </a:lnTo>
                  <a:lnTo>
                    <a:pt x="10153" y="315316"/>
                  </a:lnTo>
                  <a:lnTo>
                    <a:pt x="11412" y="319423"/>
                  </a:lnTo>
                  <a:lnTo>
                    <a:pt x="12743" y="323506"/>
                  </a:lnTo>
                  <a:lnTo>
                    <a:pt x="14145" y="327567"/>
                  </a:lnTo>
                  <a:lnTo>
                    <a:pt x="15618" y="331601"/>
                  </a:lnTo>
                  <a:lnTo>
                    <a:pt x="17162" y="335610"/>
                  </a:lnTo>
                  <a:lnTo>
                    <a:pt x="18775" y="339591"/>
                  </a:lnTo>
                  <a:lnTo>
                    <a:pt x="20458" y="343543"/>
                  </a:lnTo>
                  <a:lnTo>
                    <a:pt x="22209" y="347465"/>
                  </a:lnTo>
                  <a:lnTo>
                    <a:pt x="24029" y="351355"/>
                  </a:lnTo>
                  <a:lnTo>
                    <a:pt x="25917" y="355214"/>
                  </a:lnTo>
                  <a:lnTo>
                    <a:pt x="27872" y="359038"/>
                  </a:lnTo>
                  <a:lnTo>
                    <a:pt x="29894" y="362828"/>
                  </a:lnTo>
                  <a:lnTo>
                    <a:pt x="31982" y="366582"/>
                  </a:lnTo>
                  <a:lnTo>
                    <a:pt x="34135" y="370299"/>
                  </a:lnTo>
                  <a:lnTo>
                    <a:pt x="36353" y="373977"/>
                  </a:lnTo>
                  <a:lnTo>
                    <a:pt x="38634" y="377616"/>
                  </a:lnTo>
                  <a:lnTo>
                    <a:pt x="40980" y="381215"/>
                  </a:lnTo>
                  <a:lnTo>
                    <a:pt x="43387" y="384772"/>
                  </a:lnTo>
                  <a:lnTo>
                    <a:pt x="45857" y="388286"/>
                  </a:lnTo>
                  <a:lnTo>
                    <a:pt x="48388" y="391757"/>
                  </a:lnTo>
                  <a:lnTo>
                    <a:pt x="50979" y="395183"/>
                  </a:lnTo>
                  <a:lnTo>
                    <a:pt x="53630" y="398563"/>
                  </a:lnTo>
                  <a:lnTo>
                    <a:pt x="56339" y="401896"/>
                  </a:lnTo>
                  <a:lnTo>
                    <a:pt x="59107" y="405181"/>
                  </a:lnTo>
                  <a:lnTo>
                    <a:pt x="61931" y="408417"/>
                  </a:lnTo>
                  <a:lnTo>
                    <a:pt x="64812" y="411603"/>
                  </a:lnTo>
                  <a:lnTo>
                    <a:pt x="67748" y="414738"/>
                  </a:lnTo>
                  <a:lnTo>
                    <a:pt x="70738" y="417822"/>
                  </a:lnTo>
                  <a:lnTo>
                    <a:pt x="73782" y="420852"/>
                  </a:lnTo>
                  <a:lnTo>
                    <a:pt x="76879" y="423829"/>
                  </a:lnTo>
                  <a:lnTo>
                    <a:pt x="80027" y="426752"/>
                  </a:lnTo>
                  <a:lnTo>
                    <a:pt x="83226" y="429618"/>
                  </a:lnTo>
                  <a:lnTo>
                    <a:pt x="86474" y="432429"/>
                  </a:lnTo>
                  <a:lnTo>
                    <a:pt x="89771" y="435182"/>
                  </a:lnTo>
                  <a:lnTo>
                    <a:pt x="93116" y="437876"/>
                  </a:lnTo>
                  <a:lnTo>
                    <a:pt x="96507" y="440512"/>
                  </a:lnTo>
                  <a:lnTo>
                    <a:pt x="99945" y="443088"/>
                  </a:lnTo>
                  <a:lnTo>
                    <a:pt x="103426" y="445604"/>
                  </a:lnTo>
                  <a:lnTo>
                    <a:pt x="106951" y="448058"/>
                  </a:lnTo>
                  <a:lnTo>
                    <a:pt x="110519" y="450451"/>
                  </a:lnTo>
                  <a:lnTo>
                    <a:pt x="114128" y="452780"/>
                  </a:lnTo>
                  <a:lnTo>
                    <a:pt x="117777" y="455046"/>
                  </a:lnTo>
                  <a:lnTo>
                    <a:pt x="121465" y="457248"/>
                  </a:lnTo>
                  <a:lnTo>
                    <a:pt x="125191" y="459385"/>
                  </a:lnTo>
                  <a:lnTo>
                    <a:pt x="128954" y="461456"/>
                  </a:lnTo>
                  <a:lnTo>
                    <a:pt x="132753" y="463461"/>
                  </a:lnTo>
                  <a:lnTo>
                    <a:pt x="136586" y="465399"/>
                  </a:lnTo>
                  <a:lnTo>
                    <a:pt x="140452" y="467270"/>
                  </a:lnTo>
                  <a:lnTo>
                    <a:pt x="144351" y="469073"/>
                  </a:lnTo>
                  <a:lnTo>
                    <a:pt x="148281" y="470808"/>
                  </a:lnTo>
                  <a:lnTo>
                    <a:pt x="152240" y="472473"/>
                  </a:lnTo>
                  <a:lnTo>
                    <a:pt x="156228" y="474069"/>
                  </a:lnTo>
                  <a:lnTo>
                    <a:pt x="160243" y="475595"/>
                  </a:lnTo>
                  <a:lnTo>
                    <a:pt x="164284" y="477050"/>
                  </a:lnTo>
                  <a:lnTo>
                    <a:pt x="168350" y="478435"/>
                  </a:lnTo>
                  <a:lnTo>
                    <a:pt x="172440" y="479748"/>
                  </a:lnTo>
                  <a:lnTo>
                    <a:pt x="176552" y="480989"/>
                  </a:lnTo>
                  <a:lnTo>
                    <a:pt x="180685" y="482158"/>
                  </a:lnTo>
                  <a:lnTo>
                    <a:pt x="184838" y="483255"/>
                  </a:lnTo>
                  <a:lnTo>
                    <a:pt x="189010" y="484278"/>
                  </a:lnTo>
                  <a:lnTo>
                    <a:pt x="193199" y="485229"/>
                  </a:lnTo>
                  <a:lnTo>
                    <a:pt x="197404" y="486106"/>
                  </a:lnTo>
                  <a:lnTo>
                    <a:pt x="201623" y="486909"/>
                  </a:lnTo>
                  <a:lnTo>
                    <a:pt x="205856" y="487639"/>
                  </a:lnTo>
                  <a:lnTo>
                    <a:pt x="210101" y="488294"/>
                  </a:lnTo>
                  <a:lnTo>
                    <a:pt x="214357" y="488875"/>
                  </a:lnTo>
                  <a:lnTo>
                    <a:pt x="218623" y="489381"/>
                  </a:lnTo>
                  <a:lnTo>
                    <a:pt x="222896" y="489813"/>
                  </a:lnTo>
                  <a:lnTo>
                    <a:pt x="227177" y="490169"/>
                  </a:lnTo>
                  <a:lnTo>
                    <a:pt x="231463" y="490451"/>
                  </a:lnTo>
                  <a:lnTo>
                    <a:pt x="235753" y="490658"/>
                  </a:lnTo>
                  <a:lnTo>
                    <a:pt x="240047" y="490789"/>
                  </a:lnTo>
                  <a:lnTo>
                    <a:pt x="244342" y="490846"/>
                  </a:lnTo>
                  <a:lnTo>
                    <a:pt x="248637" y="490827"/>
                  </a:lnTo>
                  <a:lnTo>
                    <a:pt x="252931" y="490733"/>
                  </a:lnTo>
                  <a:lnTo>
                    <a:pt x="257223" y="490564"/>
                  </a:lnTo>
                  <a:lnTo>
                    <a:pt x="261512" y="490320"/>
                  </a:lnTo>
                  <a:lnTo>
                    <a:pt x="265795" y="490000"/>
                  </a:lnTo>
                  <a:lnTo>
                    <a:pt x="270072" y="489606"/>
                  </a:lnTo>
                  <a:lnTo>
                    <a:pt x="274342" y="489137"/>
                  </a:lnTo>
                  <a:lnTo>
                    <a:pt x="278603" y="488594"/>
                  </a:lnTo>
                  <a:lnTo>
                    <a:pt x="282854" y="487976"/>
                  </a:lnTo>
                  <a:lnTo>
                    <a:pt x="287093" y="487283"/>
                  </a:lnTo>
                  <a:lnTo>
                    <a:pt x="291319" y="486517"/>
                  </a:lnTo>
                  <a:lnTo>
                    <a:pt x="295532" y="485677"/>
                  </a:lnTo>
                  <a:lnTo>
                    <a:pt x="299729" y="484763"/>
                  </a:lnTo>
                  <a:lnTo>
                    <a:pt x="303909" y="483776"/>
                  </a:lnTo>
                  <a:lnTo>
                    <a:pt x="308071" y="482715"/>
                  </a:lnTo>
                  <a:lnTo>
                    <a:pt x="312215" y="481582"/>
                  </a:lnTo>
                  <a:lnTo>
                    <a:pt x="316338" y="480377"/>
                  </a:lnTo>
                  <a:lnTo>
                    <a:pt x="320439" y="479100"/>
                  </a:lnTo>
                  <a:lnTo>
                    <a:pt x="324517" y="477751"/>
                  </a:lnTo>
                  <a:lnTo>
                    <a:pt x="328571" y="476331"/>
                  </a:lnTo>
                  <a:lnTo>
                    <a:pt x="332599" y="474841"/>
                  </a:lnTo>
                  <a:lnTo>
                    <a:pt x="336601" y="473280"/>
                  </a:lnTo>
                  <a:lnTo>
                    <a:pt x="340574" y="471649"/>
                  </a:lnTo>
                  <a:lnTo>
                    <a:pt x="344519" y="469949"/>
                  </a:lnTo>
                  <a:lnTo>
                    <a:pt x="348433" y="468180"/>
                  </a:lnTo>
                  <a:lnTo>
                    <a:pt x="352316" y="466343"/>
                  </a:lnTo>
                  <a:lnTo>
                    <a:pt x="356166" y="464438"/>
                  </a:lnTo>
                  <a:lnTo>
                    <a:pt x="359982" y="462467"/>
                  </a:lnTo>
                  <a:lnTo>
                    <a:pt x="363763" y="460428"/>
                  </a:lnTo>
                  <a:lnTo>
                    <a:pt x="367508" y="458324"/>
                  </a:lnTo>
                  <a:lnTo>
                    <a:pt x="371215" y="456155"/>
                  </a:lnTo>
                  <a:lnTo>
                    <a:pt x="374884" y="453921"/>
                  </a:lnTo>
                  <a:lnTo>
                    <a:pt x="378513" y="451623"/>
                  </a:lnTo>
                  <a:lnTo>
                    <a:pt x="382101" y="449262"/>
                  </a:lnTo>
                  <a:lnTo>
                    <a:pt x="385648" y="446839"/>
                  </a:lnTo>
                  <a:lnTo>
                    <a:pt x="389151" y="444354"/>
                  </a:lnTo>
                  <a:lnTo>
                    <a:pt x="392611" y="441808"/>
                  </a:lnTo>
                  <a:lnTo>
                    <a:pt x="396025" y="439202"/>
                  </a:lnTo>
                  <a:lnTo>
                    <a:pt x="399393" y="436536"/>
                  </a:lnTo>
                  <a:lnTo>
                    <a:pt x="402714" y="433812"/>
                  </a:lnTo>
                  <a:lnTo>
                    <a:pt x="405987" y="431031"/>
                  </a:lnTo>
                  <a:lnTo>
                    <a:pt x="409211" y="428192"/>
                  </a:lnTo>
                  <a:lnTo>
                    <a:pt x="412385" y="425297"/>
                  </a:lnTo>
                  <a:lnTo>
                    <a:pt x="415507" y="422348"/>
                  </a:lnTo>
                  <a:lnTo>
                    <a:pt x="418577" y="419344"/>
                  </a:lnTo>
                  <a:lnTo>
                    <a:pt x="421595" y="416287"/>
                  </a:lnTo>
                  <a:lnTo>
                    <a:pt x="424558" y="413177"/>
                  </a:lnTo>
                  <a:lnTo>
                    <a:pt x="427466" y="410016"/>
                  </a:lnTo>
                  <a:lnTo>
                    <a:pt x="430319" y="406805"/>
                  </a:lnTo>
                  <a:lnTo>
                    <a:pt x="433115" y="403544"/>
                  </a:lnTo>
                  <a:lnTo>
                    <a:pt x="435854" y="400235"/>
                  </a:lnTo>
                  <a:lnTo>
                    <a:pt x="438534" y="396879"/>
                  </a:lnTo>
                  <a:lnTo>
                    <a:pt x="441155" y="393476"/>
                  </a:lnTo>
                  <a:lnTo>
                    <a:pt x="443716" y="390027"/>
                  </a:lnTo>
                  <a:lnTo>
                    <a:pt x="446216" y="386535"/>
                  </a:lnTo>
                  <a:lnTo>
                    <a:pt x="448655" y="382999"/>
                  </a:lnTo>
                  <a:lnTo>
                    <a:pt x="451032" y="379421"/>
                  </a:lnTo>
                  <a:lnTo>
                    <a:pt x="453345" y="375802"/>
                  </a:lnTo>
                  <a:lnTo>
                    <a:pt x="455595" y="372143"/>
                  </a:lnTo>
                  <a:lnTo>
                    <a:pt x="457781" y="368445"/>
                  </a:lnTo>
                  <a:lnTo>
                    <a:pt x="459901" y="364710"/>
                  </a:lnTo>
                  <a:lnTo>
                    <a:pt x="461956" y="360938"/>
                  </a:lnTo>
                  <a:lnTo>
                    <a:pt x="463945" y="357130"/>
                  </a:lnTo>
                  <a:lnTo>
                    <a:pt x="465866" y="353289"/>
                  </a:lnTo>
                  <a:lnTo>
                    <a:pt x="467720" y="349414"/>
                  </a:lnTo>
                  <a:lnTo>
                    <a:pt x="469506" y="345508"/>
                  </a:lnTo>
                  <a:lnTo>
                    <a:pt x="471223" y="341570"/>
                  </a:lnTo>
                  <a:lnTo>
                    <a:pt x="472872" y="337604"/>
                  </a:lnTo>
                  <a:lnTo>
                    <a:pt x="474450" y="333609"/>
                  </a:lnTo>
                  <a:lnTo>
                    <a:pt x="475958" y="329587"/>
                  </a:lnTo>
                  <a:lnTo>
                    <a:pt x="477396" y="325540"/>
                  </a:lnTo>
                  <a:lnTo>
                    <a:pt x="478762" y="321467"/>
                  </a:lnTo>
                  <a:lnTo>
                    <a:pt x="480058" y="317372"/>
                  </a:lnTo>
                  <a:lnTo>
                    <a:pt x="481281" y="313254"/>
                  </a:lnTo>
                  <a:lnTo>
                    <a:pt x="482432" y="309116"/>
                  </a:lnTo>
                  <a:lnTo>
                    <a:pt x="483510" y="304958"/>
                  </a:lnTo>
                  <a:lnTo>
                    <a:pt x="484516" y="300782"/>
                  </a:lnTo>
                  <a:lnTo>
                    <a:pt x="485448" y="296589"/>
                  </a:lnTo>
                  <a:lnTo>
                    <a:pt x="486307" y="292381"/>
                  </a:lnTo>
                  <a:lnTo>
                    <a:pt x="487092" y="288158"/>
                  </a:lnTo>
                  <a:lnTo>
                    <a:pt x="487803" y="283922"/>
                  </a:lnTo>
                  <a:lnTo>
                    <a:pt x="488439" y="279674"/>
                  </a:lnTo>
                  <a:lnTo>
                    <a:pt x="489001" y="275415"/>
                  </a:lnTo>
                  <a:lnTo>
                    <a:pt x="489489" y="271148"/>
                  </a:lnTo>
                  <a:lnTo>
                    <a:pt x="489902" y="266872"/>
                  </a:lnTo>
                  <a:lnTo>
                    <a:pt x="490240" y="262590"/>
                  </a:lnTo>
                  <a:lnTo>
                    <a:pt x="490503" y="258303"/>
                  </a:lnTo>
                  <a:lnTo>
                    <a:pt x="490691" y="254012"/>
                  </a:lnTo>
                  <a:lnTo>
                    <a:pt x="490803" y="249718"/>
                  </a:lnTo>
                  <a:close/>
                </a:path>
              </a:pathLst>
            </a:custGeom>
            <a:solidFill>
              <a:srgbClr val="F5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7573607" y="289444"/>
              <a:ext cx="0" cy="220882"/>
            </a:xfrm>
            <a:custGeom>
              <a:avLst/>
              <a:pathLst>
                <a:path w="0" h="220882">
                  <a:moveTo>
                    <a:pt x="0" y="220882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7590961" y="361328"/>
              <a:ext cx="156187" cy="156187"/>
            </a:xfrm>
            <a:custGeom>
              <a:avLst/>
              <a:pathLst>
                <a:path w="156187" h="156187">
                  <a:moveTo>
                    <a:pt x="0" y="156187"/>
                  </a:moveTo>
                  <a:lnTo>
                    <a:pt x="156187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7598149" y="534870"/>
              <a:ext cx="220882" cy="0"/>
            </a:xfrm>
            <a:custGeom>
              <a:avLst/>
              <a:pathLst>
                <a:path w="220882" h="0">
                  <a:moveTo>
                    <a:pt x="0" y="0"/>
                  </a:moveTo>
                  <a:lnTo>
                    <a:pt x="220882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7590961" y="552224"/>
              <a:ext cx="156187" cy="156187"/>
            </a:xfrm>
            <a:custGeom>
              <a:avLst/>
              <a:pathLst>
                <a:path w="156187" h="156187">
                  <a:moveTo>
                    <a:pt x="0" y="0"/>
                  </a:moveTo>
                  <a:lnTo>
                    <a:pt x="156187" y="156187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7573607" y="559412"/>
              <a:ext cx="0" cy="220882"/>
            </a:xfrm>
            <a:custGeom>
              <a:avLst/>
              <a:pathLst>
                <a:path w="0" h="220882">
                  <a:moveTo>
                    <a:pt x="0" y="0"/>
                  </a:moveTo>
                  <a:lnTo>
                    <a:pt x="0" y="220882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7400065" y="552224"/>
              <a:ext cx="156187" cy="156187"/>
            </a:xfrm>
            <a:custGeom>
              <a:avLst/>
              <a:pathLst>
                <a:path w="156187" h="156187">
                  <a:moveTo>
                    <a:pt x="156187" y="0"/>
                  </a:moveTo>
                  <a:lnTo>
                    <a:pt x="0" y="156187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7328181" y="534870"/>
              <a:ext cx="220882" cy="0"/>
            </a:xfrm>
            <a:custGeom>
              <a:avLst/>
              <a:pathLst>
                <a:path w="220882" h="0">
                  <a:moveTo>
                    <a:pt x="220882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7400065" y="361328"/>
              <a:ext cx="156187" cy="156187"/>
            </a:xfrm>
            <a:custGeom>
              <a:avLst/>
              <a:pathLst>
                <a:path w="156187" h="156187">
                  <a:moveTo>
                    <a:pt x="156187" y="156187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7543094" y="474508"/>
              <a:ext cx="126692" cy="94600"/>
            </a:xfrm>
            <a:custGeom>
              <a:avLst/>
              <a:pathLst>
                <a:path w="126692" h="94600">
                  <a:moveTo>
                    <a:pt x="30512" y="0"/>
                  </a:moveTo>
                  <a:lnTo>
                    <a:pt x="85858" y="5015"/>
                  </a:lnTo>
                  <a:lnTo>
                    <a:pt x="126692" y="60361"/>
                  </a:lnTo>
                  <a:lnTo>
                    <a:pt x="64751" y="94600"/>
                  </a:lnTo>
                  <a:lnTo>
                    <a:pt x="30512" y="84903"/>
                  </a:lnTo>
                  <a:lnTo>
                    <a:pt x="494" y="90379"/>
                  </a:lnTo>
                  <a:lnTo>
                    <a:pt x="0" y="60361"/>
                  </a:lnTo>
                  <a:lnTo>
                    <a:pt x="4715" y="34564"/>
                  </a:lnTo>
                  <a:lnTo>
                    <a:pt x="30512" y="0"/>
                  </a:lnTo>
                </a:path>
              </a:pathLst>
            </a:custGeom>
            <a:ln w="31166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7537659" y="438560"/>
              <a:ext cx="71895" cy="71895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7593005" y="443576"/>
              <a:ext cx="71895" cy="71895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7633839" y="498922"/>
              <a:ext cx="71895" cy="71895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7571898" y="533161"/>
              <a:ext cx="71895" cy="71895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7537659" y="523464"/>
              <a:ext cx="71895" cy="71895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7507641" y="528940"/>
              <a:ext cx="71895" cy="71895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7507147" y="498922"/>
              <a:ext cx="71895" cy="71895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7511862" y="473125"/>
              <a:ext cx="71895" cy="71895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7537659" y="438560"/>
              <a:ext cx="71895" cy="71895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tx116"/>
            <p:cNvSpPr/>
            <p:nvPr/>
          </p:nvSpPr>
          <p:spPr>
            <a:xfrm>
              <a:off x="7452968" y="486416"/>
              <a:ext cx="96096" cy="477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2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2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117" name="tx117"/>
            <p:cNvSpPr/>
            <p:nvPr/>
          </p:nvSpPr>
          <p:spPr>
            <a:xfrm>
              <a:off x="7415990" y="375975"/>
              <a:ext cx="133074" cy="477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2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2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118" name="tx118"/>
            <p:cNvSpPr/>
            <p:nvPr/>
          </p:nvSpPr>
          <p:spPr>
            <a:xfrm>
              <a:off x="7379012" y="265534"/>
              <a:ext cx="170051" cy="477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2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2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  <p:sp>
          <p:nvSpPr>
            <p:cNvPr id="119" name="rc119"/>
            <p:cNvSpPr/>
            <p:nvPr/>
          </p:nvSpPr>
          <p:spPr>
            <a:xfrm>
              <a:off x="69589" y="909441"/>
              <a:ext cx="3001607" cy="90709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120" name="rc120"/>
            <p:cNvSpPr/>
            <p:nvPr/>
          </p:nvSpPr>
          <p:spPr>
            <a:xfrm>
              <a:off x="69589" y="1000151"/>
              <a:ext cx="3001607" cy="74914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" name="rc121"/>
            <p:cNvSpPr/>
            <p:nvPr/>
          </p:nvSpPr>
          <p:spPr>
            <a:xfrm>
              <a:off x="120199" y="909441"/>
              <a:ext cx="2900386" cy="90709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2" name="tx122"/>
            <p:cNvSpPr/>
            <p:nvPr/>
          </p:nvSpPr>
          <p:spPr>
            <a:xfrm>
              <a:off x="1104484" y="899041"/>
              <a:ext cx="931817" cy="1077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Anseriformes</a:t>
              </a:r>
            </a:p>
          </p:txBody>
        </p:sp>
        <p:sp>
          <p:nvSpPr>
            <p:cNvPr id="123" name="rc123"/>
            <p:cNvSpPr/>
            <p:nvPr/>
          </p:nvSpPr>
          <p:spPr>
            <a:xfrm>
              <a:off x="1165440" y="1050761"/>
              <a:ext cx="809903" cy="64792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" name="tx124"/>
            <p:cNvSpPr/>
            <p:nvPr/>
          </p:nvSpPr>
          <p:spPr>
            <a:xfrm>
              <a:off x="864629" y="1531024"/>
              <a:ext cx="506189" cy="82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125" name="tx125"/>
            <p:cNvSpPr/>
            <p:nvPr/>
          </p:nvSpPr>
          <p:spPr>
            <a:xfrm>
              <a:off x="1041225" y="1333673"/>
              <a:ext cx="246928" cy="79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126" name="tx126"/>
            <p:cNvSpPr/>
            <p:nvPr/>
          </p:nvSpPr>
          <p:spPr>
            <a:xfrm>
              <a:off x="882838" y="1133835"/>
              <a:ext cx="487981" cy="801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127" name="pl127"/>
            <p:cNvSpPr/>
            <p:nvPr/>
          </p:nvSpPr>
          <p:spPr>
            <a:xfrm>
              <a:off x="1545851" y="1350180"/>
              <a:ext cx="49084" cy="49084"/>
            </a:xfrm>
            <a:custGeom>
              <a:avLst/>
              <a:pathLst>
                <a:path w="49084" h="49084">
                  <a:moveTo>
                    <a:pt x="49084" y="24542"/>
                  </a:moveTo>
                  <a:lnTo>
                    <a:pt x="49080" y="24112"/>
                  </a:lnTo>
                  <a:lnTo>
                    <a:pt x="49069" y="23683"/>
                  </a:lnTo>
                  <a:lnTo>
                    <a:pt x="49050" y="23254"/>
                  </a:lnTo>
                  <a:lnTo>
                    <a:pt x="49024" y="22825"/>
                  </a:lnTo>
                  <a:lnTo>
                    <a:pt x="48990" y="22397"/>
                  </a:lnTo>
                  <a:lnTo>
                    <a:pt x="48948" y="21969"/>
                  </a:lnTo>
                  <a:lnTo>
                    <a:pt x="48900" y="21543"/>
                  </a:lnTo>
                  <a:lnTo>
                    <a:pt x="48843" y="21117"/>
                  </a:lnTo>
                  <a:lnTo>
                    <a:pt x="48780" y="20692"/>
                  </a:lnTo>
                  <a:lnTo>
                    <a:pt x="48709" y="20268"/>
                  </a:lnTo>
                  <a:lnTo>
                    <a:pt x="48630" y="19846"/>
                  </a:lnTo>
                  <a:lnTo>
                    <a:pt x="48544" y="19425"/>
                  </a:lnTo>
                  <a:lnTo>
                    <a:pt x="48451" y="19006"/>
                  </a:lnTo>
                  <a:lnTo>
                    <a:pt x="48351" y="18588"/>
                  </a:lnTo>
                  <a:lnTo>
                    <a:pt x="48243" y="18172"/>
                  </a:lnTo>
                  <a:lnTo>
                    <a:pt x="48128" y="17759"/>
                  </a:lnTo>
                  <a:lnTo>
                    <a:pt x="48005" y="17347"/>
                  </a:lnTo>
                  <a:lnTo>
                    <a:pt x="47876" y="16937"/>
                  </a:lnTo>
                  <a:lnTo>
                    <a:pt x="47739" y="16530"/>
                  </a:lnTo>
                  <a:lnTo>
                    <a:pt x="47595" y="16125"/>
                  </a:lnTo>
                  <a:lnTo>
                    <a:pt x="47445" y="15723"/>
                  </a:lnTo>
                  <a:lnTo>
                    <a:pt x="47287" y="15324"/>
                  </a:lnTo>
                  <a:lnTo>
                    <a:pt x="47122" y="14927"/>
                  </a:lnTo>
                  <a:lnTo>
                    <a:pt x="46950" y="14533"/>
                  </a:lnTo>
                  <a:lnTo>
                    <a:pt x="46772" y="14143"/>
                  </a:lnTo>
                  <a:lnTo>
                    <a:pt x="46586" y="13755"/>
                  </a:lnTo>
                  <a:lnTo>
                    <a:pt x="46394" y="13371"/>
                  </a:lnTo>
                  <a:lnTo>
                    <a:pt x="46195" y="12990"/>
                  </a:lnTo>
                  <a:lnTo>
                    <a:pt x="45990" y="12613"/>
                  </a:lnTo>
                  <a:lnTo>
                    <a:pt x="45778" y="12240"/>
                  </a:lnTo>
                  <a:lnTo>
                    <a:pt x="45559" y="11870"/>
                  </a:lnTo>
                  <a:lnTo>
                    <a:pt x="45334" y="11504"/>
                  </a:lnTo>
                  <a:lnTo>
                    <a:pt x="45103" y="11142"/>
                  </a:lnTo>
                  <a:lnTo>
                    <a:pt x="44865" y="10784"/>
                  </a:lnTo>
                  <a:lnTo>
                    <a:pt x="44621" y="10431"/>
                  </a:lnTo>
                  <a:lnTo>
                    <a:pt x="44371" y="10081"/>
                  </a:lnTo>
                  <a:lnTo>
                    <a:pt x="44115" y="9737"/>
                  </a:lnTo>
                  <a:lnTo>
                    <a:pt x="43853" y="9396"/>
                  </a:lnTo>
                  <a:lnTo>
                    <a:pt x="43585" y="9061"/>
                  </a:lnTo>
                  <a:lnTo>
                    <a:pt x="43311" y="8730"/>
                  </a:lnTo>
                  <a:lnTo>
                    <a:pt x="43031" y="8404"/>
                  </a:lnTo>
                  <a:lnTo>
                    <a:pt x="42746" y="8082"/>
                  </a:lnTo>
                  <a:lnTo>
                    <a:pt x="42455" y="7766"/>
                  </a:lnTo>
                  <a:lnTo>
                    <a:pt x="42159" y="7455"/>
                  </a:lnTo>
                  <a:lnTo>
                    <a:pt x="41857" y="7150"/>
                  </a:lnTo>
                  <a:lnTo>
                    <a:pt x="41550" y="6849"/>
                  </a:lnTo>
                  <a:lnTo>
                    <a:pt x="41238" y="6554"/>
                  </a:lnTo>
                  <a:lnTo>
                    <a:pt x="40921" y="6265"/>
                  </a:lnTo>
                  <a:lnTo>
                    <a:pt x="40598" y="5981"/>
                  </a:lnTo>
                  <a:lnTo>
                    <a:pt x="40271" y="5703"/>
                  </a:lnTo>
                  <a:lnTo>
                    <a:pt x="39939" y="5430"/>
                  </a:lnTo>
                  <a:lnTo>
                    <a:pt x="39602" y="5164"/>
                  </a:lnTo>
                  <a:lnTo>
                    <a:pt x="39261" y="4903"/>
                  </a:lnTo>
                  <a:lnTo>
                    <a:pt x="38915" y="4649"/>
                  </a:lnTo>
                  <a:lnTo>
                    <a:pt x="38564" y="4400"/>
                  </a:lnTo>
                  <a:lnTo>
                    <a:pt x="38210" y="4158"/>
                  </a:lnTo>
                  <a:lnTo>
                    <a:pt x="37851" y="3922"/>
                  </a:lnTo>
                  <a:lnTo>
                    <a:pt x="37488" y="3692"/>
                  </a:lnTo>
                  <a:lnTo>
                    <a:pt x="37121" y="3469"/>
                  </a:lnTo>
                  <a:lnTo>
                    <a:pt x="36750" y="3252"/>
                  </a:lnTo>
                  <a:lnTo>
                    <a:pt x="36376" y="3041"/>
                  </a:lnTo>
                  <a:lnTo>
                    <a:pt x="35998" y="2837"/>
                  </a:lnTo>
                  <a:lnTo>
                    <a:pt x="35616" y="2640"/>
                  </a:lnTo>
                  <a:lnTo>
                    <a:pt x="35231" y="2450"/>
                  </a:lnTo>
                  <a:lnTo>
                    <a:pt x="34843" y="2266"/>
                  </a:lnTo>
                  <a:lnTo>
                    <a:pt x="34451" y="2089"/>
                  </a:lnTo>
                  <a:lnTo>
                    <a:pt x="34057" y="1919"/>
                  </a:lnTo>
                  <a:lnTo>
                    <a:pt x="33660" y="1756"/>
                  </a:lnTo>
                  <a:lnTo>
                    <a:pt x="33259" y="1600"/>
                  </a:lnTo>
                  <a:lnTo>
                    <a:pt x="32857" y="1451"/>
                  </a:lnTo>
                  <a:lnTo>
                    <a:pt x="32451" y="1309"/>
                  </a:lnTo>
                  <a:lnTo>
                    <a:pt x="32043" y="1174"/>
                  </a:lnTo>
                  <a:lnTo>
                    <a:pt x="31633" y="1046"/>
                  </a:lnTo>
                  <a:lnTo>
                    <a:pt x="31221" y="926"/>
                  </a:lnTo>
                  <a:lnTo>
                    <a:pt x="30807" y="813"/>
                  </a:lnTo>
                  <a:lnTo>
                    <a:pt x="30390" y="707"/>
                  </a:lnTo>
                  <a:lnTo>
                    <a:pt x="29972" y="608"/>
                  </a:lnTo>
                  <a:lnTo>
                    <a:pt x="29553" y="516"/>
                  </a:lnTo>
                  <a:lnTo>
                    <a:pt x="29131" y="432"/>
                  </a:lnTo>
                  <a:lnTo>
                    <a:pt x="28709" y="356"/>
                  </a:lnTo>
                  <a:lnTo>
                    <a:pt x="28285" y="286"/>
                  </a:lnTo>
                  <a:lnTo>
                    <a:pt x="27860" y="225"/>
                  </a:lnTo>
                  <a:lnTo>
                    <a:pt x="27434" y="170"/>
                  </a:lnTo>
                  <a:lnTo>
                    <a:pt x="27007" y="123"/>
                  </a:lnTo>
                  <a:lnTo>
                    <a:pt x="26579" y="84"/>
                  </a:lnTo>
                  <a:lnTo>
                    <a:pt x="26151" y="52"/>
                  </a:lnTo>
                  <a:lnTo>
                    <a:pt x="25722" y="28"/>
                  </a:lnTo>
                  <a:lnTo>
                    <a:pt x="25293" y="11"/>
                  </a:lnTo>
                  <a:lnTo>
                    <a:pt x="24863" y="1"/>
                  </a:lnTo>
                  <a:lnTo>
                    <a:pt x="24434" y="0"/>
                  </a:lnTo>
                  <a:lnTo>
                    <a:pt x="24004" y="5"/>
                  </a:lnTo>
                  <a:lnTo>
                    <a:pt x="23575" y="18"/>
                  </a:lnTo>
                  <a:lnTo>
                    <a:pt x="23146" y="39"/>
                  </a:lnTo>
                  <a:lnTo>
                    <a:pt x="22717" y="67"/>
                  </a:lnTo>
                  <a:lnTo>
                    <a:pt x="22289" y="103"/>
                  </a:lnTo>
                  <a:lnTo>
                    <a:pt x="21862" y="146"/>
                  </a:lnTo>
                  <a:lnTo>
                    <a:pt x="21435" y="197"/>
                  </a:lnTo>
                  <a:lnTo>
                    <a:pt x="21010" y="255"/>
                  </a:lnTo>
                  <a:lnTo>
                    <a:pt x="20585" y="320"/>
                  </a:lnTo>
                  <a:lnTo>
                    <a:pt x="20162" y="393"/>
                  </a:lnTo>
                  <a:lnTo>
                    <a:pt x="19740" y="473"/>
                  </a:lnTo>
                  <a:lnTo>
                    <a:pt x="19319" y="561"/>
                  </a:lnTo>
                  <a:lnTo>
                    <a:pt x="18901" y="656"/>
                  </a:lnTo>
                  <a:lnTo>
                    <a:pt x="18483" y="759"/>
                  </a:lnTo>
                  <a:lnTo>
                    <a:pt x="18068" y="868"/>
                  </a:lnTo>
                  <a:lnTo>
                    <a:pt x="17655" y="985"/>
                  </a:lnTo>
                  <a:lnTo>
                    <a:pt x="17244" y="1109"/>
                  </a:lnTo>
                  <a:lnTo>
                    <a:pt x="16835" y="1241"/>
                  </a:lnTo>
                  <a:lnTo>
                    <a:pt x="16428" y="1379"/>
                  </a:lnTo>
                  <a:lnTo>
                    <a:pt x="16024" y="1525"/>
                  </a:lnTo>
                  <a:lnTo>
                    <a:pt x="15622" y="1677"/>
                  </a:lnTo>
                  <a:lnTo>
                    <a:pt x="15224" y="1837"/>
                  </a:lnTo>
                  <a:lnTo>
                    <a:pt x="14828" y="2003"/>
                  </a:lnTo>
                  <a:lnTo>
                    <a:pt x="14435" y="2177"/>
                  </a:lnTo>
                  <a:lnTo>
                    <a:pt x="14045" y="2357"/>
                  </a:lnTo>
                  <a:lnTo>
                    <a:pt x="13658" y="2544"/>
                  </a:lnTo>
                  <a:lnTo>
                    <a:pt x="13275" y="2738"/>
                  </a:lnTo>
                  <a:lnTo>
                    <a:pt x="12895" y="2938"/>
                  </a:lnTo>
                  <a:lnTo>
                    <a:pt x="12519" y="3146"/>
                  </a:lnTo>
                  <a:lnTo>
                    <a:pt x="12146" y="3359"/>
                  </a:lnTo>
                  <a:lnTo>
                    <a:pt x="11777" y="3579"/>
                  </a:lnTo>
                  <a:lnTo>
                    <a:pt x="11412" y="3806"/>
                  </a:lnTo>
                  <a:lnTo>
                    <a:pt x="11051" y="4039"/>
                  </a:lnTo>
                  <a:lnTo>
                    <a:pt x="10695" y="4278"/>
                  </a:lnTo>
                  <a:lnTo>
                    <a:pt x="10342" y="4524"/>
                  </a:lnTo>
                  <a:lnTo>
                    <a:pt x="9994" y="4775"/>
                  </a:lnTo>
                  <a:lnTo>
                    <a:pt x="9650" y="5033"/>
                  </a:lnTo>
                  <a:lnTo>
                    <a:pt x="9311" y="5296"/>
                  </a:lnTo>
                  <a:lnTo>
                    <a:pt x="8977" y="5566"/>
                  </a:lnTo>
                  <a:lnTo>
                    <a:pt x="8647" y="5841"/>
                  </a:lnTo>
                  <a:lnTo>
                    <a:pt x="8322" y="6122"/>
                  </a:lnTo>
                  <a:lnTo>
                    <a:pt x="8002" y="6409"/>
                  </a:lnTo>
                  <a:lnTo>
                    <a:pt x="7687" y="6701"/>
                  </a:lnTo>
                  <a:lnTo>
                    <a:pt x="7378" y="6999"/>
                  </a:lnTo>
                  <a:lnTo>
                    <a:pt x="7073" y="7302"/>
                  </a:lnTo>
                  <a:lnTo>
                    <a:pt x="6774" y="7610"/>
                  </a:lnTo>
                  <a:lnTo>
                    <a:pt x="6481" y="7924"/>
                  </a:lnTo>
                  <a:lnTo>
                    <a:pt x="6193" y="8242"/>
                  </a:lnTo>
                  <a:lnTo>
                    <a:pt x="5910" y="8566"/>
                  </a:lnTo>
                  <a:lnTo>
                    <a:pt x="5633" y="8894"/>
                  </a:lnTo>
                  <a:lnTo>
                    <a:pt x="5363" y="9228"/>
                  </a:lnTo>
                  <a:lnTo>
                    <a:pt x="5097" y="9566"/>
                  </a:lnTo>
                  <a:lnTo>
                    <a:pt x="4838" y="9908"/>
                  </a:lnTo>
                  <a:lnTo>
                    <a:pt x="4585" y="10255"/>
                  </a:lnTo>
                  <a:lnTo>
                    <a:pt x="4338" y="10607"/>
                  </a:lnTo>
                  <a:lnTo>
                    <a:pt x="4098" y="10963"/>
                  </a:lnTo>
                  <a:lnTo>
                    <a:pt x="3863" y="11322"/>
                  </a:lnTo>
                  <a:lnTo>
                    <a:pt x="3635" y="11686"/>
                  </a:lnTo>
                  <a:lnTo>
                    <a:pt x="3413" y="12054"/>
                  </a:lnTo>
                  <a:lnTo>
                    <a:pt x="3198" y="12426"/>
                  </a:lnTo>
                  <a:lnTo>
                    <a:pt x="2989" y="12801"/>
                  </a:lnTo>
                  <a:lnTo>
                    <a:pt x="2787" y="13180"/>
                  </a:lnTo>
                  <a:lnTo>
                    <a:pt x="2591" y="13563"/>
                  </a:lnTo>
                  <a:lnTo>
                    <a:pt x="2402" y="13949"/>
                  </a:lnTo>
                  <a:lnTo>
                    <a:pt x="2220" y="14338"/>
                  </a:lnTo>
                  <a:lnTo>
                    <a:pt x="2045" y="14730"/>
                  </a:lnTo>
                  <a:lnTo>
                    <a:pt x="1877" y="15125"/>
                  </a:lnTo>
                  <a:lnTo>
                    <a:pt x="1716" y="15523"/>
                  </a:lnTo>
                  <a:lnTo>
                    <a:pt x="1561" y="15924"/>
                  </a:lnTo>
                  <a:lnTo>
                    <a:pt x="1414" y="16327"/>
                  </a:lnTo>
                  <a:lnTo>
                    <a:pt x="1274" y="16733"/>
                  </a:lnTo>
                  <a:lnTo>
                    <a:pt x="1141" y="17142"/>
                  </a:lnTo>
                  <a:lnTo>
                    <a:pt x="1015" y="17552"/>
                  </a:lnTo>
                  <a:lnTo>
                    <a:pt x="896" y="17965"/>
                  </a:lnTo>
                  <a:lnTo>
                    <a:pt x="785" y="18380"/>
                  </a:lnTo>
                  <a:lnTo>
                    <a:pt x="680" y="18797"/>
                  </a:lnTo>
                  <a:lnTo>
                    <a:pt x="584" y="19215"/>
                  </a:lnTo>
                  <a:lnTo>
                    <a:pt x="494" y="19635"/>
                  </a:lnTo>
                  <a:lnTo>
                    <a:pt x="412" y="20057"/>
                  </a:lnTo>
                  <a:lnTo>
                    <a:pt x="337" y="20480"/>
                  </a:lnTo>
                  <a:lnTo>
                    <a:pt x="270" y="20904"/>
                  </a:lnTo>
                  <a:lnTo>
                    <a:pt x="210" y="21329"/>
                  </a:lnTo>
                  <a:lnTo>
                    <a:pt x="157" y="21756"/>
                  </a:lnTo>
                  <a:lnTo>
                    <a:pt x="112" y="22183"/>
                  </a:lnTo>
                  <a:lnTo>
                    <a:pt x="75" y="22611"/>
                  </a:lnTo>
                  <a:lnTo>
                    <a:pt x="45" y="23039"/>
                  </a:lnTo>
                  <a:lnTo>
                    <a:pt x="22" y="23468"/>
                  </a:lnTo>
                  <a:lnTo>
                    <a:pt x="7" y="23898"/>
                  </a:lnTo>
                  <a:lnTo>
                    <a:pt x="0" y="24327"/>
                  </a:lnTo>
                  <a:lnTo>
                    <a:pt x="0" y="24757"/>
                  </a:lnTo>
                  <a:lnTo>
                    <a:pt x="7" y="25186"/>
                  </a:lnTo>
                  <a:lnTo>
                    <a:pt x="22" y="25615"/>
                  </a:lnTo>
                  <a:lnTo>
                    <a:pt x="45" y="26044"/>
                  </a:lnTo>
                  <a:lnTo>
                    <a:pt x="75" y="26473"/>
                  </a:lnTo>
                  <a:lnTo>
                    <a:pt x="112" y="26901"/>
                  </a:lnTo>
                  <a:lnTo>
                    <a:pt x="157" y="27328"/>
                  </a:lnTo>
                  <a:lnTo>
                    <a:pt x="210" y="27754"/>
                  </a:lnTo>
                  <a:lnTo>
                    <a:pt x="270" y="28179"/>
                  </a:lnTo>
                  <a:lnTo>
                    <a:pt x="337" y="28604"/>
                  </a:lnTo>
                  <a:lnTo>
                    <a:pt x="412" y="29027"/>
                  </a:lnTo>
                  <a:lnTo>
                    <a:pt x="494" y="29448"/>
                  </a:lnTo>
                  <a:lnTo>
                    <a:pt x="584" y="29868"/>
                  </a:lnTo>
                  <a:lnTo>
                    <a:pt x="680" y="30287"/>
                  </a:lnTo>
                  <a:lnTo>
                    <a:pt x="785" y="30704"/>
                  </a:lnTo>
                  <a:lnTo>
                    <a:pt x="896" y="31118"/>
                  </a:lnTo>
                  <a:lnTo>
                    <a:pt x="1015" y="31531"/>
                  </a:lnTo>
                  <a:lnTo>
                    <a:pt x="1141" y="31942"/>
                  </a:lnTo>
                  <a:lnTo>
                    <a:pt x="1274" y="32350"/>
                  </a:lnTo>
                  <a:lnTo>
                    <a:pt x="1414" y="32756"/>
                  </a:lnTo>
                  <a:lnTo>
                    <a:pt x="1561" y="33160"/>
                  </a:lnTo>
                  <a:lnTo>
                    <a:pt x="1716" y="33561"/>
                  </a:lnTo>
                  <a:lnTo>
                    <a:pt x="1877" y="33959"/>
                  </a:lnTo>
                  <a:lnTo>
                    <a:pt x="2045" y="34354"/>
                  </a:lnTo>
                  <a:lnTo>
                    <a:pt x="2220" y="34746"/>
                  </a:lnTo>
                  <a:lnTo>
                    <a:pt x="2402" y="35135"/>
                  </a:lnTo>
                  <a:lnTo>
                    <a:pt x="2591" y="35521"/>
                  </a:lnTo>
                  <a:lnTo>
                    <a:pt x="2787" y="35903"/>
                  </a:lnTo>
                  <a:lnTo>
                    <a:pt x="2989" y="36282"/>
                  </a:lnTo>
                  <a:lnTo>
                    <a:pt x="3198" y="36658"/>
                  </a:lnTo>
                  <a:lnTo>
                    <a:pt x="3413" y="37029"/>
                  </a:lnTo>
                  <a:lnTo>
                    <a:pt x="3635" y="37397"/>
                  </a:lnTo>
                  <a:lnTo>
                    <a:pt x="3863" y="37761"/>
                  </a:lnTo>
                  <a:lnTo>
                    <a:pt x="4098" y="38121"/>
                  </a:lnTo>
                  <a:lnTo>
                    <a:pt x="4338" y="38477"/>
                  </a:lnTo>
                  <a:lnTo>
                    <a:pt x="4585" y="38828"/>
                  </a:lnTo>
                  <a:lnTo>
                    <a:pt x="4838" y="39175"/>
                  </a:lnTo>
                  <a:lnTo>
                    <a:pt x="5097" y="39518"/>
                  </a:lnTo>
                  <a:lnTo>
                    <a:pt x="5363" y="39856"/>
                  </a:lnTo>
                  <a:lnTo>
                    <a:pt x="5633" y="40189"/>
                  </a:lnTo>
                  <a:lnTo>
                    <a:pt x="5910" y="40518"/>
                  </a:lnTo>
                  <a:lnTo>
                    <a:pt x="6193" y="40841"/>
                  </a:lnTo>
                  <a:lnTo>
                    <a:pt x="6481" y="41160"/>
                  </a:lnTo>
                  <a:lnTo>
                    <a:pt x="6774" y="41473"/>
                  </a:lnTo>
                  <a:lnTo>
                    <a:pt x="7073" y="41782"/>
                  </a:lnTo>
                  <a:lnTo>
                    <a:pt x="7378" y="42085"/>
                  </a:lnTo>
                  <a:lnTo>
                    <a:pt x="7687" y="42382"/>
                  </a:lnTo>
                  <a:lnTo>
                    <a:pt x="8002" y="42675"/>
                  </a:lnTo>
                  <a:lnTo>
                    <a:pt x="8322" y="42961"/>
                  </a:lnTo>
                  <a:lnTo>
                    <a:pt x="8647" y="43242"/>
                  </a:lnTo>
                  <a:lnTo>
                    <a:pt x="8977" y="43518"/>
                  </a:lnTo>
                  <a:lnTo>
                    <a:pt x="9311" y="43787"/>
                  </a:lnTo>
                  <a:lnTo>
                    <a:pt x="9650" y="44051"/>
                  </a:lnTo>
                  <a:lnTo>
                    <a:pt x="9994" y="44308"/>
                  </a:lnTo>
                  <a:lnTo>
                    <a:pt x="10342" y="44560"/>
                  </a:lnTo>
                  <a:lnTo>
                    <a:pt x="10695" y="44805"/>
                  </a:lnTo>
                  <a:lnTo>
                    <a:pt x="11051" y="45045"/>
                  </a:lnTo>
                  <a:lnTo>
                    <a:pt x="11412" y="45278"/>
                  </a:lnTo>
                  <a:lnTo>
                    <a:pt x="11777" y="45504"/>
                  </a:lnTo>
                  <a:lnTo>
                    <a:pt x="12146" y="45724"/>
                  </a:lnTo>
                  <a:lnTo>
                    <a:pt x="12519" y="45938"/>
                  </a:lnTo>
                  <a:lnTo>
                    <a:pt x="12895" y="46145"/>
                  </a:lnTo>
                  <a:lnTo>
                    <a:pt x="13275" y="46346"/>
                  </a:lnTo>
                  <a:lnTo>
                    <a:pt x="13658" y="46539"/>
                  </a:lnTo>
                  <a:lnTo>
                    <a:pt x="14045" y="46727"/>
                  </a:lnTo>
                  <a:lnTo>
                    <a:pt x="14435" y="46907"/>
                  </a:lnTo>
                  <a:lnTo>
                    <a:pt x="14828" y="47080"/>
                  </a:lnTo>
                  <a:lnTo>
                    <a:pt x="15224" y="47247"/>
                  </a:lnTo>
                  <a:lnTo>
                    <a:pt x="15622" y="47406"/>
                  </a:lnTo>
                  <a:lnTo>
                    <a:pt x="16024" y="47559"/>
                  </a:lnTo>
                  <a:lnTo>
                    <a:pt x="16428" y="47705"/>
                  </a:lnTo>
                  <a:lnTo>
                    <a:pt x="16835" y="47843"/>
                  </a:lnTo>
                  <a:lnTo>
                    <a:pt x="17244" y="47974"/>
                  </a:lnTo>
                  <a:lnTo>
                    <a:pt x="17655" y="48098"/>
                  </a:lnTo>
                  <a:lnTo>
                    <a:pt x="18068" y="48215"/>
                  </a:lnTo>
                  <a:lnTo>
                    <a:pt x="18483" y="48325"/>
                  </a:lnTo>
                  <a:lnTo>
                    <a:pt x="18901" y="48427"/>
                  </a:lnTo>
                  <a:lnTo>
                    <a:pt x="19319" y="48522"/>
                  </a:lnTo>
                  <a:lnTo>
                    <a:pt x="19740" y="48610"/>
                  </a:lnTo>
                  <a:lnTo>
                    <a:pt x="20162" y="48690"/>
                  </a:lnTo>
                  <a:lnTo>
                    <a:pt x="20585" y="48763"/>
                  </a:lnTo>
                  <a:lnTo>
                    <a:pt x="21010" y="48829"/>
                  </a:lnTo>
                  <a:lnTo>
                    <a:pt x="21435" y="48887"/>
                  </a:lnTo>
                  <a:lnTo>
                    <a:pt x="21862" y="48938"/>
                  </a:lnTo>
                  <a:lnTo>
                    <a:pt x="22289" y="48981"/>
                  </a:lnTo>
                  <a:lnTo>
                    <a:pt x="22717" y="49016"/>
                  </a:lnTo>
                  <a:lnTo>
                    <a:pt x="23146" y="49045"/>
                  </a:lnTo>
                  <a:lnTo>
                    <a:pt x="23575" y="49065"/>
                  </a:lnTo>
                  <a:lnTo>
                    <a:pt x="24004" y="49078"/>
                  </a:lnTo>
                  <a:lnTo>
                    <a:pt x="24434" y="49084"/>
                  </a:lnTo>
                  <a:lnTo>
                    <a:pt x="24863" y="49082"/>
                  </a:lnTo>
                  <a:lnTo>
                    <a:pt x="25293" y="49073"/>
                  </a:lnTo>
                  <a:lnTo>
                    <a:pt x="25722" y="49056"/>
                  </a:lnTo>
                  <a:lnTo>
                    <a:pt x="26151" y="49032"/>
                  </a:lnTo>
                  <a:lnTo>
                    <a:pt x="26579" y="49000"/>
                  </a:lnTo>
                  <a:lnTo>
                    <a:pt x="27007" y="48960"/>
                  </a:lnTo>
                  <a:lnTo>
                    <a:pt x="27434" y="48913"/>
                  </a:lnTo>
                  <a:lnTo>
                    <a:pt x="27860" y="48859"/>
                  </a:lnTo>
                  <a:lnTo>
                    <a:pt x="28285" y="48797"/>
                  </a:lnTo>
                  <a:lnTo>
                    <a:pt x="28709" y="48728"/>
                  </a:lnTo>
                  <a:lnTo>
                    <a:pt x="29131" y="48651"/>
                  </a:lnTo>
                  <a:lnTo>
                    <a:pt x="29553" y="48567"/>
                  </a:lnTo>
                  <a:lnTo>
                    <a:pt x="29972" y="48476"/>
                  </a:lnTo>
                  <a:lnTo>
                    <a:pt x="30390" y="48377"/>
                  </a:lnTo>
                  <a:lnTo>
                    <a:pt x="30807" y="48271"/>
                  </a:lnTo>
                  <a:lnTo>
                    <a:pt x="31221" y="48158"/>
                  </a:lnTo>
                  <a:lnTo>
                    <a:pt x="31633" y="48037"/>
                  </a:lnTo>
                  <a:lnTo>
                    <a:pt x="32043" y="47910"/>
                  </a:lnTo>
                  <a:lnTo>
                    <a:pt x="32451" y="47775"/>
                  </a:lnTo>
                  <a:lnTo>
                    <a:pt x="32857" y="47633"/>
                  </a:lnTo>
                  <a:lnTo>
                    <a:pt x="33259" y="47484"/>
                  </a:lnTo>
                  <a:lnTo>
                    <a:pt x="33660" y="47328"/>
                  </a:lnTo>
                  <a:lnTo>
                    <a:pt x="34057" y="47164"/>
                  </a:lnTo>
                  <a:lnTo>
                    <a:pt x="34451" y="46994"/>
                  </a:lnTo>
                  <a:lnTo>
                    <a:pt x="34843" y="46818"/>
                  </a:lnTo>
                  <a:lnTo>
                    <a:pt x="35231" y="46634"/>
                  </a:lnTo>
                  <a:lnTo>
                    <a:pt x="35616" y="46443"/>
                  </a:lnTo>
                  <a:lnTo>
                    <a:pt x="35998" y="46246"/>
                  </a:lnTo>
                  <a:lnTo>
                    <a:pt x="36376" y="46042"/>
                  </a:lnTo>
                  <a:lnTo>
                    <a:pt x="36750" y="45832"/>
                  </a:lnTo>
                  <a:lnTo>
                    <a:pt x="37121" y="45615"/>
                  </a:lnTo>
                  <a:lnTo>
                    <a:pt x="37488" y="45392"/>
                  </a:lnTo>
                  <a:lnTo>
                    <a:pt x="37851" y="45162"/>
                  </a:lnTo>
                  <a:lnTo>
                    <a:pt x="38210" y="44926"/>
                  </a:lnTo>
                  <a:lnTo>
                    <a:pt x="38564" y="44683"/>
                  </a:lnTo>
                  <a:lnTo>
                    <a:pt x="38915" y="44435"/>
                  </a:lnTo>
                  <a:lnTo>
                    <a:pt x="39261" y="44180"/>
                  </a:lnTo>
                  <a:lnTo>
                    <a:pt x="39602" y="43920"/>
                  </a:lnTo>
                  <a:lnTo>
                    <a:pt x="39939" y="43653"/>
                  </a:lnTo>
                  <a:lnTo>
                    <a:pt x="40271" y="43381"/>
                  </a:lnTo>
                  <a:lnTo>
                    <a:pt x="40598" y="43103"/>
                  </a:lnTo>
                  <a:lnTo>
                    <a:pt x="40921" y="42819"/>
                  </a:lnTo>
                  <a:lnTo>
                    <a:pt x="41238" y="42529"/>
                  </a:lnTo>
                  <a:lnTo>
                    <a:pt x="41550" y="42234"/>
                  </a:lnTo>
                  <a:lnTo>
                    <a:pt x="41857" y="41934"/>
                  </a:lnTo>
                  <a:lnTo>
                    <a:pt x="42159" y="41628"/>
                  </a:lnTo>
                  <a:lnTo>
                    <a:pt x="42455" y="41317"/>
                  </a:lnTo>
                  <a:lnTo>
                    <a:pt x="42746" y="41001"/>
                  </a:lnTo>
                  <a:lnTo>
                    <a:pt x="43031" y="40680"/>
                  </a:lnTo>
                  <a:lnTo>
                    <a:pt x="43311" y="40354"/>
                  </a:lnTo>
                  <a:lnTo>
                    <a:pt x="43585" y="40023"/>
                  </a:lnTo>
                  <a:lnTo>
                    <a:pt x="43853" y="39687"/>
                  </a:lnTo>
                  <a:lnTo>
                    <a:pt x="44115" y="39347"/>
                  </a:lnTo>
                  <a:lnTo>
                    <a:pt x="44371" y="39002"/>
                  </a:lnTo>
                  <a:lnTo>
                    <a:pt x="44621" y="38653"/>
                  </a:lnTo>
                  <a:lnTo>
                    <a:pt x="44865" y="38299"/>
                  </a:lnTo>
                  <a:lnTo>
                    <a:pt x="45103" y="37942"/>
                  </a:lnTo>
                  <a:lnTo>
                    <a:pt x="45334" y="37580"/>
                  </a:lnTo>
                  <a:lnTo>
                    <a:pt x="45559" y="37214"/>
                  </a:lnTo>
                  <a:lnTo>
                    <a:pt x="45778" y="36844"/>
                  </a:lnTo>
                  <a:lnTo>
                    <a:pt x="45990" y="36471"/>
                  </a:lnTo>
                  <a:lnTo>
                    <a:pt x="46195" y="36093"/>
                  </a:lnTo>
                  <a:lnTo>
                    <a:pt x="46394" y="35713"/>
                  </a:lnTo>
                  <a:lnTo>
                    <a:pt x="46586" y="35328"/>
                  </a:lnTo>
                  <a:lnTo>
                    <a:pt x="46772" y="34941"/>
                  </a:lnTo>
                  <a:lnTo>
                    <a:pt x="46950" y="34550"/>
                  </a:lnTo>
                  <a:lnTo>
                    <a:pt x="47122" y="34157"/>
                  </a:lnTo>
                  <a:lnTo>
                    <a:pt x="47287" y="33760"/>
                  </a:lnTo>
                  <a:lnTo>
                    <a:pt x="47445" y="33360"/>
                  </a:lnTo>
                  <a:lnTo>
                    <a:pt x="47595" y="32958"/>
                  </a:lnTo>
                  <a:lnTo>
                    <a:pt x="47739" y="32554"/>
                  </a:lnTo>
                  <a:lnTo>
                    <a:pt x="47876" y="32146"/>
                  </a:lnTo>
                  <a:lnTo>
                    <a:pt x="48005" y="31737"/>
                  </a:lnTo>
                  <a:lnTo>
                    <a:pt x="48128" y="31325"/>
                  </a:lnTo>
                  <a:lnTo>
                    <a:pt x="48243" y="30911"/>
                  </a:lnTo>
                  <a:lnTo>
                    <a:pt x="48351" y="30495"/>
                  </a:lnTo>
                  <a:lnTo>
                    <a:pt x="48451" y="30078"/>
                  </a:lnTo>
                  <a:lnTo>
                    <a:pt x="48544" y="29658"/>
                  </a:lnTo>
                  <a:lnTo>
                    <a:pt x="48630" y="29238"/>
                  </a:lnTo>
                  <a:lnTo>
                    <a:pt x="48709" y="28815"/>
                  </a:lnTo>
                  <a:lnTo>
                    <a:pt x="48780" y="28392"/>
                  </a:lnTo>
                  <a:lnTo>
                    <a:pt x="48843" y="27967"/>
                  </a:lnTo>
                  <a:lnTo>
                    <a:pt x="48900" y="27541"/>
                  </a:lnTo>
                  <a:lnTo>
                    <a:pt x="48948" y="27114"/>
                  </a:lnTo>
                  <a:lnTo>
                    <a:pt x="48990" y="26687"/>
                  </a:lnTo>
                  <a:lnTo>
                    <a:pt x="49024" y="26259"/>
                  </a:lnTo>
                  <a:lnTo>
                    <a:pt x="49050" y="25830"/>
                  </a:lnTo>
                  <a:lnTo>
                    <a:pt x="49069" y="25401"/>
                  </a:lnTo>
                  <a:lnTo>
                    <a:pt x="49080" y="24971"/>
                  </a:lnTo>
                  <a:lnTo>
                    <a:pt x="49084" y="24542"/>
                  </a:lnTo>
                </a:path>
              </a:pathLst>
            </a:custGeom>
            <a:ln w="13550" cap="flat">
              <a:solidFill>
                <a:srgbClr val="7FC5D8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1435413" y="1239740"/>
              <a:ext cx="269962" cy="269965"/>
            </a:xfrm>
            <a:custGeom>
              <a:avLst/>
              <a:pathLst>
                <a:path w="269962" h="269965">
                  <a:moveTo>
                    <a:pt x="269962" y="134982"/>
                  </a:moveTo>
                  <a:lnTo>
                    <a:pt x="269942" y="132620"/>
                  </a:lnTo>
                  <a:lnTo>
                    <a:pt x="269880" y="130258"/>
                  </a:lnTo>
                  <a:lnTo>
                    <a:pt x="269776" y="127898"/>
                  </a:lnTo>
                  <a:lnTo>
                    <a:pt x="269632" y="125540"/>
                  </a:lnTo>
                  <a:lnTo>
                    <a:pt x="269446" y="123185"/>
                  </a:lnTo>
                  <a:lnTo>
                    <a:pt x="269219" y="120833"/>
                  </a:lnTo>
                  <a:lnTo>
                    <a:pt x="268951" y="118486"/>
                  </a:lnTo>
                  <a:lnTo>
                    <a:pt x="268641" y="116144"/>
                  </a:lnTo>
                  <a:lnTo>
                    <a:pt x="268291" y="113808"/>
                  </a:lnTo>
                  <a:lnTo>
                    <a:pt x="267900" y="111478"/>
                  </a:lnTo>
                  <a:lnTo>
                    <a:pt x="267468" y="109155"/>
                  </a:lnTo>
                  <a:lnTo>
                    <a:pt x="266996" y="106840"/>
                  </a:lnTo>
                  <a:lnTo>
                    <a:pt x="266483" y="104534"/>
                  </a:lnTo>
                  <a:lnTo>
                    <a:pt x="265930" y="102237"/>
                  </a:lnTo>
                  <a:lnTo>
                    <a:pt x="265337" y="99951"/>
                  </a:lnTo>
                  <a:lnTo>
                    <a:pt x="264704" y="97675"/>
                  </a:lnTo>
                  <a:lnTo>
                    <a:pt x="264031" y="95410"/>
                  </a:lnTo>
                  <a:lnTo>
                    <a:pt x="263319" y="93158"/>
                  </a:lnTo>
                  <a:lnTo>
                    <a:pt x="262568" y="90918"/>
                  </a:lnTo>
                  <a:lnTo>
                    <a:pt x="261777" y="88692"/>
                  </a:lnTo>
                  <a:lnTo>
                    <a:pt x="260947" y="86480"/>
                  </a:lnTo>
                  <a:lnTo>
                    <a:pt x="260079" y="84282"/>
                  </a:lnTo>
                  <a:lnTo>
                    <a:pt x="259173" y="82101"/>
                  </a:lnTo>
                  <a:lnTo>
                    <a:pt x="258228" y="79935"/>
                  </a:lnTo>
                  <a:lnTo>
                    <a:pt x="257246" y="77787"/>
                  </a:lnTo>
                  <a:lnTo>
                    <a:pt x="256226" y="75656"/>
                  </a:lnTo>
                  <a:lnTo>
                    <a:pt x="255169" y="73543"/>
                  </a:lnTo>
                  <a:lnTo>
                    <a:pt x="254076" y="71449"/>
                  </a:lnTo>
                  <a:lnTo>
                    <a:pt x="252946" y="69374"/>
                  </a:lnTo>
                  <a:lnTo>
                    <a:pt x="251779" y="67320"/>
                  </a:lnTo>
                  <a:lnTo>
                    <a:pt x="250577" y="65286"/>
                  </a:lnTo>
                  <a:lnTo>
                    <a:pt x="249340" y="63274"/>
                  </a:lnTo>
                  <a:lnTo>
                    <a:pt x="248067" y="61283"/>
                  </a:lnTo>
                  <a:lnTo>
                    <a:pt x="246760" y="59315"/>
                  </a:lnTo>
                  <a:lnTo>
                    <a:pt x="245419" y="57371"/>
                  </a:lnTo>
                  <a:lnTo>
                    <a:pt x="244044" y="55450"/>
                  </a:lnTo>
                  <a:lnTo>
                    <a:pt x="242635" y="53553"/>
                  </a:lnTo>
                  <a:lnTo>
                    <a:pt x="241193" y="51681"/>
                  </a:lnTo>
                  <a:lnTo>
                    <a:pt x="239719" y="49835"/>
                  </a:lnTo>
                  <a:lnTo>
                    <a:pt x="238213" y="48015"/>
                  </a:lnTo>
                  <a:lnTo>
                    <a:pt x="236675" y="46222"/>
                  </a:lnTo>
                  <a:lnTo>
                    <a:pt x="235106" y="44456"/>
                  </a:lnTo>
                  <a:lnTo>
                    <a:pt x="233507" y="42717"/>
                  </a:lnTo>
                  <a:lnTo>
                    <a:pt x="231877" y="41007"/>
                  </a:lnTo>
                  <a:lnTo>
                    <a:pt x="230217" y="39326"/>
                  </a:lnTo>
                  <a:lnTo>
                    <a:pt x="228529" y="37673"/>
                  </a:lnTo>
                  <a:lnTo>
                    <a:pt x="226811" y="36051"/>
                  </a:lnTo>
                  <a:lnTo>
                    <a:pt x="225066" y="34459"/>
                  </a:lnTo>
                  <a:lnTo>
                    <a:pt x="223293" y="32898"/>
                  </a:lnTo>
                  <a:lnTo>
                    <a:pt x="221493" y="31368"/>
                  </a:lnTo>
                  <a:lnTo>
                    <a:pt x="219666" y="29870"/>
                  </a:lnTo>
                  <a:lnTo>
                    <a:pt x="217814" y="28404"/>
                  </a:lnTo>
                  <a:lnTo>
                    <a:pt x="215936" y="26970"/>
                  </a:lnTo>
                  <a:lnTo>
                    <a:pt x="214033" y="25570"/>
                  </a:lnTo>
                  <a:lnTo>
                    <a:pt x="212106" y="24203"/>
                  </a:lnTo>
                  <a:lnTo>
                    <a:pt x="210155" y="22870"/>
                  </a:lnTo>
                  <a:lnTo>
                    <a:pt x="208182" y="21572"/>
                  </a:lnTo>
                  <a:lnTo>
                    <a:pt x="206186" y="20308"/>
                  </a:lnTo>
                  <a:lnTo>
                    <a:pt x="204168" y="19079"/>
                  </a:lnTo>
                  <a:lnTo>
                    <a:pt x="202129" y="17886"/>
                  </a:lnTo>
                  <a:lnTo>
                    <a:pt x="200069" y="16729"/>
                  </a:lnTo>
                  <a:lnTo>
                    <a:pt x="197990" y="15608"/>
                  </a:lnTo>
                  <a:lnTo>
                    <a:pt x="195891" y="14523"/>
                  </a:lnTo>
                  <a:lnTo>
                    <a:pt x="193774" y="13476"/>
                  </a:lnTo>
                  <a:lnTo>
                    <a:pt x="191638" y="12465"/>
                  </a:lnTo>
                  <a:lnTo>
                    <a:pt x="189485" y="11493"/>
                  </a:lnTo>
                  <a:lnTo>
                    <a:pt x="187316" y="10558"/>
                  </a:lnTo>
                  <a:lnTo>
                    <a:pt x="185130" y="9661"/>
                  </a:lnTo>
                  <a:lnTo>
                    <a:pt x="182929" y="8802"/>
                  </a:lnTo>
                  <a:lnTo>
                    <a:pt x="180714" y="7982"/>
                  </a:lnTo>
                  <a:lnTo>
                    <a:pt x="178484" y="7201"/>
                  </a:lnTo>
                  <a:lnTo>
                    <a:pt x="176241" y="6460"/>
                  </a:lnTo>
                  <a:lnTo>
                    <a:pt x="173985" y="5757"/>
                  </a:lnTo>
                  <a:lnTo>
                    <a:pt x="171718" y="5094"/>
                  </a:lnTo>
                  <a:lnTo>
                    <a:pt x="169439" y="4471"/>
                  </a:lnTo>
                  <a:lnTo>
                    <a:pt x="167150" y="3888"/>
                  </a:lnTo>
                  <a:lnTo>
                    <a:pt x="164851" y="3345"/>
                  </a:lnTo>
                  <a:lnTo>
                    <a:pt x="162542" y="2842"/>
                  </a:lnTo>
                  <a:lnTo>
                    <a:pt x="160225" y="2380"/>
                  </a:lnTo>
                  <a:lnTo>
                    <a:pt x="157901" y="1959"/>
                  </a:lnTo>
                  <a:lnTo>
                    <a:pt x="155569" y="1578"/>
                  </a:lnTo>
                  <a:lnTo>
                    <a:pt x="153231" y="1238"/>
                  </a:lnTo>
                  <a:lnTo>
                    <a:pt x="150888" y="939"/>
                  </a:lnTo>
                  <a:lnTo>
                    <a:pt x="148540" y="681"/>
                  </a:lnTo>
                  <a:lnTo>
                    <a:pt x="146187" y="464"/>
                  </a:lnTo>
                  <a:lnTo>
                    <a:pt x="143831" y="289"/>
                  </a:lnTo>
                  <a:lnTo>
                    <a:pt x="141473" y="155"/>
                  </a:lnTo>
                  <a:lnTo>
                    <a:pt x="139112" y="62"/>
                  </a:lnTo>
                  <a:lnTo>
                    <a:pt x="136750" y="10"/>
                  </a:lnTo>
                  <a:lnTo>
                    <a:pt x="134388" y="0"/>
                  </a:lnTo>
                  <a:lnTo>
                    <a:pt x="132025" y="31"/>
                  </a:lnTo>
                  <a:lnTo>
                    <a:pt x="129664" y="103"/>
                  </a:lnTo>
                  <a:lnTo>
                    <a:pt x="127304" y="217"/>
                  </a:lnTo>
                  <a:lnTo>
                    <a:pt x="124947" y="371"/>
                  </a:lnTo>
                  <a:lnTo>
                    <a:pt x="122593" y="568"/>
                  </a:lnTo>
                  <a:lnTo>
                    <a:pt x="120242" y="805"/>
                  </a:lnTo>
                  <a:lnTo>
                    <a:pt x="117896" y="1083"/>
                  </a:lnTo>
                  <a:lnTo>
                    <a:pt x="115556" y="1403"/>
                  </a:lnTo>
                  <a:lnTo>
                    <a:pt x="113221" y="1763"/>
                  </a:lnTo>
                  <a:lnTo>
                    <a:pt x="110893" y="2164"/>
                  </a:lnTo>
                  <a:lnTo>
                    <a:pt x="108572" y="2606"/>
                  </a:lnTo>
                  <a:lnTo>
                    <a:pt x="106259" y="3089"/>
                  </a:lnTo>
                  <a:lnTo>
                    <a:pt x="103955" y="3612"/>
                  </a:lnTo>
                  <a:lnTo>
                    <a:pt x="101661" y="4175"/>
                  </a:lnTo>
                  <a:lnTo>
                    <a:pt x="99377" y="4778"/>
                  </a:lnTo>
                  <a:lnTo>
                    <a:pt x="97104" y="5421"/>
                  </a:lnTo>
                  <a:lnTo>
                    <a:pt x="94842" y="6103"/>
                  </a:lnTo>
                  <a:lnTo>
                    <a:pt x="92592" y="6826"/>
                  </a:lnTo>
                  <a:lnTo>
                    <a:pt x="90356" y="7587"/>
                  </a:lnTo>
                  <a:lnTo>
                    <a:pt x="88133" y="8387"/>
                  </a:lnTo>
                  <a:lnTo>
                    <a:pt x="85925" y="9227"/>
                  </a:lnTo>
                  <a:lnTo>
                    <a:pt x="83732" y="10104"/>
                  </a:lnTo>
                  <a:lnTo>
                    <a:pt x="81554" y="11020"/>
                  </a:lnTo>
                  <a:lnTo>
                    <a:pt x="79393" y="11974"/>
                  </a:lnTo>
                  <a:lnTo>
                    <a:pt x="77249" y="12966"/>
                  </a:lnTo>
                  <a:lnTo>
                    <a:pt x="75122" y="13995"/>
                  </a:lnTo>
                  <a:lnTo>
                    <a:pt x="73014" y="15061"/>
                  </a:lnTo>
                  <a:lnTo>
                    <a:pt x="70924" y="16164"/>
                  </a:lnTo>
                  <a:lnTo>
                    <a:pt x="68855" y="17303"/>
                  </a:lnTo>
                  <a:lnTo>
                    <a:pt x="66805" y="18478"/>
                  </a:lnTo>
                  <a:lnTo>
                    <a:pt x="64777" y="19689"/>
                  </a:lnTo>
                  <a:lnTo>
                    <a:pt x="62770" y="20936"/>
                  </a:lnTo>
                  <a:lnTo>
                    <a:pt x="60785" y="22217"/>
                  </a:lnTo>
                  <a:lnTo>
                    <a:pt x="58823" y="23532"/>
                  </a:lnTo>
                  <a:lnTo>
                    <a:pt x="56884" y="24882"/>
                  </a:lnTo>
                  <a:lnTo>
                    <a:pt x="54969" y="26266"/>
                  </a:lnTo>
                  <a:lnTo>
                    <a:pt x="53079" y="27683"/>
                  </a:lnTo>
                  <a:lnTo>
                    <a:pt x="51214" y="29133"/>
                  </a:lnTo>
                  <a:lnTo>
                    <a:pt x="49374" y="30615"/>
                  </a:lnTo>
                  <a:lnTo>
                    <a:pt x="47560" y="32129"/>
                  </a:lnTo>
                  <a:lnTo>
                    <a:pt x="45774" y="33675"/>
                  </a:lnTo>
                  <a:lnTo>
                    <a:pt x="44015" y="35251"/>
                  </a:lnTo>
                  <a:lnTo>
                    <a:pt x="42283" y="36858"/>
                  </a:lnTo>
                  <a:lnTo>
                    <a:pt x="40580" y="38496"/>
                  </a:lnTo>
                  <a:lnTo>
                    <a:pt x="38906" y="40163"/>
                  </a:lnTo>
                  <a:lnTo>
                    <a:pt x="37261" y="41858"/>
                  </a:lnTo>
                  <a:lnTo>
                    <a:pt x="35646" y="43583"/>
                  </a:lnTo>
                  <a:lnTo>
                    <a:pt x="34062" y="45335"/>
                  </a:lnTo>
                  <a:lnTo>
                    <a:pt x="32508" y="47115"/>
                  </a:lnTo>
                  <a:lnTo>
                    <a:pt x="30986" y="48922"/>
                  </a:lnTo>
                  <a:lnTo>
                    <a:pt x="29496" y="50755"/>
                  </a:lnTo>
                  <a:lnTo>
                    <a:pt x="28038" y="52614"/>
                  </a:lnTo>
                  <a:lnTo>
                    <a:pt x="26613" y="54498"/>
                  </a:lnTo>
                  <a:lnTo>
                    <a:pt x="25221" y="56407"/>
                  </a:lnTo>
                  <a:lnTo>
                    <a:pt x="23863" y="58340"/>
                  </a:lnTo>
                  <a:lnTo>
                    <a:pt x="22539" y="60296"/>
                  </a:lnTo>
                  <a:lnTo>
                    <a:pt x="21249" y="62276"/>
                  </a:lnTo>
                  <a:lnTo>
                    <a:pt x="19994" y="64277"/>
                  </a:lnTo>
                  <a:lnTo>
                    <a:pt x="18774" y="66300"/>
                  </a:lnTo>
                  <a:lnTo>
                    <a:pt x="17590" y="68344"/>
                  </a:lnTo>
                  <a:lnTo>
                    <a:pt x="16441" y="70409"/>
                  </a:lnTo>
                  <a:lnTo>
                    <a:pt x="15329" y="72493"/>
                  </a:lnTo>
                  <a:lnTo>
                    <a:pt x="14254" y="74597"/>
                  </a:lnTo>
                  <a:lnTo>
                    <a:pt x="13216" y="76719"/>
                  </a:lnTo>
                  <a:lnTo>
                    <a:pt x="12215" y="78859"/>
                  </a:lnTo>
                  <a:lnTo>
                    <a:pt x="11251" y="81016"/>
                  </a:lnTo>
                  <a:lnTo>
                    <a:pt x="10326" y="83190"/>
                  </a:lnTo>
                  <a:lnTo>
                    <a:pt x="9439" y="85379"/>
                  </a:lnTo>
                  <a:lnTo>
                    <a:pt x="8590" y="87584"/>
                  </a:lnTo>
                  <a:lnTo>
                    <a:pt x="7780" y="89803"/>
                  </a:lnTo>
                  <a:lnTo>
                    <a:pt x="7008" y="92036"/>
                  </a:lnTo>
                  <a:lnTo>
                    <a:pt x="6276" y="94282"/>
                  </a:lnTo>
                  <a:lnTo>
                    <a:pt x="5584" y="96541"/>
                  </a:lnTo>
                  <a:lnTo>
                    <a:pt x="4931" y="98811"/>
                  </a:lnTo>
                  <a:lnTo>
                    <a:pt x="4318" y="101093"/>
                  </a:lnTo>
                  <a:lnTo>
                    <a:pt x="3745" y="103385"/>
                  </a:lnTo>
                  <a:lnTo>
                    <a:pt x="3212" y="105686"/>
                  </a:lnTo>
                  <a:lnTo>
                    <a:pt x="2719" y="107997"/>
                  </a:lnTo>
                  <a:lnTo>
                    <a:pt x="2267" y="110316"/>
                  </a:lnTo>
                  <a:lnTo>
                    <a:pt x="1856" y="112642"/>
                  </a:lnTo>
                  <a:lnTo>
                    <a:pt x="1485" y="114975"/>
                  </a:lnTo>
                  <a:lnTo>
                    <a:pt x="1156" y="117314"/>
                  </a:lnTo>
                  <a:lnTo>
                    <a:pt x="867" y="119659"/>
                  </a:lnTo>
                  <a:lnTo>
                    <a:pt x="619" y="122009"/>
                  </a:lnTo>
                  <a:lnTo>
                    <a:pt x="413" y="124362"/>
                  </a:lnTo>
                  <a:lnTo>
                    <a:pt x="248" y="126719"/>
                  </a:lnTo>
                  <a:lnTo>
                    <a:pt x="124" y="129078"/>
                  </a:lnTo>
                  <a:lnTo>
                    <a:pt x="41" y="131439"/>
                  </a:lnTo>
                  <a:lnTo>
                    <a:pt x="0" y="133801"/>
                  </a:lnTo>
                  <a:lnTo>
                    <a:pt x="0" y="136163"/>
                  </a:lnTo>
                  <a:lnTo>
                    <a:pt x="41" y="138525"/>
                  </a:lnTo>
                  <a:lnTo>
                    <a:pt x="124" y="140886"/>
                  </a:lnTo>
                  <a:lnTo>
                    <a:pt x="248" y="143246"/>
                  </a:lnTo>
                  <a:lnTo>
                    <a:pt x="413" y="145602"/>
                  </a:lnTo>
                  <a:lnTo>
                    <a:pt x="619" y="147956"/>
                  </a:lnTo>
                  <a:lnTo>
                    <a:pt x="867" y="150305"/>
                  </a:lnTo>
                  <a:lnTo>
                    <a:pt x="1156" y="152650"/>
                  </a:lnTo>
                  <a:lnTo>
                    <a:pt x="1485" y="154989"/>
                  </a:lnTo>
                  <a:lnTo>
                    <a:pt x="1856" y="157322"/>
                  </a:lnTo>
                  <a:lnTo>
                    <a:pt x="2267" y="159649"/>
                  </a:lnTo>
                  <a:lnTo>
                    <a:pt x="2719" y="161968"/>
                  </a:lnTo>
                  <a:lnTo>
                    <a:pt x="3212" y="164278"/>
                  </a:lnTo>
                  <a:lnTo>
                    <a:pt x="3745" y="166580"/>
                  </a:lnTo>
                  <a:lnTo>
                    <a:pt x="4318" y="168872"/>
                  </a:lnTo>
                  <a:lnTo>
                    <a:pt x="4931" y="171153"/>
                  </a:lnTo>
                  <a:lnTo>
                    <a:pt x="5584" y="173424"/>
                  </a:lnTo>
                  <a:lnTo>
                    <a:pt x="6276" y="175682"/>
                  </a:lnTo>
                  <a:lnTo>
                    <a:pt x="7008" y="177928"/>
                  </a:lnTo>
                  <a:lnTo>
                    <a:pt x="7780" y="180161"/>
                  </a:lnTo>
                  <a:lnTo>
                    <a:pt x="8590" y="182381"/>
                  </a:lnTo>
                  <a:lnTo>
                    <a:pt x="9439" y="184585"/>
                  </a:lnTo>
                  <a:lnTo>
                    <a:pt x="10326" y="186775"/>
                  </a:lnTo>
                  <a:lnTo>
                    <a:pt x="11251" y="188948"/>
                  </a:lnTo>
                  <a:lnTo>
                    <a:pt x="12215" y="191105"/>
                  </a:lnTo>
                  <a:lnTo>
                    <a:pt x="13216" y="193245"/>
                  </a:lnTo>
                  <a:lnTo>
                    <a:pt x="14254" y="195367"/>
                  </a:lnTo>
                  <a:lnTo>
                    <a:pt x="15329" y="197471"/>
                  </a:lnTo>
                  <a:lnTo>
                    <a:pt x="16441" y="199555"/>
                  </a:lnTo>
                  <a:lnTo>
                    <a:pt x="17590" y="201620"/>
                  </a:lnTo>
                  <a:lnTo>
                    <a:pt x="18774" y="203664"/>
                  </a:lnTo>
                  <a:lnTo>
                    <a:pt x="19994" y="205687"/>
                  </a:lnTo>
                  <a:lnTo>
                    <a:pt x="21249" y="207689"/>
                  </a:lnTo>
                  <a:lnTo>
                    <a:pt x="22539" y="209668"/>
                  </a:lnTo>
                  <a:lnTo>
                    <a:pt x="23863" y="211624"/>
                  </a:lnTo>
                  <a:lnTo>
                    <a:pt x="25221" y="213557"/>
                  </a:lnTo>
                  <a:lnTo>
                    <a:pt x="26613" y="215466"/>
                  </a:lnTo>
                  <a:lnTo>
                    <a:pt x="28038" y="217350"/>
                  </a:lnTo>
                  <a:lnTo>
                    <a:pt x="29496" y="219209"/>
                  </a:lnTo>
                  <a:lnTo>
                    <a:pt x="30986" y="221042"/>
                  </a:lnTo>
                  <a:lnTo>
                    <a:pt x="32508" y="222849"/>
                  </a:lnTo>
                  <a:lnTo>
                    <a:pt x="34062" y="224629"/>
                  </a:lnTo>
                  <a:lnTo>
                    <a:pt x="35646" y="226381"/>
                  </a:lnTo>
                  <a:lnTo>
                    <a:pt x="37261" y="228106"/>
                  </a:lnTo>
                  <a:lnTo>
                    <a:pt x="38906" y="229802"/>
                  </a:lnTo>
                  <a:lnTo>
                    <a:pt x="40580" y="231469"/>
                  </a:lnTo>
                  <a:lnTo>
                    <a:pt x="42283" y="233106"/>
                  </a:lnTo>
                  <a:lnTo>
                    <a:pt x="44015" y="234713"/>
                  </a:lnTo>
                  <a:lnTo>
                    <a:pt x="45774" y="236290"/>
                  </a:lnTo>
                  <a:lnTo>
                    <a:pt x="47560" y="237835"/>
                  </a:lnTo>
                  <a:lnTo>
                    <a:pt x="49374" y="239350"/>
                  </a:lnTo>
                  <a:lnTo>
                    <a:pt x="51214" y="240832"/>
                  </a:lnTo>
                  <a:lnTo>
                    <a:pt x="53079" y="242282"/>
                  </a:lnTo>
                  <a:lnTo>
                    <a:pt x="54969" y="243698"/>
                  </a:lnTo>
                  <a:lnTo>
                    <a:pt x="56884" y="245082"/>
                  </a:lnTo>
                  <a:lnTo>
                    <a:pt x="58823" y="246432"/>
                  </a:lnTo>
                  <a:lnTo>
                    <a:pt x="60785" y="247748"/>
                  </a:lnTo>
                  <a:lnTo>
                    <a:pt x="62770" y="249029"/>
                  </a:lnTo>
                  <a:lnTo>
                    <a:pt x="64777" y="250275"/>
                  </a:lnTo>
                  <a:lnTo>
                    <a:pt x="66805" y="251486"/>
                  </a:lnTo>
                  <a:lnTo>
                    <a:pt x="68855" y="252661"/>
                  </a:lnTo>
                  <a:lnTo>
                    <a:pt x="70924" y="253800"/>
                  </a:lnTo>
                  <a:lnTo>
                    <a:pt x="73014" y="254903"/>
                  </a:lnTo>
                  <a:lnTo>
                    <a:pt x="75122" y="255969"/>
                  </a:lnTo>
                  <a:lnTo>
                    <a:pt x="77249" y="256998"/>
                  </a:lnTo>
                  <a:lnTo>
                    <a:pt x="79393" y="257990"/>
                  </a:lnTo>
                  <a:lnTo>
                    <a:pt x="81554" y="258944"/>
                  </a:lnTo>
                  <a:lnTo>
                    <a:pt x="83732" y="259860"/>
                  </a:lnTo>
                  <a:lnTo>
                    <a:pt x="85925" y="260738"/>
                  </a:lnTo>
                  <a:lnTo>
                    <a:pt x="88133" y="261577"/>
                  </a:lnTo>
                  <a:lnTo>
                    <a:pt x="90356" y="262377"/>
                  </a:lnTo>
                  <a:lnTo>
                    <a:pt x="92592" y="263139"/>
                  </a:lnTo>
                  <a:lnTo>
                    <a:pt x="94842" y="263861"/>
                  </a:lnTo>
                  <a:lnTo>
                    <a:pt x="97104" y="264544"/>
                  </a:lnTo>
                  <a:lnTo>
                    <a:pt x="99377" y="265187"/>
                  </a:lnTo>
                  <a:lnTo>
                    <a:pt x="101661" y="265790"/>
                  </a:lnTo>
                  <a:lnTo>
                    <a:pt x="103955" y="266353"/>
                  </a:lnTo>
                  <a:lnTo>
                    <a:pt x="106259" y="266876"/>
                  </a:lnTo>
                  <a:lnTo>
                    <a:pt x="108572" y="267358"/>
                  </a:lnTo>
                  <a:lnTo>
                    <a:pt x="110893" y="267800"/>
                  </a:lnTo>
                  <a:lnTo>
                    <a:pt x="113221" y="268201"/>
                  </a:lnTo>
                  <a:lnTo>
                    <a:pt x="115556" y="268561"/>
                  </a:lnTo>
                  <a:lnTo>
                    <a:pt x="117896" y="268881"/>
                  </a:lnTo>
                  <a:lnTo>
                    <a:pt x="120242" y="269159"/>
                  </a:lnTo>
                  <a:lnTo>
                    <a:pt x="122593" y="269397"/>
                  </a:lnTo>
                  <a:lnTo>
                    <a:pt x="124947" y="269593"/>
                  </a:lnTo>
                  <a:lnTo>
                    <a:pt x="127304" y="269748"/>
                  </a:lnTo>
                  <a:lnTo>
                    <a:pt x="129664" y="269862"/>
                  </a:lnTo>
                  <a:lnTo>
                    <a:pt x="132025" y="269934"/>
                  </a:lnTo>
                  <a:lnTo>
                    <a:pt x="134388" y="269965"/>
                  </a:lnTo>
                  <a:lnTo>
                    <a:pt x="136750" y="269955"/>
                  </a:lnTo>
                  <a:lnTo>
                    <a:pt x="139112" y="269903"/>
                  </a:lnTo>
                  <a:lnTo>
                    <a:pt x="141473" y="269810"/>
                  </a:lnTo>
                  <a:lnTo>
                    <a:pt x="143831" y="269676"/>
                  </a:lnTo>
                  <a:lnTo>
                    <a:pt x="146187" y="269500"/>
                  </a:lnTo>
                  <a:lnTo>
                    <a:pt x="148540" y="269283"/>
                  </a:lnTo>
                  <a:lnTo>
                    <a:pt x="150888" y="269025"/>
                  </a:lnTo>
                  <a:lnTo>
                    <a:pt x="153231" y="268726"/>
                  </a:lnTo>
                  <a:lnTo>
                    <a:pt x="155569" y="268386"/>
                  </a:lnTo>
                  <a:lnTo>
                    <a:pt x="157901" y="268006"/>
                  </a:lnTo>
                  <a:lnTo>
                    <a:pt x="160225" y="267584"/>
                  </a:lnTo>
                  <a:lnTo>
                    <a:pt x="162542" y="267122"/>
                  </a:lnTo>
                  <a:lnTo>
                    <a:pt x="164851" y="266619"/>
                  </a:lnTo>
                  <a:lnTo>
                    <a:pt x="167150" y="266076"/>
                  </a:lnTo>
                  <a:lnTo>
                    <a:pt x="169439" y="265493"/>
                  </a:lnTo>
                  <a:lnTo>
                    <a:pt x="171718" y="264870"/>
                  </a:lnTo>
                  <a:lnTo>
                    <a:pt x="173985" y="264207"/>
                  </a:lnTo>
                  <a:lnTo>
                    <a:pt x="176241" y="263505"/>
                  </a:lnTo>
                  <a:lnTo>
                    <a:pt x="178484" y="262763"/>
                  </a:lnTo>
                  <a:lnTo>
                    <a:pt x="180714" y="261982"/>
                  </a:lnTo>
                  <a:lnTo>
                    <a:pt x="182929" y="261162"/>
                  </a:lnTo>
                  <a:lnTo>
                    <a:pt x="185130" y="260304"/>
                  </a:lnTo>
                  <a:lnTo>
                    <a:pt x="187316" y="259407"/>
                  </a:lnTo>
                  <a:lnTo>
                    <a:pt x="189485" y="258472"/>
                  </a:lnTo>
                  <a:lnTo>
                    <a:pt x="191638" y="257499"/>
                  </a:lnTo>
                  <a:lnTo>
                    <a:pt x="193774" y="256489"/>
                  </a:lnTo>
                  <a:lnTo>
                    <a:pt x="195891" y="255441"/>
                  </a:lnTo>
                  <a:lnTo>
                    <a:pt x="197990" y="254356"/>
                  </a:lnTo>
                  <a:lnTo>
                    <a:pt x="200069" y="253235"/>
                  </a:lnTo>
                  <a:lnTo>
                    <a:pt x="202129" y="252078"/>
                  </a:lnTo>
                  <a:lnTo>
                    <a:pt x="204168" y="250885"/>
                  </a:lnTo>
                  <a:lnTo>
                    <a:pt x="206186" y="249656"/>
                  </a:lnTo>
                  <a:lnTo>
                    <a:pt x="208182" y="248393"/>
                  </a:lnTo>
                  <a:lnTo>
                    <a:pt x="210155" y="247094"/>
                  </a:lnTo>
                  <a:lnTo>
                    <a:pt x="212106" y="245761"/>
                  </a:lnTo>
                  <a:lnTo>
                    <a:pt x="214033" y="244394"/>
                  </a:lnTo>
                  <a:lnTo>
                    <a:pt x="215936" y="242994"/>
                  </a:lnTo>
                  <a:lnTo>
                    <a:pt x="217814" y="241561"/>
                  </a:lnTo>
                  <a:lnTo>
                    <a:pt x="219666" y="240095"/>
                  </a:lnTo>
                  <a:lnTo>
                    <a:pt x="221493" y="238597"/>
                  </a:lnTo>
                  <a:lnTo>
                    <a:pt x="223293" y="237067"/>
                  </a:lnTo>
                  <a:lnTo>
                    <a:pt x="225066" y="235505"/>
                  </a:lnTo>
                  <a:lnTo>
                    <a:pt x="226811" y="233913"/>
                  </a:lnTo>
                  <a:lnTo>
                    <a:pt x="228529" y="232291"/>
                  </a:lnTo>
                  <a:lnTo>
                    <a:pt x="230217" y="230639"/>
                  </a:lnTo>
                  <a:lnTo>
                    <a:pt x="231877" y="228957"/>
                  </a:lnTo>
                  <a:lnTo>
                    <a:pt x="233507" y="227247"/>
                  </a:lnTo>
                  <a:lnTo>
                    <a:pt x="235106" y="225509"/>
                  </a:lnTo>
                  <a:lnTo>
                    <a:pt x="236675" y="223743"/>
                  </a:lnTo>
                  <a:lnTo>
                    <a:pt x="238213" y="221949"/>
                  </a:lnTo>
                  <a:lnTo>
                    <a:pt x="239719" y="220129"/>
                  </a:lnTo>
                  <a:lnTo>
                    <a:pt x="241193" y="218283"/>
                  </a:lnTo>
                  <a:lnTo>
                    <a:pt x="242635" y="216411"/>
                  </a:lnTo>
                  <a:lnTo>
                    <a:pt x="244044" y="214515"/>
                  </a:lnTo>
                  <a:lnTo>
                    <a:pt x="245419" y="212594"/>
                  </a:lnTo>
                  <a:lnTo>
                    <a:pt x="246760" y="210649"/>
                  </a:lnTo>
                  <a:lnTo>
                    <a:pt x="248067" y="208681"/>
                  </a:lnTo>
                  <a:lnTo>
                    <a:pt x="249340" y="206691"/>
                  </a:lnTo>
                  <a:lnTo>
                    <a:pt x="250577" y="204678"/>
                  </a:lnTo>
                  <a:lnTo>
                    <a:pt x="251779" y="202645"/>
                  </a:lnTo>
                  <a:lnTo>
                    <a:pt x="252946" y="200590"/>
                  </a:lnTo>
                  <a:lnTo>
                    <a:pt x="254076" y="198516"/>
                  </a:lnTo>
                  <a:lnTo>
                    <a:pt x="255169" y="196421"/>
                  </a:lnTo>
                  <a:lnTo>
                    <a:pt x="256226" y="194309"/>
                  </a:lnTo>
                  <a:lnTo>
                    <a:pt x="257246" y="192178"/>
                  </a:lnTo>
                  <a:lnTo>
                    <a:pt x="258228" y="190029"/>
                  </a:lnTo>
                  <a:lnTo>
                    <a:pt x="259173" y="187864"/>
                  </a:lnTo>
                  <a:lnTo>
                    <a:pt x="260079" y="185682"/>
                  </a:lnTo>
                  <a:lnTo>
                    <a:pt x="260947" y="183485"/>
                  </a:lnTo>
                  <a:lnTo>
                    <a:pt x="261777" y="181273"/>
                  </a:lnTo>
                  <a:lnTo>
                    <a:pt x="262568" y="179047"/>
                  </a:lnTo>
                  <a:lnTo>
                    <a:pt x="263319" y="176807"/>
                  </a:lnTo>
                  <a:lnTo>
                    <a:pt x="264031" y="174554"/>
                  </a:lnTo>
                  <a:lnTo>
                    <a:pt x="264704" y="172290"/>
                  </a:lnTo>
                  <a:lnTo>
                    <a:pt x="265337" y="170014"/>
                  </a:lnTo>
                  <a:lnTo>
                    <a:pt x="265930" y="167727"/>
                  </a:lnTo>
                  <a:lnTo>
                    <a:pt x="266483" y="165430"/>
                  </a:lnTo>
                  <a:lnTo>
                    <a:pt x="266996" y="163124"/>
                  </a:lnTo>
                  <a:lnTo>
                    <a:pt x="267468" y="160809"/>
                  </a:lnTo>
                  <a:lnTo>
                    <a:pt x="267900" y="158487"/>
                  </a:lnTo>
                  <a:lnTo>
                    <a:pt x="268291" y="156157"/>
                  </a:lnTo>
                  <a:lnTo>
                    <a:pt x="268641" y="153820"/>
                  </a:lnTo>
                  <a:lnTo>
                    <a:pt x="268951" y="151478"/>
                  </a:lnTo>
                  <a:lnTo>
                    <a:pt x="269219" y="149131"/>
                  </a:lnTo>
                  <a:lnTo>
                    <a:pt x="269446" y="146779"/>
                  </a:lnTo>
                  <a:lnTo>
                    <a:pt x="269632" y="144424"/>
                  </a:lnTo>
                  <a:lnTo>
                    <a:pt x="269776" y="142066"/>
                  </a:lnTo>
                  <a:lnTo>
                    <a:pt x="269880" y="139706"/>
                  </a:lnTo>
                  <a:lnTo>
                    <a:pt x="269942" y="137345"/>
                  </a:lnTo>
                  <a:lnTo>
                    <a:pt x="269962" y="134982"/>
                  </a:lnTo>
                </a:path>
              </a:pathLst>
            </a:custGeom>
            <a:ln w="13550" cap="flat">
              <a:solidFill>
                <a:srgbClr val="7FC5D8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1324976" y="1129299"/>
              <a:ext cx="490841" cy="490846"/>
            </a:xfrm>
            <a:custGeom>
              <a:avLst/>
              <a:pathLst>
                <a:path w="490841" h="490846">
                  <a:moveTo>
                    <a:pt x="490841" y="245423"/>
                  </a:moveTo>
                  <a:lnTo>
                    <a:pt x="490803" y="241127"/>
                  </a:lnTo>
                  <a:lnTo>
                    <a:pt x="490691" y="236833"/>
                  </a:lnTo>
                  <a:lnTo>
                    <a:pt x="490503" y="232542"/>
                  </a:lnTo>
                  <a:lnTo>
                    <a:pt x="490240" y="228255"/>
                  </a:lnTo>
                  <a:lnTo>
                    <a:pt x="489902" y="223973"/>
                  </a:lnTo>
                  <a:lnTo>
                    <a:pt x="489489" y="219697"/>
                  </a:lnTo>
                  <a:lnTo>
                    <a:pt x="489001" y="215430"/>
                  </a:lnTo>
                  <a:lnTo>
                    <a:pt x="488439" y="211171"/>
                  </a:lnTo>
                  <a:lnTo>
                    <a:pt x="487803" y="206924"/>
                  </a:lnTo>
                  <a:lnTo>
                    <a:pt x="487092" y="202687"/>
                  </a:lnTo>
                  <a:lnTo>
                    <a:pt x="486307" y="198464"/>
                  </a:lnTo>
                  <a:lnTo>
                    <a:pt x="485448" y="194256"/>
                  </a:lnTo>
                  <a:lnTo>
                    <a:pt x="484516" y="190063"/>
                  </a:lnTo>
                  <a:lnTo>
                    <a:pt x="483510" y="185887"/>
                  </a:lnTo>
                  <a:lnTo>
                    <a:pt x="482432" y="181729"/>
                  </a:lnTo>
                  <a:lnTo>
                    <a:pt x="481281" y="177591"/>
                  </a:lnTo>
                  <a:lnTo>
                    <a:pt x="480058" y="173473"/>
                  </a:lnTo>
                  <a:lnTo>
                    <a:pt x="478762" y="169378"/>
                  </a:lnTo>
                  <a:lnTo>
                    <a:pt x="477396" y="165306"/>
                  </a:lnTo>
                  <a:lnTo>
                    <a:pt x="475958" y="161258"/>
                  </a:lnTo>
                  <a:lnTo>
                    <a:pt x="474450" y="157236"/>
                  </a:lnTo>
                  <a:lnTo>
                    <a:pt x="472872" y="153241"/>
                  </a:lnTo>
                  <a:lnTo>
                    <a:pt x="471223" y="149275"/>
                  </a:lnTo>
                  <a:lnTo>
                    <a:pt x="469506" y="145338"/>
                  </a:lnTo>
                  <a:lnTo>
                    <a:pt x="467720" y="141431"/>
                  </a:lnTo>
                  <a:lnTo>
                    <a:pt x="465866" y="137556"/>
                  </a:lnTo>
                  <a:lnTo>
                    <a:pt x="463945" y="133715"/>
                  </a:lnTo>
                  <a:lnTo>
                    <a:pt x="461956" y="129907"/>
                  </a:lnTo>
                  <a:lnTo>
                    <a:pt x="459901" y="126135"/>
                  </a:lnTo>
                  <a:lnTo>
                    <a:pt x="457781" y="122400"/>
                  </a:lnTo>
                  <a:lnTo>
                    <a:pt x="455595" y="118702"/>
                  </a:lnTo>
                  <a:lnTo>
                    <a:pt x="453345" y="115043"/>
                  </a:lnTo>
                  <a:lnTo>
                    <a:pt x="451032" y="111424"/>
                  </a:lnTo>
                  <a:lnTo>
                    <a:pt x="448655" y="107846"/>
                  </a:lnTo>
                  <a:lnTo>
                    <a:pt x="446216" y="104310"/>
                  </a:lnTo>
                  <a:lnTo>
                    <a:pt x="443716" y="100818"/>
                  </a:lnTo>
                  <a:lnTo>
                    <a:pt x="441155" y="97370"/>
                  </a:lnTo>
                  <a:lnTo>
                    <a:pt x="438534" y="93967"/>
                  </a:lnTo>
                  <a:lnTo>
                    <a:pt x="435854" y="90610"/>
                  </a:lnTo>
                  <a:lnTo>
                    <a:pt x="433115" y="87301"/>
                  </a:lnTo>
                  <a:lnTo>
                    <a:pt x="430319" y="84040"/>
                  </a:lnTo>
                  <a:lnTo>
                    <a:pt x="427466" y="80829"/>
                  </a:lnTo>
                  <a:lnTo>
                    <a:pt x="424558" y="77668"/>
                  </a:lnTo>
                  <a:lnTo>
                    <a:pt x="421595" y="74558"/>
                  </a:lnTo>
                  <a:lnTo>
                    <a:pt x="418577" y="71501"/>
                  </a:lnTo>
                  <a:lnTo>
                    <a:pt x="415507" y="68497"/>
                  </a:lnTo>
                  <a:lnTo>
                    <a:pt x="412385" y="65548"/>
                  </a:lnTo>
                  <a:lnTo>
                    <a:pt x="409211" y="62653"/>
                  </a:lnTo>
                  <a:lnTo>
                    <a:pt x="405987" y="59815"/>
                  </a:lnTo>
                  <a:lnTo>
                    <a:pt x="402714" y="57033"/>
                  </a:lnTo>
                  <a:lnTo>
                    <a:pt x="399393" y="54309"/>
                  </a:lnTo>
                  <a:lnTo>
                    <a:pt x="396025" y="51643"/>
                  </a:lnTo>
                  <a:lnTo>
                    <a:pt x="392611" y="49037"/>
                  </a:lnTo>
                  <a:lnTo>
                    <a:pt x="389151" y="46491"/>
                  </a:lnTo>
                  <a:lnTo>
                    <a:pt x="385648" y="44006"/>
                  </a:lnTo>
                  <a:lnTo>
                    <a:pt x="382101" y="41583"/>
                  </a:lnTo>
                  <a:lnTo>
                    <a:pt x="378513" y="39222"/>
                  </a:lnTo>
                  <a:lnTo>
                    <a:pt x="374884" y="36924"/>
                  </a:lnTo>
                  <a:lnTo>
                    <a:pt x="371215" y="34690"/>
                  </a:lnTo>
                  <a:lnTo>
                    <a:pt x="367508" y="32521"/>
                  </a:lnTo>
                  <a:lnTo>
                    <a:pt x="363763" y="30417"/>
                  </a:lnTo>
                  <a:lnTo>
                    <a:pt x="359982" y="28378"/>
                  </a:lnTo>
                  <a:lnTo>
                    <a:pt x="356166" y="26407"/>
                  </a:lnTo>
                  <a:lnTo>
                    <a:pt x="352316" y="24502"/>
                  </a:lnTo>
                  <a:lnTo>
                    <a:pt x="348433" y="22665"/>
                  </a:lnTo>
                  <a:lnTo>
                    <a:pt x="344519" y="20896"/>
                  </a:lnTo>
                  <a:lnTo>
                    <a:pt x="340574" y="19196"/>
                  </a:lnTo>
                  <a:lnTo>
                    <a:pt x="336601" y="17565"/>
                  </a:lnTo>
                  <a:lnTo>
                    <a:pt x="332599" y="16004"/>
                  </a:lnTo>
                  <a:lnTo>
                    <a:pt x="328571" y="14514"/>
                  </a:lnTo>
                  <a:lnTo>
                    <a:pt x="324517" y="13094"/>
                  </a:lnTo>
                  <a:lnTo>
                    <a:pt x="320439" y="11745"/>
                  </a:lnTo>
                  <a:lnTo>
                    <a:pt x="316338" y="10468"/>
                  </a:lnTo>
                  <a:lnTo>
                    <a:pt x="312215" y="9263"/>
                  </a:lnTo>
                  <a:lnTo>
                    <a:pt x="308071" y="8130"/>
                  </a:lnTo>
                  <a:lnTo>
                    <a:pt x="303909" y="7070"/>
                  </a:lnTo>
                  <a:lnTo>
                    <a:pt x="299729" y="6082"/>
                  </a:lnTo>
                  <a:lnTo>
                    <a:pt x="295532" y="5169"/>
                  </a:lnTo>
                  <a:lnTo>
                    <a:pt x="291319" y="4328"/>
                  </a:lnTo>
                  <a:lnTo>
                    <a:pt x="287093" y="3562"/>
                  </a:lnTo>
                  <a:lnTo>
                    <a:pt x="282854" y="2869"/>
                  </a:lnTo>
                  <a:lnTo>
                    <a:pt x="278603" y="2251"/>
                  </a:lnTo>
                  <a:lnTo>
                    <a:pt x="274342" y="1708"/>
                  </a:lnTo>
                  <a:lnTo>
                    <a:pt x="270072" y="1239"/>
                  </a:lnTo>
                  <a:lnTo>
                    <a:pt x="265795" y="845"/>
                  </a:lnTo>
                  <a:lnTo>
                    <a:pt x="261512" y="526"/>
                  </a:lnTo>
                  <a:lnTo>
                    <a:pt x="257223" y="281"/>
                  </a:lnTo>
                  <a:lnTo>
                    <a:pt x="252931" y="112"/>
                  </a:lnTo>
                  <a:lnTo>
                    <a:pt x="248637" y="18"/>
                  </a:lnTo>
                  <a:lnTo>
                    <a:pt x="244342" y="0"/>
                  </a:lnTo>
                  <a:lnTo>
                    <a:pt x="240047" y="56"/>
                  </a:lnTo>
                  <a:lnTo>
                    <a:pt x="235753" y="187"/>
                  </a:lnTo>
                  <a:lnTo>
                    <a:pt x="231463" y="394"/>
                  </a:lnTo>
                  <a:lnTo>
                    <a:pt x="227177" y="676"/>
                  </a:lnTo>
                  <a:lnTo>
                    <a:pt x="222896" y="1032"/>
                  </a:lnTo>
                  <a:lnTo>
                    <a:pt x="218623" y="1464"/>
                  </a:lnTo>
                  <a:lnTo>
                    <a:pt x="214357" y="1970"/>
                  </a:lnTo>
                  <a:lnTo>
                    <a:pt x="210101" y="2551"/>
                  </a:lnTo>
                  <a:lnTo>
                    <a:pt x="205856" y="3206"/>
                  </a:lnTo>
                  <a:lnTo>
                    <a:pt x="201623" y="3936"/>
                  </a:lnTo>
                  <a:lnTo>
                    <a:pt x="197404" y="4739"/>
                  </a:lnTo>
                  <a:lnTo>
                    <a:pt x="193199" y="5616"/>
                  </a:lnTo>
                  <a:lnTo>
                    <a:pt x="189010" y="6567"/>
                  </a:lnTo>
                  <a:lnTo>
                    <a:pt x="184838" y="7591"/>
                  </a:lnTo>
                  <a:lnTo>
                    <a:pt x="180685" y="8687"/>
                  </a:lnTo>
                  <a:lnTo>
                    <a:pt x="176552" y="9856"/>
                  </a:lnTo>
                  <a:lnTo>
                    <a:pt x="172440" y="11098"/>
                  </a:lnTo>
                  <a:lnTo>
                    <a:pt x="168350" y="12411"/>
                  </a:lnTo>
                  <a:lnTo>
                    <a:pt x="164284" y="13795"/>
                  </a:lnTo>
                  <a:lnTo>
                    <a:pt x="160243" y="15250"/>
                  </a:lnTo>
                  <a:lnTo>
                    <a:pt x="156228" y="16776"/>
                  </a:lnTo>
                  <a:lnTo>
                    <a:pt x="152240" y="18372"/>
                  </a:lnTo>
                  <a:lnTo>
                    <a:pt x="148281" y="20038"/>
                  </a:lnTo>
                  <a:lnTo>
                    <a:pt x="144351" y="21772"/>
                  </a:lnTo>
                  <a:lnTo>
                    <a:pt x="140452" y="23575"/>
                  </a:lnTo>
                  <a:lnTo>
                    <a:pt x="136586" y="25446"/>
                  </a:lnTo>
                  <a:lnTo>
                    <a:pt x="132753" y="27384"/>
                  </a:lnTo>
                  <a:lnTo>
                    <a:pt x="128954" y="29389"/>
                  </a:lnTo>
                  <a:lnTo>
                    <a:pt x="125191" y="31461"/>
                  </a:lnTo>
                  <a:lnTo>
                    <a:pt x="121465" y="33597"/>
                  </a:lnTo>
                  <a:lnTo>
                    <a:pt x="117777" y="35799"/>
                  </a:lnTo>
                  <a:lnTo>
                    <a:pt x="114128" y="38065"/>
                  </a:lnTo>
                  <a:lnTo>
                    <a:pt x="110519" y="40394"/>
                  </a:lnTo>
                  <a:lnTo>
                    <a:pt x="106951" y="42787"/>
                  </a:lnTo>
                  <a:lnTo>
                    <a:pt x="103426" y="45241"/>
                  </a:lnTo>
                  <a:lnTo>
                    <a:pt x="99945" y="47757"/>
                  </a:lnTo>
                  <a:lnTo>
                    <a:pt x="96507" y="50333"/>
                  </a:lnTo>
                  <a:lnTo>
                    <a:pt x="93116" y="52969"/>
                  </a:lnTo>
                  <a:lnTo>
                    <a:pt x="89771" y="55664"/>
                  </a:lnTo>
                  <a:lnTo>
                    <a:pt x="86474" y="58417"/>
                  </a:lnTo>
                  <a:lnTo>
                    <a:pt x="83226" y="61227"/>
                  </a:lnTo>
                  <a:lnTo>
                    <a:pt x="80027" y="64094"/>
                  </a:lnTo>
                  <a:lnTo>
                    <a:pt x="76879" y="67016"/>
                  </a:lnTo>
                  <a:lnTo>
                    <a:pt x="73782" y="69993"/>
                  </a:lnTo>
                  <a:lnTo>
                    <a:pt x="70738" y="73023"/>
                  </a:lnTo>
                  <a:lnTo>
                    <a:pt x="67748" y="76107"/>
                  </a:lnTo>
                  <a:lnTo>
                    <a:pt x="64812" y="79242"/>
                  </a:lnTo>
                  <a:lnTo>
                    <a:pt x="61931" y="82428"/>
                  </a:lnTo>
                  <a:lnTo>
                    <a:pt x="59107" y="85664"/>
                  </a:lnTo>
                  <a:lnTo>
                    <a:pt x="56339" y="88949"/>
                  </a:lnTo>
                  <a:lnTo>
                    <a:pt x="53630" y="92282"/>
                  </a:lnTo>
                  <a:lnTo>
                    <a:pt x="50979" y="95662"/>
                  </a:lnTo>
                  <a:lnTo>
                    <a:pt x="48388" y="99088"/>
                  </a:lnTo>
                  <a:lnTo>
                    <a:pt x="45857" y="102559"/>
                  </a:lnTo>
                  <a:lnTo>
                    <a:pt x="43387" y="106073"/>
                  </a:lnTo>
                  <a:lnTo>
                    <a:pt x="40980" y="109630"/>
                  </a:lnTo>
                  <a:lnTo>
                    <a:pt x="38634" y="113229"/>
                  </a:lnTo>
                  <a:lnTo>
                    <a:pt x="36353" y="116868"/>
                  </a:lnTo>
                  <a:lnTo>
                    <a:pt x="34135" y="120546"/>
                  </a:lnTo>
                  <a:lnTo>
                    <a:pt x="31982" y="124263"/>
                  </a:lnTo>
                  <a:lnTo>
                    <a:pt x="29894" y="128017"/>
                  </a:lnTo>
                  <a:lnTo>
                    <a:pt x="27872" y="131807"/>
                  </a:lnTo>
                  <a:lnTo>
                    <a:pt x="25917" y="135631"/>
                  </a:lnTo>
                  <a:lnTo>
                    <a:pt x="24029" y="139490"/>
                  </a:lnTo>
                  <a:lnTo>
                    <a:pt x="22209" y="143380"/>
                  </a:lnTo>
                  <a:lnTo>
                    <a:pt x="20458" y="147302"/>
                  </a:lnTo>
                  <a:lnTo>
                    <a:pt x="18775" y="151254"/>
                  </a:lnTo>
                  <a:lnTo>
                    <a:pt x="17162" y="155235"/>
                  </a:lnTo>
                  <a:lnTo>
                    <a:pt x="15618" y="159244"/>
                  </a:lnTo>
                  <a:lnTo>
                    <a:pt x="14145" y="163279"/>
                  </a:lnTo>
                  <a:lnTo>
                    <a:pt x="12743" y="167339"/>
                  </a:lnTo>
                  <a:lnTo>
                    <a:pt x="11412" y="171423"/>
                  </a:lnTo>
                  <a:lnTo>
                    <a:pt x="10153" y="175529"/>
                  </a:lnTo>
                  <a:lnTo>
                    <a:pt x="8966" y="179657"/>
                  </a:lnTo>
                  <a:lnTo>
                    <a:pt x="7851" y="183805"/>
                  </a:lnTo>
                  <a:lnTo>
                    <a:pt x="6809" y="187973"/>
                  </a:lnTo>
                  <a:lnTo>
                    <a:pt x="5840" y="192157"/>
                  </a:lnTo>
                  <a:lnTo>
                    <a:pt x="4944" y="196358"/>
                  </a:lnTo>
                  <a:lnTo>
                    <a:pt x="4123" y="200574"/>
                  </a:lnTo>
                  <a:lnTo>
                    <a:pt x="3375" y="204804"/>
                  </a:lnTo>
                  <a:lnTo>
                    <a:pt x="2701" y="209046"/>
                  </a:lnTo>
                  <a:lnTo>
                    <a:pt x="2101" y="213299"/>
                  </a:lnTo>
                  <a:lnTo>
                    <a:pt x="1577" y="217563"/>
                  </a:lnTo>
                  <a:lnTo>
                    <a:pt x="1126" y="221834"/>
                  </a:lnTo>
                  <a:lnTo>
                    <a:pt x="751" y="226113"/>
                  </a:lnTo>
                  <a:lnTo>
                    <a:pt x="450" y="230398"/>
                  </a:lnTo>
                  <a:lnTo>
                    <a:pt x="225" y="234687"/>
                  </a:lnTo>
                  <a:lnTo>
                    <a:pt x="75" y="238980"/>
                  </a:lnTo>
                  <a:lnTo>
                    <a:pt x="0" y="243275"/>
                  </a:lnTo>
                  <a:lnTo>
                    <a:pt x="0" y="247570"/>
                  </a:lnTo>
                  <a:lnTo>
                    <a:pt x="75" y="251865"/>
                  </a:lnTo>
                  <a:lnTo>
                    <a:pt x="225" y="256158"/>
                  </a:lnTo>
                  <a:lnTo>
                    <a:pt x="450" y="260447"/>
                  </a:lnTo>
                  <a:lnTo>
                    <a:pt x="751" y="264732"/>
                  </a:lnTo>
                  <a:lnTo>
                    <a:pt x="1126" y="269011"/>
                  </a:lnTo>
                  <a:lnTo>
                    <a:pt x="1577" y="273283"/>
                  </a:lnTo>
                  <a:lnTo>
                    <a:pt x="2101" y="277546"/>
                  </a:lnTo>
                  <a:lnTo>
                    <a:pt x="2701" y="281799"/>
                  </a:lnTo>
                  <a:lnTo>
                    <a:pt x="3375" y="286041"/>
                  </a:lnTo>
                  <a:lnTo>
                    <a:pt x="4123" y="290271"/>
                  </a:lnTo>
                  <a:lnTo>
                    <a:pt x="4944" y="294487"/>
                  </a:lnTo>
                  <a:lnTo>
                    <a:pt x="5840" y="298688"/>
                  </a:lnTo>
                  <a:lnTo>
                    <a:pt x="6809" y="302873"/>
                  </a:lnTo>
                  <a:lnTo>
                    <a:pt x="7851" y="307040"/>
                  </a:lnTo>
                  <a:lnTo>
                    <a:pt x="8966" y="311188"/>
                  </a:lnTo>
                  <a:lnTo>
                    <a:pt x="10153" y="315316"/>
                  </a:lnTo>
                  <a:lnTo>
                    <a:pt x="11412" y="319423"/>
                  </a:lnTo>
                  <a:lnTo>
                    <a:pt x="12743" y="323506"/>
                  </a:lnTo>
                  <a:lnTo>
                    <a:pt x="14145" y="327567"/>
                  </a:lnTo>
                  <a:lnTo>
                    <a:pt x="15618" y="331601"/>
                  </a:lnTo>
                  <a:lnTo>
                    <a:pt x="17162" y="335610"/>
                  </a:lnTo>
                  <a:lnTo>
                    <a:pt x="18775" y="339591"/>
                  </a:lnTo>
                  <a:lnTo>
                    <a:pt x="20458" y="343543"/>
                  </a:lnTo>
                  <a:lnTo>
                    <a:pt x="22209" y="347465"/>
                  </a:lnTo>
                  <a:lnTo>
                    <a:pt x="24029" y="351355"/>
                  </a:lnTo>
                  <a:lnTo>
                    <a:pt x="25917" y="355214"/>
                  </a:lnTo>
                  <a:lnTo>
                    <a:pt x="27872" y="359038"/>
                  </a:lnTo>
                  <a:lnTo>
                    <a:pt x="29894" y="362828"/>
                  </a:lnTo>
                  <a:lnTo>
                    <a:pt x="31982" y="366582"/>
                  </a:lnTo>
                  <a:lnTo>
                    <a:pt x="34135" y="370299"/>
                  </a:lnTo>
                  <a:lnTo>
                    <a:pt x="36353" y="373977"/>
                  </a:lnTo>
                  <a:lnTo>
                    <a:pt x="38634" y="377616"/>
                  </a:lnTo>
                  <a:lnTo>
                    <a:pt x="40980" y="381215"/>
                  </a:lnTo>
                  <a:lnTo>
                    <a:pt x="43387" y="384772"/>
                  </a:lnTo>
                  <a:lnTo>
                    <a:pt x="45857" y="388286"/>
                  </a:lnTo>
                  <a:lnTo>
                    <a:pt x="48388" y="391757"/>
                  </a:lnTo>
                  <a:lnTo>
                    <a:pt x="50979" y="395183"/>
                  </a:lnTo>
                  <a:lnTo>
                    <a:pt x="53630" y="398563"/>
                  </a:lnTo>
                  <a:lnTo>
                    <a:pt x="56339" y="401896"/>
                  </a:lnTo>
                  <a:lnTo>
                    <a:pt x="59107" y="405181"/>
                  </a:lnTo>
                  <a:lnTo>
                    <a:pt x="61931" y="408417"/>
                  </a:lnTo>
                  <a:lnTo>
                    <a:pt x="64812" y="411603"/>
                  </a:lnTo>
                  <a:lnTo>
                    <a:pt x="67748" y="414738"/>
                  </a:lnTo>
                  <a:lnTo>
                    <a:pt x="70738" y="417822"/>
                  </a:lnTo>
                  <a:lnTo>
                    <a:pt x="73782" y="420852"/>
                  </a:lnTo>
                  <a:lnTo>
                    <a:pt x="76879" y="423829"/>
                  </a:lnTo>
                  <a:lnTo>
                    <a:pt x="80027" y="426752"/>
                  </a:lnTo>
                  <a:lnTo>
                    <a:pt x="83226" y="429618"/>
                  </a:lnTo>
                  <a:lnTo>
                    <a:pt x="86474" y="432429"/>
                  </a:lnTo>
                  <a:lnTo>
                    <a:pt x="89771" y="435182"/>
                  </a:lnTo>
                  <a:lnTo>
                    <a:pt x="93116" y="437876"/>
                  </a:lnTo>
                  <a:lnTo>
                    <a:pt x="96507" y="440512"/>
                  </a:lnTo>
                  <a:lnTo>
                    <a:pt x="99945" y="443088"/>
                  </a:lnTo>
                  <a:lnTo>
                    <a:pt x="103426" y="445604"/>
                  </a:lnTo>
                  <a:lnTo>
                    <a:pt x="106951" y="448058"/>
                  </a:lnTo>
                  <a:lnTo>
                    <a:pt x="110519" y="450451"/>
                  </a:lnTo>
                  <a:lnTo>
                    <a:pt x="114128" y="452780"/>
                  </a:lnTo>
                  <a:lnTo>
                    <a:pt x="117777" y="455046"/>
                  </a:lnTo>
                  <a:lnTo>
                    <a:pt x="121465" y="457248"/>
                  </a:lnTo>
                  <a:lnTo>
                    <a:pt x="125191" y="459385"/>
                  </a:lnTo>
                  <a:lnTo>
                    <a:pt x="128954" y="461456"/>
                  </a:lnTo>
                  <a:lnTo>
                    <a:pt x="132753" y="463461"/>
                  </a:lnTo>
                  <a:lnTo>
                    <a:pt x="136586" y="465399"/>
                  </a:lnTo>
                  <a:lnTo>
                    <a:pt x="140452" y="467270"/>
                  </a:lnTo>
                  <a:lnTo>
                    <a:pt x="144351" y="469073"/>
                  </a:lnTo>
                  <a:lnTo>
                    <a:pt x="148281" y="470808"/>
                  </a:lnTo>
                  <a:lnTo>
                    <a:pt x="152240" y="472473"/>
                  </a:lnTo>
                  <a:lnTo>
                    <a:pt x="156228" y="474069"/>
                  </a:lnTo>
                  <a:lnTo>
                    <a:pt x="160243" y="475595"/>
                  </a:lnTo>
                  <a:lnTo>
                    <a:pt x="164284" y="477050"/>
                  </a:lnTo>
                  <a:lnTo>
                    <a:pt x="168350" y="478435"/>
                  </a:lnTo>
                  <a:lnTo>
                    <a:pt x="172440" y="479748"/>
                  </a:lnTo>
                  <a:lnTo>
                    <a:pt x="176552" y="480989"/>
                  </a:lnTo>
                  <a:lnTo>
                    <a:pt x="180685" y="482158"/>
                  </a:lnTo>
                  <a:lnTo>
                    <a:pt x="184838" y="483255"/>
                  </a:lnTo>
                  <a:lnTo>
                    <a:pt x="189010" y="484278"/>
                  </a:lnTo>
                  <a:lnTo>
                    <a:pt x="193199" y="485229"/>
                  </a:lnTo>
                  <a:lnTo>
                    <a:pt x="197404" y="486106"/>
                  </a:lnTo>
                  <a:lnTo>
                    <a:pt x="201623" y="486909"/>
                  </a:lnTo>
                  <a:lnTo>
                    <a:pt x="205856" y="487639"/>
                  </a:lnTo>
                  <a:lnTo>
                    <a:pt x="210101" y="488294"/>
                  </a:lnTo>
                  <a:lnTo>
                    <a:pt x="214357" y="488875"/>
                  </a:lnTo>
                  <a:lnTo>
                    <a:pt x="218623" y="489381"/>
                  </a:lnTo>
                  <a:lnTo>
                    <a:pt x="222896" y="489813"/>
                  </a:lnTo>
                  <a:lnTo>
                    <a:pt x="227177" y="490169"/>
                  </a:lnTo>
                  <a:lnTo>
                    <a:pt x="231463" y="490451"/>
                  </a:lnTo>
                  <a:lnTo>
                    <a:pt x="235753" y="490658"/>
                  </a:lnTo>
                  <a:lnTo>
                    <a:pt x="240047" y="490789"/>
                  </a:lnTo>
                  <a:lnTo>
                    <a:pt x="244342" y="490846"/>
                  </a:lnTo>
                  <a:lnTo>
                    <a:pt x="248637" y="490827"/>
                  </a:lnTo>
                  <a:lnTo>
                    <a:pt x="252931" y="490733"/>
                  </a:lnTo>
                  <a:lnTo>
                    <a:pt x="257223" y="490564"/>
                  </a:lnTo>
                  <a:lnTo>
                    <a:pt x="261512" y="490320"/>
                  </a:lnTo>
                  <a:lnTo>
                    <a:pt x="265795" y="490000"/>
                  </a:lnTo>
                  <a:lnTo>
                    <a:pt x="270072" y="489606"/>
                  </a:lnTo>
                  <a:lnTo>
                    <a:pt x="274342" y="489137"/>
                  </a:lnTo>
                  <a:lnTo>
                    <a:pt x="278603" y="488594"/>
                  </a:lnTo>
                  <a:lnTo>
                    <a:pt x="282854" y="487976"/>
                  </a:lnTo>
                  <a:lnTo>
                    <a:pt x="287093" y="487283"/>
                  </a:lnTo>
                  <a:lnTo>
                    <a:pt x="291319" y="486517"/>
                  </a:lnTo>
                  <a:lnTo>
                    <a:pt x="295532" y="485677"/>
                  </a:lnTo>
                  <a:lnTo>
                    <a:pt x="299729" y="484763"/>
                  </a:lnTo>
                  <a:lnTo>
                    <a:pt x="303909" y="483776"/>
                  </a:lnTo>
                  <a:lnTo>
                    <a:pt x="308071" y="482715"/>
                  </a:lnTo>
                  <a:lnTo>
                    <a:pt x="312215" y="481582"/>
                  </a:lnTo>
                  <a:lnTo>
                    <a:pt x="316338" y="480377"/>
                  </a:lnTo>
                  <a:lnTo>
                    <a:pt x="320439" y="479100"/>
                  </a:lnTo>
                  <a:lnTo>
                    <a:pt x="324517" y="477751"/>
                  </a:lnTo>
                  <a:lnTo>
                    <a:pt x="328571" y="476331"/>
                  </a:lnTo>
                  <a:lnTo>
                    <a:pt x="332599" y="474841"/>
                  </a:lnTo>
                  <a:lnTo>
                    <a:pt x="336601" y="473280"/>
                  </a:lnTo>
                  <a:lnTo>
                    <a:pt x="340574" y="471649"/>
                  </a:lnTo>
                  <a:lnTo>
                    <a:pt x="344519" y="469949"/>
                  </a:lnTo>
                  <a:lnTo>
                    <a:pt x="348433" y="468180"/>
                  </a:lnTo>
                  <a:lnTo>
                    <a:pt x="352316" y="466343"/>
                  </a:lnTo>
                  <a:lnTo>
                    <a:pt x="356166" y="464438"/>
                  </a:lnTo>
                  <a:lnTo>
                    <a:pt x="359982" y="462467"/>
                  </a:lnTo>
                  <a:lnTo>
                    <a:pt x="363763" y="460428"/>
                  </a:lnTo>
                  <a:lnTo>
                    <a:pt x="367508" y="458324"/>
                  </a:lnTo>
                  <a:lnTo>
                    <a:pt x="371215" y="456155"/>
                  </a:lnTo>
                  <a:lnTo>
                    <a:pt x="374884" y="453921"/>
                  </a:lnTo>
                  <a:lnTo>
                    <a:pt x="378513" y="451623"/>
                  </a:lnTo>
                  <a:lnTo>
                    <a:pt x="382101" y="449262"/>
                  </a:lnTo>
                  <a:lnTo>
                    <a:pt x="385648" y="446839"/>
                  </a:lnTo>
                  <a:lnTo>
                    <a:pt x="389151" y="444354"/>
                  </a:lnTo>
                  <a:lnTo>
                    <a:pt x="392611" y="441808"/>
                  </a:lnTo>
                  <a:lnTo>
                    <a:pt x="396025" y="439202"/>
                  </a:lnTo>
                  <a:lnTo>
                    <a:pt x="399393" y="436536"/>
                  </a:lnTo>
                  <a:lnTo>
                    <a:pt x="402714" y="433812"/>
                  </a:lnTo>
                  <a:lnTo>
                    <a:pt x="405987" y="431031"/>
                  </a:lnTo>
                  <a:lnTo>
                    <a:pt x="409211" y="428192"/>
                  </a:lnTo>
                  <a:lnTo>
                    <a:pt x="412385" y="425297"/>
                  </a:lnTo>
                  <a:lnTo>
                    <a:pt x="415507" y="422348"/>
                  </a:lnTo>
                  <a:lnTo>
                    <a:pt x="418577" y="419344"/>
                  </a:lnTo>
                  <a:lnTo>
                    <a:pt x="421595" y="416287"/>
                  </a:lnTo>
                  <a:lnTo>
                    <a:pt x="424558" y="413177"/>
                  </a:lnTo>
                  <a:lnTo>
                    <a:pt x="427466" y="410016"/>
                  </a:lnTo>
                  <a:lnTo>
                    <a:pt x="430319" y="406805"/>
                  </a:lnTo>
                  <a:lnTo>
                    <a:pt x="433115" y="403544"/>
                  </a:lnTo>
                  <a:lnTo>
                    <a:pt x="435854" y="400235"/>
                  </a:lnTo>
                  <a:lnTo>
                    <a:pt x="438534" y="396879"/>
                  </a:lnTo>
                  <a:lnTo>
                    <a:pt x="441155" y="393476"/>
                  </a:lnTo>
                  <a:lnTo>
                    <a:pt x="443716" y="390027"/>
                  </a:lnTo>
                  <a:lnTo>
                    <a:pt x="446216" y="386535"/>
                  </a:lnTo>
                  <a:lnTo>
                    <a:pt x="448655" y="382999"/>
                  </a:lnTo>
                  <a:lnTo>
                    <a:pt x="451032" y="379421"/>
                  </a:lnTo>
                  <a:lnTo>
                    <a:pt x="453345" y="375802"/>
                  </a:lnTo>
                  <a:lnTo>
                    <a:pt x="455595" y="372143"/>
                  </a:lnTo>
                  <a:lnTo>
                    <a:pt x="457781" y="368445"/>
                  </a:lnTo>
                  <a:lnTo>
                    <a:pt x="459901" y="364710"/>
                  </a:lnTo>
                  <a:lnTo>
                    <a:pt x="461956" y="360938"/>
                  </a:lnTo>
                  <a:lnTo>
                    <a:pt x="463945" y="357130"/>
                  </a:lnTo>
                  <a:lnTo>
                    <a:pt x="465866" y="353289"/>
                  </a:lnTo>
                  <a:lnTo>
                    <a:pt x="467720" y="349414"/>
                  </a:lnTo>
                  <a:lnTo>
                    <a:pt x="469506" y="345508"/>
                  </a:lnTo>
                  <a:lnTo>
                    <a:pt x="471223" y="341570"/>
                  </a:lnTo>
                  <a:lnTo>
                    <a:pt x="472872" y="337604"/>
                  </a:lnTo>
                  <a:lnTo>
                    <a:pt x="474450" y="333609"/>
                  </a:lnTo>
                  <a:lnTo>
                    <a:pt x="475958" y="329587"/>
                  </a:lnTo>
                  <a:lnTo>
                    <a:pt x="477396" y="325540"/>
                  </a:lnTo>
                  <a:lnTo>
                    <a:pt x="478762" y="321467"/>
                  </a:lnTo>
                  <a:lnTo>
                    <a:pt x="480058" y="317372"/>
                  </a:lnTo>
                  <a:lnTo>
                    <a:pt x="481281" y="313254"/>
                  </a:lnTo>
                  <a:lnTo>
                    <a:pt x="482432" y="309116"/>
                  </a:lnTo>
                  <a:lnTo>
                    <a:pt x="483510" y="304958"/>
                  </a:lnTo>
                  <a:lnTo>
                    <a:pt x="484516" y="300782"/>
                  </a:lnTo>
                  <a:lnTo>
                    <a:pt x="485448" y="296589"/>
                  </a:lnTo>
                  <a:lnTo>
                    <a:pt x="486307" y="292381"/>
                  </a:lnTo>
                  <a:lnTo>
                    <a:pt x="487092" y="288158"/>
                  </a:lnTo>
                  <a:lnTo>
                    <a:pt x="487803" y="283922"/>
                  </a:lnTo>
                  <a:lnTo>
                    <a:pt x="488439" y="279674"/>
                  </a:lnTo>
                  <a:lnTo>
                    <a:pt x="489001" y="275415"/>
                  </a:lnTo>
                  <a:lnTo>
                    <a:pt x="489489" y="271148"/>
                  </a:lnTo>
                  <a:lnTo>
                    <a:pt x="489902" y="266872"/>
                  </a:lnTo>
                  <a:lnTo>
                    <a:pt x="490240" y="262590"/>
                  </a:lnTo>
                  <a:lnTo>
                    <a:pt x="490503" y="258303"/>
                  </a:lnTo>
                  <a:lnTo>
                    <a:pt x="490691" y="254012"/>
                  </a:lnTo>
                  <a:lnTo>
                    <a:pt x="490803" y="249718"/>
                  </a:lnTo>
                  <a:lnTo>
                    <a:pt x="490841" y="245423"/>
                  </a:lnTo>
                </a:path>
              </a:pathLst>
            </a:custGeom>
            <a:ln w="13550" cap="flat">
              <a:solidFill>
                <a:srgbClr val="7FC5D8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30" name="tx130"/>
            <p:cNvSpPr/>
            <p:nvPr/>
          </p:nvSpPr>
          <p:spPr>
            <a:xfrm>
              <a:off x="1437850" y="1051275"/>
              <a:ext cx="265084" cy="800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131" name="tx131"/>
            <p:cNvSpPr/>
            <p:nvPr/>
          </p:nvSpPr>
          <p:spPr>
            <a:xfrm>
              <a:off x="1428746" y="1613689"/>
              <a:ext cx="283292" cy="82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132" name="tx132"/>
            <p:cNvSpPr/>
            <p:nvPr/>
          </p:nvSpPr>
          <p:spPr>
            <a:xfrm>
              <a:off x="1769965" y="1133835"/>
              <a:ext cx="469984" cy="801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133" name="tx133"/>
            <p:cNvSpPr/>
            <p:nvPr/>
          </p:nvSpPr>
          <p:spPr>
            <a:xfrm>
              <a:off x="1852631" y="1333673"/>
              <a:ext cx="216915" cy="79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134" name="tx134"/>
            <p:cNvSpPr/>
            <p:nvPr/>
          </p:nvSpPr>
          <p:spPr>
            <a:xfrm>
              <a:off x="1769965" y="1531024"/>
              <a:ext cx="488193" cy="82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135" name="pg135"/>
            <p:cNvSpPr/>
            <p:nvPr/>
          </p:nvSpPr>
          <p:spPr>
            <a:xfrm>
              <a:off x="1324976" y="1129299"/>
              <a:ext cx="490841" cy="490846"/>
            </a:xfrm>
            <a:custGeom>
              <a:avLst/>
              <a:pathLst>
                <a:path w="490841" h="490846">
                  <a:moveTo>
                    <a:pt x="490841" y="245423"/>
                  </a:moveTo>
                  <a:lnTo>
                    <a:pt x="490803" y="241127"/>
                  </a:lnTo>
                  <a:lnTo>
                    <a:pt x="490691" y="236833"/>
                  </a:lnTo>
                  <a:lnTo>
                    <a:pt x="490503" y="232542"/>
                  </a:lnTo>
                  <a:lnTo>
                    <a:pt x="490240" y="228255"/>
                  </a:lnTo>
                  <a:lnTo>
                    <a:pt x="489902" y="223973"/>
                  </a:lnTo>
                  <a:lnTo>
                    <a:pt x="489489" y="219697"/>
                  </a:lnTo>
                  <a:lnTo>
                    <a:pt x="489001" y="215430"/>
                  </a:lnTo>
                  <a:lnTo>
                    <a:pt x="488439" y="211171"/>
                  </a:lnTo>
                  <a:lnTo>
                    <a:pt x="487803" y="206924"/>
                  </a:lnTo>
                  <a:lnTo>
                    <a:pt x="487092" y="202687"/>
                  </a:lnTo>
                  <a:lnTo>
                    <a:pt x="486307" y="198464"/>
                  </a:lnTo>
                  <a:lnTo>
                    <a:pt x="485448" y="194256"/>
                  </a:lnTo>
                  <a:lnTo>
                    <a:pt x="484516" y="190063"/>
                  </a:lnTo>
                  <a:lnTo>
                    <a:pt x="483510" y="185887"/>
                  </a:lnTo>
                  <a:lnTo>
                    <a:pt x="482432" y="181729"/>
                  </a:lnTo>
                  <a:lnTo>
                    <a:pt x="481281" y="177591"/>
                  </a:lnTo>
                  <a:lnTo>
                    <a:pt x="480058" y="173473"/>
                  </a:lnTo>
                  <a:lnTo>
                    <a:pt x="478762" y="169378"/>
                  </a:lnTo>
                  <a:lnTo>
                    <a:pt x="477396" y="165306"/>
                  </a:lnTo>
                  <a:lnTo>
                    <a:pt x="475958" y="161258"/>
                  </a:lnTo>
                  <a:lnTo>
                    <a:pt x="474450" y="157236"/>
                  </a:lnTo>
                  <a:lnTo>
                    <a:pt x="472872" y="153241"/>
                  </a:lnTo>
                  <a:lnTo>
                    <a:pt x="471223" y="149275"/>
                  </a:lnTo>
                  <a:lnTo>
                    <a:pt x="469506" y="145338"/>
                  </a:lnTo>
                  <a:lnTo>
                    <a:pt x="467720" y="141431"/>
                  </a:lnTo>
                  <a:lnTo>
                    <a:pt x="465866" y="137556"/>
                  </a:lnTo>
                  <a:lnTo>
                    <a:pt x="463945" y="133715"/>
                  </a:lnTo>
                  <a:lnTo>
                    <a:pt x="461956" y="129907"/>
                  </a:lnTo>
                  <a:lnTo>
                    <a:pt x="459901" y="126135"/>
                  </a:lnTo>
                  <a:lnTo>
                    <a:pt x="457781" y="122400"/>
                  </a:lnTo>
                  <a:lnTo>
                    <a:pt x="455595" y="118702"/>
                  </a:lnTo>
                  <a:lnTo>
                    <a:pt x="453345" y="115043"/>
                  </a:lnTo>
                  <a:lnTo>
                    <a:pt x="451032" y="111424"/>
                  </a:lnTo>
                  <a:lnTo>
                    <a:pt x="448655" y="107846"/>
                  </a:lnTo>
                  <a:lnTo>
                    <a:pt x="446216" y="104310"/>
                  </a:lnTo>
                  <a:lnTo>
                    <a:pt x="443716" y="100818"/>
                  </a:lnTo>
                  <a:lnTo>
                    <a:pt x="441155" y="97370"/>
                  </a:lnTo>
                  <a:lnTo>
                    <a:pt x="438534" y="93967"/>
                  </a:lnTo>
                  <a:lnTo>
                    <a:pt x="435854" y="90610"/>
                  </a:lnTo>
                  <a:lnTo>
                    <a:pt x="433115" y="87301"/>
                  </a:lnTo>
                  <a:lnTo>
                    <a:pt x="430319" y="84040"/>
                  </a:lnTo>
                  <a:lnTo>
                    <a:pt x="427466" y="80829"/>
                  </a:lnTo>
                  <a:lnTo>
                    <a:pt x="424558" y="77668"/>
                  </a:lnTo>
                  <a:lnTo>
                    <a:pt x="421595" y="74558"/>
                  </a:lnTo>
                  <a:lnTo>
                    <a:pt x="418577" y="71501"/>
                  </a:lnTo>
                  <a:lnTo>
                    <a:pt x="415507" y="68497"/>
                  </a:lnTo>
                  <a:lnTo>
                    <a:pt x="412385" y="65548"/>
                  </a:lnTo>
                  <a:lnTo>
                    <a:pt x="409211" y="62653"/>
                  </a:lnTo>
                  <a:lnTo>
                    <a:pt x="405987" y="59815"/>
                  </a:lnTo>
                  <a:lnTo>
                    <a:pt x="402714" y="57033"/>
                  </a:lnTo>
                  <a:lnTo>
                    <a:pt x="399393" y="54309"/>
                  </a:lnTo>
                  <a:lnTo>
                    <a:pt x="396025" y="51643"/>
                  </a:lnTo>
                  <a:lnTo>
                    <a:pt x="392611" y="49037"/>
                  </a:lnTo>
                  <a:lnTo>
                    <a:pt x="389151" y="46491"/>
                  </a:lnTo>
                  <a:lnTo>
                    <a:pt x="385648" y="44006"/>
                  </a:lnTo>
                  <a:lnTo>
                    <a:pt x="382101" y="41583"/>
                  </a:lnTo>
                  <a:lnTo>
                    <a:pt x="378513" y="39222"/>
                  </a:lnTo>
                  <a:lnTo>
                    <a:pt x="374884" y="36924"/>
                  </a:lnTo>
                  <a:lnTo>
                    <a:pt x="371215" y="34690"/>
                  </a:lnTo>
                  <a:lnTo>
                    <a:pt x="367508" y="32521"/>
                  </a:lnTo>
                  <a:lnTo>
                    <a:pt x="363763" y="30417"/>
                  </a:lnTo>
                  <a:lnTo>
                    <a:pt x="359982" y="28378"/>
                  </a:lnTo>
                  <a:lnTo>
                    <a:pt x="356166" y="26407"/>
                  </a:lnTo>
                  <a:lnTo>
                    <a:pt x="352316" y="24502"/>
                  </a:lnTo>
                  <a:lnTo>
                    <a:pt x="348433" y="22665"/>
                  </a:lnTo>
                  <a:lnTo>
                    <a:pt x="344519" y="20896"/>
                  </a:lnTo>
                  <a:lnTo>
                    <a:pt x="340574" y="19196"/>
                  </a:lnTo>
                  <a:lnTo>
                    <a:pt x="336601" y="17565"/>
                  </a:lnTo>
                  <a:lnTo>
                    <a:pt x="332599" y="16004"/>
                  </a:lnTo>
                  <a:lnTo>
                    <a:pt x="328571" y="14514"/>
                  </a:lnTo>
                  <a:lnTo>
                    <a:pt x="324517" y="13094"/>
                  </a:lnTo>
                  <a:lnTo>
                    <a:pt x="320439" y="11745"/>
                  </a:lnTo>
                  <a:lnTo>
                    <a:pt x="316338" y="10468"/>
                  </a:lnTo>
                  <a:lnTo>
                    <a:pt x="312215" y="9263"/>
                  </a:lnTo>
                  <a:lnTo>
                    <a:pt x="308071" y="8130"/>
                  </a:lnTo>
                  <a:lnTo>
                    <a:pt x="303909" y="7070"/>
                  </a:lnTo>
                  <a:lnTo>
                    <a:pt x="299729" y="6082"/>
                  </a:lnTo>
                  <a:lnTo>
                    <a:pt x="295532" y="5169"/>
                  </a:lnTo>
                  <a:lnTo>
                    <a:pt x="291319" y="4328"/>
                  </a:lnTo>
                  <a:lnTo>
                    <a:pt x="287093" y="3562"/>
                  </a:lnTo>
                  <a:lnTo>
                    <a:pt x="282854" y="2869"/>
                  </a:lnTo>
                  <a:lnTo>
                    <a:pt x="278603" y="2251"/>
                  </a:lnTo>
                  <a:lnTo>
                    <a:pt x="274342" y="1708"/>
                  </a:lnTo>
                  <a:lnTo>
                    <a:pt x="270072" y="1239"/>
                  </a:lnTo>
                  <a:lnTo>
                    <a:pt x="265795" y="845"/>
                  </a:lnTo>
                  <a:lnTo>
                    <a:pt x="261512" y="526"/>
                  </a:lnTo>
                  <a:lnTo>
                    <a:pt x="257223" y="281"/>
                  </a:lnTo>
                  <a:lnTo>
                    <a:pt x="252931" y="112"/>
                  </a:lnTo>
                  <a:lnTo>
                    <a:pt x="248637" y="18"/>
                  </a:lnTo>
                  <a:lnTo>
                    <a:pt x="244342" y="0"/>
                  </a:lnTo>
                  <a:lnTo>
                    <a:pt x="240047" y="56"/>
                  </a:lnTo>
                  <a:lnTo>
                    <a:pt x="235753" y="187"/>
                  </a:lnTo>
                  <a:lnTo>
                    <a:pt x="231463" y="394"/>
                  </a:lnTo>
                  <a:lnTo>
                    <a:pt x="227177" y="676"/>
                  </a:lnTo>
                  <a:lnTo>
                    <a:pt x="222896" y="1032"/>
                  </a:lnTo>
                  <a:lnTo>
                    <a:pt x="218623" y="1464"/>
                  </a:lnTo>
                  <a:lnTo>
                    <a:pt x="214357" y="1970"/>
                  </a:lnTo>
                  <a:lnTo>
                    <a:pt x="210101" y="2551"/>
                  </a:lnTo>
                  <a:lnTo>
                    <a:pt x="205856" y="3206"/>
                  </a:lnTo>
                  <a:lnTo>
                    <a:pt x="201623" y="3936"/>
                  </a:lnTo>
                  <a:lnTo>
                    <a:pt x="197404" y="4739"/>
                  </a:lnTo>
                  <a:lnTo>
                    <a:pt x="193199" y="5616"/>
                  </a:lnTo>
                  <a:lnTo>
                    <a:pt x="189010" y="6567"/>
                  </a:lnTo>
                  <a:lnTo>
                    <a:pt x="184838" y="7591"/>
                  </a:lnTo>
                  <a:lnTo>
                    <a:pt x="180685" y="8687"/>
                  </a:lnTo>
                  <a:lnTo>
                    <a:pt x="176552" y="9856"/>
                  </a:lnTo>
                  <a:lnTo>
                    <a:pt x="172440" y="11098"/>
                  </a:lnTo>
                  <a:lnTo>
                    <a:pt x="168350" y="12411"/>
                  </a:lnTo>
                  <a:lnTo>
                    <a:pt x="164284" y="13795"/>
                  </a:lnTo>
                  <a:lnTo>
                    <a:pt x="160243" y="15250"/>
                  </a:lnTo>
                  <a:lnTo>
                    <a:pt x="156228" y="16776"/>
                  </a:lnTo>
                  <a:lnTo>
                    <a:pt x="152240" y="18372"/>
                  </a:lnTo>
                  <a:lnTo>
                    <a:pt x="148281" y="20038"/>
                  </a:lnTo>
                  <a:lnTo>
                    <a:pt x="144351" y="21772"/>
                  </a:lnTo>
                  <a:lnTo>
                    <a:pt x="140452" y="23575"/>
                  </a:lnTo>
                  <a:lnTo>
                    <a:pt x="136586" y="25446"/>
                  </a:lnTo>
                  <a:lnTo>
                    <a:pt x="132753" y="27384"/>
                  </a:lnTo>
                  <a:lnTo>
                    <a:pt x="128954" y="29389"/>
                  </a:lnTo>
                  <a:lnTo>
                    <a:pt x="125191" y="31461"/>
                  </a:lnTo>
                  <a:lnTo>
                    <a:pt x="121465" y="33597"/>
                  </a:lnTo>
                  <a:lnTo>
                    <a:pt x="117777" y="35799"/>
                  </a:lnTo>
                  <a:lnTo>
                    <a:pt x="114128" y="38065"/>
                  </a:lnTo>
                  <a:lnTo>
                    <a:pt x="110519" y="40394"/>
                  </a:lnTo>
                  <a:lnTo>
                    <a:pt x="106951" y="42787"/>
                  </a:lnTo>
                  <a:lnTo>
                    <a:pt x="103426" y="45241"/>
                  </a:lnTo>
                  <a:lnTo>
                    <a:pt x="99945" y="47757"/>
                  </a:lnTo>
                  <a:lnTo>
                    <a:pt x="96507" y="50333"/>
                  </a:lnTo>
                  <a:lnTo>
                    <a:pt x="93116" y="52969"/>
                  </a:lnTo>
                  <a:lnTo>
                    <a:pt x="89771" y="55664"/>
                  </a:lnTo>
                  <a:lnTo>
                    <a:pt x="86474" y="58417"/>
                  </a:lnTo>
                  <a:lnTo>
                    <a:pt x="83226" y="61227"/>
                  </a:lnTo>
                  <a:lnTo>
                    <a:pt x="80027" y="64094"/>
                  </a:lnTo>
                  <a:lnTo>
                    <a:pt x="76879" y="67016"/>
                  </a:lnTo>
                  <a:lnTo>
                    <a:pt x="73782" y="69993"/>
                  </a:lnTo>
                  <a:lnTo>
                    <a:pt x="70738" y="73023"/>
                  </a:lnTo>
                  <a:lnTo>
                    <a:pt x="67748" y="76107"/>
                  </a:lnTo>
                  <a:lnTo>
                    <a:pt x="64812" y="79242"/>
                  </a:lnTo>
                  <a:lnTo>
                    <a:pt x="61931" y="82428"/>
                  </a:lnTo>
                  <a:lnTo>
                    <a:pt x="59107" y="85664"/>
                  </a:lnTo>
                  <a:lnTo>
                    <a:pt x="56339" y="88949"/>
                  </a:lnTo>
                  <a:lnTo>
                    <a:pt x="53630" y="92282"/>
                  </a:lnTo>
                  <a:lnTo>
                    <a:pt x="50979" y="95662"/>
                  </a:lnTo>
                  <a:lnTo>
                    <a:pt x="48388" y="99088"/>
                  </a:lnTo>
                  <a:lnTo>
                    <a:pt x="45857" y="102559"/>
                  </a:lnTo>
                  <a:lnTo>
                    <a:pt x="43387" y="106073"/>
                  </a:lnTo>
                  <a:lnTo>
                    <a:pt x="40980" y="109630"/>
                  </a:lnTo>
                  <a:lnTo>
                    <a:pt x="38634" y="113229"/>
                  </a:lnTo>
                  <a:lnTo>
                    <a:pt x="36353" y="116868"/>
                  </a:lnTo>
                  <a:lnTo>
                    <a:pt x="34135" y="120546"/>
                  </a:lnTo>
                  <a:lnTo>
                    <a:pt x="31982" y="124263"/>
                  </a:lnTo>
                  <a:lnTo>
                    <a:pt x="29894" y="128017"/>
                  </a:lnTo>
                  <a:lnTo>
                    <a:pt x="27872" y="131807"/>
                  </a:lnTo>
                  <a:lnTo>
                    <a:pt x="25917" y="135631"/>
                  </a:lnTo>
                  <a:lnTo>
                    <a:pt x="24029" y="139490"/>
                  </a:lnTo>
                  <a:lnTo>
                    <a:pt x="22209" y="143380"/>
                  </a:lnTo>
                  <a:lnTo>
                    <a:pt x="20458" y="147302"/>
                  </a:lnTo>
                  <a:lnTo>
                    <a:pt x="18775" y="151254"/>
                  </a:lnTo>
                  <a:lnTo>
                    <a:pt x="17162" y="155235"/>
                  </a:lnTo>
                  <a:lnTo>
                    <a:pt x="15618" y="159244"/>
                  </a:lnTo>
                  <a:lnTo>
                    <a:pt x="14145" y="163279"/>
                  </a:lnTo>
                  <a:lnTo>
                    <a:pt x="12743" y="167339"/>
                  </a:lnTo>
                  <a:lnTo>
                    <a:pt x="11412" y="171423"/>
                  </a:lnTo>
                  <a:lnTo>
                    <a:pt x="10153" y="175529"/>
                  </a:lnTo>
                  <a:lnTo>
                    <a:pt x="8966" y="179657"/>
                  </a:lnTo>
                  <a:lnTo>
                    <a:pt x="7851" y="183805"/>
                  </a:lnTo>
                  <a:lnTo>
                    <a:pt x="6809" y="187973"/>
                  </a:lnTo>
                  <a:lnTo>
                    <a:pt x="5840" y="192157"/>
                  </a:lnTo>
                  <a:lnTo>
                    <a:pt x="4944" y="196358"/>
                  </a:lnTo>
                  <a:lnTo>
                    <a:pt x="4123" y="200574"/>
                  </a:lnTo>
                  <a:lnTo>
                    <a:pt x="3375" y="204804"/>
                  </a:lnTo>
                  <a:lnTo>
                    <a:pt x="2701" y="209046"/>
                  </a:lnTo>
                  <a:lnTo>
                    <a:pt x="2101" y="213299"/>
                  </a:lnTo>
                  <a:lnTo>
                    <a:pt x="1577" y="217563"/>
                  </a:lnTo>
                  <a:lnTo>
                    <a:pt x="1126" y="221834"/>
                  </a:lnTo>
                  <a:lnTo>
                    <a:pt x="751" y="226113"/>
                  </a:lnTo>
                  <a:lnTo>
                    <a:pt x="450" y="230398"/>
                  </a:lnTo>
                  <a:lnTo>
                    <a:pt x="225" y="234687"/>
                  </a:lnTo>
                  <a:lnTo>
                    <a:pt x="75" y="238980"/>
                  </a:lnTo>
                  <a:lnTo>
                    <a:pt x="0" y="243275"/>
                  </a:lnTo>
                  <a:lnTo>
                    <a:pt x="0" y="247570"/>
                  </a:lnTo>
                  <a:lnTo>
                    <a:pt x="75" y="251865"/>
                  </a:lnTo>
                  <a:lnTo>
                    <a:pt x="225" y="256158"/>
                  </a:lnTo>
                  <a:lnTo>
                    <a:pt x="450" y="260447"/>
                  </a:lnTo>
                  <a:lnTo>
                    <a:pt x="751" y="264732"/>
                  </a:lnTo>
                  <a:lnTo>
                    <a:pt x="1126" y="269011"/>
                  </a:lnTo>
                  <a:lnTo>
                    <a:pt x="1577" y="273283"/>
                  </a:lnTo>
                  <a:lnTo>
                    <a:pt x="2101" y="277546"/>
                  </a:lnTo>
                  <a:lnTo>
                    <a:pt x="2701" y="281799"/>
                  </a:lnTo>
                  <a:lnTo>
                    <a:pt x="3375" y="286041"/>
                  </a:lnTo>
                  <a:lnTo>
                    <a:pt x="4123" y="290271"/>
                  </a:lnTo>
                  <a:lnTo>
                    <a:pt x="4944" y="294487"/>
                  </a:lnTo>
                  <a:lnTo>
                    <a:pt x="5840" y="298688"/>
                  </a:lnTo>
                  <a:lnTo>
                    <a:pt x="6809" y="302873"/>
                  </a:lnTo>
                  <a:lnTo>
                    <a:pt x="7851" y="307040"/>
                  </a:lnTo>
                  <a:lnTo>
                    <a:pt x="8966" y="311188"/>
                  </a:lnTo>
                  <a:lnTo>
                    <a:pt x="10153" y="315316"/>
                  </a:lnTo>
                  <a:lnTo>
                    <a:pt x="11412" y="319423"/>
                  </a:lnTo>
                  <a:lnTo>
                    <a:pt x="12743" y="323506"/>
                  </a:lnTo>
                  <a:lnTo>
                    <a:pt x="14145" y="327567"/>
                  </a:lnTo>
                  <a:lnTo>
                    <a:pt x="15618" y="331601"/>
                  </a:lnTo>
                  <a:lnTo>
                    <a:pt x="17162" y="335610"/>
                  </a:lnTo>
                  <a:lnTo>
                    <a:pt x="18775" y="339591"/>
                  </a:lnTo>
                  <a:lnTo>
                    <a:pt x="20458" y="343543"/>
                  </a:lnTo>
                  <a:lnTo>
                    <a:pt x="22209" y="347465"/>
                  </a:lnTo>
                  <a:lnTo>
                    <a:pt x="24029" y="351355"/>
                  </a:lnTo>
                  <a:lnTo>
                    <a:pt x="25917" y="355214"/>
                  </a:lnTo>
                  <a:lnTo>
                    <a:pt x="27872" y="359038"/>
                  </a:lnTo>
                  <a:lnTo>
                    <a:pt x="29894" y="362828"/>
                  </a:lnTo>
                  <a:lnTo>
                    <a:pt x="31982" y="366582"/>
                  </a:lnTo>
                  <a:lnTo>
                    <a:pt x="34135" y="370299"/>
                  </a:lnTo>
                  <a:lnTo>
                    <a:pt x="36353" y="373977"/>
                  </a:lnTo>
                  <a:lnTo>
                    <a:pt x="38634" y="377616"/>
                  </a:lnTo>
                  <a:lnTo>
                    <a:pt x="40980" y="381215"/>
                  </a:lnTo>
                  <a:lnTo>
                    <a:pt x="43387" y="384772"/>
                  </a:lnTo>
                  <a:lnTo>
                    <a:pt x="45857" y="388286"/>
                  </a:lnTo>
                  <a:lnTo>
                    <a:pt x="48388" y="391757"/>
                  </a:lnTo>
                  <a:lnTo>
                    <a:pt x="50979" y="395183"/>
                  </a:lnTo>
                  <a:lnTo>
                    <a:pt x="53630" y="398563"/>
                  </a:lnTo>
                  <a:lnTo>
                    <a:pt x="56339" y="401896"/>
                  </a:lnTo>
                  <a:lnTo>
                    <a:pt x="59107" y="405181"/>
                  </a:lnTo>
                  <a:lnTo>
                    <a:pt x="61931" y="408417"/>
                  </a:lnTo>
                  <a:lnTo>
                    <a:pt x="64812" y="411603"/>
                  </a:lnTo>
                  <a:lnTo>
                    <a:pt x="67748" y="414738"/>
                  </a:lnTo>
                  <a:lnTo>
                    <a:pt x="70738" y="417822"/>
                  </a:lnTo>
                  <a:lnTo>
                    <a:pt x="73782" y="420852"/>
                  </a:lnTo>
                  <a:lnTo>
                    <a:pt x="76879" y="423829"/>
                  </a:lnTo>
                  <a:lnTo>
                    <a:pt x="80027" y="426752"/>
                  </a:lnTo>
                  <a:lnTo>
                    <a:pt x="83226" y="429618"/>
                  </a:lnTo>
                  <a:lnTo>
                    <a:pt x="86474" y="432429"/>
                  </a:lnTo>
                  <a:lnTo>
                    <a:pt x="89771" y="435182"/>
                  </a:lnTo>
                  <a:lnTo>
                    <a:pt x="93116" y="437876"/>
                  </a:lnTo>
                  <a:lnTo>
                    <a:pt x="96507" y="440512"/>
                  </a:lnTo>
                  <a:lnTo>
                    <a:pt x="99945" y="443088"/>
                  </a:lnTo>
                  <a:lnTo>
                    <a:pt x="103426" y="445604"/>
                  </a:lnTo>
                  <a:lnTo>
                    <a:pt x="106951" y="448058"/>
                  </a:lnTo>
                  <a:lnTo>
                    <a:pt x="110519" y="450451"/>
                  </a:lnTo>
                  <a:lnTo>
                    <a:pt x="114128" y="452780"/>
                  </a:lnTo>
                  <a:lnTo>
                    <a:pt x="117777" y="455046"/>
                  </a:lnTo>
                  <a:lnTo>
                    <a:pt x="121465" y="457248"/>
                  </a:lnTo>
                  <a:lnTo>
                    <a:pt x="125191" y="459385"/>
                  </a:lnTo>
                  <a:lnTo>
                    <a:pt x="128954" y="461456"/>
                  </a:lnTo>
                  <a:lnTo>
                    <a:pt x="132753" y="463461"/>
                  </a:lnTo>
                  <a:lnTo>
                    <a:pt x="136586" y="465399"/>
                  </a:lnTo>
                  <a:lnTo>
                    <a:pt x="140452" y="467270"/>
                  </a:lnTo>
                  <a:lnTo>
                    <a:pt x="144351" y="469073"/>
                  </a:lnTo>
                  <a:lnTo>
                    <a:pt x="148281" y="470808"/>
                  </a:lnTo>
                  <a:lnTo>
                    <a:pt x="152240" y="472473"/>
                  </a:lnTo>
                  <a:lnTo>
                    <a:pt x="156228" y="474069"/>
                  </a:lnTo>
                  <a:lnTo>
                    <a:pt x="160243" y="475595"/>
                  </a:lnTo>
                  <a:lnTo>
                    <a:pt x="164284" y="477050"/>
                  </a:lnTo>
                  <a:lnTo>
                    <a:pt x="168350" y="478435"/>
                  </a:lnTo>
                  <a:lnTo>
                    <a:pt x="172440" y="479748"/>
                  </a:lnTo>
                  <a:lnTo>
                    <a:pt x="176552" y="480989"/>
                  </a:lnTo>
                  <a:lnTo>
                    <a:pt x="180685" y="482158"/>
                  </a:lnTo>
                  <a:lnTo>
                    <a:pt x="184838" y="483255"/>
                  </a:lnTo>
                  <a:lnTo>
                    <a:pt x="189010" y="484278"/>
                  </a:lnTo>
                  <a:lnTo>
                    <a:pt x="193199" y="485229"/>
                  </a:lnTo>
                  <a:lnTo>
                    <a:pt x="197404" y="486106"/>
                  </a:lnTo>
                  <a:lnTo>
                    <a:pt x="201623" y="486909"/>
                  </a:lnTo>
                  <a:lnTo>
                    <a:pt x="205856" y="487639"/>
                  </a:lnTo>
                  <a:lnTo>
                    <a:pt x="210101" y="488294"/>
                  </a:lnTo>
                  <a:lnTo>
                    <a:pt x="214357" y="488875"/>
                  </a:lnTo>
                  <a:lnTo>
                    <a:pt x="218623" y="489381"/>
                  </a:lnTo>
                  <a:lnTo>
                    <a:pt x="222896" y="489813"/>
                  </a:lnTo>
                  <a:lnTo>
                    <a:pt x="227177" y="490169"/>
                  </a:lnTo>
                  <a:lnTo>
                    <a:pt x="231463" y="490451"/>
                  </a:lnTo>
                  <a:lnTo>
                    <a:pt x="235753" y="490658"/>
                  </a:lnTo>
                  <a:lnTo>
                    <a:pt x="240047" y="490789"/>
                  </a:lnTo>
                  <a:lnTo>
                    <a:pt x="244342" y="490846"/>
                  </a:lnTo>
                  <a:lnTo>
                    <a:pt x="248637" y="490827"/>
                  </a:lnTo>
                  <a:lnTo>
                    <a:pt x="252931" y="490733"/>
                  </a:lnTo>
                  <a:lnTo>
                    <a:pt x="257223" y="490564"/>
                  </a:lnTo>
                  <a:lnTo>
                    <a:pt x="261512" y="490320"/>
                  </a:lnTo>
                  <a:lnTo>
                    <a:pt x="265795" y="490000"/>
                  </a:lnTo>
                  <a:lnTo>
                    <a:pt x="270072" y="489606"/>
                  </a:lnTo>
                  <a:lnTo>
                    <a:pt x="274342" y="489137"/>
                  </a:lnTo>
                  <a:lnTo>
                    <a:pt x="278603" y="488594"/>
                  </a:lnTo>
                  <a:lnTo>
                    <a:pt x="282854" y="487976"/>
                  </a:lnTo>
                  <a:lnTo>
                    <a:pt x="287093" y="487283"/>
                  </a:lnTo>
                  <a:lnTo>
                    <a:pt x="291319" y="486517"/>
                  </a:lnTo>
                  <a:lnTo>
                    <a:pt x="295532" y="485677"/>
                  </a:lnTo>
                  <a:lnTo>
                    <a:pt x="299729" y="484763"/>
                  </a:lnTo>
                  <a:lnTo>
                    <a:pt x="303909" y="483776"/>
                  </a:lnTo>
                  <a:lnTo>
                    <a:pt x="308071" y="482715"/>
                  </a:lnTo>
                  <a:lnTo>
                    <a:pt x="312215" y="481582"/>
                  </a:lnTo>
                  <a:lnTo>
                    <a:pt x="316338" y="480377"/>
                  </a:lnTo>
                  <a:lnTo>
                    <a:pt x="320439" y="479100"/>
                  </a:lnTo>
                  <a:lnTo>
                    <a:pt x="324517" y="477751"/>
                  </a:lnTo>
                  <a:lnTo>
                    <a:pt x="328571" y="476331"/>
                  </a:lnTo>
                  <a:lnTo>
                    <a:pt x="332599" y="474841"/>
                  </a:lnTo>
                  <a:lnTo>
                    <a:pt x="336601" y="473280"/>
                  </a:lnTo>
                  <a:lnTo>
                    <a:pt x="340574" y="471649"/>
                  </a:lnTo>
                  <a:lnTo>
                    <a:pt x="344519" y="469949"/>
                  </a:lnTo>
                  <a:lnTo>
                    <a:pt x="348433" y="468180"/>
                  </a:lnTo>
                  <a:lnTo>
                    <a:pt x="352316" y="466343"/>
                  </a:lnTo>
                  <a:lnTo>
                    <a:pt x="356166" y="464438"/>
                  </a:lnTo>
                  <a:lnTo>
                    <a:pt x="359982" y="462467"/>
                  </a:lnTo>
                  <a:lnTo>
                    <a:pt x="363763" y="460428"/>
                  </a:lnTo>
                  <a:lnTo>
                    <a:pt x="367508" y="458324"/>
                  </a:lnTo>
                  <a:lnTo>
                    <a:pt x="371215" y="456155"/>
                  </a:lnTo>
                  <a:lnTo>
                    <a:pt x="374884" y="453921"/>
                  </a:lnTo>
                  <a:lnTo>
                    <a:pt x="378513" y="451623"/>
                  </a:lnTo>
                  <a:lnTo>
                    <a:pt x="382101" y="449262"/>
                  </a:lnTo>
                  <a:lnTo>
                    <a:pt x="385648" y="446839"/>
                  </a:lnTo>
                  <a:lnTo>
                    <a:pt x="389151" y="444354"/>
                  </a:lnTo>
                  <a:lnTo>
                    <a:pt x="392611" y="441808"/>
                  </a:lnTo>
                  <a:lnTo>
                    <a:pt x="396025" y="439202"/>
                  </a:lnTo>
                  <a:lnTo>
                    <a:pt x="399393" y="436536"/>
                  </a:lnTo>
                  <a:lnTo>
                    <a:pt x="402714" y="433812"/>
                  </a:lnTo>
                  <a:lnTo>
                    <a:pt x="405987" y="431031"/>
                  </a:lnTo>
                  <a:lnTo>
                    <a:pt x="409211" y="428192"/>
                  </a:lnTo>
                  <a:lnTo>
                    <a:pt x="412385" y="425297"/>
                  </a:lnTo>
                  <a:lnTo>
                    <a:pt x="415507" y="422348"/>
                  </a:lnTo>
                  <a:lnTo>
                    <a:pt x="418577" y="419344"/>
                  </a:lnTo>
                  <a:lnTo>
                    <a:pt x="421595" y="416287"/>
                  </a:lnTo>
                  <a:lnTo>
                    <a:pt x="424558" y="413177"/>
                  </a:lnTo>
                  <a:lnTo>
                    <a:pt x="427466" y="410016"/>
                  </a:lnTo>
                  <a:lnTo>
                    <a:pt x="430319" y="406805"/>
                  </a:lnTo>
                  <a:lnTo>
                    <a:pt x="433115" y="403544"/>
                  </a:lnTo>
                  <a:lnTo>
                    <a:pt x="435854" y="400235"/>
                  </a:lnTo>
                  <a:lnTo>
                    <a:pt x="438534" y="396879"/>
                  </a:lnTo>
                  <a:lnTo>
                    <a:pt x="441155" y="393476"/>
                  </a:lnTo>
                  <a:lnTo>
                    <a:pt x="443716" y="390027"/>
                  </a:lnTo>
                  <a:lnTo>
                    <a:pt x="446216" y="386535"/>
                  </a:lnTo>
                  <a:lnTo>
                    <a:pt x="448655" y="382999"/>
                  </a:lnTo>
                  <a:lnTo>
                    <a:pt x="451032" y="379421"/>
                  </a:lnTo>
                  <a:lnTo>
                    <a:pt x="453345" y="375802"/>
                  </a:lnTo>
                  <a:lnTo>
                    <a:pt x="455595" y="372143"/>
                  </a:lnTo>
                  <a:lnTo>
                    <a:pt x="457781" y="368445"/>
                  </a:lnTo>
                  <a:lnTo>
                    <a:pt x="459901" y="364710"/>
                  </a:lnTo>
                  <a:lnTo>
                    <a:pt x="461956" y="360938"/>
                  </a:lnTo>
                  <a:lnTo>
                    <a:pt x="463945" y="357130"/>
                  </a:lnTo>
                  <a:lnTo>
                    <a:pt x="465866" y="353289"/>
                  </a:lnTo>
                  <a:lnTo>
                    <a:pt x="467720" y="349414"/>
                  </a:lnTo>
                  <a:lnTo>
                    <a:pt x="469506" y="345508"/>
                  </a:lnTo>
                  <a:lnTo>
                    <a:pt x="471223" y="341570"/>
                  </a:lnTo>
                  <a:lnTo>
                    <a:pt x="472872" y="337604"/>
                  </a:lnTo>
                  <a:lnTo>
                    <a:pt x="474450" y="333609"/>
                  </a:lnTo>
                  <a:lnTo>
                    <a:pt x="475958" y="329587"/>
                  </a:lnTo>
                  <a:lnTo>
                    <a:pt x="477396" y="325540"/>
                  </a:lnTo>
                  <a:lnTo>
                    <a:pt x="478762" y="321467"/>
                  </a:lnTo>
                  <a:lnTo>
                    <a:pt x="480058" y="317372"/>
                  </a:lnTo>
                  <a:lnTo>
                    <a:pt x="481281" y="313254"/>
                  </a:lnTo>
                  <a:lnTo>
                    <a:pt x="482432" y="309116"/>
                  </a:lnTo>
                  <a:lnTo>
                    <a:pt x="483510" y="304958"/>
                  </a:lnTo>
                  <a:lnTo>
                    <a:pt x="484516" y="300782"/>
                  </a:lnTo>
                  <a:lnTo>
                    <a:pt x="485448" y="296589"/>
                  </a:lnTo>
                  <a:lnTo>
                    <a:pt x="486307" y="292381"/>
                  </a:lnTo>
                  <a:lnTo>
                    <a:pt x="487092" y="288158"/>
                  </a:lnTo>
                  <a:lnTo>
                    <a:pt x="487803" y="283922"/>
                  </a:lnTo>
                  <a:lnTo>
                    <a:pt x="488439" y="279674"/>
                  </a:lnTo>
                  <a:lnTo>
                    <a:pt x="489001" y="275415"/>
                  </a:lnTo>
                  <a:lnTo>
                    <a:pt x="489489" y="271148"/>
                  </a:lnTo>
                  <a:lnTo>
                    <a:pt x="489902" y="266872"/>
                  </a:lnTo>
                  <a:lnTo>
                    <a:pt x="490240" y="262590"/>
                  </a:lnTo>
                  <a:lnTo>
                    <a:pt x="490503" y="258303"/>
                  </a:lnTo>
                  <a:lnTo>
                    <a:pt x="490691" y="254012"/>
                  </a:lnTo>
                  <a:lnTo>
                    <a:pt x="490803" y="249718"/>
                  </a:lnTo>
                  <a:close/>
                </a:path>
              </a:pathLst>
            </a:custGeom>
            <a:solidFill>
              <a:srgbClr val="F5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1570392" y="1129297"/>
              <a:ext cx="0" cy="220882"/>
            </a:xfrm>
            <a:custGeom>
              <a:avLst/>
              <a:pathLst>
                <a:path w="0" h="220882">
                  <a:moveTo>
                    <a:pt x="0" y="220882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1587746" y="1201180"/>
              <a:ext cx="156187" cy="156187"/>
            </a:xfrm>
            <a:custGeom>
              <a:avLst/>
              <a:pathLst>
                <a:path w="156187" h="156187">
                  <a:moveTo>
                    <a:pt x="0" y="156187"/>
                  </a:moveTo>
                  <a:lnTo>
                    <a:pt x="156187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1594935" y="1374722"/>
              <a:ext cx="220882" cy="0"/>
            </a:xfrm>
            <a:custGeom>
              <a:avLst/>
              <a:pathLst>
                <a:path w="220882" h="0">
                  <a:moveTo>
                    <a:pt x="0" y="0"/>
                  </a:moveTo>
                  <a:lnTo>
                    <a:pt x="220882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1587746" y="1392076"/>
              <a:ext cx="156187" cy="156187"/>
            </a:xfrm>
            <a:custGeom>
              <a:avLst/>
              <a:pathLst>
                <a:path w="156187" h="156187">
                  <a:moveTo>
                    <a:pt x="0" y="0"/>
                  </a:moveTo>
                  <a:lnTo>
                    <a:pt x="156187" y="156187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1570392" y="1399265"/>
              <a:ext cx="0" cy="220882"/>
            </a:xfrm>
            <a:custGeom>
              <a:avLst/>
              <a:pathLst>
                <a:path w="0" h="220882">
                  <a:moveTo>
                    <a:pt x="0" y="0"/>
                  </a:moveTo>
                  <a:lnTo>
                    <a:pt x="0" y="220882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1396850" y="1392076"/>
              <a:ext cx="156187" cy="156187"/>
            </a:xfrm>
            <a:custGeom>
              <a:avLst/>
              <a:pathLst>
                <a:path w="156187" h="156187">
                  <a:moveTo>
                    <a:pt x="156187" y="0"/>
                  </a:moveTo>
                  <a:lnTo>
                    <a:pt x="0" y="156187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1324967" y="1374722"/>
              <a:ext cx="220882" cy="0"/>
            </a:xfrm>
            <a:custGeom>
              <a:avLst/>
              <a:pathLst>
                <a:path w="220882" h="0">
                  <a:moveTo>
                    <a:pt x="220882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1396850" y="1201180"/>
              <a:ext cx="156187" cy="156187"/>
            </a:xfrm>
            <a:custGeom>
              <a:avLst/>
              <a:pathLst>
                <a:path w="156187" h="156187">
                  <a:moveTo>
                    <a:pt x="156187" y="156187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1533578" y="1344044"/>
              <a:ext cx="159526" cy="82740"/>
            </a:xfrm>
            <a:custGeom>
              <a:avLst/>
              <a:pathLst>
                <a:path w="159526" h="82740">
                  <a:moveTo>
                    <a:pt x="36813" y="0"/>
                  </a:moveTo>
                  <a:lnTo>
                    <a:pt x="62845" y="4646"/>
                  </a:lnTo>
                  <a:lnTo>
                    <a:pt x="159526" y="30678"/>
                  </a:lnTo>
                  <a:lnTo>
                    <a:pt x="88876" y="82740"/>
                  </a:lnTo>
                  <a:lnTo>
                    <a:pt x="36813" y="79763"/>
                  </a:lnTo>
                  <a:lnTo>
                    <a:pt x="6443" y="61048"/>
                  </a:lnTo>
                  <a:lnTo>
                    <a:pt x="0" y="30678"/>
                  </a:lnTo>
                  <a:lnTo>
                    <a:pt x="19459" y="13323"/>
                  </a:lnTo>
                  <a:lnTo>
                    <a:pt x="36813" y="0"/>
                  </a:lnTo>
                </a:path>
              </a:pathLst>
            </a:custGeom>
            <a:ln w="31166" cap="flat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1534444" y="1308096"/>
              <a:ext cx="71895" cy="71895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1560476" y="1312743"/>
              <a:ext cx="71895" cy="71895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1657157" y="1338775"/>
              <a:ext cx="71895" cy="71895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1586507" y="1390837"/>
              <a:ext cx="71895" cy="71895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1534444" y="1387860"/>
              <a:ext cx="71895" cy="71895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1504075" y="1369144"/>
              <a:ext cx="71895" cy="71895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1497631" y="1338775"/>
              <a:ext cx="71895" cy="71895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1517090" y="1321420"/>
              <a:ext cx="71895" cy="71895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1534444" y="1308096"/>
              <a:ext cx="71895" cy="71895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tx154"/>
            <p:cNvSpPr/>
            <p:nvPr/>
          </p:nvSpPr>
          <p:spPr>
            <a:xfrm>
              <a:off x="1449753" y="1326269"/>
              <a:ext cx="96096" cy="477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2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2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155" name="tx155"/>
            <p:cNvSpPr/>
            <p:nvPr/>
          </p:nvSpPr>
          <p:spPr>
            <a:xfrm>
              <a:off x="1412775" y="1215828"/>
              <a:ext cx="133074" cy="477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2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2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156" name="tx156"/>
            <p:cNvSpPr/>
            <p:nvPr/>
          </p:nvSpPr>
          <p:spPr>
            <a:xfrm>
              <a:off x="1375798" y="1105386"/>
              <a:ext cx="170051" cy="477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2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2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  <p:sp>
          <p:nvSpPr>
            <p:cNvPr id="157" name="rc157"/>
            <p:cNvSpPr/>
            <p:nvPr/>
          </p:nvSpPr>
          <p:spPr>
            <a:xfrm>
              <a:off x="3071196" y="909441"/>
              <a:ext cx="3001607" cy="90709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158" name="rc158"/>
            <p:cNvSpPr/>
            <p:nvPr/>
          </p:nvSpPr>
          <p:spPr>
            <a:xfrm>
              <a:off x="3071196" y="1000151"/>
              <a:ext cx="3001607" cy="74914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9" name="rc159"/>
            <p:cNvSpPr/>
            <p:nvPr/>
          </p:nvSpPr>
          <p:spPr>
            <a:xfrm>
              <a:off x="3121806" y="909441"/>
              <a:ext cx="2900386" cy="90709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0" name="tx160"/>
            <p:cNvSpPr/>
            <p:nvPr/>
          </p:nvSpPr>
          <p:spPr>
            <a:xfrm>
              <a:off x="4037738" y="899041"/>
              <a:ext cx="1068523" cy="1077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Pelecaniformes</a:t>
              </a:r>
            </a:p>
          </p:txBody>
        </p:sp>
        <p:sp>
          <p:nvSpPr>
            <p:cNvPr id="161" name="rc161"/>
            <p:cNvSpPr/>
            <p:nvPr/>
          </p:nvSpPr>
          <p:spPr>
            <a:xfrm>
              <a:off x="4167048" y="1050761"/>
              <a:ext cx="809903" cy="64792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2" name="tx162"/>
            <p:cNvSpPr/>
            <p:nvPr/>
          </p:nvSpPr>
          <p:spPr>
            <a:xfrm>
              <a:off x="3866236" y="1531024"/>
              <a:ext cx="506189" cy="82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163" name="tx163"/>
            <p:cNvSpPr/>
            <p:nvPr/>
          </p:nvSpPr>
          <p:spPr>
            <a:xfrm>
              <a:off x="4042832" y="1333673"/>
              <a:ext cx="246928" cy="79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164" name="tx164"/>
            <p:cNvSpPr/>
            <p:nvPr/>
          </p:nvSpPr>
          <p:spPr>
            <a:xfrm>
              <a:off x="3884445" y="1133835"/>
              <a:ext cx="487981" cy="801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165" name="pl165"/>
            <p:cNvSpPr/>
            <p:nvPr/>
          </p:nvSpPr>
          <p:spPr>
            <a:xfrm>
              <a:off x="4547458" y="1350180"/>
              <a:ext cx="49084" cy="49084"/>
            </a:xfrm>
            <a:custGeom>
              <a:avLst/>
              <a:pathLst>
                <a:path w="49084" h="49084">
                  <a:moveTo>
                    <a:pt x="49084" y="24542"/>
                  </a:moveTo>
                  <a:lnTo>
                    <a:pt x="49080" y="24112"/>
                  </a:lnTo>
                  <a:lnTo>
                    <a:pt x="49069" y="23683"/>
                  </a:lnTo>
                  <a:lnTo>
                    <a:pt x="49050" y="23254"/>
                  </a:lnTo>
                  <a:lnTo>
                    <a:pt x="49024" y="22825"/>
                  </a:lnTo>
                  <a:lnTo>
                    <a:pt x="48990" y="22397"/>
                  </a:lnTo>
                  <a:lnTo>
                    <a:pt x="48948" y="21969"/>
                  </a:lnTo>
                  <a:lnTo>
                    <a:pt x="48900" y="21543"/>
                  </a:lnTo>
                  <a:lnTo>
                    <a:pt x="48843" y="21117"/>
                  </a:lnTo>
                  <a:lnTo>
                    <a:pt x="48780" y="20692"/>
                  </a:lnTo>
                  <a:lnTo>
                    <a:pt x="48709" y="20268"/>
                  </a:lnTo>
                  <a:lnTo>
                    <a:pt x="48630" y="19846"/>
                  </a:lnTo>
                  <a:lnTo>
                    <a:pt x="48544" y="19425"/>
                  </a:lnTo>
                  <a:lnTo>
                    <a:pt x="48451" y="19006"/>
                  </a:lnTo>
                  <a:lnTo>
                    <a:pt x="48351" y="18588"/>
                  </a:lnTo>
                  <a:lnTo>
                    <a:pt x="48243" y="18172"/>
                  </a:lnTo>
                  <a:lnTo>
                    <a:pt x="48128" y="17759"/>
                  </a:lnTo>
                  <a:lnTo>
                    <a:pt x="48005" y="17347"/>
                  </a:lnTo>
                  <a:lnTo>
                    <a:pt x="47876" y="16937"/>
                  </a:lnTo>
                  <a:lnTo>
                    <a:pt x="47739" y="16530"/>
                  </a:lnTo>
                  <a:lnTo>
                    <a:pt x="47595" y="16125"/>
                  </a:lnTo>
                  <a:lnTo>
                    <a:pt x="47445" y="15723"/>
                  </a:lnTo>
                  <a:lnTo>
                    <a:pt x="47287" y="15324"/>
                  </a:lnTo>
                  <a:lnTo>
                    <a:pt x="47122" y="14927"/>
                  </a:lnTo>
                  <a:lnTo>
                    <a:pt x="46950" y="14533"/>
                  </a:lnTo>
                  <a:lnTo>
                    <a:pt x="46772" y="14143"/>
                  </a:lnTo>
                  <a:lnTo>
                    <a:pt x="46586" y="13755"/>
                  </a:lnTo>
                  <a:lnTo>
                    <a:pt x="46394" y="13371"/>
                  </a:lnTo>
                  <a:lnTo>
                    <a:pt x="46195" y="12990"/>
                  </a:lnTo>
                  <a:lnTo>
                    <a:pt x="45990" y="12613"/>
                  </a:lnTo>
                  <a:lnTo>
                    <a:pt x="45778" y="12240"/>
                  </a:lnTo>
                  <a:lnTo>
                    <a:pt x="45559" y="11870"/>
                  </a:lnTo>
                  <a:lnTo>
                    <a:pt x="45334" y="11504"/>
                  </a:lnTo>
                  <a:lnTo>
                    <a:pt x="45103" y="11142"/>
                  </a:lnTo>
                  <a:lnTo>
                    <a:pt x="44865" y="10784"/>
                  </a:lnTo>
                  <a:lnTo>
                    <a:pt x="44621" y="10431"/>
                  </a:lnTo>
                  <a:lnTo>
                    <a:pt x="44371" y="10081"/>
                  </a:lnTo>
                  <a:lnTo>
                    <a:pt x="44115" y="9737"/>
                  </a:lnTo>
                  <a:lnTo>
                    <a:pt x="43853" y="9396"/>
                  </a:lnTo>
                  <a:lnTo>
                    <a:pt x="43585" y="9061"/>
                  </a:lnTo>
                  <a:lnTo>
                    <a:pt x="43311" y="8730"/>
                  </a:lnTo>
                  <a:lnTo>
                    <a:pt x="43031" y="8404"/>
                  </a:lnTo>
                  <a:lnTo>
                    <a:pt x="42746" y="8082"/>
                  </a:lnTo>
                  <a:lnTo>
                    <a:pt x="42455" y="7766"/>
                  </a:lnTo>
                  <a:lnTo>
                    <a:pt x="42159" y="7455"/>
                  </a:lnTo>
                  <a:lnTo>
                    <a:pt x="41857" y="7150"/>
                  </a:lnTo>
                  <a:lnTo>
                    <a:pt x="41550" y="6849"/>
                  </a:lnTo>
                  <a:lnTo>
                    <a:pt x="41238" y="6554"/>
                  </a:lnTo>
                  <a:lnTo>
                    <a:pt x="40921" y="6265"/>
                  </a:lnTo>
                  <a:lnTo>
                    <a:pt x="40598" y="5981"/>
                  </a:lnTo>
                  <a:lnTo>
                    <a:pt x="40271" y="5703"/>
                  </a:lnTo>
                  <a:lnTo>
                    <a:pt x="39939" y="5430"/>
                  </a:lnTo>
                  <a:lnTo>
                    <a:pt x="39602" y="5164"/>
                  </a:lnTo>
                  <a:lnTo>
                    <a:pt x="39261" y="4903"/>
                  </a:lnTo>
                  <a:lnTo>
                    <a:pt x="38915" y="4649"/>
                  </a:lnTo>
                  <a:lnTo>
                    <a:pt x="38564" y="4400"/>
                  </a:lnTo>
                  <a:lnTo>
                    <a:pt x="38210" y="4158"/>
                  </a:lnTo>
                  <a:lnTo>
                    <a:pt x="37851" y="3922"/>
                  </a:lnTo>
                  <a:lnTo>
                    <a:pt x="37488" y="3692"/>
                  </a:lnTo>
                  <a:lnTo>
                    <a:pt x="37121" y="3469"/>
                  </a:lnTo>
                  <a:lnTo>
                    <a:pt x="36750" y="3252"/>
                  </a:lnTo>
                  <a:lnTo>
                    <a:pt x="36376" y="3041"/>
                  </a:lnTo>
                  <a:lnTo>
                    <a:pt x="35998" y="2837"/>
                  </a:lnTo>
                  <a:lnTo>
                    <a:pt x="35616" y="2640"/>
                  </a:lnTo>
                  <a:lnTo>
                    <a:pt x="35231" y="2450"/>
                  </a:lnTo>
                  <a:lnTo>
                    <a:pt x="34843" y="2266"/>
                  </a:lnTo>
                  <a:lnTo>
                    <a:pt x="34451" y="2089"/>
                  </a:lnTo>
                  <a:lnTo>
                    <a:pt x="34057" y="1919"/>
                  </a:lnTo>
                  <a:lnTo>
                    <a:pt x="33660" y="1756"/>
                  </a:lnTo>
                  <a:lnTo>
                    <a:pt x="33259" y="1600"/>
                  </a:lnTo>
                  <a:lnTo>
                    <a:pt x="32857" y="1451"/>
                  </a:lnTo>
                  <a:lnTo>
                    <a:pt x="32451" y="1309"/>
                  </a:lnTo>
                  <a:lnTo>
                    <a:pt x="32043" y="1174"/>
                  </a:lnTo>
                  <a:lnTo>
                    <a:pt x="31633" y="1046"/>
                  </a:lnTo>
                  <a:lnTo>
                    <a:pt x="31221" y="926"/>
                  </a:lnTo>
                  <a:lnTo>
                    <a:pt x="30807" y="813"/>
                  </a:lnTo>
                  <a:lnTo>
                    <a:pt x="30390" y="707"/>
                  </a:lnTo>
                  <a:lnTo>
                    <a:pt x="29972" y="608"/>
                  </a:lnTo>
                  <a:lnTo>
                    <a:pt x="29553" y="516"/>
                  </a:lnTo>
                  <a:lnTo>
                    <a:pt x="29131" y="432"/>
                  </a:lnTo>
                  <a:lnTo>
                    <a:pt x="28709" y="356"/>
                  </a:lnTo>
                  <a:lnTo>
                    <a:pt x="28285" y="286"/>
                  </a:lnTo>
                  <a:lnTo>
                    <a:pt x="27860" y="225"/>
                  </a:lnTo>
                  <a:lnTo>
                    <a:pt x="27434" y="170"/>
                  </a:lnTo>
                  <a:lnTo>
                    <a:pt x="27007" y="123"/>
                  </a:lnTo>
                  <a:lnTo>
                    <a:pt x="26579" y="84"/>
                  </a:lnTo>
                  <a:lnTo>
                    <a:pt x="26151" y="52"/>
                  </a:lnTo>
                  <a:lnTo>
                    <a:pt x="25722" y="28"/>
                  </a:lnTo>
                  <a:lnTo>
                    <a:pt x="25293" y="11"/>
                  </a:lnTo>
                  <a:lnTo>
                    <a:pt x="24863" y="1"/>
                  </a:lnTo>
                  <a:lnTo>
                    <a:pt x="24434" y="0"/>
                  </a:lnTo>
                  <a:lnTo>
                    <a:pt x="24004" y="5"/>
                  </a:lnTo>
                  <a:lnTo>
                    <a:pt x="23575" y="18"/>
                  </a:lnTo>
                  <a:lnTo>
                    <a:pt x="23146" y="39"/>
                  </a:lnTo>
                  <a:lnTo>
                    <a:pt x="22717" y="67"/>
                  </a:lnTo>
                  <a:lnTo>
                    <a:pt x="22289" y="103"/>
                  </a:lnTo>
                  <a:lnTo>
                    <a:pt x="21862" y="146"/>
                  </a:lnTo>
                  <a:lnTo>
                    <a:pt x="21435" y="197"/>
                  </a:lnTo>
                  <a:lnTo>
                    <a:pt x="21010" y="255"/>
                  </a:lnTo>
                  <a:lnTo>
                    <a:pt x="20585" y="320"/>
                  </a:lnTo>
                  <a:lnTo>
                    <a:pt x="20162" y="393"/>
                  </a:lnTo>
                  <a:lnTo>
                    <a:pt x="19740" y="473"/>
                  </a:lnTo>
                  <a:lnTo>
                    <a:pt x="19319" y="561"/>
                  </a:lnTo>
                  <a:lnTo>
                    <a:pt x="18901" y="656"/>
                  </a:lnTo>
                  <a:lnTo>
                    <a:pt x="18483" y="759"/>
                  </a:lnTo>
                  <a:lnTo>
                    <a:pt x="18068" y="868"/>
                  </a:lnTo>
                  <a:lnTo>
                    <a:pt x="17655" y="985"/>
                  </a:lnTo>
                  <a:lnTo>
                    <a:pt x="17244" y="1109"/>
                  </a:lnTo>
                  <a:lnTo>
                    <a:pt x="16835" y="1241"/>
                  </a:lnTo>
                  <a:lnTo>
                    <a:pt x="16428" y="1379"/>
                  </a:lnTo>
                  <a:lnTo>
                    <a:pt x="16024" y="1525"/>
                  </a:lnTo>
                  <a:lnTo>
                    <a:pt x="15622" y="1677"/>
                  </a:lnTo>
                  <a:lnTo>
                    <a:pt x="15224" y="1837"/>
                  </a:lnTo>
                  <a:lnTo>
                    <a:pt x="14828" y="2003"/>
                  </a:lnTo>
                  <a:lnTo>
                    <a:pt x="14435" y="2177"/>
                  </a:lnTo>
                  <a:lnTo>
                    <a:pt x="14045" y="2357"/>
                  </a:lnTo>
                  <a:lnTo>
                    <a:pt x="13658" y="2544"/>
                  </a:lnTo>
                  <a:lnTo>
                    <a:pt x="13275" y="2738"/>
                  </a:lnTo>
                  <a:lnTo>
                    <a:pt x="12895" y="2938"/>
                  </a:lnTo>
                  <a:lnTo>
                    <a:pt x="12519" y="3146"/>
                  </a:lnTo>
                  <a:lnTo>
                    <a:pt x="12146" y="3359"/>
                  </a:lnTo>
                  <a:lnTo>
                    <a:pt x="11777" y="3579"/>
                  </a:lnTo>
                  <a:lnTo>
                    <a:pt x="11412" y="3806"/>
                  </a:lnTo>
                  <a:lnTo>
                    <a:pt x="11051" y="4039"/>
                  </a:lnTo>
                  <a:lnTo>
                    <a:pt x="10695" y="4278"/>
                  </a:lnTo>
                  <a:lnTo>
                    <a:pt x="10342" y="4524"/>
                  </a:lnTo>
                  <a:lnTo>
                    <a:pt x="9994" y="4775"/>
                  </a:lnTo>
                  <a:lnTo>
                    <a:pt x="9650" y="5033"/>
                  </a:lnTo>
                  <a:lnTo>
                    <a:pt x="9311" y="5296"/>
                  </a:lnTo>
                  <a:lnTo>
                    <a:pt x="8977" y="5566"/>
                  </a:lnTo>
                  <a:lnTo>
                    <a:pt x="8647" y="5841"/>
                  </a:lnTo>
                  <a:lnTo>
                    <a:pt x="8322" y="6122"/>
                  </a:lnTo>
                  <a:lnTo>
                    <a:pt x="8002" y="6409"/>
                  </a:lnTo>
                  <a:lnTo>
                    <a:pt x="7687" y="6701"/>
                  </a:lnTo>
                  <a:lnTo>
                    <a:pt x="7378" y="6999"/>
                  </a:lnTo>
                  <a:lnTo>
                    <a:pt x="7073" y="7302"/>
                  </a:lnTo>
                  <a:lnTo>
                    <a:pt x="6774" y="7610"/>
                  </a:lnTo>
                  <a:lnTo>
                    <a:pt x="6481" y="7924"/>
                  </a:lnTo>
                  <a:lnTo>
                    <a:pt x="6193" y="8242"/>
                  </a:lnTo>
                  <a:lnTo>
                    <a:pt x="5910" y="8566"/>
                  </a:lnTo>
                  <a:lnTo>
                    <a:pt x="5633" y="8894"/>
                  </a:lnTo>
                  <a:lnTo>
                    <a:pt x="5363" y="9228"/>
                  </a:lnTo>
                  <a:lnTo>
                    <a:pt x="5097" y="9566"/>
                  </a:lnTo>
                  <a:lnTo>
                    <a:pt x="4838" y="9908"/>
                  </a:lnTo>
                  <a:lnTo>
                    <a:pt x="4585" y="10255"/>
                  </a:lnTo>
                  <a:lnTo>
                    <a:pt x="4338" y="10607"/>
                  </a:lnTo>
                  <a:lnTo>
                    <a:pt x="4098" y="10963"/>
                  </a:lnTo>
                  <a:lnTo>
                    <a:pt x="3863" y="11322"/>
                  </a:lnTo>
                  <a:lnTo>
                    <a:pt x="3635" y="11686"/>
                  </a:lnTo>
                  <a:lnTo>
                    <a:pt x="3413" y="12054"/>
                  </a:lnTo>
                  <a:lnTo>
                    <a:pt x="3198" y="12426"/>
                  </a:lnTo>
                  <a:lnTo>
                    <a:pt x="2989" y="12801"/>
                  </a:lnTo>
                  <a:lnTo>
                    <a:pt x="2787" y="13180"/>
                  </a:lnTo>
                  <a:lnTo>
                    <a:pt x="2591" y="13563"/>
                  </a:lnTo>
                  <a:lnTo>
                    <a:pt x="2402" y="13949"/>
                  </a:lnTo>
                  <a:lnTo>
                    <a:pt x="2220" y="14338"/>
                  </a:lnTo>
                  <a:lnTo>
                    <a:pt x="2045" y="14730"/>
                  </a:lnTo>
                  <a:lnTo>
                    <a:pt x="1877" y="15125"/>
                  </a:lnTo>
                  <a:lnTo>
                    <a:pt x="1716" y="15523"/>
                  </a:lnTo>
                  <a:lnTo>
                    <a:pt x="1561" y="15924"/>
                  </a:lnTo>
                  <a:lnTo>
                    <a:pt x="1414" y="16327"/>
                  </a:lnTo>
                  <a:lnTo>
                    <a:pt x="1274" y="16733"/>
                  </a:lnTo>
                  <a:lnTo>
                    <a:pt x="1141" y="17142"/>
                  </a:lnTo>
                  <a:lnTo>
                    <a:pt x="1015" y="17552"/>
                  </a:lnTo>
                  <a:lnTo>
                    <a:pt x="896" y="17965"/>
                  </a:lnTo>
                  <a:lnTo>
                    <a:pt x="785" y="18380"/>
                  </a:lnTo>
                  <a:lnTo>
                    <a:pt x="680" y="18797"/>
                  </a:lnTo>
                  <a:lnTo>
                    <a:pt x="584" y="19215"/>
                  </a:lnTo>
                  <a:lnTo>
                    <a:pt x="494" y="19635"/>
                  </a:lnTo>
                  <a:lnTo>
                    <a:pt x="412" y="20057"/>
                  </a:lnTo>
                  <a:lnTo>
                    <a:pt x="337" y="20480"/>
                  </a:lnTo>
                  <a:lnTo>
                    <a:pt x="270" y="20904"/>
                  </a:lnTo>
                  <a:lnTo>
                    <a:pt x="210" y="21329"/>
                  </a:lnTo>
                  <a:lnTo>
                    <a:pt x="157" y="21756"/>
                  </a:lnTo>
                  <a:lnTo>
                    <a:pt x="112" y="22183"/>
                  </a:lnTo>
                  <a:lnTo>
                    <a:pt x="75" y="22611"/>
                  </a:lnTo>
                  <a:lnTo>
                    <a:pt x="45" y="23039"/>
                  </a:lnTo>
                  <a:lnTo>
                    <a:pt x="22" y="23468"/>
                  </a:lnTo>
                  <a:lnTo>
                    <a:pt x="7" y="23898"/>
                  </a:lnTo>
                  <a:lnTo>
                    <a:pt x="0" y="24327"/>
                  </a:lnTo>
                  <a:lnTo>
                    <a:pt x="0" y="24757"/>
                  </a:lnTo>
                  <a:lnTo>
                    <a:pt x="7" y="25186"/>
                  </a:lnTo>
                  <a:lnTo>
                    <a:pt x="22" y="25615"/>
                  </a:lnTo>
                  <a:lnTo>
                    <a:pt x="45" y="26044"/>
                  </a:lnTo>
                  <a:lnTo>
                    <a:pt x="75" y="26473"/>
                  </a:lnTo>
                  <a:lnTo>
                    <a:pt x="112" y="26901"/>
                  </a:lnTo>
                  <a:lnTo>
                    <a:pt x="157" y="27328"/>
                  </a:lnTo>
                  <a:lnTo>
                    <a:pt x="210" y="27754"/>
                  </a:lnTo>
                  <a:lnTo>
                    <a:pt x="270" y="28179"/>
                  </a:lnTo>
                  <a:lnTo>
                    <a:pt x="337" y="28604"/>
                  </a:lnTo>
                  <a:lnTo>
                    <a:pt x="412" y="29027"/>
                  </a:lnTo>
                  <a:lnTo>
                    <a:pt x="494" y="29448"/>
                  </a:lnTo>
                  <a:lnTo>
                    <a:pt x="584" y="29868"/>
                  </a:lnTo>
                  <a:lnTo>
                    <a:pt x="680" y="30287"/>
                  </a:lnTo>
                  <a:lnTo>
                    <a:pt x="785" y="30704"/>
                  </a:lnTo>
                  <a:lnTo>
                    <a:pt x="896" y="31118"/>
                  </a:lnTo>
                  <a:lnTo>
                    <a:pt x="1015" y="31531"/>
                  </a:lnTo>
                  <a:lnTo>
                    <a:pt x="1141" y="31942"/>
                  </a:lnTo>
                  <a:lnTo>
                    <a:pt x="1274" y="32350"/>
                  </a:lnTo>
                  <a:lnTo>
                    <a:pt x="1414" y="32756"/>
                  </a:lnTo>
                  <a:lnTo>
                    <a:pt x="1561" y="33160"/>
                  </a:lnTo>
                  <a:lnTo>
                    <a:pt x="1716" y="33561"/>
                  </a:lnTo>
                  <a:lnTo>
                    <a:pt x="1877" y="33959"/>
                  </a:lnTo>
                  <a:lnTo>
                    <a:pt x="2045" y="34354"/>
                  </a:lnTo>
                  <a:lnTo>
                    <a:pt x="2220" y="34746"/>
                  </a:lnTo>
                  <a:lnTo>
                    <a:pt x="2402" y="35135"/>
                  </a:lnTo>
                  <a:lnTo>
                    <a:pt x="2591" y="35521"/>
                  </a:lnTo>
                  <a:lnTo>
                    <a:pt x="2787" y="35903"/>
                  </a:lnTo>
                  <a:lnTo>
                    <a:pt x="2989" y="36282"/>
                  </a:lnTo>
                  <a:lnTo>
                    <a:pt x="3198" y="36658"/>
                  </a:lnTo>
                  <a:lnTo>
                    <a:pt x="3413" y="37029"/>
                  </a:lnTo>
                  <a:lnTo>
                    <a:pt x="3635" y="37397"/>
                  </a:lnTo>
                  <a:lnTo>
                    <a:pt x="3863" y="37761"/>
                  </a:lnTo>
                  <a:lnTo>
                    <a:pt x="4098" y="38121"/>
                  </a:lnTo>
                  <a:lnTo>
                    <a:pt x="4338" y="38477"/>
                  </a:lnTo>
                  <a:lnTo>
                    <a:pt x="4585" y="38828"/>
                  </a:lnTo>
                  <a:lnTo>
                    <a:pt x="4838" y="39175"/>
                  </a:lnTo>
                  <a:lnTo>
                    <a:pt x="5097" y="39518"/>
                  </a:lnTo>
                  <a:lnTo>
                    <a:pt x="5363" y="39856"/>
                  </a:lnTo>
                  <a:lnTo>
                    <a:pt x="5633" y="40189"/>
                  </a:lnTo>
                  <a:lnTo>
                    <a:pt x="5910" y="40518"/>
                  </a:lnTo>
                  <a:lnTo>
                    <a:pt x="6193" y="40841"/>
                  </a:lnTo>
                  <a:lnTo>
                    <a:pt x="6481" y="41160"/>
                  </a:lnTo>
                  <a:lnTo>
                    <a:pt x="6774" y="41473"/>
                  </a:lnTo>
                  <a:lnTo>
                    <a:pt x="7073" y="41782"/>
                  </a:lnTo>
                  <a:lnTo>
                    <a:pt x="7378" y="42085"/>
                  </a:lnTo>
                  <a:lnTo>
                    <a:pt x="7687" y="42382"/>
                  </a:lnTo>
                  <a:lnTo>
                    <a:pt x="8002" y="42675"/>
                  </a:lnTo>
                  <a:lnTo>
                    <a:pt x="8322" y="42961"/>
                  </a:lnTo>
                  <a:lnTo>
                    <a:pt x="8647" y="43242"/>
                  </a:lnTo>
                  <a:lnTo>
                    <a:pt x="8977" y="43518"/>
                  </a:lnTo>
                  <a:lnTo>
                    <a:pt x="9311" y="43787"/>
                  </a:lnTo>
                  <a:lnTo>
                    <a:pt x="9650" y="44051"/>
                  </a:lnTo>
                  <a:lnTo>
                    <a:pt x="9994" y="44308"/>
                  </a:lnTo>
                  <a:lnTo>
                    <a:pt x="10342" y="44560"/>
                  </a:lnTo>
                  <a:lnTo>
                    <a:pt x="10695" y="44805"/>
                  </a:lnTo>
                  <a:lnTo>
                    <a:pt x="11051" y="45045"/>
                  </a:lnTo>
                  <a:lnTo>
                    <a:pt x="11412" y="45278"/>
                  </a:lnTo>
                  <a:lnTo>
                    <a:pt x="11777" y="45504"/>
                  </a:lnTo>
                  <a:lnTo>
                    <a:pt x="12146" y="45724"/>
                  </a:lnTo>
                  <a:lnTo>
                    <a:pt x="12519" y="45938"/>
                  </a:lnTo>
                  <a:lnTo>
                    <a:pt x="12895" y="46145"/>
                  </a:lnTo>
                  <a:lnTo>
                    <a:pt x="13275" y="46346"/>
                  </a:lnTo>
                  <a:lnTo>
                    <a:pt x="13658" y="46539"/>
                  </a:lnTo>
                  <a:lnTo>
                    <a:pt x="14045" y="46727"/>
                  </a:lnTo>
                  <a:lnTo>
                    <a:pt x="14435" y="46907"/>
                  </a:lnTo>
                  <a:lnTo>
                    <a:pt x="14828" y="47080"/>
                  </a:lnTo>
                  <a:lnTo>
                    <a:pt x="15224" y="47247"/>
                  </a:lnTo>
                  <a:lnTo>
                    <a:pt x="15622" y="47406"/>
                  </a:lnTo>
                  <a:lnTo>
                    <a:pt x="16024" y="47559"/>
                  </a:lnTo>
                  <a:lnTo>
                    <a:pt x="16428" y="47705"/>
                  </a:lnTo>
                  <a:lnTo>
                    <a:pt x="16835" y="47843"/>
                  </a:lnTo>
                  <a:lnTo>
                    <a:pt x="17244" y="47974"/>
                  </a:lnTo>
                  <a:lnTo>
                    <a:pt x="17655" y="48098"/>
                  </a:lnTo>
                  <a:lnTo>
                    <a:pt x="18068" y="48215"/>
                  </a:lnTo>
                  <a:lnTo>
                    <a:pt x="18483" y="48325"/>
                  </a:lnTo>
                  <a:lnTo>
                    <a:pt x="18901" y="48427"/>
                  </a:lnTo>
                  <a:lnTo>
                    <a:pt x="19319" y="48522"/>
                  </a:lnTo>
                  <a:lnTo>
                    <a:pt x="19740" y="48610"/>
                  </a:lnTo>
                  <a:lnTo>
                    <a:pt x="20162" y="48690"/>
                  </a:lnTo>
                  <a:lnTo>
                    <a:pt x="20585" y="48763"/>
                  </a:lnTo>
                  <a:lnTo>
                    <a:pt x="21010" y="48829"/>
                  </a:lnTo>
                  <a:lnTo>
                    <a:pt x="21435" y="48887"/>
                  </a:lnTo>
                  <a:lnTo>
                    <a:pt x="21862" y="48938"/>
                  </a:lnTo>
                  <a:lnTo>
                    <a:pt x="22289" y="48981"/>
                  </a:lnTo>
                  <a:lnTo>
                    <a:pt x="22717" y="49016"/>
                  </a:lnTo>
                  <a:lnTo>
                    <a:pt x="23146" y="49045"/>
                  </a:lnTo>
                  <a:lnTo>
                    <a:pt x="23575" y="49065"/>
                  </a:lnTo>
                  <a:lnTo>
                    <a:pt x="24004" y="49078"/>
                  </a:lnTo>
                  <a:lnTo>
                    <a:pt x="24434" y="49084"/>
                  </a:lnTo>
                  <a:lnTo>
                    <a:pt x="24863" y="49082"/>
                  </a:lnTo>
                  <a:lnTo>
                    <a:pt x="25293" y="49073"/>
                  </a:lnTo>
                  <a:lnTo>
                    <a:pt x="25722" y="49056"/>
                  </a:lnTo>
                  <a:lnTo>
                    <a:pt x="26151" y="49032"/>
                  </a:lnTo>
                  <a:lnTo>
                    <a:pt x="26579" y="49000"/>
                  </a:lnTo>
                  <a:lnTo>
                    <a:pt x="27007" y="48960"/>
                  </a:lnTo>
                  <a:lnTo>
                    <a:pt x="27434" y="48913"/>
                  </a:lnTo>
                  <a:lnTo>
                    <a:pt x="27860" y="48859"/>
                  </a:lnTo>
                  <a:lnTo>
                    <a:pt x="28285" y="48797"/>
                  </a:lnTo>
                  <a:lnTo>
                    <a:pt x="28709" y="48728"/>
                  </a:lnTo>
                  <a:lnTo>
                    <a:pt x="29131" y="48651"/>
                  </a:lnTo>
                  <a:lnTo>
                    <a:pt x="29553" y="48567"/>
                  </a:lnTo>
                  <a:lnTo>
                    <a:pt x="29972" y="48476"/>
                  </a:lnTo>
                  <a:lnTo>
                    <a:pt x="30390" y="48377"/>
                  </a:lnTo>
                  <a:lnTo>
                    <a:pt x="30807" y="48271"/>
                  </a:lnTo>
                  <a:lnTo>
                    <a:pt x="31221" y="48158"/>
                  </a:lnTo>
                  <a:lnTo>
                    <a:pt x="31633" y="48037"/>
                  </a:lnTo>
                  <a:lnTo>
                    <a:pt x="32043" y="47910"/>
                  </a:lnTo>
                  <a:lnTo>
                    <a:pt x="32451" y="47775"/>
                  </a:lnTo>
                  <a:lnTo>
                    <a:pt x="32857" y="47633"/>
                  </a:lnTo>
                  <a:lnTo>
                    <a:pt x="33259" y="47484"/>
                  </a:lnTo>
                  <a:lnTo>
                    <a:pt x="33660" y="47328"/>
                  </a:lnTo>
                  <a:lnTo>
                    <a:pt x="34057" y="47164"/>
                  </a:lnTo>
                  <a:lnTo>
                    <a:pt x="34451" y="46994"/>
                  </a:lnTo>
                  <a:lnTo>
                    <a:pt x="34843" y="46818"/>
                  </a:lnTo>
                  <a:lnTo>
                    <a:pt x="35231" y="46634"/>
                  </a:lnTo>
                  <a:lnTo>
                    <a:pt x="35616" y="46443"/>
                  </a:lnTo>
                  <a:lnTo>
                    <a:pt x="35998" y="46246"/>
                  </a:lnTo>
                  <a:lnTo>
                    <a:pt x="36376" y="46042"/>
                  </a:lnTo>
                  <a:lnTo>
                    <a:pt x="36750" y="45832"/>
                  </a:lnTo>
                  <a:lnTo>
                    <a:pt x="37121" y="45615"/>
                  </a:lnTo>
                  <a:lnTo>
                    <a:pt x="37488" y="45392"/>
                  </a:lnTo>
                  <a:lnTo>
                    <a:pt x="37851" y="45162"/>
                  </a:lnTo>
                  <a:lnTo>
                    <a:pt x="38210" y="44926"/>
                  </a:lnTo>
                  <a:lnTo>
                    <a:pt x="38564" y="44683"/>
                  </a:lnTo>
                  <a:lnTo>
                    <a:pt x="38915" y="44435"/>
                  </a:lnTo>
                  <a:lnTo>
                    <a:pt x="39261" y="44180"/>
                  </a:lnTo>
                  <a:lnTo>
                    <a:pt x="39602" y="43920"/>
                  </a:lnTo>
                  <a:lnTo>
                    <a:pt x="39939" y="43653"/>
                  </a:lnTo>
                  <a:lnTo>
                    <a:pt x="40271" y="43381"/>
                  </a:lnTo>
                  <a:lnTo>
                    <a:pt x="40598" y="43103"/>
                  </a:lnTo>
                  <a:lnTo>
                    <a:pt x="40921" y="42819"/>
                  </a:lnTo>
                  <a:lnTo>
                    <a:pt x="41238" y="42529"/>
                  </a:lnTo>
                  <a:lnTo>
                    <a:pt x="41550" y="42234"/>
                  </a:lnTo>
                  <a:lnTo>
                    <a:pt x="41857" y="41934"/>
                  </a:lnTo>
                  <a:lnTo>
                    <a:pt x="42159" y="41628"/>
                  </a:lnTo>
                  <a:lnTo>
                    <a:pt x="42455" y="41317"/>
                  </a:lnTo>
                  <a:lnTo>
                    <a:pt x="42746" y="41001"/>
                  </a:lnTo>
                  <a:lnTo>
                    <a:pt x="43031" y="40680"/>
                  </a:lnTo>
                  <a:lnTo>
                    <a:pt x="43311" y="40354"/>
                  </a:lnTo>
                  <a:lnTo>
                    <a:pt x="43585" y="40023"/>
                  </a:lnTo>
                  <a:lnTo>
                    <a:pt x="43853" y="39687"/>
                  </a:lnTo>
                  <a:lnTo>
                    <a:pt x="44115" y="39347"/>
                  </a:lnTo>
                  <a:lnTo>
                    <a:pt x="44371" y="39002"/>
                  </a:lnTo>
                  <a:lnTo>
                    <a:pt x="44621" y="38653"/>
                  </a:lnTo>
                  <a:lnTo>
                    <a:pt x="44865" y="38299"/>
                  </a:lnTo>
                  <a:lnTo>
                    <a:pt x="45103" y="37942"/>
                  </a:lnTo>
                  <a:lnTo>
                    <a:pt x="45334" y="37580"/>
                  </a:lnTo>
                  <a:lnTo>
                    <a:pt x="45559" y="37214"/>
                  </a:lnTo>
                  <a:lnTo>
                    <a:pt x="45778" y="36844"/>
                  </a:lnTo>
                  <a:lnTo>
                    <a:pt x="45990" y="36471"/>
                  </a:lnTo>
                  <a:lnTo>
                    <a:pt x="46195" y="36093"/>
                  </a:lnTo>
                  <a:lnTo>
                    <a:pt x="46394" y="35713"/>
                  </a:lnTo>
                  <a:lnTo>
                    <a:pt x="46586" y="35328"/>
                  </a:lnTo>
                  <a:lnTo>
                    <a:pt x="46772" y="34941"/>
                  </a:lnTo>
                  <a:lnTo>
                    <a:pt x="46950" y="34550"/>
                  </a:lnTo>
                  <a:lnTo>
                    <a:pt x="47122" y="34157"/>
                  </a:lnTo>
                  <a:lnTo>
                    <a:pt x="47287" y="33760"/>
                  </a:lnTo>
                  <a:lnTo>
                    <a:pt x="47445" y="33360"/>
                  </a:lnTo>
                  <a:lnTo>
                    <a:pt x="47595" y="32958"/>
                  </a:lnTo>
                  <a:lnTo>
                    <a:pt x="47739" y="32554"/>
                  </a:lnTo>
                  <a:lnTo>
                    <a:pt x="47876" y="32146"/>
                  </a:lnTo>
                  <a:lnTo>
                    <a:pt x="48005" y="31737"/>
                  </a:lnTo>
                  <a:lnTo>
                    <a:pt x="48128" y="31325"/>
                  </a:lnTo>
                  <a:lnTo>
                    <a:pt x="48243" y="30911"/>
                  </a:lnTo>
                  <a:lnTo>
                    <a:pt x="48351" y="30495"/>
                  </a:lnTo>
                  <a:lnTo>
                    <a:pt x="48451" y="30078"/>
                  </a:lnTo>
                  <a:lnTo>
                    <a:pt x="48544" y="29658"/>
                  </a:lnTo>
                  <a:lnTo>
                    <a:pt x="48630" y="29238"/>
                  </a:lnTo>
                  <a:lnTo>
                    <a:pt x="48709" y="28815"/>
                  </a:lnTo>
                  <a:lnTo>
                    <a:pt x="48780" y="28392"/>
                  </a:lnTo>
                  <a:lnTo>
                    <a:pt x="48843" y="27967"/>
                  </a:lnTo>
                  <a:lnTo>
                    <a:pt x="48900" y="27541"/>
                  </a:lnTo>
                  <a:lnTo>
                    <a:pt x="48948" y="27114"/>
                  </a:lnTo>
                  <a:lnTo>
                    <a:pt x="48990" y="26687"/>
                  </a:lnTo>
                  <a:lnTo>
                    <a:pt x="49024" y="26259"/>
                  </a:lnTo>
                  <a:lnTo>
                    <a:pt x="49050" y="25830"/>
                  </a:lnTo>
                  <a:lnTo>
                    <a:pt x="49069" y="25401"/>
                  </a:lnTo>
                  <a:lnTo>
                    <a:pt x="49080" y="24971"/>
                  </a:lnTo>
                  <a:lnTo>
                    <a:pt x="49084" y="24542"/>
                  </a:lnTo>
                </a:path>
              </a:pathLst>
            </a:custGeom>
            <a:ln w="13550" cap="flat">
              <a:solidFill>
                <a:srgbClr val="7FC5D8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4437021" y="1239740"/>
              <a:ext cx="269962" cy="269965"/>
            </a:xfrm>
            <a:custGeom>
              <a:avLst/>
              <a:pathLst>
                <a:path w="269962" h="269965">
                  <a:moveTo>
                    <a:pt x="269962" y="134982"/>
                  </a:moveTo>
                  <a:lnTo>
                    <a:pt x="269942" y="132620"/>
                  </a:lnTo>
                  <a:lnTo>
                    <a:pt x="269880" y="130258"/>
                  </a:lnTo>
                  <a:lnTo>
                    <a:pt x="269776" y="127898"/>
                  </a:lnTo>
                  <a:lnTo>
                    <a:pt x="269632" y="125540"/>
                  </a:lnTo>
                  <a:lnTo>
                    <a:pt x="269446" y="123185"/>
                  </a:lnTo>
                  <a:lnTo>
                    <a:pt x="269219" y="120833"/>
                  </a:lnTo>
                  <a:lnTo>
                    <a:pt x="268951" y="118486"/>
                  </a:lnTo>
                  <a:lnTo>
                    <a:pt x="268641" y="116144"/>
                  </a:lnTo>
                  <a:lnTo>
                    <a:pt x="268291" y="113808"/>
                  </a:lnTo>
                  <a:lnTo>
                    <a:pt x="267900" y="111478"/>
                  </a:lnTo>
                  <a:lnTo>
                    <a:pt x="267468" y="109155"/>
                  </a:lnTo>
                  <a:lnTo>
                    <a:pt x="266996" y="106840"/>
                  </a:lnTo>
                  <a:lnTo>
                    <a:pt x="266483" y="104534"/>
                  </a:lnTo>
                  <a:lnTo>
                    <a:pt x="265930" y="102237"/>
                  </a:lnTo>
                  <a:lnTo>
                    <a:pt x="265337" y="99951"/>
                  </a:lnTo>
                  <a:lnTo>
                    <a:pt x="264704" y="97675"/>
                  </a:lnTo>
                  <a:lnTo>
                    <a:pt x="264031" y="95410"/>
                  </a:lnTo>
                  <a:lnTo>
                    <a:pt x="263319" y="93158"/>
                  </a:lnTo>
                  <a:lnTo>
                    <a:pt x="262568" y="90918"/>
                  </a:lnTo>
                  <a:lnTo>
                    <a:pt x="261777" y="88692"/>
                  </a:lnTo>
                  <a:lnTo>
                    <a:pt x="260947" y="86480"/>
                  </a:lnTo>
                  <a:lnTo>
                    <a:pt x="260079" y="84282"/>
                  </a:lnTo>
                  <a:lnTo>
                    <a:pt x="259173" y="82101"/>
                  </a:lnTo>
                  <a:lnTo>
                    <a:pt x="258228" y="79935"/>
                  </a:lnTo>
                  <a:lnTo>
                    <a:pt x="257246" y="77787"/>
                  </a:lnTo>
                  <a:lnTo>
                    <a:pt x="256226" y="75656"/>
                  </a:lnTo>
                  <a:lnTo>
                    <a:pt x="255169" y="73543"/>
                  </a:lnTo>
                  <a:lnTo>
                    <a:pt x="254076" y="71449"/>
                  </a:lnTo>
                  <a:lnTo>
                    <a:pt x="252946" y="69374"/>
                  </a:lnTo>
                  <a:lnTo>
                    <a:pt x="251779" y="67320"/>
                  </a:lnTo>
                  <a:lnTo>
                    <a:pt x="250577" y="65286"/>
                  </a:lnTo>
                  <a:lnTo>
                    <a:pt x="249340" y="63274"/>
                  </a:lnTo>
                  <a:lnTo>
                    <a:pt x="248067" y="61283"/>
                  </a:lnTo>
                  <a:lnTo>
                    <a:pt x="246760" y="59315"/>
                  </a:lnTo>
                  <a:lnTo>
                    <a:pt x="245419" y="57371"/>
                  </a:lnTo>
                  <a:lnTo>
                    <a:pt x="244044" y="55450"/>
                  </a:lnTo>
                  <a:lnTo>
                    <a:pt x="242635" y="53553"/>
                  </a:lnTo>
                  <a:lnTo>
                    <a:pt x="241193" y="51681"/>
                  </a:lnTo>
                  <a:lnTo>
                    <a:pt x="239719" y="49835"/>
                  </a:lnTo>
                  <a:lnTo>
                    <a:pt x="238213" y="48015"/>
                  </a:lnTo>
                  <a:lnTo>
                    <a:pt x="236675" y="46222"/>
                  </a:lnTo>
                  <a:lnTo>
                    <a:pt x="235106" y="44456"/>
                  </a:lnTo>
                  <a:lnTo>
                    <a:pt x="233507" y="42717"/>
                  </a:lnTo>
                  <a:lnTo>
                    <a:pt x="231877" y="41007"/>
                  </a:lnTo>
                  <a:lnTo>
                    <a:pt x="230217" y="39326"/>
                  </a:lnTo>
                  <a:lnTo>
                    <a:pt x="228529" y="37673"/>
                  </a:lnTo>
                  <a:lnTo>
                    <a:pt x="226811" y="36051"/>
                  </a:lnTo>
                  <a:lnTo>
                    <a:pt x="225066" y="34459"/>
                  </a:lnTo>
                  <a:lnTo>
                    <a:pt x="223293" y="32898"/>
                  </a:lnTo>
                  <a:lnTo>
                    <a:pt x="221493" y="31368"/>
                  </a:lnTo>
                  <a:lnTo>
                    <a:pt x="219666" y="29870"/>
                  </a:lnTo>
                  <a:lnTo>
                    <a:pt x="217814" y="28404"/>
                  </a:lnTo>
                  <a:lnTo>
                    <a:pt x="215936" y="26970"/>
                  </a:lnTo>
                  <a:lnTo>
                    <a:pt x="214033" y="25570"/>
                  </a:lnTo>
                  <a:lnTo>
                    <a:pt x="212106" y="24203"/>
                  </a:lnTo>
                  <a:lnTo>
                    <a:pt x="210155" y="22870"/>
                  </a:lnTo>
                  <a:lnTo>
                    <a:pt x="208182" y="21572"/>
                  </a:lnTo>
                  <a:lnTo>
                    <a:pt x="206186" y="20308"/>
                  </a:lnTo>
                  <a:lnTo>
                    <a:pt x="204168" y="19079"/>
                  </a:lnTo>
                  <a:lnTo>
                    <a:pt x="202129" y="17886"/>
                  </a:lnTo>
                  <a:lnTo>
                    <a:pt x="200069" y="16729"/>
                  </a:lnTo>
                  <a:lnTo>
                    <a:pt x="197990" y="15608"/>
                  </a:lnTo>
                  <a:lnTo>
                    <a:pt x="195891" y="14523"/>
                  </a:lnTo>
                  <a:lnTo>
                    <a:pt x="193774" y="13476"/>
                  </a:lnTo>
                  <a:lnTo>
                    <a:pt x="191638" y="12465"/>
                  </a:lnTo>
                  <a:lnTo>
                    <a:pt x="189485" y="11493"/>
                  </a:lnTo>
                  <a:lnTo>
                    <a:pt x="187316" y="10558"/>
                  </a:lnTo>
                  <a:lnTo>
                    <a:pt x="185130" y="9661"/>
                  </a:lnTo>
                  <a:lnTo>
                    <a:pt x="182929" y="8802"/>
                  </a:lnTo>
                  <a:lnTo>
                    <a:pt x="180714" y="7982"/>
                  </a:lnTo>
                  <a:lnTo>
                    <a:pt x="178484" y="7201"/>
                  </a:lnTo>
                  <a:lnTo>
                    <a:pt x="176241" y="6460"/>
                  </a:lnTo>
                  <a:lnTo>
                    <a:pt x="173985" y="5757"/>
                  </a:lnTo>
                  <a:lnTo>
                    <a:pt x="171718" y="5094"/>
                  </a:lnTo>
                  <a:lnTo>
                    <a:pt x="169439" y="4471"/>
                  </a:lnTo>
                  <a:lnTo>
                    <a:pt x="167150" y="3888"/>
                  </a:lnTo>
                  <a:lnTo>
                    <a:pt x="164851" y="3345"/>
                  </a:lnTo>
                  <a:lnTo>
                    <a:pt x="162542" y="2842"/>
                  </a:lnTo>
                  <a:lnTo>
                    <a:pt x="160225" y="2380"/>
                  </a:lnTo>
                  <a:lnTo>
                    <a:pt x="157901" y="1959"/>
                  </a:lnTo>
                  <a:lnTo>
                    <a:pt x="155569" y="1578"/>
                  </a:lnTo>
                  <a:lnTo>
                    <a:pt x="153231" y="1238"/>
                  </a:lnTo>
                  <a:lnTo>
                    <a:pt x="150888" y="939"/>
                  </a:lnTo>
                  <a:lnTo>
                    <a:pt x="148540" y="681"/>
                  </a:lnTo>
                  <a:lnTo>
                    <a:pt x="146187" y="464"/>
                  </a:lnTo>
                  <a:lnTo>
                    <a:pt x="143831" y="289"/>
                  </a:lnTo>
                  <a:lnTo>
                    <a:pt x="141473" y="155"/>
                  </a:lnTo>
                  <a:lnTo>
                    <a:pt x="139112" y="62"/>
                  </a:lnTo>
                  <a:lnTo>
                    <a:pt x="136750" y="10"/>
                  </a:lnTo>
                  <a:lnTo>
                    <a:pt x="134388" y="0"/>
                  </a:lnTo>
                  <a:lnTo>
                    <a:pt x="132025" y="31"/>
                  </a:lnTo>
                  <a:lnTo>
                    <a:pt x="129664" y="103"/>
                  </a:lnTo>
                  <a:lnTo>
                    <a:pt x="127304" y="217"/>
                  </a:lnTo>
                  <a:lnTo>
                    <a:pt x="124947" y="371"/>
                  </a:lnTo>
                  <a:lnTo>
                    <a:pt x="122593" y="568"/>
                  </a:lnTo>
                  <a:lnTo>
                    <a:pt x="120242" y="805"/>
                  </a:lnTo>
                  <a:lnTo>
                    <a:pt x="117896" y="1083"/>
                  </a:lnTo>
                  <a:lnTo>
                    <a:pt x="115556" y="1403"/>
                  </a:lnTo>
                  <a:lnTo>
                    <a:pt x="113221" y="1763"/>
                  </a:lnTo>
                  <a:lnTo>
                    <a:pt x="110893" y="2164"/>
                  </a:lnTo>
                  <a:lnTo>
                    <a:pt x="108572" y="2606"/>
                  </a:lnTo>
                  <a:lnTo>
                    <a:pt x="106259" y="3089"/>
                  </a:lnTo>
                  <a:lnTo>
                    <a:pt x="103955" y="3612"/>
                  </a:lnTo>
                  <a:lnTo>
                    <a:pt x="101661" y="4175"/>
                  </a:lnTo>
                  <a:lnTo>
                    <a:pt x="99377" y="4778"/>
                  </a:lnTo>
                  <a:lnTo>
                    <a:pt x="97104" y="5421"/>
                  </a:lnTo>
                  <a:lnTo>
                    <a:pt x="94842" y="6103"/>
                  </a:lnTo>
                  <a:lnTo>
                    <a:pt x="92592" y="6826"/>
                  </a:lnTo>
                  <a:lnTo>
                    <a:pt x="90356" y="7587"/>
                  </a:lnTo>
                  <a:lnTo>
                    <a:pt x="88133" y="8387"/>
                  </a:lnTo>
                  <a:lnTo>
                    <a:pt x="85925" y="9227"/>
                  </a:lnTo>
                  <a:lnTo>
                    <a:pt x="83732" y="10104"/>
                  </a:lnTo>
                  <a:lnTo>
                    <a:pt x="81554" y="11020"/>
                  </a:lnTo>
                  <a:lnTo>
                    <a:pt x="79393" y="11974"/>
                  </a:lnTo>
                  <a:lnTo>
                    <a:pt x="77249" y="12966"/>
                  </a:lnTo>
                  <a:lnTo>
                    <a:pt x="75122" y="13995"/>
                  </a:lnTo>
                  <a:lnTo>
                    <a:pt x="73014" y="15061"/>
                  </a:lnTo>
                  <a:lnTo>
                    <a:pt x="70924" y="16164"/>
                  </a:lnTo>
                  <a:lnTo>
                    <a:pt x="68855" y="17303"/>
                  </a:lnTo>
                  <a:lnTo>
                    <a:pt x="66805" y="18478"/>
                  </a:lnTo>
                  <a:lnTo>
                    <a:pt x="64777" y="19689"/>
                  </a:lnTo>
                  <a:lnTo>
                    <a:pt x="62770" y="20936"/>
                  </a:lnTo>
                  <a:lnTo>
                    <a:pt x="60785" y="22217"/>
                  </a:lnTo>
                  <a:lnTo>
                    <a:pt x="58823" y="23532"/>
                  </a:lnTo>
                  <a:lnTo>
                    <a:pt x="56884" y="24882"/>
                  </a:lnTo>
                  <a:lnTo>
                    <a:pt x="54969" y="26266"/>
                  </a:lnTo>
                  <a:lnTo>
                    <a:pt x="53079" y="27683"/>
                  </a:lnTo>
                  <a:lnTo>
                    <a:pt x="51214" y="29133"/>
                  </a:lnTo>
                  <a:lnTo>
                    <a:pt x="49374" y="30615"/>
                  </a:lnTo>
                  <a:lnTo>
                    <a:pt x="47560" y="32129"/>
                  </a:lnTo>
                  <a:lnTo>
                    <a:pt x="45774" y="33675"/>
                  </a:lnTo>
                  <a:lnTo>
                    <a:pt x="44015" y="35251"/>
                  </a:lnTo>
                  <a:lnTo>
                    <a:pt x="42283" y="36858"/>
                  </a:lnTo>
                  <a:lnTo>
                    <a:pt x="40580" y="38496"/>
                  </a:lnTo>
                  <a:lnTo>
                    <a:pt x="38906" y="40163"/>
                  </a:lnTo>
                  <a:lnTo>
                    <a:pt x="37261" y="41858"/>
                  </a:lnTo>
                  <a:lnTo>
                    <a:pt x="35646" y="43583"/>
                  </a:lnTo>
                  <a:lnTo>
                    <a:pt x="34062" y="45335"/>
                  </a:lnTo>
                  <a:lnTo>
                    <a:pt x="32508" y="47115"/>
                  </a:lnTo>
                  <a:lnTo>
                    <a:pt x="30986" y="48922"/>
                  </a:lnTo>
                  <a:lnTo>
                    <a:pt x="29496" y="50755"/>
                  </a:lnTo>
                  <a:lnTo>
                    <a:pt x="28038" y="52614"/>
                  </a:lnTo>
                  <a:lnTo>
                    <a:pt x="26613" y="54498"/>
                  </a:lnTo>
                  <a:lnTo>
                    <a:pt x="25221" y="56407"/>
                  </a:lnTo>
                  <a:lnTo>
                    <a:pt x="23863" y="58340"/>
                  </a:lnTo>
                  <a:lnTo>
                    <a:pt x="22539" y="60296"/>
                  </a:lnTo>
                  <a:lnTo>
                    <a:pt x="21249" y="62276"/>
                  </a:lnTo>
                  <a:lnTo>
                    <a:pt x="19994" y="64277"/>
                  </a:lnTo>
                  <a:lnTo>
                    <a:pt x="18774" y="66300"/>
                  </a:lnTo>
                  <a:lnTo>
                    <a:pt x="17590" y="68344"/>
                  </a:lnTo>
                  <a:lnTo>
                    <a:pt x="16441" y="70409"/>
                  </a:lnTo>
                  <a:lnTo>
                    <a:pt x="15329" y="72493"/>
                  </a:lnTo>
                  <a:lnTo>
                    <a:pt x="14254" y="74597"/>
                  </a:lnTo>
                  <a:lnTo>
                    <a:pt x="13216" y="76719"/>
                  </a:lnTo>
                  <a:lnTo>
                    <a:pt x="12215" y="78859"/>
                  </a:lnTo>
                  <a:lnTo>
                    <a:pt x="11251" y="81016"/>
                  </a:lnTo>
                  <a:lnTo>
                    <a:pt x="10326" y="83190"/>
                  </a:lnTo>
                  <a:lnTo>
                    <a:pt x="9439" y="85379"/>
                  </a:lnTo>
                  <a:lnTo>
                    <a:pt x="8590" y="87584"/>
                  </a:lnTo>
                  <a:lnTo>
                    <a:pt x="7780" y="89803"/>
                  </a:lnTo>
                  <a:lnTo>
                    <a:pt x="7008" y="92036"/>
                  </a:lnTo>
                  <a:lnTo>
                    <a:pt x="6276" y="94282"/>
                  </a:lnTo>
                  <a:lnTo>
                    <a:pt x="5584" y="96541"/>
                  </a:lnTo>
                  <a:lnTo>
                    <a:pt x="4931" y="98811"/>
                  </a:lnTo>
                  <a:lnTo>
                    <a:pt x="4318" y="101093"/>
                  </a:lnTo>
                  <a:lnTo>
                    <a:pt x="3745" y="103385"/>
                  </a:lnTo>
                  <a:lnTo>
                    <a:pt x="3212" y="105686"/>
                  </a:lnTo>
                  <a:lnTo>
                    <a:pt x="2719" y="107997"/>
                  </a:lnTo>
                  <a:lnTo>
                    <a:pt x="2267" y="110316"/>
                  </a:lnTo>
                  <a:lnTo>
                    <a:pt x="1856" y="112642"/>
                  </a:lnTo>
                  <a:lnTo>
                    <a:pt x="1485" y="114975"/>
                  </a:lnTo>
                  <a:lnTo>
                    <a:pt x="1156" y="117314"/>
                  </a:lnTo>
                  <a:lnTo>
                    <a:pt x="867" y="119659"/>
                  </a:lnTo>
                  <a:lnTo>
                    <a:pt x="619" y="122009"/>
                  </a:lnTo>
                  <a:lnTo>
                    <a:pt x="413" y="124362"/>
                  </a:lnTo>
                  <a:lnTo>
                    <a:pt x="248" y="126719"/>
                  </a:lnTo>
                  <a:lnTo>
                    <a:pt x="124" y="129078"/>
                  </a:lnTo>
                  <a:lnTo>
                    <a:pt x="41" y="131439"/>
                  </a:lnTo>
                  <a:lnTo>
                    <a:pt x="0" y="133801"/>
                  </a:lnTo>
                  <a:lnTo>
                    <a:pt x="0" y="136163"/>
                  </a:lnTo>
                  <a:lnTo>
                    <a:pt x="41" y="138525"/>
                  </a:lnTo>
                  <a:lnTo>
                    <a:pt x="124" y="140886"/>
                  </a:lnTo>
                  <a:lnTo>
                    <a:pt x="248" y="143246"/>
                  </a:lnTo>
                  <a:lnTo>
                    <a:pt x="413" y="145602"/>
                  </a:lnTo>
                  <a:lnTo>
                    <a:pt x="619" y="147956"/>
                  </a:lnTo>
                  <a:lnTo>
                    <a:pt x="867" y="150305"/>
                  </a:lnTo>
                  <a:lnTo>
                    <a:pt x="1156" y="152650"/>
                  </a:lnTo>
                  <a:lnTo>
                    <a:pt x="1485" y="154989"/>
                  </a:lnTo>
                  <a:lnTo>
                    <a:pt x="1856" y="157322"/>
                  </a:lnTo>
                  <a:lnTo>
                    <a:pt x="2267" y="159649"/>
                  </a:lnTo>
                  <a:lnTo>
                    <a:pt x="2719" y="161968"/>
                  </a:lnTo>
                  <a:lnTo>
                    <a:pt x="3212" y="164278"/>
                  </a:lnTo>
                  <a:lnTo>
                    <a:pt x="3745" y="166580"/>
                  </a:lnTo>
                  <a:lnTo>
                    <a:pt x="4318" y="168872"/>
                  </a:lnTo>
                  <a:lnTo>
                    <a:pt x="4931" y="171153"/>
                  </a:lnTo>
                  <a:lnTo>
                    <a:pt x="5584" y="173424"/>
                  </a:lnTo>
                  <a:lnTo>
                    <a:pt x="6276" y="175682"/>
                  </a:lnTo>
                  <a:lnTo>
                    <a:pt x="7008" y="177928"/>
                  </a:lnTo>
                  <a:lnTo>
                    <a:pt x="7780" y="180161"/>
                  </a:lnTo>
                  <a:lnTo>
                    <a:pt x="8590" y="182381"/>
                  </a:lnTo>
                  <a:lnTo>
                    <a:pt x="9439" y="184585"/>
                  </a:lnTo>
                  <a:lnTo>
                    <a:pt x="10326" y="186775"/>
                  </a:lnTo>
                  <a:lnTo>
                    <a:pt x="11251" y="188948"/>
                  </a:lnTo>
                  <a:lnTo>
                    <a:pt x="12215" y="191105"/>
                  </a:lnTo>
                  <a:lnTo>
                    <a:pt x="13216" y="193245"/>
                  </a:lnTo>
                  <a:lnTo>
                    <a:pt x="14254" y="195367"/>
                  </a:lnTo>
                  <a:lnTo>
                    <a:pt x="15329" y="197471"/>
                  </a:lnTo>
                  <a:lnTo>
                    <a:pt x="16441" y="199555"/>
                  </a:lnTo>
                  <a:lnTo>
                    <a:pt x="17590" y="201620"/>
                  </a:lnTo>
                  <a:lnTo>
                    <a:pt x="18774" y="203664"/>
                  </a:lnTo>
                  <a:lnTo>
                    <a:pt x="19994" y="205687"/>
                  </a:lnTo>
                  <a:lnTo>
                    <a:pt x="21249" y="207689"/>
                  </a:lnTo>
                  <a:lnTo>
                    <a:pt x="22539" y="209668"/>
                  </a:lnTo>
                  <a:lnTo>
                    <a:pt x="23863" y="211624"/>
                  </a:lnTo>
                  <a:lnTo>
                    <a:pt x="25221" y="213557"/>
                  </a:lnTo>
                  <a:lnTo>
                    <a:pt x="26613" y="215466"/>
                  </a:lnTo>
                  <a:lnTo>
                    <a:pt x="28038" y="217350"/>
                  </a:lnTo>
                  <a:lnTo>
                    <a:pt x="29496" y="219209"/>
                  </a:lnTo>
                  <a:lnTo>
                    <a:pt x="30986" y="221042"/>
                  </a:lnTo>
                  <a:lnTo>
                    <a:pt x="32508" y="222849"/>
                  </a:lnTo>
                  <a:lnTo>
                    <a:pt x="34062" y="224629"/>
                  </a:lnTo>
                  <a:lnTo>
                    <a:pt x="35646" y="226381"/>
                  </a:lnTo>
                  <a:lnTo>
                    <a:pt x="37261" y="228106"/>
                  </a:lnTo>
                  <a:lnTo>
                    <a:pt x="38906" y="229802"/>
                  </a:lnTo>
                  <a:lnTo>
                    <a:pt x="40580" y="231469"/>
                  </a:lnTo>
                  <a:lnTo>
                    <a:pt x="42283" y="233106"/>
                  </a:lnTo>
                  <a:lnTo>
                    <a:pt x="44015" y="234713"/>
                  </a:lnTo>
                  <a:lnTo>
                    <a:pt x="45774" y="236290"/>
                  </a:lnTo>
                  <a:lnTo>
                    <a:pt x="47560" y="237835"/>
                  </a:lnTo>
                  <a:lnTo>
                    <a:pt x="49374" y="239350"/>
                  </a:lnTo>
                  <a:lnTo>
                    <a:pt x="51214" y="240832"/>
                  </a:lnTo>
                  <a:lnTo>
                    <a:pt x="53079" y="242282"/>
                  </a:lnTo>
                  <a:lnTo>
                    <a:pt x="54969" y="243698"/>
                  </a:lnTo>
                  <a:lnTo>
                    <a:pt x="56884" y="245082"/>
                  </a:lnTo>
                  <a:lnTo>
                    <a:pt x="58823" y="246432"/>
                  </a:lnTo>
                  <a:lnTo>
                    <a:pt x="60785" y="247748"/>
                  </a:lnTo>
                  <a:lnTo>
                    <a:pt x="62770" y="249029"/>
                  </a:lnTo>
                  <a:lnTo>
                    <a:pt x="64777" y="250275"/>
                  </a:lnTo>
                  <a:lnTo>
                    <a:pt x="66805" y="251486"/>
                  </a:lnTo>
                  <a:lnTo>
                    <a:pt x="68855" y="252661"/>
                  </a:lnTo>
                  <a:lnTo>
                    <a:pt x="70924" y="253800"/>
                  </a:lnTo>
                  <a:lnTo>
                    <a:pt x="73014" y="254903"/>
                  </a:lnTo>
                  <a:lnTo>
                    <a:pt x="75122" y="255969"/>
                  </a:lnTo>
                  <a:lnTo>
                    <a:pt x="77249" y="256998"/>
                  </a:lnTo>
                  <a:lnTo>
                    <a:pt x="79393" y="257990"/>
                  </a:lnTo>
                  <a:lnTo>
                    <a:pt x="81554" y="258944"/>
                  </a:lnTo>
                  <a:lnTo>
                    <a:pt x="83732" y="259860"/>
                  </a:lnTo>
                  <a:lnTo>
                    <a:pt x="85925" y="260738"/>
                  </a:lnTo>
                  <a:lnTo>
                    <a:pt x="88133" y="261577"/>
                  </a:lnTo>
                  <a:lnTo>
                    <a:pt x="90356" y="262377"/>
                  </a:lnTo>
                  <a:lnTo>
                    <a:pt x="92592" y="263139"/>
                  </a:lnTo>
                  <a:lnTo>
                    <a:pt x="94842" y="263861"/>
                  </a:lnTo>
                  <a:lnTo>
                    <a:pt x="97104" y="264544"/>
                  </a:lnTo>
                  <a:lnTo>
                    <a:pt x="99377" y="265187"/>
                  </a:lnTo>
                  <a:lnTo>
                    <a:pt x="101661" y="265790"/>
                  </a:lnTo>
                  <a:lnTo>
                    <a:pt x="103955" y="266353"/>
                  </a:lnTo>
                  <a:lnTo>
                    <a:pt x="106259" y="266876"/>
                  </a:lnTo>
                  <a:lnTo>
                    <a:pt x="108572" y="267358"/>
                  </a:lnTo>
                  <a:lnTo>
                    <a:pt x="110893" y="267800"/>
                  </a:lnTo>
                  <a:lnTo>
                    <a:pt x="113221" y="268201"/>
                  </a:lnTo>
                  <a:lnTo>
                    <a:pt x="115556" y="268561"/>
                  </a:lnTo>
                  <a:lnTo>
                    <a:pt x="117896" y="268881"/>
                  </a:lnTo>
                  <a:lnTo>
                    <a:pt x="120242" y="269159"/>
                  </a:lnTo>
                  <a:lnTo>
                    <a:pt x="122593" y="269397"/>
                  </a:lnTo>
                  <a:lnTo>
                    <a:pt x="124947" y="269593"/>
                  </a:lnTo>
                  <a:lnTo>
                    <a:pt x="127304" y="269748"/>
                  </a:lnTo>
                  <a:lnTo>
                    <a:pt x="129664" y="269862"/>
                  </a:lnTo>
                  <a:lnTo>
                    <a:pt x="132025" y="269934"/>
                  </a:lnTo>
                  <a:lnTo>
                    <a:pt x="134388" y="269965"/>
                  </a:lnTo>
                  <a:lnTo>
                    <a:pt x="136750" y="269955"/>
                  </a:lnTo>
                  <a:lnTo>
                    <a:pt x="139112" y="269903"/>
                  </a:lnTo>
                  <a:lnTo>
                    <a:pt x="141473" y="269810"/>
                  </a:lnTo>
                  <a:lnTo>
                    <a:pt x="143831" y="269676"/>
                  </a:lnTo>
                  <a:lnTo>
                    <a:pt x="146187" y="269500"/>
                  </a:lnTo>
                  <a:lnTo>
                    <a:pt x="148540" y="269283"/>
                  </a:lnTo>
                  <a:lnTo>
                    <a:pt x="150888" y="269025"/>
                  </a:lnTo>
                  <a:lnTo>
                    <a:pt x="153231" y="268726"/>
                  </a:lnTo>
                  <a:lnTo>
                    <a:pt x="155569" y="268386"/>
                  </a:lnTo>
                  <a:lnTo>
                    <a:pt x="157901" y="268006"/>
                  </a:lnTo>
                  <a:lnTo>
                    <a:pt x="160225" y="267584"/>
                  </a:lnTo>
                  <a:lnTo>
                    <a:pt x="162542" y="267122"/>
                  </a:lnTo>
                  <a:lnTo>
                    <a:pt x="164851" y="266619"/>
                  </a:lnTo>
                  <a:lnTo>
                    <a:pt x="167150" y="266076"/>
                  </a:lnTo>
                  <a:lnTo>
                    <a:pt x="169439" y="265493"/>
                  </a:lnTo>
                  <a:lnTo>
                    <a:pt x="171718" y="264870"/>
                  </a:lnTo>
                  <a:lnTo>
                    <a:pt x="173985" y="264207"/>
                  </a:lnTo>
                  <a:lnTo>
                    <a:pt x="176241" y="263505"/>
                  </a:lnTo>
                  <a:lnTo>
                    <a:pt x="178484" y="262763"/>
                  </a:lnTo>
                  <a:lnTo>
                    <a:pt x="180714" y="261982"/>
                  </a:lnTo>
                  <a:lnTo>
                    <a:pt x="182929" y="261162"/>
                  </a:lnTo>
                  <a:lnTo>
                    <a:pt x="185130" y="260304"/>
                  </a:lnTo>
                  <a:lnTo>
                    <a:pt x="187316" y="259407"/>
                  </a:lnTo>
                  <a:lnTo>
                    <a:pt x="189485" y="258472"/>
                  </a:lnTo>
                  <a:lnTo>
                    <a:pt x="191638" y="257499"/>
                  </a:lnTo>
                  <a:lnTo>
                    <a:pt x="193774" y="256489"/>
                  </a:lnTo>
                  <a:lnTo>
                    <a:pt x="195891" y="255441"/>
                  </a:lnTo>
                  <a:lnTo>
                    <a:pt x="197990" y="254356"/>
                  </a:lnTo>
                  <a:lnTo>
                    <a:pt x="200069" y="253235"/>
                  </a:lnTo>
                  <a:lnTo>
                    <a:pt x="202129" y="252078"/>
                  </a:lnTo>
                  <a:lnTo>
                    <a:pt x="204168" y="250885"/>
                  </a:lnTo>
                  <a:lnTo>
                    <a:pt x="206186" y="249656"/>
                  </a:lnTo>
                  <a:lnTo>
                    <a:pt x="208182" y="248393"/>
                  </a:lnTo>
                  <a:lnTo>
                    <a:pt x="210155" y="247094"/>
                  </a:lnTo>
                  <a:lnTo>
                    <a:pt x="212106" y="245761"/>
                  </a:lnTo>
                  <a:lnTo>
                    <a:pt x="214033" y="244394"/>
                  </a:lnTo>
                  <a:lnTo>
                    <a:pt x="215936" y="242994"/>
                  </a:lnTo>
                  <a:lnTo>
                    <a:pt x="217814" y="241561"/>
                  </a:lnTo>
                  <a:lnTo>
                    <a:pt x="219666" y="240095"/>
                  </a:lnTo>
                  <a:lnTo>
                    <a:pt x="221493" y="238597"/>
                  </a:lnTo>
                  <a:lnTo>
                    <a:pt x="223293" y="237067"/>
                  </a:lnTo>
                  <a:lnTo>
                    <a:pt x="225066" y="235505"/>
                  </a:lnTo>
                  <a:lnTo>
                    <a:pt x="226811" y="233913"/>
                  </a:lnTo>
                  <a:lnTo>
                    <a:pt x="228529" y="232291"/>
                  </a:lnTo>
                  <a:lnTo>
                    <a:pt x="230217" y="230639"/>
                  </a:lnTo>
                  <a:lnTo>
                    <a:pt x="231877" y="228957"/>
                  </a:lnTo>
                  <a:lnTo>
                    <a:pt x="233507" y="227247"/>
                  </a:lnTo>
                  <a:lnTo>
                    <a:pt x="235106" y="225509"/>
                  </a:lnTo>
                  <a:lnTo>
                    <a:pt x="236675" y="223743"/>
                  </a:lnTo>
                  <a:lnTo>
                    <a:pt x="238213" y="221949"/>
                  </a:lnTo>
                  <a:lnTo>
                    <a:pt x="239719" y="220129"/>
                  </a:lnTo>
                  <a:lnTo>
                    <a:pt x="241193" y="218283"/>
                  </a:lnTo>
                  <a:lnTo>
                    <a:pt x="242635" y="216411"/>
                  </a:lnTo>
                  <a:lnTo>
                    <a:pt x="244044" y="214515"/>
                  </a:lnTo>
                  <a:lnTo>
                    <a:pt x="245419" y="212594"/>
                  </a:lnTo>
                  <a:lnTo>
                    <a:pt x="246760" y="210649"/>
                  </a:lnTo>
                  <a:lnTo>
                    <a:pt x="248067" y="208681"/>
                  </a:lnTo>
                  <a:lnTo>
                    <a:pt x="249340" y="206691"/>
                  </a:lnTo>
                  <a:lnTo>
                    <a:pt x="250577" y="204678"/>
                  </a:lnTo>
                  <a:lnTo>
                    <a:pt x="251779" y="202645"/>
                  </a:lnTo>
                  <a:lnTo>
                    <a:pt x="252946" y="200590"/>
                  </a:lnTo>
                  <a:lnTo>
                    <a:pt x="254076" y="198516"/>
                  </a:lnTo>
                  <a:lnTo>
                    <a:pt x="255169" y="196421"/>
                  </a:lnTo>
                  <a:lnTo>
                    <a:pt x="256226" y="194309"/>
                  </a:lnTo>
                  <a:lnTo>
                    <a:pt x="257246" y="192178"/>
                  </a:lnTo>
                  <a:lnTo>
                    <a:pt x="258228" y="190029"/>
                  </a:lnTo>
                  <a:lnTo>
                    <a:pt x="259173" y="187864"/>
                  </a:lnTo>
                  <a:lnTo>
                    <a:pt x="260079" y="185682"/>
                  </a:lnTo>
                  <a:lnTo>
                    <a:pt x="260947" y="183485"/>
                  </a:lnTo>
                  <a:lnTo>
                    <a:pt x="261777" y="181273"/>
                  </a:lnTo>
                  <a:lnTo>
                    <a:pt x="262568" y="179047"/>
                  </a:lnTo>
                  <a:lnTo>
                    <a:pt x="263319" y="176807"/>
                  </a:lnTo>
                  <a:lnTo>
                    <a:pt x="264031" y="174554"/>
                  </a:lnTo>
                  <a:lnTo>
                    <a:pt x="264704" y="172290"/>
                  </a:lnTo>
                  <a:lnTo>
                    <a:pt x="265337" y="170014"/>
                  </a:lnTo>
                  <a:lnTo>
                    <a:pt x="265930" y="167727"/>
                  </a:lnTo>
                  <a:lnTo>
                    <a:pt x="266483" y="165430"/>
                  </a:lnTo>
                  <a:lnTo>
                    <a:pt x="266996" y="163124"/>
                  </a:lnTo>
                  <a:lnTo>
                    <a:pt x="267468" y="160809"/>
                  </a:lnTo>
                  <a:lnTo>
                    <a:pt x="267900" y="158487"/>
                  </a:lnTo>
                  <a:lnTo>
                    <a:pt x="268291" y="156157"/>
                  </a:lnTo>
                  <a:lnTo>
                    <a:pt x="268641" y="153820"/>
                  </a:lnTo>
                  <a:lnTo>
                    <a:pt x="268951" y="151478"/>
                  </a:lnTo>
                  <a:lnTo>
                    <a:pt x="269219" y="149131"/>
                  </a:lnTo>
                  <a:lnTo>
                    <a:pt x="269446" y="146779"/>
                  </a:lnTo>
                  <a:lnTo>
                    <a:pt x="269632" y="144424"/>
                  </a:lnTo>
                  <a:lnTo>
                    <a:pt x="269776" y="142066"/>
                  </a:lnTo>
                  <a:lnTo>
                    <a:pt x="269880" y="139706"/>
                  </a:lnTo>
                  <a:lnTo>
                    <a:pt x="269942" y="137345"/>
                  </a:lnTo>
                  <a:lnTo>
                    <a:pt x="269962" y="134982"/>
                  </a:lnTo>
                </a:path>
              </a:pathLst>
            </a:custGeom>
            <a:ln w="13550" cap="flat">
              <a:solidFill>
                <a:srgbClr val="7FC5D8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4326583" y="1129299"/>
              <a:ext cx="490841" cy="490846"/>
            </a:xfrm>
            <a:custGeom>
              <a:avLst/>
              <a:pathLst>
                <a:path w="490841" h="490846">
                  <a:moveTo>
                    <a:pt x="490841" y="245423"/>
                  </a:moveTo>
                  <a:lnTo>
                    <a:pt x="490803" y="241127"/>
                  </a:lnTo>
                  <a:lnTo>
                    <a:pt x="490691" y="236833"/>
                  </a:lnTo>
                  <a:lnTo>
                    <a:pt x="490503" y="232542"/>
                  </a:lnTo>
                  <a:lnTo>
                    <a:pt x="490240" y="228255"/>
                  </a:lnTo>
                  <a:lnTo>
                    <a:pt x="489902" y="223973"/>
                  </a:lnTo>
                  <a:lnTo>
                    <a:pt x="489489" y="219697"/>
                  </a:lnTo>
                  <a:lnTo>
                    <a:pt x="489001" y="215430"/>
                  </a:lnTo>
                  <a:lnTo>
                    <a:pt x="488439" y="211171"/>
                  </a:lnTo>
                  <a:lnTo>
                    <a:pt x="487803" y="206924"/>
                  </a:lnTo>
                  <a:lnTo>
                    <a:pt x="487092" y="202687"/>
                  </a:lnTo>
                  <a:lnTo>
                    <a:pt x="486307" y="198464"/>
                  </a:lnTo>
                  <a:lnTo>
                    <a:pt x="485448" y="194256"/>
                  </a:lnTo>
                  <a:lnTo>
                    <a:pt x="484516" y="190063"/>
                  </a:lnTo>
                  <a:lnTo>
                    <a:pt x="483510" y="185887"/>
                  </a:lnTo>
                  <a:lnTo>
                    <a:pt x="482432" y="181729"/>
                  </a:lnTo>
                  <a:lnTo>
                    <a:pt x="481281" y="177591"/>
                  </a:lnTo>
                  <a:lnTo>
                    <a:pt x="480058" y="173473"/>
                  </a:lnTo>
                  <a:lnTo>
                    <a:pt x="478762" y="169378"/>
                  </a:lnTo>
                  <a:lnTo>
                    <a:pt x="477396" y="165306"/>
                  </a:lnTo>
                  <a:lnTo>
                    <a:pt x="475958" y="161258"/>
                  </a:lnTo>
                  <a:lnTo>
                    <a:pt x="474450" y="157236"/>
                  </a:lnTo>
                  <a:lnTo>
                    <a:pt x="472872" y="153241"/>
                  </a:lnTo>
                  <a:lnTo>
                    <a:pt x="471223" y="149275"/>
                  </a:lnTo>
                  <a:lnTo>
                    <a:pt x="469506" y="145338"/>
                  </a:lnTo>
                  <a:lnTo>
                    <a:pt x="467720" y="141431"/>
                  </a:lnTo>
                  <a:lnTo>
                    <a:pt x="465866" y="137556"/>
                  </a:lnTo>
                  <a:lnTo>
                    <a:pt x="463945" y="133715"/>
                  </a:lnTo>
                  <a:lnTo>
                    <a:pt x="461956" y="129907"/>
                  </a:lnTo>
                  <a:lnTo>
                    <a:pt x="459901" y="126135"/>
                  </a:lnTo>
                  <a:lnTo>
                    <a:pt x="457781" y="122400"/>
                  </a:lnTo>
                  <a:lnTo>
                    <a:pt x="455595" y="118702"/>
                  </a:lnTo>
                  <a:lnTo>
                    <a:pt x="453345" y="115043"/>
                  </a:lnTo>
                  <a:lnTo>
                    <a:pt x="451032" y="111424"/>
                  </a:lnTo>
                  <a:lnTo>
                    <a:pt x="448655" y="107846"/>
                  </a:lnTo>
                  <a:lnTo>
                    <a:pt x="446216" y="104310"/>
                  </a:lnTo>
                  <a:lnTo>
                    <a:pt x="443716" y="100818"/>
                  </a:lnTo>
                  <a:lnTo>
                    <a:pt x="441155" y="97370"/>
                  </a:lnTo>
                  <a:lnTo>
                    <a:pt x="438534" y="93967"/>
                  </a:lnTo>
                  <a:lnTo>
                    <a:pt x="435854" y="90610"/>
                  </a:lnTo>
                  <a:lnTo>
                    <a:pt x="433115" y="87301"/>
                  </a:lnTo>
                  <a:lnTo>
                    <a:pt x="430319" y="84040"/>
                  </a:lnTo>
                  <a:lnTo>
                    <a:pt x="427466" y="80829"/>
                  </a:lnTo>
                  <a:lnTo>
                    <a:pt x="424558" y="77668"/>
                  </a:lnTo>
                  <a:lnTo>
                    <a:pt x="421595" y="74558"/>
                  </a:lnTo>
                  <a:lnTo>
                    <a:pt x="418577" y="71501"/>
                  </a:lnTo>
                  <a:lnTo>
                    <a:pt x="415507" y="68497"/>
                  </a:lnTo>
                  <a:lnTo>
                    <a:pt x="412385" y="65548"/>
                  </a:lnTo>
                  <a:lnTo>
                    <a:pt x="409211" y="62653"/>
                  </a:lnTo>
                  <a:lnTo>
                    <a:pt x="405987" y="59815"/>
                  </a:lnTo>
                  <a:lnTo>
                    <a:pt x="402714" y="57033"/>
                  </a:lnTo>
                  <a:lnTo>
                    <a:pt x="399393" y="54309"/>
                  </a:lnTo>
                  <a:lnTo>
                    <a:pt x="396025" y="51643"/>
                  </a:lnTo>
                  <a:lnTo>
                    <a:pt x="392611" y="49037"/>
                  </a:lnTo>
                  <a:lnTo>
                    <a:pt x="389151" y="46491"/>
                  </a:lnTo>
                  <a:lnTo>
                    <a:pt x="385648" y="44006"/>
                  </a:lnTo>
                  <a:lnTo>
                    <a:pt x="382101" y="41583"/>
                  </a:lnTo>
                  <a:lnTo>
                    <a:pt x="378513" y="39222"/>
                  </a:lnTo>
                  <a:lnTo>
                    <a:pt x="374884" y="36924"/>
                  </a:lnTo>
                  <a:lnTo>
                    <a:pt x="371215" y="34690"/>
                  </a:lnTo>
                  <a:lnTo>
                    <a:pt x="367508" y="32521"/>
                  </a:lnTo>
                  <a:lnTo>
                    <a:pt x="363763" y="30417"/>
                  </a:lnTo>
                  <a:lnTo>
                    <a:pt x="359982" y="28378"/>
                  </a:lnTo>
                  <a:lnTo>
                    <a:pt x="356166" y="26407"/>
                  </a:lnTo>
                  <a:lnTo>
                    <a:pt x="352316" y="24502"/>
                  </a:lnTo>
                  <a:lnTo>
                    <a:pt x="348433" y="22665"/>
                  </a:lnTo>
                  <a:lnTo>
                    <a:pt x="344519" y="20896"/>
                  </a:lnTo>
                  <a:lnTo>
                    <a:pt x="340574" y="19196"/>
                  </a:lnTo>
                  <a:lnTo>
                    <a:pt x="336601" y="17565"/>
                  </a:lnTo>
                  <a:lnTo>
                    <a:pt x="332599" y="16004"/>
                  </a:lnTo>
                  <a:lnTo>
                    <a:pt x="328571" y="14514"/>
                  </a:lnTo>
                  <a:lnTo>
                    <a:pt x="324517" y="13094"/>
                  </a:lnTo>
                  <a:lnTo>
                    <a:pt x="320439" y="11745"/>
                  </a:lnTo>
                  <a:lnTo>
                    <a:pt x="316338" y="10468"/>
                  </a:lnTo>
                  <a:lnTo>
                    <a:pt x="312215" y="9263"/>
                  </a:lnTo>
                  <a:lnTo>
                    <a:pt x="308071" y="8130"/>
                  </a:lnTo>
                  <a:lnTo>
                    <a:pt x="303909" y="7070"/>
                  </a:lnTo>
                  <a:lnTo>
                    <a:pt x="299729" y="6082"/>
                  </a:lnTo>
                  <a:lnTo>
                    <a:pt x="295532" y="5169"/>
                  </a:lnTo>
                  <a:lnTo>
                    <a:pt x="291319" y="4328"/>
                  </a:lnTo>
                  <a:lnTo>
                    <a:pt x="287093" y="3562"/>
                  </a:lnTo>
                  <a:lnTo>
                    <a:pt x="282854" y="2869"/>
                  </a:lnTo>
                  <a:lnTo>
                    <a:pt x="278603" y="2251"/>
                  </a:lnTo>
                  <a:lnTo>
                    <a:pt x="274342" y="1708"/>
                  </a:lnTo>
                  <a:lnTo>
                    <a:pt x="270072" y="1239"/>
                  </a:lnTo>
                  <a:lnTo>
                    <a:pt x="265795" y="845"/>
                  </a:lnTo>
                  <a:lnTo>
                    <a:pt x="261512" y="526"/>
                  </a:lnTo>
                  <a:lnTo>
                    <a:pt x="257223" y="281"/>
                  </a:lnTo>
                  <a:lnTo>
                    <a:pt x="252931" y="112"/>
                  </a:lnTo>
                  <a:lnTo>
                    <a:pt x="248637" y="18"/>
                  </a:lnTo>
                  <a:lnTo>
                    <a:pt x="244342" y="0"/>
                  </a:lnTo>
                  <a:lnTo>
                    <a:pt x="240047" y="56"/>
                  </a:lnTo>
                  <a:lnTo>
                    <a:pt x="235753" y="187"/>
                  </a:lnTo>
                  <a:lnTo>
                    <a:pt x="231463" y="394"/>
                  </a:lnTo>
                  <a:lnTo>
                    <a:pt x="227177" y="676"/>
                  </a:lnTo>
                  <a:lnTo>
                    <a:pt x="222896" y="1032"/>
                  </a:lnTo>
                  <a:lnTo>
                    <a:pt x="218623" y="1464"/>
                  </a:lnTo>
                  <a:lnTo>
                    <a:pt x="214357" y="1970"/>
                  </a:lnTo>
                  <a:lnTo>
                    <a:pt x="210101" y="2551"/>
                  </a:lnTo>
                  <a:lnTo>
                    <a:pt x="205856" y="3206"/>
                  </a:lnTo>
                  <a:lnTo>
                    <a:pt x="201623" y="3936"/>
                  </a:lnTo>
                  <a:lnTo>
                    <a:pt x="197404" y="4739"/>
                  </a:lnTo>
                  <a:lnTo>
                    <a:pt x="193199" y="5616"/>
                  </a:lnTo>
                  <a:lnTo>
                    <a:pt x="189010" y="6567"/>
                  </a:lnTo>
                  <a:lnTo>
                    <a:pt x="184838" y="7591"/>
                  </a:lnTo>
                  <a:lnTo>
                    <a:pt x="180685" y="8687"/>
                  </a:lnTo>
                  <a:lnTo>
                    <a:pt x="176552" y="9856"/>
                  </a:lnTo>
                  <a:lnTo>
                    <a:pt x="172440" y="11098"/>
                  </a:lnTo>
                  <a:lnTo>
                    <a:pt x="168350" y="12411"/>
                  </a:lnTo>
                  <a:lnTo>
                    <a:pt x="164284" y="13795"/>
                  </a:lnTo>
                  <a:lnTo>
                    <a:pt x="160243" y="15250"/>
                  </a:lnTo>
                  <a:lnTo>
                    <a:pt x="156228" y="16776"/>
                  </a:lnTo>
                  <a:lnTo>
                    <a:pt x="152240" y="18372"/>
                  </a:lnTo>
                  <a:lnTo>
                    <a:pt x="148281" y="20038"/>
                  </a:lnTo>
                  <a:lnTo>
                    <a:pt x="144351" y="21772"/>
                  </a:lnTo>
                  <a:lnTo>
                    <a:pt x="140452" y="23575"/>
                  </a:lnTo>
                  <a:lnTo>
                    <a:pt x="136586" y="25446"/>
                  </a:lnTo>
                  <a:lnTo>
                    <a:pt x="132753" y="27384"/>
                  </a:lnTo>
                  <a:lnTo>
                    <a:pt x="128954" y="29389"/>
                  </a:lnTo>
                  <a:lnTo>
                    <a:pt x="125191" y="31461"/>
                  </a:lnTo>
                  <a:lnTo>
                    <a:pt x="121465" y="33597"/>
                  </a:lnTo>
                  <a:lnTo>
                    <a:pt x="117777" y="35799"/>
                  </a:lnTo>
                  <a:lnTo>
                    <a:pt x="114128" y="38065"/>
                  </a:lnTo>
                  <a:lnTo>
                    <a:pt x="110519" y="40394"/>
                  </a:lnTo>
                  <a:lnTo>
                    <a:pt x="106951" y="42787"/>
                  </a:lnTo>
                  <a:lnTo>
                    <a:pt x="103426" y="45241"/>
                  </a:lnTo>
                  <a:lnTo>
                    <a:pt x="99945" y="47757"/>
                  </a:lnTo>
                  <a:lnTo>
                    <a:pt x="96507" y="50333"/>
                  </a:lnTo>
                  <a:lnTo>
                    <a:pt x="93116" y="52969"/>
                  </a:lnTo>
                  <a:lnTo>
                    <a:pt x="89771" y="55664"/>
                  </a:lnTo>
                  <a:lnTo>
                    <a:pt x="86474" y="58417"/>
                  </a:lnTo>
                  <a:lnTo>
                    <a:pt x="83226" y="61227"/>
                  </a:lnTo>
                  <a:lnTo>
                    <a:pt x="80027" y="64094"/>
                  </a:lnTo>
                  <a:lnTo>
                    <a:pt x="76879" y="67016"/>
                  </a:lnTo>
                  <a:lnTo>
                    <a:pt x="73782" y="69993"/>
                  </a:lnTo>
                  <a:lnTo>
                    <a:pt x="70738" y="73023"/>
                  </a:lnTo>
                  <a:lnTo>
                    <a:pt x="67748" y="76107"/>
                  </a:lnTo>
                  <a:lnTo>
                    <a:pt x="64812" y="79242"/>
                  </a:lnTo>
                  <a:lnTo>
                    <a:pt x="61931" y="82428"/>
                  </a:lnTo>
                  <a:lnTo>
                    <a:pt x="59107" y="85664"/>
                  </a:lnTo>
                  <a:lnTo>
                    <a:pt x="56339" y="88949"/>
                  </a:lnTo>
                  <a:lnTo>
                    <a:pt x="53630" y="92282"/>
                  </a:lnTo>
                  <a:lnTo>
                    <a:pt x="50979" y="95662"/>
                  </a:lnTo>
                  <a:lnTo>
                    <a:pt x="48388" y="99088"/>
                  </a:lnTo>
                  <a:lnTo>
                    <a:pt x="45857" y="102559"/>
                  </a:lnTo>
                  <a:lnTo>
                    <a:pt x="43387" y="106073"/>
                  </a:lnTo>
                  <a:lnTo>
                    <a:pt x="40980" y="109630"/>
                  </a:lnTo>
                  <a:lnTo>
                    <a:pt x="38634" y="113229"/>
                  </a:lnTo>
                  <a:lnTo>
                    <a:pt x="36353" y="116868"/>
                  </a:lnTo>
                  <a:lnTo>
                    <a:pt x="34135" y="120546"/>
                  </a:lnTo>
                  <a:lnTo>
                    <a:pt x="31982" y="124263"/>
                  </a:lnTo>
                  <a:lnTo>
                    <a:pt x="29894" y="128017"/>
                  </a:lnTo>
                  <a:lnTo>
                    <a:pt x="27872" y="131807"/>
                  </a:lnTo>
                  <a:lnTo>
                    <a:pt x="25917" y="135631"/>
                  </a:lnTo>
                  <a:lnTo>
                    <a:pt x="24029" y="139490"/>
                  </a:lnTo>
                  <a:lnTo>
                    <a:pt x="22209" y="143380"/>
                  </a:lnTo>
                  <a:lnTo>
                    <a:pt x="20458" y="147302"/>
                  </a:lnTo>
                  <a:lnTo>
                    <a:pt x="18775" y="151254"/>
                  </a:lnTo>
                  <a:lnTo>
                    <a:pt x="17162" y="155235"/>
                  </a:lnTo>
                  <a:lnTo>
                    <a:pt x="15618" y="159244"/>
                  </a:lnTo>
                  <a:lnTo>
                    <a:pt x="14145" y="163279"/>
                  </a:lnTo>
                  <a:lnTo>
                    <a:pt x="12743" y="167339"/>
                  </a:lnTo>
                  <a:lnTo>
                    <a:pt x="11412" y="171423"/>
                  </a:lnTo>
                  <a:lnTo>
                    <a:pt x="10153" y="175529"/>
                  </a:lnTo>
                  <a:lnTo>
                    <a:pt x="8966" y="179657"/>
                  </a:lnTo>
                  <a:lnTo>
                    <a:pt x="7851" y="183805"/>
                  </a:lnTo>
                  <a:lnTo>
                    <a:pt x="6809" y="187973"/>
                  </a:lnTo>
                  <a:lnTo>
                    <a:pt x="5840" y="192157"/>
                  </a:lnTo>
                  <a:lnTo>
                    <a:pt x="4944" y="196358"/>
                  </a:lnTo>
                  <a:lnTo>
                    <a:pt x="4123" y="200574"/>
                  </a:lnTo>
                  <a:lnTo>
                    <a:pt x="3375" y="204804"/>
                  </a:lnTo>
                  <a:lnTo>
                    <a:pt x="2701" y="209046"/>
                  </a:lnTo>
                  <a:lnTo>
                    <a:pt x="2101" y="213299"/>
                  </a:lnTo>
                  <a:lnTo>
                    <a:pt x="1577" y="217563"/>
                  </a:lnTo>
                  <a:lnTo>
                    <a:pt x="1126" y="221834"/>
                  </a:lnTo>
                  <a:lnTo>
                    <a:pt x="751" y="226113"/>
                  </a:lnTo>
                  <a:lnTo>
                    <a:pt x="450" y="230398"/>
                  </a:lnTo>
                  <a:lnTo>
                    <a:pt x="225" y="234687"/>
                  </a:lnTo>
                  <a:lnTo>
                    <a:pt x="75" y="238980"/>
                  </a:lnTo>
                  <a:lnTo>
                    <a:pt x="0" y="243275"/>
                  </a:lnTo>
                  <a:lnTo>
                    <a:pt x="0" y="247570"/>
                  </a:lnTo>
                  <a:lnTo>
                    <a:pt x="75" y="251865"/>
                  </a:lnTo>
                  <a:lnTo>
                    <a:pt x="225" y="256158"/>
                  </a:lnTo>
                  <a:lnTo>
                    <a:pt x="450" y="260447"/>
                  </a:lnTo>
                  <a:lnTo>
                    <a:pt x="751" y="264732"/>
                  </a:lnTo>
                  <a:lnTo>
                    <a:pt x="1126" y="269011"/>
                  </a:lnTo>
                  <a:lnTo>
                    <a:pt x="1577" y="273283"/>
                  </a:lnTo>
                  <a:lnTo>
                    <a:pt x="2101" y="277546"/>
                  </a:lnTo>
                  <a:lnTo>
                    <a:pt x="2701" y="281799"/>
                  </a:lnTo>
                  <a:lnTo>
                    <a:pt x="3375" y="286041"/>
                  </a:lnTo>
                  <a:lnTo>
                    <a:pt x="4123" y="290271"/>
                  </a:lnTo>
                  <a:lnTo>
                    <a:pt x="4944" y="294487"/>
                  </a:lnTo>
                  <a:lnTo>
                    <a:pt x="5840" y="298688"/>
                  </a:lnTo>
                  <a:lnTo>
                    <a:pt x="6809" y="302873"/>
                  </a:lnTo>
                  <a:lnTo>
                    <a:pt x="7851" y="307040"/>
                  </a:lnTo>
                  <a:lnTo>
                    <a:pt x="8966" y="311188"/>
                  </a:lnTo>
                  <a:lnTo>
                    <a:pt x="10153" y="315316"/>
                  </a:lnTo>
                  <a:lnTo>
                    <a:pt x="11412" y="319423"/>
                  </a:lnTo>
                  <a:lnTo>
                    <a:pt x="12743" y="323506"/>
                  </a:lnTo>
                  <a:lnTo>
                    <a:pt x="14145" y="327567"/>
                  </a:lnTo>
                  <a:lnTo>
                    <a:pt x="15618" y="331601"/>
                  </a:lnTo>
                  <a:lnTo>
                    <a:pt x="17162" y="335610"/>
                  </a:lnTo>
                  <a:lnTo>
                    <a:pt x="18775" y="339591"/>
                  </a:lnTo>
                  <a:lnTo>
                    <a:pt x="20458" y="343543"/>
                  </a:lnTo>
                  <a:lnTo>
                    <a:pt x="22209" y="347465"/>
                  </a:lnTo>
                  <a:lnTo>
                    <a:pt x="24029" y="351355"/>
                  </a:lnTo>
                  <a:lnTo>
                    <a:pt x="25917" y="355214"/>
                  </a:lnTo>
                  <a:lnTo>
                    <a:pt x="27872" y="359038"/>
                  </a:lnTo>
                  <a:lnTo>
                    <a:pt x="29894" y="362828"/>
                  </a:lnTo>
                  <a:lnTo>
                    <a:pt x="31982" y="366582"/>
                  </a:lnTo>
                  <a:lnTo>
                    <a:pt x="34135" y="370299"/>
                  </a:lnTo>
                  <a:lnTo>
                    <a:pt x="36353" y="373977"/>
                  </a:lnTo>
                  <a:lnTo>
                    <a:pt x="38634" y="377616"/>
                  </a:lnTo>
                  <a:lnTo>
                    <a:pt x="40980" y="381215"/>
                  </a:lnTo>
                  <a:lnTo>
                    <a:pt x="43387" y="384772"/>
                  </a:lnTo>
                  <a:lnTo>
                    <a:pt x="45857" y="388286"/>
                  </a:lnTo>
                  <a:lnTo>
                    <a:pt x="48388" y="391757"/>
                  </a:lnTo>
                  <a:lnTo>
                    <a:pt x="50979" y="395183"/>
                  </a:lnTo>
                  <a:lnTo>
                    <a:pt x="53630" y="398563"/>
                  </a:lnTo>
                  <a:lnTo>
                    <a:pt x="56339" y="401896"/>
                  </a:lnTo>
                  <a:lnTo>
                    <a:pt x="59107" y="405181"/>
                  </a:lnTo>
                  <a:lnTo>
                    <a:pt x="61931" y="408417"/>
                  </a:lnTo>
                  <a:lnTo>
                    <a:pt x="64812" y="411603"/>
                  </a:lnTo>
                  <a:lnTo>
                    <a:pt x="67748" y="414738"/>
                  </a:lnTo>
                  <a:lnTo>
                    <a:pt x="70738" y="417822"/>
                  </a:lnTo>
                  <a:lnTo>
                    <a:pt x="73782" y="420852"/>
                  </a:lnTo>
                  <a:lnTo>
                    <a:pt x="76879" y="423829"/>
                  </a:lnTo>
                  <a:lnTo>
                    <a:pt x="80027" y="426752"/>
                  </a:lnTo>
                  <a:lnTo>
                    <a:pt x="83226" y="429618"/>
                  </a:lnTo>
                  <a:lnTo>
                    <a:pt x="86474" y="432429"/>
                  </a:lnTo>
                  <a:lnTo>
                    <a:pt x="89771" y="435182"/>
                  </a:lnTo>
                  <a:lnTo>
                    <a:pt x="93116" y="437876"/>
                  </a:lnTo>
                  <a:lnTo>
                    <a:pt x="96507" y="440512"/>
                  </a:lnTo>
                  <a:lnTo>
                    <a:pt x="99945" y="443088"/>
                  </a:lnTo>
                  <a:lnTo>
                    <a:pt x="103426" y="445604"/>
                  </a:lnTo>
                  <a:lnTo>
                    <a:pt x="106951" y="448058"/>
                  </a:lnTo>
                  <a:lnTo>
                    <a:pt x="110519" y="450451"/>
                  </a:lnTo>
                  <a:lnTo>
                    <a:pt x="114128" y="452780"/>
                  </a:lnTo>
                  <a:lnTo>
                    <a:pt x="117777" y="455046"/>
                  </a:lnTo>
                  <a:lnTo>
                    <a:pt x="121465" y="457248"/>
                  </a:lnTo>
                  <a:lnTo>
                    <a:pt x="125191" y="459385"/>
                  </a:lnTo>
                  <a:lnTo>
                    <a:pt x="128954" y="461456"/>
                  </a:lnTo>
                  <a:lnTo>
                    <a:pt x="132753" y="463461"/>
                  </a:lnTo>
                  <a:lnTo>
                    <a:pt x="136586" y="465399"/>
                  </a:lnTo>
                  <a:lnTo>
                    <a:pt x="140452" y="467270"/>
                  </a:lnTo>
                  <a:lnTo>
                    <a:pt x="144351" y="469073"/>
                  </a:lnTo>
                  <a:lnTo>
                    <a:pt x="148281" y="470808"/>
                  </a:lnTo>
                  <a:lnTo>
                    <a:pt x="152240" y="472473"/>
                  </a:lnTo>
                  <a:lnTo>
                    <a:pt x="156228" y="474069"/>
                  </a:lnTo>
                  <a:lnTo>
                    <a:pt x="160243" y="475595"/>
                  </a:lnTo>
                  <a:lnTo>
                    <a:pt x="164284" y="477050"/>
                  </a:lnTo>
                  <a:lnTo>
                    <a:pt x="168350" y="478435"/>
                  </a:lnTo>
                  <a:lnTo>
                    <a:pt x="172440" y="479748"/>
                  </a:lnTo>
                  <a:lnTo>
                    <a:pt x="176552" y="480989"/>
                  </a:lnTo>
                  <a:lnTo>
                    <a:pt x="180685" y="482158"/>
                  </a:lnTo>
                  <a:lnTo>
                    <a:pt x="184838" y="483255"/>
                  </a:lnTo>
                  <a:lnTo>
                    <a:pt x="189010" y="484278"/>
                  </a:lnTo>
                  <a:lnTo>
                    <a:pt x="193199" y="485229"/>
                  </a:lnTo>
                  <a:lnTo>
                    <a:pt x="197404" y="486106"/>
                  </a:lnTo>
                  <a:lnTo>
                    <a:pt x="201623" y="486909"/>
                  </a:lnTo>
                  <a:lnTo>
                    <a:pt x="205856" y="487639"/>
                  </a:lnTo>
                  <a:lnTo>
                    <a:pt x="210101" y="488294"/>
                  </a:lnTo>
                  <a:lnTo>
                    <a:pt x="214357" y="488875"/>
                  </a:lnTo>
                  <a:lnTo>
                    <a:pt x="218623" y="489381"/>
                  </a:lnTo>
                  <a:lnTo>
                    <a:pt x="222896" y="489813"/>
                  </a:lnTo>
                  <a:lnTo>
                    <a:pt x="227177" y="490169"/>
                  </a:lnTo>
                  <a:lnTo>
                    <a:pt x="231463" y="490451"/>
                  </a:lnTo>
                  <a:lnTo>
                    <a:pt x="235753" y="490658"/>
                  </a:lnTo>
                  <a:lnTo>
                    <a:pt x="240047" y="490789"/>
                  </a:lnTo>
                  <a:lnTo>
                    <a:pt x="244342" y="490846"/>
                  </a:lnTo>
                  <a:lnTo>
                    <a:pt x="248637" y="490827"/>
                  </a:lnTo>
                  <a:lnTo>
                    <a:pt x="252931" y="490733"/>
                  </a:lnTo>
                  <a:lnTo>
                    <a:pt x="257223" y="490564"/>
                  </a:lnTo>
                  <a:lnTo>
                    <a:pt x="261512" y="490320"/>
                  </a:lnTo>
                  <a:lnTo>
                    <a:pt x="265795" y="490000"/>
                  </a:lnTo>
                  <a:lnTo>
                    <a:pt x="270072" y="489606"/>
                  </a:lnTo>
                  <a:lnTo>
                    <a:pt x="274342" y="489137"/>
                  </a:lnTo>
                  <a:lnTo>
                    <a:pt x="278603" y="488594"/>
                  </a:lnTo>
                  <a:lnTo>
                    <a:pt x="282854" y="487976"/>
                  </a:lnTo>
                  <a:lnTo>
                    <a:pt x="287093" y="487283"/>
                  </a:lnTo>
                  <a:lnTo>
                    <a:pt x="291319" y="486517"/>
                  </a:lnTo>
                  <a:lnTo>
                    <a:pt x="295532" y="485677"/>
                  </a:lnTo>
                  <a:lnTo>
                    <a:pt x="299729" y="484763"/>
                  </a:lnTo>
                  <a:lnTo>
                    <a:pt x="303909" y="483776"/>
                  </a:lnTo>
                  <a:lnTo>
                    <a:pt x="308071" y="482715"/>
                  </a:lnTo>
                  <a:lnTo>
                    <a:pt x="312215" y="481582"/>
                  </a:lnTo>
                  <a:lnTo>
                    <a:pt x="316338" y="480377"/>
                  </a:lnTo>
                  <a:lnTo>
                    <a:pt x="320439" y="479100"/>
                  </a:lnTo>
                  <a:lnTo>
                    <a:pt x="324517" y="477751"/>
                  </a:lnTo>
                  <a:lnTo>
                    <a:pt x="328571" y="476331"/>
                  </a:lnTo>
                  <a:lnTo>
                    <a:pt x="332599" y="474841"/>
                  </a:lnTo>
                  <a:lnTo>
                    <a:pt x="336601" y="473280"/>
                  </a:lnTo>
                  <a:lnTo>
                    <a:pt x="340574" y="471649"/>
                  </a:lnTo>
                  <a:lnTo>
                    <a:pt x="344519" y="469949"/>
                  </a:lnTo>
                  <a:lnTo>
                    <a:pt x="348433" y="468180"/>
                  </a:lnTo>
                  <a:lnTo>
                    <a:pt x="352316" y="466343"/>
                  </a:lnTo>
                  <a:lnTo>
                    <a:pt x="356166" y="464438"/>
                  </a:lnTo>
                  <a:lnTo>
                    <a:pt x="359982" y="462467"/>
                  </a:lnTo>
                  <a:lnTo>
                    <a:pt x="363763" y="460428"/>
                  </a:lnTo>
                  <a:lnTo>
                    <a:pt x="367508" y="458324"/>
                  </a:lnTo>
                  <a:lnTo>
                    <a:pt x="371215" y="456155"/>
                  </a:lnTo>
                  <a:lnTo>
                    <a:pt x="374884" y="453921"/>
                  </a:lnTo>
                  <a:lnTo>
                    <a:pt x="378513" y="451623"/>
                  </a:lnTo>
                  <a:lnTo>
                    <a:pt x="382101" y="449262"/>
                  </a:lnTo>
                  <a:lnTo>
                    <a:pt x="385648" y="446839"/>
                  </a:lnTo>
                  <a:lnTo>
                    <a:pt x="389151" y="444354"/>
                  </a:lnTo>
                  <a:lnTo>
                    <a:pt x="392611" y="441808"/>
                  </a:lnTo>
                  <a:lnTo>
                    <a:pt x="396025" y="439202"/>
                  </a:lnTo>
                  <a:lnTo>
                    <a:pt x="399393" y="436536"/>
                  </a:lnTo>
                  <a:lnTo>
                    <a:pt x="402714" y="433812"/>
                  </a:lnTo>
                  <a:lnTo>
                    <a:pt x="405987" y="431031"/>
                  </a:lnTo>
                  <a:lnTo>
                    <a:pt x="409211" y="428192"/>
                  </a:lnTo>
                  <a:lnTo>
                    <a:pt x="412385" y="425297"/>
                  </a:lnTo>
                  <a:lnTo>
                    <a:pt x="415507" y="422348"/>
                  </a:lnTo>
                  <a:lnTo>
                    <a:pt x="418577" y="419344"/>
                  </a:lnTo>
                  <a:lnTo>
                    <a:pt x="421595" y="416287"/>
                  </a:lnTo>
                  <a:lnTo>
                    <a:pt x="424558" y="413177"/>
                  </a:lnTo>
                  <a:lnTo>
                    <a:pt x="427466" y="410016"/>
                  </a:lnTo>
                  <a:lnTo>
                    <a:pt x="430319" y="406805"/>
                  </a:lnTo>
                  <a:lnTo>
                    <a:pt x="433115" y="403544"/>
                  </a:lnTo>
                  <a:lnTo>
                    <a:pt x="435854" y="400235"/>
                  </a:lnTo>
                  <a:lnTo>
                    <a:pt x="438534" y="396879"/>
                  </a:lnTo>
                  <a:lnTo>
                    <a:pt x="441155" y="393476"/>
                  </a:lnTo>
                  <a:lnTo>
                    <a:pt x="443716" y="390027"/>
                  </a:lnTo>
                  <a:lnTo>
                    <a:pt x="446216" y="386535"/>
                  </a:lnTo>
                  <a:lnTo>
                    <a:pt x="448655" y="382999"/>
                  </a:lnTo>
                  <a:lnTo>
                    <a:pt x="451032" y="379421"/>
                  </a:lnTo>
                  <a:lnTo>
                    <a:pt x="453345" y="375802"/>
                  </a:lnTo>
                  <a:lnTo>
                    <a:pt x="455595" y="372143"/>
                  </a:lnTo>
                  <a:lnTo>
                    <a:pt x="457781" y="368445"/>
                  </a:lnTo>
                  <a:lnTo>
                    <a:pt x="459901" y="364710"/>
                  </a:lnTo>
                  <a:lnTo>
                    <a:pt x="461956" y="360938"/>
                  </a:lnTo>
                  <a:lnTo>
                    <a:pt x="463945" y="357130"/>
                  </a:lnTo>
                  <a:lnTo>
                    <a:pt x="465866" y="353289"/>
                  </a:lnTo>
                  <a:lnTo>
                    <a:pt x="467720" y="349414"/>
                  </a:lnTo>
                  <a:lnTo>
                    <a:pt x="469506" y="345508"/>
                  </a:lnTo>
                  <a:lnTo>
                    <a:pt x="471223" y="341570"/>
                  </a:lnTo>
                  <a:lnTo>
                    <a:pt x="472872" y="337604"/>
                  </a:lnTo>
                  <a:lnTo>
                    <a:pt x="474450" y="333609"/>
                  </a:lnTo>
                  <a:lnTo>
                    <a:pt x="475958" y="329587"/>
                  </a:lnTo>
                  <a:lnTo>
                    <a:pt x="477396" y="325540"/>
                  </a:lnTo>
                  <a:lnTo>
                    <a:pt x="478762" y="321467"/>
                  </a:lnTo>
                  <a:lnTo>
                    <a:pt x="480058" y="317372"/>
                  </a:lnTo>
                  <a:lnTo>
                    <a:pt x="481281" y="313254"/>
                  </a:lnTo>
                  <a:lnTo>
                    <a:pt x="482432" y="309116"/>
                  </a:lnTo>
                  <a:lnTo>
                    <a:pt x="483510" y="304958"/>
                  </a:lnTo>
                  <a:lnTo>
                    <a:pt x="484516" y="300782"/>
                  </a:lnTo>
                  <a:lnTo>
                    <a:pt x="485448" y="296589"/>
                  </a:lnTo>
                  <a:lnTo>
                    <a:pt x="486307" y="292381"/>
                  </a:lnTo>
                  <a:lnTo>
                    <a:pt x="487092" y="288158"/>
                  </a:lnTo>
                  <a:lnTo>
                    <a:pt x="487803" y="283922"/>
                  </a:lnTo>
                  <a:lnTo>
                    <a:pt x="488439" y="279674"/>
                  </a:lnTo>
                  <a:lnTo>
                    <a:pt x="489001" y="275415"/>
                  </a:lnTo>
                  <a:lnTo>
                    <a:pt x="489489" y="271148"/>
                  </a:lnTo>
                  <a:lnTo>
                    <a:pt x="489902" y="266872"/>
                  </a:lnTo>
                  <a:lnTo>
                    <a:pt x="490240" y="262590"/>
                  </a:lnTo>
                  <a:lnTo>
                    <a:pt x="490503" y="258303"/>
                  </a:lnTo>
                  <a:lnTo>
                    <a:pt x="490691" y="254012"/>
                  </a:lnTo>
                  <a:lnTo>
                    <a:pt x="490803" y="249718"/>
                  </a:lnTo>
                  <a:lnTo>
                    <a:pt x="490841" y="245423"/>
                  </a:lnTo>
                </a:path>
              </a:pathLst>
            </a:custGeom>
            <a:ln w="13550" cap="flat">
              <a:solidFill>
                <a:srgbClr val="7FC5D8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68" name="tx168"/>
            <p:cNvSpPr/>
            <p:nvPr/>
          </p:nvSpPr>
          <p:spPr>
            <a:xfrm>
              <a:off x="4439457" y="1051275"/>
              <a:ext cx="265084" cy="800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169" name="tx169"/>
            <p:cNvSpPr/>
            <p:nvPr/>
          </p:nvSpPr>
          <p:spPr>
            <a:xfrm>
              <a:off x="4430353" y="1613689"/>
              <a:ext cx="283292" cy="82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170" name="tx170"/>
            <p:cNvSpPr/>
            <p:nvPr/>
          </p:nvSpPr>
          <p:spPr>
            <a:xfrm>
              <a:off x="4771573" y="1133835"/>
              <a:ext cx="469984" cy="801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171" name="tx171"/>
            <p:cNvSpPr/>
            <p:nvPr/>
          </p:nvSpPr>
          <p:spPr>
            <a:xfrm>
              <a:off x="4854239" y="1333673"/>
              <a:ext cx="216915" cy="79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172" name="tx172"/>
            <p:cNvSpPr/>
            <p:nvPr/>
          </p:nvSpPr>
          <p:spPr>
            <a:xfrm>
              <a:off x="4771573" y="1531024"/>
              <a:ext cx="488193" cy="82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173" name="pg173"/>
            <p:cNvSpPr/>
            <p:nvPr/>
          </p:nvSpPr>
          <p:spPr>
            <a:xfrm>
              <a:off x="4326583" y="1129299"/>
              <a:ext cx="490841" cy="490846"/>
            </a:xfrm>
            <a:custGeom>
              <a:avLst/>
              <a:pathLst>
                <a:path w="490841" h="490846">
                  <a:moveTo>
                    <a:pt x="490841" y="245423"/>
                  </a:moveTo>
                  <a:lnTo>
                    <a:pt x="490803" y="241127"/>
                  </a:lnTo>
                  <a:lnTo>
                    <a:pt x="490691" y="236833"/>
                  </a:lnTo>
                  <a:lnTo>
                    <a:pt x="490503" y="232542"/>
                  </a:lnTo>
                  <a:lnTo>
                    <a:pt x="490240" y="228255"/>
                  </a:lnTo>
                  <a:lnTo>
                    <a:pt x="489902" y="223973"/>
                  </a:lnTo>
                  <a:lnTo>
                    <a:pt x="489489" y="219697"/>
                  </a:lnTo>
                  <a:lnTo>
                    <a:pt x="489001" y="215430"/>
                  </a:lnTo>
                  <a:lnTo>
                    <a:pt x="488439" y="211171"/>
                  </a:lnTo>
                  <a:lnTo>
                    <a:pt x="487803" y="206924"/>
                  </a:lnTo>
                  <a:lnTo>
                    <a:pt x="487092" y="202687"/>
                  </a:lnTo>
                  <a:lnTo>
                    <a:pt x="486307" y="198464"/>
                  </a:lnTo>
                  <a:lnTo>
                    <a:pt x="485448" y="194256"/>
                  </a:lnTo>
                  <a:lnTo>
                    <a:pt x="484516" y="190063"/>
                  </a:lnTo>
                  <a:lnTo>
                    <a:pt x="483510" y="185887"/>
                  </a:lnTo>
                  <a:lnTo>
                    <a:pt x="482432" y="181729"/>
                  </a:lnTo>
                  <a:lnTo>
                    <a:pt x="481281" y="177591"/>
                  </a:lnTo>
                  <a:lnTo>
                    <a:pt x="480058" y="173473"/>
                  </a:lnTo>
                  <a:lnTo>
                    <a:pt x="478762" y="169378"/>
                  </a:lnTo>
                  <a:lnTo>
                    <a:pt x="477396" y="165306"/>
                  </a:lnTo>
                  <a:lnTo>
                    <a:pt x="475958" y="161258"/>
                  </a:lnTo>
                  <a:lnTo>
                    <a:pt x="474450" y="157236"/>
                  </a:lnTo>
                  <a:lnTo>
                    <a:pt x="472872" y="153241"/>
                  </a:lnTo>
                  <a:lnTo>
                    <a:pt x="471223" y="149275"/>
                  </a:lnTo>
                  <a:lnTo>
                    <a:pt x="469506" y="145338"/>
                  </a:lnTo>
                  <a:lnTo>
                    <a:pt x="467720" y="141431"/>
                  </a:lnTo>
                  <a:lnTo>
                    <a:pt x="465866" y="137556"/>
                  </a:lnTo>
                  <a:lnTo>
                    <a:pt x="463945" y="133715"/>
                  </a:lnTo>
                  <a:lnTo>
                    <a:pt x="461956" y="129907"/>
                  </a:lnTo>
                  <a:lnTo>
                    <a:pt x="459901" y="126135"/>
                  </a:lnTo>
                  <a:lnTo>
                    <a:pt x="457781" y="122400"/>
                  </a:lnTo>
                  <a:lnTo>
                    <a:pt x="455595" y="118702"/>
                  </a:lnTo>
                  <a:lnTo>
                    <a:pt x="453345" y="115043"/>
                  </a:lnTo>
                  <a:lnTo>
                    <a:pt x="451032" y="111424"/>
                  </a:lnTo>
                  <a:lnTo>
                    <a:pt x="448655" y="107846"/>
                  </a:lnTo>
                  <a:lnTo>
                    <a:pt x="446216" y="104310"/>
                  </a:lnTo>
                  <a:lnTo>
                    <a:pt x="443716" y="100818"/>
                  </a:lnTo>
                  <a:lnTo>
                    <a:pt x="441155" y="97370"/>
                  </a:lnTo>
                  <a:lnTo>
                    <a:pt x="438534" y="93967"/>
                  </a:lnTo>
                  <a:lnTo>
                    <a:pt x="435854" y="90610"/>
                  </a:lnTo>
                  <a:lnTo>
                    <a:pt x="433115" y="87301"/>
                  </a:lnTo>
                  <a:lnTo>
                    <a:pt x="430319" y="84040"/>
                  </a:lnTo>
                  <a:lnTo>
                    <a:pt x="427466" y="80829"/>
                  </a:lnTo>
                  <a:lnTo>
                    <a:pt x="424558" y="77668"/>
                  </a:lnTo>
                  <a:lnTo>
                    <a:pt x="421595" y="74558"/>
                  </a:lnTo>
                  <a:lnTo>
                    <a:pt x="418577" y="71501"/>
                  </a:lnTo>
                  <a:lnTo>
                    <a:pt x="415507" y="68497"/>
                  </a:lnTo>
                  <a:lnTo>
                    <a:pt x="412385" y="65548"/>
                  </a:lnTo>
                  <a:lnTo>
                    <a:pt x="409211" y="62653"/>
                  </a:lnTo>
                  <a:lnTo>
                    <a:pt x="405987" y="59815"/>
                  </a:lnTo>
                  <a:lnTo>
                    <a:pt x="402714" y="57033"/>
                  </a:lnTo>
                  <a:lnTo>
                    <a:pt x="399393" y="54309"/>
                  </a:lnTo>
                  <a:lnTo>
                    <a:pt x="396025" y="51643"/>
                  </a:lnTo>
                  <a:lnTo>
                    <a:pt x="392611" y="49037"/>
                  </a:lnTo>
                  <a:lnTo>
                    <a:pt x="389151" y="46491"/>
                  </a:lnTo>
                  <a:lnTo>
                    <a:pt x="385648" y="44006"/>
                  </a:lnTo>
                  <a:lnTo>
                    <a:pt x="382101" y="41583"/>
                  </a:lnTo>
                  <a:lnTo>
                    <a:pt x="378513" y="39222"/>
                  </a:lnTo>
                  <a:lnTo>
                    <a:pt x="374884" y="36924"/>
                  </a:lnTo>
                  <a:lnTo>
                    <a:pt x="371215" y="34690"/>
                  </a:lnTo>
                  <a:lnTo>
                    <a:pt x="367508" y="32521"/>
                  </a:lnTo>
                  <a:lnTo>
                    <a:pt x="363763" y="30417"/>
                  </a:lnTo>
                  <a:lnTo>
                    <a:pt x="359982" y="28378"/>
                  </a:lnTo>
                  <a:lnTo>
                    <a:pt x="356166" y="26407"/>
                  </a:lnTo>
                  <a:lnTo>
                    <a:pt x="352316" y="24502"/>
                  </a:lnTo>
                  <a:lnTo>
                    <a:pt x="348433" y="22665"/>
                  </a:lnTo>
                  <a:lnTo>
                    <a:pt x="344519" y="20896"/>
                  </a:lnTo>
                  <a:lnTo>
                    <a:pt x="340574" y="19196"/>
                  </a:lnTo>
                  <a:lnTo>
                    <a:pt x="336601" y="17565"/>
                  </a:lnTo>
                  <a:lnTo>
                    <a:pt x="332599" y="16004"/>
                  </a:lnTo>
                  <a:lnTo>
                    <a:pt x="328571" y="14514"/>
                  </a:lnTo>
                  <a:lnTo>
                    <a:pt x="324517" y="13094"/>
                  </a:lnTo>
                  <a:lnTo>
                    <a:pt x="320439" y="11745"/>
                  </a:lnTo>
                  <a:lnTo>
                    <a:pt x="316338" y="10468"/>
                  </a:lnTo>
                  <a:lnTo>
                    <a:pt x="312215" y="9263"/>
                  </a:lnTo>
                  <a:lnTo>
                    <a:pt x="308071" y="8130"/>
                  </a:lnTo>
                  <a:lnTo>
                    <a:pt x="303909" y="7070"/>
                  </a:lnTo>
                  <a:lnTo>
                    <a:pt x="299729" y="6082"/>
                  </a:lnTo>
                  <a:lnTo>
                    <a:pt x="295532" y="5169"/>
                  </a:lnTo>
                  <a:lnTo>
                    <a:pt x="291319" y="4328"/>
                  </a:lnTo>
                  <a:lnTo>
                    <a:pt x="287093" y="3562"/>
                  </a:lnTo>
                  <a:lnTo>
                    <a:pt x="282854" y="2869"/>
                  </a:lnTo>
                  <a:lnTo>
                    <a:pt x="278603" y="2251"/>
                  </a:lnTo>
                  <a:lnTo>
                    <a:pt x="274342" y="1708"/>
                  </a:lnTo>
                  <a:lnTo>
                    <a:pt x="270072" y="1239"/>
                  </a:lnTo>
                  <a:lnTo>
                    <a:pt x="265795" y="845"/>
                  </a:lnTo>
                  <a:lnTo>
                    <a:pt x="261512" y="526"/>
                  </a:lnTo>
                  <a:lnTo>
                    <a:pt x="257223" y="281"/>
                  </a:lnTo>
                  <a:lnTo>
                    <a:pt x="252931" y="112"/>
                  </a:lnTo>
                  <a:lnTo>
                    <a:pt x="248637" y="18"/>
                  </a:lnTo>
                  <a:lnTo>
                    <a:pt x="244342" y="0"/>
                  </a:lnTo>
                  <a:lnTo>
                    <a:pt x="240047" y="56"/>
                  </a:lnTo>
                  <a:lnTo>
                    <a:pt x="235753" y="187"/>
                  </a:lnTo>
                  <a:lnTo>
                    <a:pt x="231463" y="394"/>
                  </a:lnTo>
                  <a:lnTo>
                    <a:pt x="227177" y="676"/>
                  </a:lnTo>
                  <a:lnTo>
                    <a:pt x="222896" y="1032"/>
                  </a:lnTo>
                  <a:lnTo>
                    <a:pt x="218623" y="1464"/>
                  </a:lnTo>
                  <a:lnTo>
                    <a:pt x="214357" y="1970"/>
                  </a:lnTo>
                  <a:lnTo>
                    <a:pt x="210101" y="2551"/>
                  </a:lnTo>
                  <a:lnTo>
                    <a:pt x="205856" y="3206"/>
                  </a:lnTo>
                  <a:lnTo>
                    <a:pt x="201623" y="3936"/>
                  </a:lnTo>
                  <a:lnTo>
                    <a:pt x="197404" y="4739"/>
                  </a:lnTo>
                  <a:lnTo>
                    <a:pt x="193199" y="5616"/>
                  </a:lnTo>
                  <a:lnTo>
                    <a:pt x="189010" y="6567"/>
                  </a:lnTo>
                  <a:lnTo>
                    <a:pt x="184838" y="7591"/>
                  </a:lnTo>
                  <a:lnTo>
                    <a:pt x="180685" y="8687"/>
                  </a:lnTo>
                  <a:lnTo>
                    <a:pt x="176552" y="9856"/>
                  </a:lnTo>
                  <a:lnTo>
                    <a:pt x="172440" y="11098"/>
                  </a:lnTo>
                  <a:lnTo>
                    <a:pt x="168350" y="12411"/>
                  </a:lnTo>
                  <a:lnTo>
                    <a:pt x="164284" y="13795"/>
                  </a:lnTo>
                  <a:lnTo>
                    <a:pt x="160243" y="15250"/>
                  </a:lnTo>
                  <a:lnTo>
                    <a:pt x="156228" y="16776"/>
                  </a:lnTo>
                  <a:lnTo>
                    <a:pt x="152240" y="18372"/>
                  </a:lnTo>
                  <a:lnTo>
                    <a:pt x="148281" y="20038"/>
                  </a:lnTo>
                  <a:lnTo>
                    <a:pt x="144351" y="21772"/>
                  </a:lnTo>
                  <a:lnTo>
                    <a:pt x="140452" y="23575"/>
                  </a:lnTo>
                  <a:lnTo>
                    <a:pt x="136586" y="25446"/>
                  </a:lnTo>
                  <a:lnTo>
                    <a:pt x="132753" y="27384"/>
                  </a:lnTo>
                  <a:lnTo>
                    <a:pt x="128954" y="29389"/>
                  </a:lnTo>
                  <a:lnTo>
                    <a:pt x="125191" y="31461"/>
                  </a:lnTo>
                  <a:lnTo>
                    <a:pt x="121465" y="33597"/>
                  </a:lnTo>
                  <a:lnTo>
                    <a:pt x="117777" y="35799"/>
                  </a:lnTo>
                  <a:lnTo>
                    <a:pt x="114128" y="38065"/>
                  </a:lnTo>
                  <a:lnTo>
                    <a:pt x="110519" y="40394"/>
                  </a:lnTo>
                  <a:lnTo>
                    <a:pt x="106951" y="42787"/>
                  </a:lnTo>
                  <a:lnTo>
                    <a:pt x="103426" y="45241"/>
                  </a:lnTo>
                  <a:lnTo>
                    <a:pt x="99945" y="47757"/>
                  </a:lnTo>
                  <a:lnTo>
                    <a:pt x="96507" y="50333"/>
                  </a:lnTo>
                  <a:lnTo>
                    <a:pt x="93116" y="52969"/>
                  </a:lnTo>
                  <a:lnTo>
                    <a:pt x="89771" y="55664"/>
                  </a:lnTo>
                  <a:lnTo>
                    <a:pt x="86474" y="58417"/>
                  </a:lnTo>
                  <a:lnTo>
                    <a:pt x="83226" y="61227"/>
                  </a:lnTo>
                  <a:lnTo>
                    <a:pt x="80027" y="64094"/>
                  </a:lnTo>
                  <a:lnTo>
                    <a:pt x="76879" y="67016"/>
                  </a:lnTo>
                  <a:lnTo>
                    <a:pt x="73782" y="69993"/>
                  </a:lnTo>
                  <a:lnTo>
                    <a:pt x="70738" y="73023"/>
                  </a:lnTo>
                  <a:lnTo>
                    <a:pt x="67748" y="76107"/>
                  </a:lnTo>
                  <a:lnTo>
                    <a:pt x="64812" y="79242"/>
                  </a:lnTo>
                  <a:lnTo>
                    <a:pt x="61931" y="82428"/>
                  </a:lnTo>
                  <a:lnTo>
                    <a:pt x="59107" y="85664"/>
                  </a:lnTo>
                  <a:lnTo>
                    <a:pt x="56339" y="88949"/>
                  </a:lnTo>
                  <a:lnTo>
                    <a:pt x="53630" y="92282"/>
                  </a:lnTo>
                  <a:lnTo>
                    <a:pt x="50979" y="95662"/>
                  </a:lnTo>
                  <a:lnTo>
                    <a:pt x="48388" y="99088"/>
                  </a:lnTo>
                  <a:lnTo>
                    <a:pt x="45857" y="102559"/>
                  </a:lnTo>
                  <a:lnTo>
                    <a:pt x="43387" y="106073"/>
                  </a:lnTo>
                  <a:lnTo>
                    <a:pt x="40980" y="109630"/>
                  </a:lnTo>
                  <a:lnTo>
                    <a:pt x="38634" y="113229"/>
                  </a:lnTo>
                  <a:lnTo>
                    <a:pt x="36353" y="116868"/>
                  </a:lnTo>
                  <a:lnTo>
                    <a:pt x="34135" y="120546"/>
                  </a:lnTo>
                  <a:lnTo>
                    <a:pt x="31982" y="124263"/>
                  </a:lnTo>
                  <a:lnTo>
                    <a:pt x="29894" y="128017"/>
                  </a:lnTo>
                  <a:lnTo>
                    <a:pt x="27872" y="131807"/>
                  </a:lnTo>
                  <a:lnTo>
                    <a:pt x="25917" y="135631"/>
                  </a:lnTo>
                  <a:lnTo>
                    <a:pt x="24029" y="139490"/>
                  </a:lnTo>
                  <a:lnTo>
                    <a:pt x="22209" y="143380"/>
                  </a:lnTo>
                  <a:lnTo>
                    <a:pt x="20458" y="147302"/>
                  </a:lnTo>
                  <a:lnTo>
                    <a:pt x="18775" y="151254"/>
                  </a:lnTo>
                  <a:lnTo>
                    <a:pt x="17162" y="155235"/>
                  </a:lnTo>
                  <a:lnTo>
                    <a:pt x="15618" y="159244"/>
                  </a:lnTo>
                  <a:lnTo>
                    <a:pt x="14145" y="163279"/>
                  </a:lnTo>
                  <a:lnTo>
                    <a:pt x="12743" y="167339"/>
                  </a:lnTo>
                  <a:lnTo>
                    <a:pt x="11412" y="171423"/>
                  </a:lnTo>
                  <a:lnTo>
                    <a:pt x="10153" y="175529"/>
                  </a:lnTo>
                  <a:lnTo>
                    <a:pt x="8966" y="179657"/>
                  </a:lnTo>
                  <a:lnTo>
                    <a:pt x="7851" y="183805"/>
                  </a:lnTo>
                  <a:lnTo>
                    <a:pt x="6809" y="187973"/>
                  </a:lnTo>
                  <a:lnTo>
                    <a:pt x="5840" y="192157"/>
                  </a:lnTo>
                  <a:lnTo>
                    <a:pt x="4944" y="196358"/>
                  </a:lnTo>
                  <a:lnTo>
                    <a:pt x="4123" y="200574"/>
                  </a:lnTo>
                  <a:lnTo>
                    <a:pt x="3375" y="204804"/>
                  </a:lnTo>
                  <a:lnTo>
                    <a:pt x="2701" y="209046"/>
                  </a:lnTo>
                  <a:lnTo>
                    <a:pt x="2101" y="213299"/>
                  </a:lnTo>
                  <a:lnTo>
                    <a:pt x="1577" y="217563"/>
                  </a:lnTo>
                  <a:lnTo>
                    <a:pt x="1126" y="221834"/>
                  </a:lnTo>
                  <a:lnTo>
                    <a:pt x="751" y="226113"/>
                  </a:lnTo>
                  <a:lnTo>
                    <a:pt x="450" y="230398"/>
                  </a:lnTo>
                  <a:lnTo>
                    <a:pt x="225" y="234687"/>
                  </a:lnTo>
                  <a:lnTo>
                    <a:pt x="75" y="238980"/>
                  </a:lnTo>
                  <a:lnTo>
                    <a:pt x="0" y="243275"/>
                  </a:lnTo>
                  <a:lnTo>
                    <a:pt x="0" y="247570"/>
                  </a:lnTo>
                  <a:lnTo>
                    <a:pt x="75" y="251865"/>
                  </a:lnTo>
                  <a:lnTo>
                    <a:pt x="225" y="256158"/>
                  </a:lnTo>
                  <a:lnTo>
                    <a:pt x="450" y="260447"/>
                  </a:lnTo>
                  <a:lnTo>
                    <a:pt x="751" y="264732"/>
                  </a:lnTo>
                  <a:lnTo>
                    <a:pt x="1126" y="269011"/>
                  </a:lnTo>
                  <a:lnTo>
                    <a:pt x="1577" y="273283"/>
                  </a:lnTo>
                  <a:lnTo>
                    <a:pt x="2101" y="277546"/>
                  </a:lnTo>
                  <a:lnTo>
                    <a:pt x="2701" y="281799"/>
                  </a:lnTo>
                  <a:lnTo>
                    <a:pt x="3375" y="286041"/>
                  </a:lnTo>
                  <a:lnTo>
                    <a:pt x="4123" y="290271"/>
                  </a:lnTo>
                  <a:lnTo>
                    <a:pt x="4944" y="294487"/>
                  </a:lnTo>
                  <a:lnTo>
                    <a:pt x="5840" y="298688"/>
                  </a:lnTo>
                  <a:lnTo>
                    <a:pt x="6809" y="302873"/>
                  </a:lnTo>
                  <a:lnTo>
                    <a:pt x="7851" y="307040"/>
                  </a:lnTo>
                  <a:lnTo>
                    <a:pt x="8966" y="311188"/>
                  </a:lnTo>
                  <a:lnTo>
                    <a:pt x="10153" y="315316"/>
                  </a:lnTo>
                  <a:lnTo>
                    <a:pt x="11412" y="319423"/>
                  </a:lnTo>
                  <a:lnTo>
                    <a:pt x="12743" y="323506"/>
                  </a:lnTo>
                  <a:lnTo>
                    <a:pt x="14145" y="327567"/>
                  </a:lnTo>
                  <a:lnTo>
                    <a:pt x="15618" y="331601"/>
                  </a:lnTo>
                  <a:lnTo>
                    <a:pt x="17162" y="335610"/>
                  </a:lnTo>
                  <a:lnTo>
                    <a:pt x="18775" y="339591"/>
                  </a:lnTo>
                  <a:lnTo>
                    <a:pt x="20458" y="343543"/>
                  </a:lnTo>
                  <a:lnTo>
                    <a:pt x="22209" y="347465"/>
                  </a:lnTo>
                  <a:lnTo>
                    <a:pt x="24029" y="351355"/>
                  </a:lnTo>
                  <a:lnTo>
                    <a:pt x="25917" y="355214"/>
                  </a:lnTo>
                  <a:lnTo>
                    <a:pt x="27872" y="359038"/>
                  </a:lnTo>
                  <a:lnTo>
                    <a:pt x="29894" y="362828"/>
                  </a:lnTo>
                  <a:lnTo>
                    <a:pt x="31982" y="366582"/>
                  </a:lnTo>
                  <a:lnTo>
                    <a:pt x="34135" y="370299"/>
                  </a:lnTo>
                  <a:lnTo>
                    <a:pt x="36353" y="373977"/>
                  </a:lnTo>
                  <a:lnTo>
                    <a:pt x="38634" y="377616"/>
                  </a:lnTo>
                  <a:lnTo>
                    <a:pt x="40980" y="381215"/>
                  </a:lnTo>
                  <a:lnTo>
                    <a:pt x="43387" y="384772"/>
                  </a:lnTo>
                  <a:lnTo>
                    <a:pt x="45857" y="388286"/>
                  </a:lnTo>
                  <a:lnTo>
                    <a:pt x="48388" y="391757"/>
                  </a:lnTo>
                  <a:lnTo>
                    <a:pt x="50979" y="395183"/>
                  </a:lnTo>
                  <a:lnTo>
                    <a:pt x="53630" y="398563"/>
                  </a:lnTo>
                  <a:lnTo>
                    <a:pt x="56339" y="401896"/>
                  </a:lnTo>
                  <a:lnTo>
                    <a:pt x="59107" y="405181"/>
                  </a:lnTo>
                  <a:lnTo>
                    <a:pt x="61931" y="408417"/>
                  </a:lnTo>
                  <a:lnTo>
                    <a:pt x="64812" y="411603"/>
                  </a:lnTo>
                  <a:lnTo>
                    <a:pt x="67748" y="414738"/>
                  </a:lnTo>
                  <a:lnTo>
                    <a:pt x="70738" y="417822"/>
                  </a:lnTo>
                  <a:lnTo>
                    <a:pt x="73782" y="420852"/>
                  </a:lnTo>
                  <a:lnTo>
                    <a:pt x="76879" y="423829"/>
                  </a:lnTo>
                  <a:lnTo>
                    <a:pt x="80027" y="426752"/>
                  </a:lnTo>
                  <a:lnTo>
                    <a:pt x="83226" y="429618"/>
                  </a:lnTo>
                  <a:lnTo>
                    <a:pt x="86474" y="432429"/>
                  </a:lnTo>
                  <a:lnTo>
                    <a:pt x="89771" y="435182"/>
                  </a:lnTo>
                  <a:lnTo>
                    <a:pt x="93116" y="437876"/>
                  </a:lnTo>
                  <a:lnTo>
                    <a:pt x="96507" y="440512"/>
                  </a:lnTo>
                  <a:lnTo>
                    <a:pt x="99945" y="443088"/>
                  </a:lnTo>
                  <a:lnTo>
                    <a:pt x="103426" y="445604"/>
                  </a:lnTo>
                  <a:lnTo>
                    <a:pt x="106951" y="448058"/>
                  </a:lnTo>
                  <a:lnTo>
                    <a:pt x="110519" y="450451"/>
                  </a:lnTo>
                  <a:lnTo>
                    <a:pt x="114128" y="452780"/>
                  </a:lnTo>
                  <a:lnTo>
                    <a:pt x="117777" y="455046"/>
                  </a:lnTo>
                  <a:lnTo>
                    <a:pt x="121465" y="457248"/>
                  </a:lnTo>
                  <a:lnTo>
                    <a:pt x="125191" y="459385"/>
                  </a:lnTo>
                  <a:lnTo>
                    <a:pt x="128954" y="461456"/>
                  </a:lnTo>
                  <a:lnTo>
                    <a:pt x="132753" y="463461"/>
                  </a:lnTo>
                  <a:lnTo>
                    <a:pt x="136586" y="465399"/>
                  </a:lnTo>
                  <a:lnTo>
                    <a:pt x="140452" y="467270"/>
                  </a:lnTo>
                  <a:lnTo>
                    <a:pt x="144351" y="469073"/>
                  </a:lnTo>
                  <a:lnTo>
                    <a:pt x="148281" y="470808"/>
                  </a:lnTo>
                  <a:lnTo>
                    <a:pt x="152240" y="472473"/>
                  </a:lnTo>
                  <a:lnTo>
                    <a:pt x="156228" y="474069"/>
                  </a:lnTo>
                  <a:lnTo>
                    <a:pt x="160243" y="475595"/>
                  </a:lnTo>
                  <a:lnTo>
                    <a:pt x="164284" y="477050"/>
                  </a:lnTo>
                  <a:lnTo>
                    <a:pt x="168350" y="478435"/>
                  </a:lnTo>
                  <a:lnTo>
                    <a:pt x="172440" y="479748"/>
                  </a:lnTo>
                  <a:lnTo>
                    <a:pt x="176552" y="480989"/>
                  </a:lnTo>
                  <a:lnTo>
                    <a:pt x="180685" y="482158"/>
                  </a:lnTo>
                  <a:lnTo>
                    <a:pt x="184838" y="483255"/>
                  </a:lnTo>
                  <a:lnTo>
                    <a:pt x="189010" y="484278"/>
                  </a:lnTo>
                  <a:lnTo>
                    <a:pt x="193199" y="485229"/>
                  </a:lnTo>
                  <a:lnTo>
                    <a:pt x="197404" y="486106"/>
                  </a:lnTo>
                  <a:lnTo>
                    <a:pt x="201623" y="486909"/>
                  </a:lnTo>
                  <a:lnTo>
                    <a:pt x="205856" y="487639"/>
                  </a:lnTo>
                  <a:lnTo>
                    <a:pt x="210101" y="488294"/>
                  </a:lnTo>
                  <a:lnTo>
                    <a:pt x="214357" y="488875"/>
                  </a:lnTo>
                  <a:lnTo>
                    <a:pt x="218623" y="489381"/>
                  </a:lnTo>
                  <a:lnTo>
                    <a:pt x="222896" y="489813"/>
                  </a:lnTo>
                  <a:lnTo>
                    <a:pt x="227177" y="490169"/>
                  </a:lnTo>
                  <a:lnTo>
                    <a:pt x="231463" y="490451"/>
                  </a:lnTo>
                  <a:lnTo>
                    <a:pt x="235753" y="490658"/>
                  </a:lnTo>
                  <a:lnTo>
                    <a:pt x="240047" y="490789"/>
                  </a:lnTo>
                  <a:lnTo>
                    <a:pt x="244342" y="490846"/>
                  </a:lnTo>
                  <a:lnTo>
                    <a:pt x="248637" y="490827"/>
                  </a:lnTo>
                  <a:lnTo>
                    <a:pt x="252931" y="490733"/>
                  </a:lnTo>
                  <a:lnTo>
                    <a:pt x="257223" y="490564"/>
                  </a:lnTo>
                  <a:lnTo>
                    <a:pt x="261512" y="490320"/>
                  </a:lnTo>
                  <a:lnTo>
                    <a:pt x="265795" y="490000"/>
                  </a:lnTo>
                  <a:lnTo>
                    <a:pt x="270072" y="489606"/>
                  </a:lnTo>
                  <a:lnTo>
                    <a:pt x="274342" y="489137"/>
                  </a:lnTo>
                  <a:lnTo>
                    <a:pt x="278603" y="488594"/>
                  </a:lnTo>
                  <a:lnTo>
                    <a:pt x="282854" y="487976"/>
                  </a:lnTo>
                  <a:lnTo>
                    <a:pt x="287093" y="487283"/>
                  </a:lnTo>
                  <a:lnTo>
                    <a:pt x="291319" y="486517"/>
                  </a:lnTo>
                  <a:lnTo>
                    <a:pt x="295532" y="485677"/>
                  </a:lnTo>
                  <a:lnTo>
                    <a:pt x="299729" y="484763"/>
                  </a:lnTo>
                  <a:lnTo>
                    <a:pt x="303909" y="483776"/>
                  </a:lnTo>
                  <a:lnTo>
                    <a:pt x="308071" y="482715"/>
                  </a:lnTo>
                  <a:lnTo>
                    <a:pt x="312215" y="481582"/>
                  </a:lnTo>
                  <a:lnTo>
                    <a:pt x="316338" y="480377"/>
                  </a:lnTo>
                  <a:lnTo>
                    <a:pt x="320439" y="479100"/>
                  </a:lnTo>
                  <a:lnTo>
                    <a:pt x="324517" y="477751"/>
                  </a:lnTo>
                  <a:lnTo>
                    <a:pt x="328571" y="476331"/>
                  </a:lnTo>
                  <a:lnTo>
                    <a:pt x="332599" y="474841"/>
                  </a:lnTo>
                  <a:lnTo>
                    <a:pt x="336601" y="473280"/>
                  </a:lnTo>
                  <a:lnTo>
                    <a:pt x="340574" y="471649"/>
                  </a:lnTo>
                  <a:lnTo>
                    <a:pt x="344519" y="469949"/>
                  </a:lnTo>
                  <a:lnTo>
                    <a:pt x="348433" y="468180"/>
                  </a:lnTo>
                  <a:lnTo>
                    <a:pt x="352316" y="466343"/>
                  </a:lnTo>
                  <a:lnTo>
                    <a:pt x="356166" y="464438"/>
                  </a:lnTo>
                  <a:lnTo>
                    <a:pt x="359982" y="462467"/>
                  </a:lnTo>
                  <a:lnTo>
                    <a:pt x="363763" y="460428"/>
                  </a:lnTo>
                  <a:lnTo>
                    <a:pt x="367508" y="458324"/>
                  </a:lnTo>
                  <a:lnTo>
                    <a:pt x="371215" y="456155"/>
                  </a:lnTo>
                  <a:lnTo>
                    <a:pt x="374884" y="453921"/>
                  </a:lnTo>
                  <a:lnTo>
                    <a:pt x="378513" y="451623"/>
                  </a:lnTo>
                  <a:lnTo>
                    <a:pt x="382101" y="449262"/>
                  </a:lnTo>
                  <a:lnTo>
                    <a:pt x="385648" y="446839"/>
                  </a:lnTo>
                  <a:lnTo>
                    <a:pt x="389151" y="444354"/>
                  </a:lnTo>
                  <a:lnTo>
                    <a:pt x="392611" y="441808"/>
                  </a:lnTo>
                  <a:lnTo>
                    <a:pt x="396025" y="439202"/>
                  </a:lnTo>
                  <a:lnTo>
                    <a:pt x="399393" y="436536"/>
                  </a:lnTo>
                  <a:lnTo>
                    <a:pt x="402714" y="433812"/>
                  </a:lnTo>
                  <a:lnTo>
                    <a:pt x="405987" y="431031"/>
                  </a:lnTo>
                  <a:lnTo>
                    <a:pt x="409211" y="428192"/>
                  </a:lnTo>
                  <a:lnTo>
                    <a:pt x="412385" y="425297"/>
                  </a:lnTo>
                  <a:lnTo>
                    <a:pt x="415507" y="422348"/>
                  </a:lnTo>
                  <a:lnTo>
                    <a:pt x="418577" y="419344"/>
                  </a:lnTo>
                  <a:lnTo>
                    <a:pt x="421595" y="416287"/>
                  </a:lnTo>
                  <a:lnTo>
                    <a:pt x="424558" y="413177"/>
                  </a:lnTo>
                  <a:lnTo>
                    <a:pt x="427466" y="410016"/>
                  </a:lnTo>
                  <a:lnTo>
                    <a:pt x="430319" y="406805"/>
                  </a:lnTo>
                  <a:lnTo>
                    <a:pt x="433115" y="403544"/>
                  </a:lnTo>
                  <a:lnTo>
                    <a:pt x="435854" y="400235"/>
                  </a:lnTo>
                  <a:lnTo>
                    <a:pt x="438534" y="396879"/>
                  </a:lnTo>
                  <a:lnTo>
                    <a:pt x="441155" y="393476"/>
                  </a:lnTo>
                  <a:lnTo>
                    <a:pt x="443716" y="390027"/>
                  </a:lnTo>
                  <a:lnTo>
                    <a:pt x="446216" y="386535"/>
                  </a:lnTo>
                  <a:lnTo>
                    <a:pt x="448655" y="382999"/>
                  </a:lnTo>
                  <a:lnTo>
                    <a:pt x="451032" y="379421"/>
                  </a:lnTo>
                  <a:lnTo>
                    <a:pt x="453345" y="375802"/>
                  </a:lnTo>
                  <a:lnTo>
                    <a:pt x="455595" y="372143"/>
                  </a:lnTo>
                  <a:lnTo>
                    <a:pt x="457781" y="368445"/>
                  </a:lnTo>
                  <a:lnTo>
                    <a:pt x="459901" y="364710"/>
                  </a:lnTo>
                  <a:lnTo>
                    <a:pt x="461956" y="360938"/>
                  </a:lnTo>
                  <a:lnTo>
                    <a:pt x="463945" y="357130"/>
                  </a:lnTo>
                  <a:lnTo>
                    <a:pt x="465866" y="353289"/>
                  </a:lnTo>
                  <a:lnTo>
                    <a:pt x="467720" y="349414"/>
                  </a:lnTo>
                  <a:lnTo>
                    <a:pt x="469506" y="345508"/>
                  </a:lnTo>
                  <a:lnTo>
                    <a:pt x="471223" y="341570"/>
                  </a:lnTo>
                  <a:lnTo>
                    <a:pt x="472872" y="337604"/>
                  </a:lnTo>
                  <a:lnTo>
                    <a:pt x="474450" y="333609"/>
                  </a:lnTo>
                  <a:lnTo>
                    <a:pt x="475958" y="329587"/>
                  </a:lnTo>
                  <a:lnTo>
                    <a:pt x="477396" y="325540"/>
                  </a:lnTo>
                  <a:lnTo>
                    <a:pt x="478762" y="321467"/>
                  </a:lnTo>
                  <a:lnTo>
                    <a:pt x="480058" y="317372"/>
                  </a:lnTo>
                  <a:lnTo>
                    <a:pt x="481281" y="313254"/>
                  </a:lnTo>
                  <a:lnTo>
                    <a:pt x="482432" y="309116"/>
                  </a:lnTo>
                  <a:lnTo>
                    <a:pt x="483510" y="304958"/>
                  </a:lnTo>
                  <a:lnTo>
                    <a:pt x="484516" y="300782"/>
                  </a:lnTo>
                  <a:lnTo>
                    <a:pt x="485448" y="296589"/>
                  </a:lnTo>
                  <a:lnTo>
                    <a:pt x="486307" y="292381"/>
                  </a:lnTo>
                  <a:lnTo>
                    <a:pt x="487092" y="288158"/>
                  </a:lnTo>
                  <a:lnTo>
                    <a:pt x="487803" y="283922"/>
                  </a:lnTo>
                  <a:lnTo>
                    <a:pt x="488439" y="279674"/>
                  </a:lnTo>
                  <a:lnTo>
                    <a:pt x="489001" y="275415"/>
                  </a:lnTo>
                  <a:lnTo>
                    <a:pt x="489489" y="271148"/>
                  </a:lnTo>
                  <a:lnTo>
                    <a:pt x="489902" y="266872"/>
                  </a:lnTo>
                  <a:lnTo>
                    <a:pt x="490240" y="262590"/>
                  </a:lnTo>
                  <a:lnTo>
                    <a:pt x="490503" y="258303"/>
                  </a:lnTo>
                  <a:lnTo>
                    <a:pt x="490691" y="254012"/>
                  </a:lnTo>
                  <a:lnTo>
                    <a:pt x="490803" y="249718"/>
                  </a:lnTo>
                  <a:close/>
                </a:path>
              </a:pathLst>
            </a:custGeom>
            <a:solidFill>
              <a:srgbClr val="F5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174" name="pl174"/>
            <p:cNvSpPr/>
            <p:nvPr/>
          </p:nvSpPr>
          <p:spPr>
            <a:xfrm>
              <a:off x="4572000" y="1129297"/>
              <a:ext cx="0" cy="220882"/>
            </a:xfrm>
            <a:custGeom>
              <a:avLst/>
              <a:pathLst>
                <a:path w="0" h="220882">
                  <a:moveTo>
                    <a:pt x="0" y="220882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l175"/>
            <p:cNvSpPr/>
            <p:nvPr/>
          </p:nvSpPr>
          <p:spPr>
            <a:xfrm>
              <a:off x="4589354" y="1201180"/>
              <a:ext cx="156187" cy="156187"/>
            </a:xfrm>
            <a:custGeom>
              <a:avLst/>
              <a:pathLst>
                <a:path w="156187" h="156187">
                  <a:moveTo>
                    <a:pt x="0" y="156187"/>
                  </a:moveTo>
                  <a:lnTo>
                    <a:pt x="156187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l176"/>
            <p:cNvSpPr/>
            <p:nvPr/>
          </p:nvSpPr>
          <p:spPr>
            <a:xfrm>
              <a:off x="4596542" y="1374722"/>
              <a:ext cx="220882" cy="0"/>
            </a:xfrm>
            <a:custGeom>
              <a:avLst/>
              <a:pathLst>
                <a:path w="220882" h="0">
                  <a:moveTo>
                    <a:pt x="0" y="0"/>
                  </a:moveTo>
                  <a:lnTo>
                    <a:pt x="220882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l177"/>
            <p:cNvSpPr/>
            <p:nvPr/>
          </p:nvSpPr>
          <p:spPr>
            <a:xfrm>
              <a:off x="4589354" y="1392076"/>
              <a:ext cx="156187" cy="156187"/>
            </a:xfrm>
            <a:custGeom>
              <a:avLst/>
              <a:pathLst>
                <a:path w="156187" h="156187">
                  <a:moveTo>
                    <a:pt x="0" y="0"/>
                  </a:moveTo>
                  <a:lnTo>
                    <a:pt x="156187" y="156187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l178"/>
            <p:cNvSpPr/>
            <p:nvPr/>
          </p:nvSpPr>
          <p:spPr>
            <a:xfrm>
              <a:off x="4572000" y="1399265"/>
              <a:ext cx="0" cy="220882"/>
            </a:xfrm>
            <a:custGeom>
              <a:avLst/>
              <a:pathLst>
                <a:path w="0" h="220882">
                  <a:moveTo>
                    <a:pt x="0" y="0"/>
                  </a:moveTo>
                  <a:lnTo>
                    <a:pt x="0" y="220882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l179"/>
            <p:cNvSpPr/>
            <p:nvPr/>
          </p:nvSpPr>
          <p:spPr>
            <a:xfrm>
              <a:off x="4398458" y="1392076"/>
              <a:ext cx="156187" cy="156187"/>
            </a:xfrm>
            <a:custGeom>
              <a:avLst/>
              <a:pathLst>
                <a:path w="156187" h="156187">
                  <a:moveTo>
                    <a:pt x="156187" y="0"/>
                  </a:moveTo>
                  <a:lnTo>
                    <a:pt x="0" y="156187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l180"/>
            <p:cNvSpPr/>
            <p:nvPr/>
          </p:nvSpPr>
          <p:spPr>
            <a:xfrm>
              <a:off x="4326574" y="1374722"/>
              <a:ext cx="220882" cy="0"/>
            </a:xfrm>
            <a:custGeom>
              <a:avLst/>
              <a:pathLst>
                <a:path w="220882" h="0">
                  <a:moveTo>
                    <a:pt x="220882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l181"/>
            <p:cNvSpPr/>
            <p:nvPr/>
          </p:nvSpPr>
          <p:spPr>
            <a:xfrm>
              <a:off x="4398458" y="1201180"/>
              <a:ext cx="156187" cy="156187"/>
            </a:xfrm>
            <a:custGeom>
              <a:avLst/>
              <a:pathLst>
                <a:path w="156187" h="156187">
                  <a:moveTo>
                    <a:pt x="156187" y="156187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l182"/>
            <p:cNvSpPr/>
            <p:nvPr/>
          </p:nvSpPr>
          <p:spPr>
            <a:xfrm>
              <a:off x="4526248" y="1320059"/>
              <a:ext cx="130535" cy="100414"/>
            </a:xfrm>
            <a:custGeom>
              <a:avLst/>
              <a:pathLst>
                <a:path w="130535" h="100414">
                  <a:moveTo>
                    <a:pt x="45751" y="0"/>
                  </a:moveTo>
                  <a:lnTo>
                    <a:pt x="98603" y="1811"/>
                  </a:lnTo>
                  <a:lnTo>
                    <a:pt x="130535" y="54662"/>
                  </a:lnTo>
                  <a:lnTo>
                    <a:pt x="70205" y="79116"/>
                  </a:lnTo>
                  <a:lnTo>
                    <a:pt x="45751" y="79205"/>
                  </a:lnTo>
                  <a:lnTo>
                    <a:pt x="0" y="100414"/>
                  </a:lnTo>
                  <a:lnTo>
                    <a:pt x="1129" y="54662"/>
                  </a:lnTo>
                  <a:lnTo>
                    <a:pt x="21298" y="30209"/>
                  </a:lnTo>
                  <a:lnTo>
                    <a:pt x="45751" y="0"/>
                  </a:lnTo>
                </a:path>
              </a:pathLst>
            </a:custGeom>
            <a:ln w="31166" cap="flat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4536052" y="1284112"/>
              <a:ext cx="71895" cy="71895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4588903" y="1285923"/>
              <a:ext cx="71895" cy="71895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4620835" y="1338775"/>
              <a:ext cx="71895" cy="71895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4560505" y="1363228"/>
              <a:ext cx="71895" cy="71895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4536052" y="1363317"/>
              <a:ext cx="71895" cy="71895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4490300" y="1384527"/>
              <a:ext cx="71895" cy="71895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4491429" y="1338775"/>
              <a:ext cx="71895" cy="71895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4511598" y="1314321"/>
              <a:ext cx="71895" cy="71895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4536052" y="1284112"/>
              <a:ext cx="71895" cy="71895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tx192"/>
            <p:cNvSpPr/>
            <p:nvPr/>
          </p:nvSpPr>
          <p:spPr>
            <a:xfrm>
              <a:off x="4451360" y="1326269"/>
              <a:ext cx="96096" cy="477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2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2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193" name="tx193"/>
            <p:cNvSpPr/>
            <p:nvPr/>
          </p:nvSpPr>
          <p:spPr>
            <a:xfrm>
              <a:off x="4414383" y="1215828"/>
              <a:ext cx="133074" cy="477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2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2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194" name="tx194"/>
            <p:cNvSpPr/>
            <p:nvPr/>
          </p:nvSpPr>
          <p:spPr>
            <a:xfrm>
              <a:off x="4377405" y="1105386"/>
              <a:ext cx="170051" cy="477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2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2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  <p:sp>
          <p:nvSpPr>
            <p:cNvPr id="195" name="rc195"/>
            <p:cNvSpPr/>
            <p:nvPr/>
          </p:nvSpPr>
          <p:spPr>
            <a:xfrm>
              <a:off x="6072803" y="909441"/>
              <a:ext cx="3001607" cy="90709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196" name="rc196"/>
            <p:cNvSpPr/>
            <p:nvPr/>
          </p:nvSpPr>
          <p:spPr>
            <a:xfrm>
              <a:off x="6072803" y="1000151"/>
              <a:ext cx="3001607" cy="74914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7" name="rc197"/>
            <p:cNvSpPr/>
            <p:nvPr/>
          </p:nvSpPr>
          <p:spPr>
            <a:xfrm>
              <a:off x="6123413" y="909441"/>
              <a:ext cx="2900386" cy="90709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8" name="tx198"/>
            <p:cNvSpPr/>
            <p:nvPr/>
          </p:nvSpPr>
          <p:spPr>
            <a:xfrm>
              <a:off x="7043580" y="897912"/>
              <a:ext cx="1060054" cy="1088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Columbiformes</a:t>
              </a:r>
            </a:p>
          </p:txBody>
        </p:sp>
        <p:sp>
          <p:nvSpPr>
            <p:cNvPr id="199" name="rc199"/>
            <p:cNvSpPr/>
            <p:nvPr/>
          </p:nvSpPr>
          <p:spPr>
            <a:xfrm>
              <a:off x="7168655" y="1050761"/>
              <a:ext cx="809903" cy="64792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0" name="tx200"/>
            <p:cNvSpPr/>
            <p:nvPr/>
          </p:nvSpPr>
          <p:spPr>
            <a:xfrm>
              <a:off x="6867844" y="1531024"/>
              <a:ext cx="506189" cy="82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201" name="tx201"/>
            <p:cNvSpPr/>
            <p:nvPr/>
          </p:nvSpPr>
          <p:spPr>
            <a:xfrm>
              <a:off x="7044439" y="1333673"/>
              <a:ext cx="246928" cy="79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202" name="tx202"/>
            <p:cNvSpPr/>
            <p:nvPr/>
          </p:nvSpPr>
          <p:spPr>
            <a:xfrm>
              <a:off x="6886052" y="1133835"/>
              <a:ext cx="487981" cy="801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203" name="pl203"/>
            <p:cNvSpPr/>
            <p:nvPr/>
          </p:nvSpPr>
          <p:spPr>
            <a:xfrm>
              <a:off x="7549065" y="1350180"/>
              <a:ext cx="49084" cy="49084"/>
            </a:xfrm>
            <a:custGeom>
              <a:avLst/>
              <a:pathLst>
                <a:path w="49084" h="49084">
                  <a:moveTo>
                    <a:pt x="49084" y="24542"/>
                  </a:moveTo>
                  <a:lnTo>
                    <a:pt x="49080" y="24112"/>
                  </a:lnTo>
                  <a:lnTo>
                    <a:pt x="49069" y="23683"/>
                  </a:lnTo>
                  <a:lnTo>
                    <a:pt x="49050" y="23254"/>
                  </a:lnTo>
                  <a:lnTo>
                    <a:pt x="49024" y="22825"/>
                  </a:lnTo>
                  <a:lnTo>
                    <a:pt x="48990" y="22397"/>
                  </a:lnTo>
                  <a:lnTo>
                    <a:pt x="48948" y="21969"/>
                  </a:lnTo>
                  <a:lnTo>
                    <a:pt x="48900" y="21543"/>
                  </a:lnTo>
                  <a:lnTo>
                    <a:pt x="48843" y="21117"/>
                  </a:lnTo>
                  <a:lnTo>
                    <a:pt x="48780" y="20692"/>
                  </a:lnTo>
                  <a:lnTo>
                    <a:pt x="48709" y="20268"/>
                  </a:lnTo>
                  <a:lnTo>
                    <a:pt x="48630" y="19846"/>
                  </a:lnTo>
                  <a:lnTo>
                    <a:pt x="48544" y="19425"/>
                  </a:lnTo>
                  <a:lnTo>
                    <a:pt x="48451" y="19006"/>
                  </a:lnTo>
                  <a:lnTo>
                    <a:pt x="48351" y="18588"/>
                  </a:lnTo>
                  <a:lnTo>
                    <a:pt x="48243" y="18172"/>
                  </a:lnTo>
                  <a:lnTo>
                    <a:pt x="48128" y="17759"/>
                  </a:lnTo>
                  <a:lnTo>
                    <a:pt x="48005" y="17347"/>
                  </a:lnTo>
                  <a:lnTo>
                    <a:pt x="47876" y="16937"/>
                  </a:lnTo>
                  <a:lnTo>
                    <a:pt x="47739" y="16530"/>
                  </a:lnTo>
                  <a:lnTo>
                    <a:pt x="47595" y="16125"/>
                  </a:lnTo>
                  <a:lnTo>
                    <a:pt x="47445" y="15723"/>
                  </a:lnTo>
                  <a:lnTo>
                    <a:pt x="47287" y="15324"/>
                  </a:lnTo>
                  <a:lnTo>
                    <a:pt x="47122" y="14927"/>
                  </a:lnTo>
                  <a:lnTo>
                    <a:pt x="46950" y="14533"/>
                  </a:lnTo>
                  <a:lnTo>
                    <a:pt x="46772" y="14143"/>
                  </a:lnTo>
                  <a:lnTo>
                    <a:pt x="46586" y="13755"/>
                  </a:lnTo>
                  <a:lnTo>
                    <a:pt x="46394" y="13371"/>
                  </a:lnTo>
                  <a:lnTo>
                    <a:pt x="46195" y="12990"/>
                  </a:lnTo>
                  <a:lnTo>
                    <a:pt x="45990" y="12613"/>
                  </a:lnTo>
                  <a:lnTo>
                    <a:pt x="45778" y="12240"/>
                  </a:lnTo>
                  <a:lnTo>
                    <a:pt x="45559" y="11870"/>
                  </a:lnTo>
                  <a:lnTo>
                    <a:pt x="45334" y="11504"/>
                  </a:lnTo>
                  <a:lnTo>
                    <a:pt x="45103" y="11142"/>
                  </a:lnTo>
                  <a:lnTo>
                    <a:pt x="44865" y="10784"/>
                  </a:lnTo>
                  <a:lnTo>
                    <a:pt x="44621" y="10431"/>
                  </a:lnTo>
                  <a:lnTo>
                    <a:pt x="44371" y="10081"/>
                  </a:lnTo>
                  <a:lnTo>
                    <a:pt x="44115" y="9737"/>
                  </a:lnTo>
                  <a:lnTo>
                    <a:pt x="43853" y="9396"/>
                  </a:lnTo>
                  <a:lnTo>
                    <a:pt x="43585" y="9061"/>
                  </a:lnTo>
                  <a:lnTo>
                    <a:pt x="43311" y="8730"/>
                  </a:lnTo>
                  <a:lnTo>
                    <a:pt x="43031" y="8404"/>
                  </a:lnTo>
                  <a:lnTo>
                    <a:pt x="42746" y="8082"/>
                  </a:lnTo>
                  <a:lnTo>
                    <a:pt x="42455" y="7766"/>
                  </a:lnTo>
                  <a:lnTo>
                    <a:pt x="42159" y="7455"/>
                  </a:lnTo>
                  <a:lnTo>
                    <a:pt x="41857" y="7150"/>
                  </a:lnTo>
                  <a:lnTo>
                    <a:pt x="41550" y="6849"/>
                  </a:lnTo>
                  <a:lnTo>
                    <a:pt x="41238" y="6554"/>
                  </a:lnTo>
                  <a:lnTo>
                    <a:pt x="40921" y="6265"/>
                  </a:lnTo>
                  <a:lnTo>
                    <a:pt x="40598" y="5981"/>
                  </a:lnTo>
                  <a:lnTo>
                    <a:pt x="40271" y="5703"/>
                  </a:lnTo>
                  <a:lnTo>
                    <a:pt x="39939" y="5430"/>
                  </a:lnTo>
                  <a:lnTo>
                    <a:pt x="39602" y="5164"/>
                  </a:lnTo>
                  <a:lnTo>
                    <a:pt x="39261" y="4903"/>
                  </a:lnTo>
                  <a:lnTo>
                    <a:pt x="38915" y="4649"/>
                  </a:lnTo>
                  <a:lnTo>
                    <a:pt x="38564" y="4400"/>
                  </a:lnTo>
                  <a:lnTo>
                    <a:pt x="38210" y="4158"/>
                  </a:lnTo>
                  <a:lnTo>
                    <a:pt x="37851" y="3922"/>
                  </a:lnTo>
                  <a:lnTo>
                    <a:pt x="37488" y="3692"/>
                  </a:lnTo>
                  <a:lnTo>
                    <a:pt x="37121" y="3469"/>
                  </a:lnTo>
                  <a:lnTo>
                    <a:pt x="36750" y="3252"/>
                  </a:lnTo>
                  <a:lnTo>
                    <a:pt x="36376" y="3041"/>
                  </a:lnTo>
                  <a:lnTo>
                    <a:pt x="35998" y="2837"/>
                  </a:lnTo>
                  <a:lnTo>
                    <a:pt x="35616" y="2640"/>
                  </a:lnTo>
                  <a:lnTo>
                    <a:pt x="35231" y="2450"/>
                  </a:lnTo>
                  <a:lnTo>
                    <a:pt x="34843" y="2266"/>
                  </a:lnTo>
                  <a:lnTo>
                    <a:pt x="34451" y="2089"/>
                  </a:lnTo>
                  <a:lnTo>
                    <a:pt x="34057" y="1919"/>
                  </a:lnTo>
                  <a:lnTo>
                    <a:pt x="33660" y="1756"/>
                  </a:lnTo>
                  <a:lnTo>
                    <a:pt x="33259" y="1600"/>
                  </a:lnTo>
                  <a:lnTo>
                    <a:pt x="32857" y="1451"/>
                  </a:lnTo>
                  <a:lnTo>
                    <a:pt x="32451" y="1309"/>
                  </a:lnTo>
                  <a:lnTo>
                    <a:pt x="32043" y="1174"/>
                  </a:lnTo>
                  <a:lnTo>
                    <a:pt x="31633" y="1046"/>
                  </a:lnTo>
                  <a:lnTo>
                    <a:pt x="31221" y="926"/>
                  </a:lnTo>
                  <a:lnTo>
                    <a:pt x="30807" y="813"/>
                  </a:lnTo>
                  <a:lnTo>
                    <a:pt x="30390" y="707"/>
                  </a:lnTo>
                  <a:lnTo>
                    <a:pt x="29972" y="608"/>
                  </a:lnTo>
                  <a:lnTo>
                    <a:pt x="29553" y="516"/>
                  </a:lnTo>
                  <a:lnTo>
                    <a:pt x="29131" y="432"/>
                  </a:lnTo>
                  <a:lnTo>
                    <a:pt x="28709" y="356"/>
                  </a:lnTo>
                  <a:lnTo>
                    <a:pt x="28285" y="286"/>
                  </a:lnTo>
                  <a:lnTo>
                    <a:pt x="27860" y="225"/>
                  </a:lnTo>
                  <a:lnTo>
                    <a:pt x="27434" y="170"/>
                  </a:lnTo>
                  <a:lnTo>
                    <a:pt x="27007" y="123"/>
                  </a:lnTo>
                  <a:lnTo>
                    <a:pt x="26579" y="84"/>
                  </a:lnTo>
                  <a:lnTo>
                    <a:pt x="26151" y="52"/>
                  </a:lnTo>
                  <a:lnTo>
                    <a:pt x="25722" y="28"/>
                  </a:lnTo>
                  <a:lnTo>
                    <a:pt x="25293" y="11"/>
                  </a:lnTo>
                  <a:lnTo>
                    <a:pt x="24863" y="1"/>
                  </a:lnTo>
                  <a:lnTo>
                    <a:pt x="24434" y="0"/>
                  </a:lnTo>
                  <a:lnTo>
                    <a:pt x="24004" y="5"/>
                  </a:lnTo>
                  <a:lnTo>
                    <a:pt x="23575" y="18"/>
                  </a:lnTo>
                  <a:lnTo>
                    <a:pt x="23146" y="39"/>
                  </a:lnTo>
                  <a:lnTo>
                    <a:pt x="22717" y="67"/>
                  </a:lnTo>
                  <a:lnTo>
                    <a:pt x="22289" y="103"/>
                  </a:lnTo>
                  <a:lnTo>
                    <a:pt x="21862" y="146"/>
                  </a:lnTo>
                  <a:lnTo>
                    <a:pt x="21435" y="197"/>
                  </a:lnTo>
                  <a:lnTo>
                    <a:pt x="21010" y="255"/>
                  </a:lnTo>
                  <a:lnTo>
                    <a:pt x="20585" y="320"/>
                  </a:lnTo>
                  <a:lnTo>
                    <a:pt x="20162" y="393"/>
                  </a:lnTo>
                  <a:lnTo>
                    <a:pt x="19740" y="473"/>
                  </a:lnTo>
                  <a:lnTo>
                    <a:pt x="19319" y="561"/>
                  </a:lnTo>
                  <a:lnTo>
                    <a:pt x="18901" y="656"/>
                  </a:lnTo>
                  <a:lnTo>
                    <a:pt x="18483" y="759"/>
                  </a:lnTo>
                  <a:lnTo>
                    <a:pt x="18068" y="868"/>
                  </a:lnTo>
                  <a:lnTo>
                    <a:pt x="17655" y="985"/>
                  </a:lnTo>
                  <a:lnTo>
                    <a:pt x="17244" y="1109"/>
                  </a:lnTo>
                  <a:lnTo>
                    <a:pt x="16835" y="1241"/>
                  </a:lnTo>
                  <a:lnTo>
                    <a:pt x="16428" y="1379"/>
                  </a:lnTo>
                  <a:lnTo>
                    <a:pt x="16024" y="1525"/>
                  </a:lnTo>
                  <a:lnTo>
                    <a:pt x="15622" y="1677"/>
                  </a:lnTo>
                  <a:lnTo>
                    <a:pt x="15224" y="1837"/>
                  </a:lnTo>
                  <a:lnTo>
                    <a:pt x="14828" y="2003"/>
                  </a:lnTo>
                  <a:lnTo>
                    <a:pt x="14435" y="2177"/>
                  </a:lnTo>
                  <a:lnTo>
                    <a:pt x="14045" y="2357"/>
                  </a:lnTo>
                  <a:lnTo>
                    <a:pt x="13658" y="2544"/>
                  </a:lnTo>
                  <a:lnTo>
                    <a:pt x="13275" y="2738"/>
                  </a:lnTo>
                  <a:lnTo>
                    <a:pt x="12895" y="2938"/>
                  </a:lnTo>
                  <a:lnTo>
                    <a:pt x="12519" y="3146"/>
                  </a:lnTo>
                  <a:lnTo>
                    <a:pt x="12146" y="3359"/>
                  </a:lnTo>
                  <a:lnTo>
                    <a:pt x="11777" y="3579"/>
                  </a:lnTo>
                  <a:lnTo>
                    <a:pt x="11412" y="3806"/>
                  </a:lnTo>
                  <a:lnTo>
                    <a:pt x="11051" y="4039"/>
                  </a:lnTo>
                  <a:lnTo>
                    <a:pt x="10695" y="4278"/>
                  </a:lnTo>
                  <a:lnTo>
                    <a:pt x="10342" y="4524"/>
                  </a:lnTo>
                  <a:lnTo>
                    <a:pt x="9994" y="4775"/>
                  </a:lnTo>
                  <a:lnTo>
                    <a:pt x="9650" y="5033"/>
                  </a:lnTo>
                  <a:lnTo>
                    <a:pt x="9311" y="5296"/>
                  </a:lnTo>
                  <a:lnTo>
                    <a:pt x="8977" y="5566"/>
                  </a:lnTo>
                  <a:lnTo>
                    <a:pt x="8647" y="5841"/>
                  </a:lnTo>
                  <a:lnTo>
                    <a:pt x="8322" y="6122"/>
                  </a:lnTo>
                  <a:lnTo>
                    <a:pt x="8002" y="6409"/>
                  </a:lnTo>
                  <a:lnTo>
                    <a:pt x="7687" y="6701"/>
                  </a:lnTo>
                  <a:lnTo>
                    <a:pt x="7378" y="6999"/>
                  </a:lnTo>
                  <a:lnTo>
                    <a:pt x="7073" y="7302"/>
                  </a:lnTo>
                  <a:lnTo>
                    <a:pt x="6774" y="7610"/>
                  </a:lnTo>
                  <a:lnTo>
                    <a:pt x="6481" y="7924"/>
                  </a:lnTo>
                  <a:lnTo>
                    <a:pt x="6193" y="8242"/>
                  </a:lnTo>
                  <a:lnTo>
                    <a:pt x="5910" y="8566"/>
                  </a:lnTo>
                  <a:lnTo>
                    <a:pt x="5633" y="8894"/>
                  </a:lnTo>
                  <a:lnTo>
                    <a:pt x="5363" y="9228"/>
                  </a:lnTo>
                  <a:lnTo>
                    <a:pt x="5097" y="9566"/>
                  </a:lnTo>
                  <a:lnTo>
                    <a:pt x="4838" y="9908"/>
                  </a:lnTo>
                  <a:lnTo>
                    <a:pt x="4585" y="10255"/>
                  </a:lnTo>
                  <a:lnTo>
                    <a:pt x="4338" y="10607"/>
                  </a:lnTo>
                  <a:lnTo>
                    <a:pt x="4098" y="10963"/>
                  </a:lnTo>
                  <a:lnTo>
                    <a:pt x="3863" y="11322"/>
                  </a:lnTo>
                  <a:lnTo>
                    <a:pt x="3635" y="11686"/>
                  </a:lnTo>
                  <a:lnTo>
                    <a:pt x="3413" y="12054"/>
                  </a:lnTo>
                  <a:lnTo>
                    <a:pt x="3198" y="12426"/>
                  </a:lnTo>
                  <a:lnTo>
                    <a:pt x="2989" y="12801"/>
                  </a:lnTo>
                  <a:lnTo>
                    <a:pt x="2787" y="13180"/>
                  </a:lnTo>
                  <a:lnTo>
                    <a:pt x="2591" y="13563"/>
                  </a:lnTo>
                  <a:lnTo>
                    <a:pt x="2402" y="13949"/>
                  </a:lnTo>
                  <a:lnTo>
                    <a:pt x="2220" y="14338"/>
                  </a:lnTo>
                  <a:lnTo>
                    <a:pt x="2045" y="14730"/>
                  </a:lnTo>
                  <a:lnTo>
                    <a:pt x="1877" y="15125"/>
                  </a:lnTo>
                  <a:lnTo>
                    <a:pt x="1716" y="15523"/>
                  </a:lnTo>
                  <a:lnTo>
                    <a:pt x="1561" y="15924"/>
                  </a:lnTo>
                  <a:lnTo>
                    <a:pt x="1414" y="16327"/>
                  </a:lnTo>
                  <a:lnTo>
                    <a:pt x="1274" y="16733"/>
                  </a:lnTo>
                  <a:lnTo>
                    <a:pt x="1141" y="17142"/>
                  </a:lnTo>
                  <a:lnTo>
                    <a:pt x="1015" y="17552"/>
                  </a:lnTo>
                  <a:lnTo>
                    <a:pt x="896" y="17965"/>
                  </a:lnTo>
                  <a:lnTo>
                    <a:pt x="785" y="18380"/>
                  </a:lnTo>
                  <a:lnTo>
                    <a:pt x="680" y="18797"/>
                  </a:lnTo>
                  <a:lnTo>
                    <a:pt x="584" y="19215"/>
                  </a:lnTo>
                  <a:lnTo>
                    <a:pt x="494" y="19635"/>
                  </a:lnTo>
                  <a:lnTo>
                    <a:pt x="412" y="20057"/>
                  </a:lnTo>
                  <a:lnTo>
                    <a:pt x="337" y="20480"/>
                  </a:lnTo>
                  <a:lnTo>
                    <a:pt x="270" y="20904"/>
                  </a:lnTo>
                  <a:lnTo>
                    <a:pt x="210" y="21329"/>
                  </a:lnTo>
                  <a:lnTo>
                    <a:pt x="157" y="21756"/>
                  </a:lnTo>
                  <a:lnTo>
                    <a:pt x="112" y="22183"/>
                  </a:lnTo>
                  <a:lnTo>
                    <a:pt x="75" y="22611"/>
                  </a:lnTo>
                  <a:lnTo>
                    <a:pt x="45" y="23039"/>
                  </a:lnTo>
                  <a:lnTo>
                    <a:pt x="22" y="23468"/>
                  </a:lnTo>
                  <a:lnTo>
                    <a:pt x="7" y="23898"/>
                  </a:lnTo>
                  <a:lnTo>
                    <a:pt x="0" y="24327"/>
                  </a:lnTo>
                  <a:lnTo>
                    <a:pt x="0" y="24757"/>
                  </a:lnTo>
                  <a:lnTo>
                    <a:pt x="7" y="25186"/>
                  </a:lnTo>
                  <a:lnTo>
                    <a:pt x="22" y="25615"/>
                  </a:lnTo>
                  <a:lnTo>
                    <a:pt x="45" y="26044"/>
                  </a:lnTo>
                  <a:lnTo>
                    <a:pt x="75" y="26473"/>
                  </a:lnTo>
                  <a:lnTo>
                    <a:pt x="112" y="26901"/>
                  </a:lnTo>
                  <a:lnTo>
                    <a:pt x="157" y="27328"/>
                  </a:lnTo>
                  <a:lnTo>
                    <a:pt x="210" y="27754"/>
                  </a:lnTo>
                  <a:lnTo>
                    <a:pt x="270" y="28179"/>
                  </a:lnTo>
                  <a:lnTo>
                    <a:pt x="337" y="28604"/>
                  </a:lnTo>
                  <a:lnTo>
                    <a:pt x="412" y="29027"/>
                  </a:lnTo>
                  <a:lnTo>
                    <a:pt x="494" y="29448"/>
                  </a:lnTo>
                  <a:lnTo>
                    <a:pt x="584" y="29868"/>
                  </a:lnTo>
                  <a:lnTo>
                    <a:pt x="680" y="30287"/>
                  </a:lnTo>
                  <a:lnTo>
                    <a:pt x="785" y="30704"/>
                  </a:lnTo>
                  <a:lnTo>
                    <a:pt x="896" y="31118"/>
                  </a:lnTo>
                  <a:lnTo>
                    <a:pt x="1015" y="31531"/>
                  </a:lnTo>
                  <a:lnTo>
                    <a:pt x="1141" y="31942"/>
                  </a:lnTo>
                  <a:lnTo>
                    <a:pt x="1274" y="32350"/>
                  </a:lnTo>
                  <a:lnTo>
                    <a:pt x="1414" y="32756"/>
                  </a:lnTo>
                  <a:lnTo>
                    <a:pt x="1561" y="33160"/>
                  </a:lnTo>
                  <a:lnTo>
                    <a:pt x="1716" y="33561"/>
                  </a:lnTo>
                  <a:lnTo>
                    <a:pt x="1877" y="33959"/>
                  </a:lnTo>
                  <a:lnTo>
                    <a:pt x="2045" y="34354"/>
                  </a:lnTo>
                  <a:lnTo>
                    <a:pt x="2220" y="34746"/>
                  </a:lnTo>
                  <a:lnTo>
                    <a:pt x="2402" y="35135"/>
                  </a:lnTo>
                  <a:lnTo>
                    <a:pt x="2591" y="35521"/>
                  </a:lnTo>
                  <a:lnTo>
                    <a:pt x="2787" y="35903"/>
                  </a:lnTo>
                  <a:lnTo>
                    <a:pt x="2989" y="36282"/>
                  </a:lnTo>
                  <a:lnTo>
                    <a:pt x="3198" y="36658"/>
                  </a:lnTo>
                  <a:lnTo>
                    <a:pt x="3413" y="37029"/>
                  </a:lnTo>
                  <a:lnTo>
                    <a:pt x="3635" y="37397"/>
                  </a:lnTo>
                  <a:lnTo>
                    <a:pt x="3863" y="37761"/>
                  </a:lnTo>
                  <a:lnTo>
                    <a:pt x="4098" y="38121"/>
                  </a:lnTo>
                  <a:lnTo>
                    <a:pt x="4338" y="38477"/>
                  </a:lnTo>
                  <a:lnTo>
                    <a:pt x="4585" y="38828"/>
                  </a:lnTo>
                  <a:lnTo>
                    <a:pt x="4838" y="39175"/>
                  </a:lnTo>
                  <a:lnTo>
                    <a:pt x="5097" y="39518"/>
                  </a:lnTo>
                  <a:lnTo>
                    <a:pt x="5363" y="39856"/>
                  </a:lnTo>
                  <a:lnTo>
                    <a:pt x="5633" y="40189"/>
                  </a:lnTo>
                  <a:lnTo>
                    <a:pt x="5910" y="40518"/>
                  </a:lnTo>
                  <a:lnTo>
                    <a:pt x="6193" y="40841"/>
                  </a:lnTo>
                  <a:lnTo>
                    <a:pt x="6481" y="41160"/>
                  </a:lnTo>
                  <a:lnTo>
                    <a:pt x="6774" y="41473"/>
                  </a:lnTo>
                  <a:lnTo>
                    <a:pt x="7073" y="41782"/>
                  </a:lnTo>
                  <a:lnTo>
                    <a:pt x="7378" y="42085"/>
                  </a:lnTo>
                  <a:lnTo>
                    <a:pt x="7687" y="42382"/>
                  </a:lnTo>
                  <a:lnTo>
                    <a:pt x="8002" y="42675"/>
                  </a:lnTo>
                  <a:lnTo>
                    <a:pt x="8322" y="42961"/>
                  </a:lnTo>
                  <a:lnTo>
                    <a:pt x="8647" y="43242"/>
                  </a:lnTo>
                  <a:lnTo>
                    <a:pt x="8977" y="43518"/>
                  </a:lnTo>
                  <a:lnTo>
                    <a:pt x="9311" y="43787"/>
                  </a:lnTo>
                  <a:lnTo>
                    <a:pt x="9650" y="44051"/>
                  </a:lnTo>
                  <a:lnTo>
                    <a:pt x="9994" y="44308"/>
                  </a:lnTo>
                  <a:lnTo>
                    <a:pt x="10342" y="44560"/>
                  </a:lnTo>
                  <a:lnTo>
                    <a:pt x="10695" y="44805"/>
                  </a:lnTo>
                  <a:lnTo>
                    <a:pt x="11051" y="45045"/>
                  </a:lnTo>
                  <a:lnTo>
                    <a:pt x="11412" y="45278"/>
                  </a:lnTo>
                  <a:lnTo>
                    <a:pt x="11777" y="45504"/>
                  </a:lnTo>
                  <a:lnTo>
                    <a:pt x="12146" y="45724"/>
                  </a:lnTo>
                  <a:lnTo>
                    <a:pt x="12519" y="45938"/>
                  </a:lnTo>
                  <a:lnTo>
                    <a:pt x="12895" y="46145"/>
                  </a:lnTo>
                  <a:lnTo>
                    <a:pt x="13275" y="46346"/>
                  </a:lnTo>
                  <a:lnTo>
                    <a:pt x="13658" y="46539"/>
                  </a:lnTo>
                  <a:lnTo>
                    <a:pt x="14045" y="46727"/>
                  </a:lnTo>
                  <a:lnTo>
                    <a:pt x="14435" y="46907"/>
                  </a:lnTo>
                  <a:lnTo>
                    <a:pt x="14828" y="47080"/>
                  </a:lnTo>
                  <a:lnTo>
                    <a:pt x="15224" y="47247"/>
                  </a:lnTo>
                  <a:lnTo>
                    <a:pt x="15622" y="47406"/>
                  </a:lnTo>
                  <a:lnTo>
                    <a:pt x="16024" y="47559"/>
                  </a:lnTo>
                  <a:lnTo>
                    <a:pt x="16428" y="47705"/>
                  </a:lnTo>
                  <a:lnTo>
                    <a:pt x="16835" y="47843"/>
                  </a:lnTo>
                  <a:lnTo>
                    <a:pt x="17244" y="47974"/>
                  </a:lnTo>
                  <a:lnTo>
                    <a:pt x="17655" y="48098"/>
                  </a:lnTo>
                  <a:lnTo>
                    <a:pt x="18068" y="48215"/>
                  </a:lnTo>
                  <a:lnTo>
                    <a:pt x="18483" y="48325"/>
                  </a:lnTo>
                  <a:lnTo>
                    <a:pt x="18901" y="48427"/>
                  </a:lnTo>
                  <a:lnTo>
                    <a:pt x="19319" y="48522"/>
                  </a:lnTo>
                  <a:lnTo>
                    <a:pt x="19740" y="48610"/>
                  </a:lnTo>
                  <a:lnTo>
                    <a:pt x="20162" y="48690"/>
                  </a:lnTo>
                  <a:lnTo>
                    <a:pt x="20585" y="48763"/>
                  </a:lnTo>
                  <a:lnTo>
                    <a:pt x="21010" y="48829"/>
                  </a:lnTo>
                  <a:lnTo>
                    <a:pt x="21435" y="48887"/>
                  </a:lnTo>
                  <a:lnTo>
                    <a:pt x="21862" y="48938"/>
                  </a:lnTo>
                  <a:lnTo>
                    <a:pt x="22289" y="48981"/>
                  </a:lnTo>
                  <a:lnTo>
                    <a:pt x="22717" y="49016"/>
                  </a:lnTo>
                  <a:lnTo>
                    <a:pt x="23146" y="49045"/>
                  </a:lnTo>
                  <a:lnTo>
                    <a:pt x="23575" y="49065"/>
                  </a:lnTo>
                  <a:lnTo>
                    <a:pt x="24004" y="49078"/>
                  </a:lnTo>
                  <a:lnTo>
                    <a:pt x="24434" y="49084"/>
                  </a:lnTo>
                  <a:lnTo>
                    <a:pt x="24863" y="49082"/>
                  </a:lnTo>
                  <a:lnTo>
                    <a:pt x="25293" y="49073"/>
                  </a:lnTo>
                  <a:lnTo>
                    <a:pt x="25722" y="49056"/>
                  </a:lnTo>
                  <a:lnTo>
                    <a:pt x="26151" y="49032"/>
                  </a:lnTo>
                  <a:lnTo>
                    <a:pt x="26579" y="49000"/>
                  </a:lnTo>
                  <a:lnTo>
                    <a:pt x="27007" y="48960"/>
                  </a:lnTo>
                  <a:lnTo>
                    <a:pt x="27434" y="48913"/>
                  </a:lnTo>
                  <a:lnTo>
                    <a:pt x="27860" y="48859"/>
                  </a:lnTo>
                  <a:lnTo>
                    <a:pt x="28285" y="48797"/>
                  </a:lnTo>
                  <a:lnTo>
                    <a:pt x="28709" y="48728"/>
                  </a:lnTo>
                  <a:lnTo>
                    <a:pt x="29131" y="48651"/>
                  </a:lnTo>
                  <a:lnTo>
                    <a:pt x="29553" y="48567"/>
                  </a:lnTo>
                  <a:lnTo>
                    <a:pt x="29972" y="48476"/>
                  </a:lnTo>
                  <a:lnTo>
                    <a:pt x="30390" y="48377"/>
                  </a:lnTo>
                  <a:lnTo>
                    <a:pt x="30807" y="48271"/>
                  </a:lnTo>
                  <a:lnTo>
                    <a:pt x="31221" y="48158"/>
                  </a:lnTo>
                  <a:lnTo>
                    <a:pt x="31633" y="48037"/>
                  </a:lnTo>
                  <a:lnTo>
                    <a:pt x="32043" y="47910"/>
                  </a:lnTo>
                  <a:lnTo>
                    <a:pt x="32451" y="47775"/>
                  </a:lnTo>
                  <a:lnTo>
                    <a:pt x="32857" y="47633"/>
                  </a:lnTo>
                  <a:lnTo>
                    <a:pt x="33259" y="47484"/>
                  </a:lnTo>
                  <a:lnTo>
                    <a:pt x="33660" y="47328"/>
                  </a:lnTo>
                  <a:lnTo>
                    <a:pt x="34057" y="47164"/>
                  </a:lnTo>
                  <a:lnTo>
                    <a:pt x="34451" y="46994"/>
                  </a:lnTo>
                  <a:lnTo>
                    <a:pt x="34843" y="46818"/>
                  </a:lnTo>
                  <a:lnTo>
                    <a:pt x="35231" y="46634"/>
                  </a:lnTo>
                  <a:lnTo>
                    <a:pt x="35616" y="46443"/>
                  </a:lnTo>
                  <a:lnTo>
                    <a:pt x="35998" y="46246"/>
                  </a:lnTo>
                  <a:lnTo>
                    <a:pt x="36376" y="46042"/>
                  </a:lnTo>
                  <a:lnTo>
                    <a:pt x="36750" y="45832"/>
                  </a:lnTo>
                  <a:lnTo>
                    <a:pt x="37121" y="45615"/>
                  </a:lnTo>
                  <a:lnTo>
                    <a:pt x="37488" y="45392"/>
                  </a:lnTo>
                  <a:lnTo>
                    <a:pt x="37851" y="45162"/>
                  </a:lnTo>
                  <a:lnTo>
                    <a:pt x="38210" y="44926"/>
                  </a:lnTo>
                  <a:lnTo>
                    <a:pt x="38564" y="44683"/>
                  </a:lnTo>
                  <a:lnTo>
                    <a:pt x="38915" y="44435"/>
                  </a:lnTo>
                  <a:lnTo>
                    <a:pt x="39261" y="44180"/>
                  </a:lnTo>
                  <a:lnTo>
                    <a:pt x="39602" y="43920"/>
                  </a:lnTo>
                  <a:lnTo>
                    <a:pt x="39939" y="43653"/>
                  </a:lnTo>
                  <a:lnTo>
                    <a:pt x="40271" y="43381"/>
                  </a:lnTo>
                  <a:lnTo>
                    <a:pt x="40598" y="43103"/>
                  </a:lnTo>
                  <a:lnTo>
                    <a:pt x="40921" y="42819"/>
                  </a:lnTo>
                  <a:lnTo>
                    <a:pt x="41238" y="42529"/>
                  </a:lnTo>
                  <a:lnTo>
                    <a:pt x="41550" y="42234"/>
                  </a:lnTo>
                  <a:lnTo>
                    <a:pt x="41857" y="41934"/>
                  </a:lnTo>
                  <a:lnTo>
                    <a:pt x="42159" y="41628"/>
                  </a:lnTo>
                  <a:lnTo>
                    <a:pt x="42455" y="41317"/>
                  </a:lnTo>
                  <a:lnTo>
                    <a:pt x="42746" y="41001"/>
                  </a:lnTo>
                  <a:lnTo>
                    <a:pt x="43031" y="40680"/>
                  </a:lnTo>
                  <a:lnTo>
                    <a:pt x="43311" y="40354"/>
                  </a:lnTo>
                  <a:lnTo>
                    <a:pt x="43585" y="40023"/>
                  </a:lnTo>
                  <a:lnTo>
                    <a:pt x="43853" y="39687"/>
                  </a:lnTo>
                  <a:lnTo>
                    <a:pt x="44115" y="39347"/>
                  </a:lnTo>
                  <a:lnTo>
                    <a:pt x="44371" y="39002"/>
                  </a:lnTo>
                  <a:lnTo>
                    <a:pt x="44621" y="38653"/>
                  </a:lnTo>
                  <a:lnTo>
                    <a:pt x="44865" y="38299"/>
                  </a:lnTo>
                  <a:lnTo>
                    <a:pt x="45103" y="37942"/>
                  </a:lnTo>
                  <a:lnTo>
                    <a:pt x="45334" y="37580"/>
                  </a:lnTo>
                  <a:lnTo>
                    <a:pt x="45559" y="37214"/>
                  </a:lnTo>
                  <a:lnTo>
                    <a:pt x="45778" y="36844"/>
                  </a:lnTo>
                  <a:lnTo>
                    <a:pt x="45990" y="36471"/>
                  </a:lnTo>
                  <a:lnTo>
                    <a:pt x="46195" y="36093"/>
                  </a:lnTo>
                  <a:lnTo>
                    <a:pt x="46394" y="35713"/>
                  </a:lnTo>
                  <a:lnTo>
                    <a:pt x="46586" y="35328"/>
                  </a:lnTo>
                  <a:lnTo>
                    <a:pt x="46772" y="34941"/>
                  </a:lnTo>
                  <a:lnTo>
                    <a:pt x="46950" y="34550"/>
                  </a:lnTo>
                  <a:lnTo>
                    <a:pt x="47122" y="34157"/>
                  </a:lnTo>
                  <a:lnTo>
                    <a:pt x="47287" y="33760"/>
                  </a:lnTo>
                  <a:lnTo>
                    <a:pt x="47445" y="33360"/>
                  </a:lnTo>
                  <a:lnTo>
                    <a:pt x="47595" y="32958"/>
                  </a:lnTo>
                  <a:lnTo>
                    <a:pt x="47739" y="32554"/>
                  </a:lnTo>
                  <a:lnTo>
                    <a:pt x="47876" y="32146"/>
                  </a:lnTo>
                  <a:lnTo>
                    <a:pt x="48005" y="31737"/>
                  </a:lnTo>
                  <a:lnTo>
                    <a:pt x="48128" y="31325"/>
                  </a:lnTo>
                  <a:lnTo>
                    <a:pt x="48243" y="30911"/>
                  </a:lnTo>
                  <a:lnTo>
                    <a:pt x="48351" y="30495"/>
                  </a:lnTo>
                  <a:lnTo>
                    <a:pt x="48451" y="30078"/>
                  </a:lnTo>
                  <a:lnTo>
                    <a:pt x="48544" y="29658"/>
                  </a:lnTo>
                  <a:lnTo>
                    <a:pt x="48630" y="29238"/>
                  </a:lnTo>
                  <a:lnTo>
                    <a:pt x="48709" y="28815"/>
                  </a:lnTo>
                  <a:lnTo>
                    <a:pt x="48780" y="28392"/>
                  </a:lnTo>
                  <a:lnTo>
                    <a:pt x="48843" y="27967"/>
                  </a:lnTo>
                  <a:lnTo>
                    <a:pt x="48900" y="27541"/>
                  </a:lnTo>
                  <a:lnTo>
                    <a:pt x="48948" y="27114"/>
                  </a:lnTo>
                  <a:lnTo>
                    <a:pt x="48990" y="26687"/>
                  </a:lnTo>
                  <a:lnTo>
                    <a:pt x="49024" y="26259"/>
                  </a:lnTo>
                  <a:lnTo>
                    <a:pt x="49050" y="25830"/>
                  </a:lnTo>
                  <a:lnTo>
                    <a:pt x="49069" y="25401"/>
                  </a:lnTo>
                  <a:lnTo>
                    <a:pt x="49080" y="24971"/>
                  </a:lnTo>
                  <a:lnTo>
                    <a:pt x="49084" y="24542"/>
                  </a:lnTo>
                </a:path>
              </a:pathLst>
            </a:custGeom>
            <a:ln w="13550" cap="flat">
              <a:solidFill>
                <a:srgbClr val="7FC5D8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204" name="pl204"/>
            <p:cNvSpPr/>
            <p:nvPr/>
          </p:nvSpPr>
          <p:spPr>
            <a:xfrm>
              <a:off x="7438628" y="1239740"/>
              <a:ext cx="269962" cy="269965"/>
            </a:xfrm>
            <a:custGeom>
              <a:avLst/>
              <a:pathLst>
                <a:path w="269962" h="269965">
                  <a:moveTo>
                    <a:pt x="269962" y="134982"/>
                  </a:moveTo>
                  <a:lnTo>
                    <a:pt x="269942" y="132620"/>
                  </a:lnTo>
                  <a:lnTo>
                    <a:pt x="269880" y="130258"/>
                  </a:lnTo>
                  <a:lnTo>
                    <a:pt x="269776" y="127898"/>
                  </a:lnTo>
                  <a:lnTo>
                    <a:pt x="269632" y="125540"/>
                  </a:lnTo>
                  <a:lnTo>
                    <a:pt x="269446" y="123185"/>
                  </a:lnTo>
                  <a:lnTo>
                    <a:pt x="269219" y="120833"/>
                  </a:lnTo>
                  <a:lnTo>
                    <a:pt x="268951" y="118486"/>
                  </a:lnTo>
                  <a:lnTo>
                    <a:pt x="268641" y="116144"/>
                  </a:lnTo>
                  <a:lnTo>
                    <a:pt x="268291" y="113808"/>
                  </a:lnTo>
                  <a:lnTo>
                    <a:pt x="267900" y="111478"/>
                  </a:lnTo>
                  <a:lnTo>
                    <a:pt x="267468" y="109155"/>
                  </a:lnTo>
                  <a:lnTo>
                    <a:pt x="266996" y="106840"/>
                  </a:lnTo>
                  <a:lnTo>
                    <a:pt x="266483" y="104534"/>
                  </a:lnTo>
                  <a:lnTo>
                    <a:pt x="265930" y="102237"/>
                  </a:lnTo>
                  <a:lnTo>
                    <a:pt x="265337" y="99951"/>
                  </a:lnTo>
                  <a:lnTo>
                    <a:pt x="264704" y="97675"/>
                  </a:lnTo>
                  <a:lnTo>
                    <a:pt x="264031" y="95410"/>
                  </a:lnTo>
                  <a:lnTo>
                    <a:pt x="263319" y="93158"/>
                  </a:lnTo>
                  <a:lnTo>
                    <a:pt x="262568" y="90918"/>
                  </a:lnTo>
                  <a:lnTo>
                    <a:pt x="261777" y="88692"/>
                  </a:lnTo>
                  <a:lnTo>
                    <a:pt x="260947" y="86480"/>
                  </a:lnTo>
                  <a:lnTo>
                    <a:pt x="260079" y="84282"/>
                  </a:lnTo>
                  <a:lnTo>
                    <a:pt x="259173" y="82101"/>
                  </a:lnTo>
                  <a:lnTo>
                    <a:pt x="258228" y="79935"/>
                  </a:lnTo>
                  <a:lnTo>
                    <a:pt x="257246" y="77787"/>
                  </a:lnTo>
                  <a:lnTo>
                    <a:pt x="256226" y="75656"/>
                  </a:lnTo>
                  <a:lnTo>
                    <a:pt x="255169" y="73543"/>
                  </a:lnTo>
                  <a:lnTo>
                    <a:pt x="254076" y="71449"/>
                  </a:lnTo>
                  <a:lnTo>
                    <a:pt x="252946" y="69374"/>
                  </a:lnTo>
                  <a:lnTo>
                    <a:pt x="251779" y="67320"/>
                  </a:lnTo>
                  <a:lnTo>
                    <a:pt x="250577" y="65286"/>
                  </a:lnTo>
                  <a:lnTo>
                    <a:pt x="249340" y="63274"/>
                  </a:lnTo>
                  <a:lnTo>
                    <a:pt x="248067" y="61283"/>
                  </a:lnTo>
                  <a:lnTo>
                    <a:pt x="246760" y="59315"/>
                  </a:lnTo>
                  <a:lnTo>
                    <a:pt x="245419" y="57371"/>
                  </a:lnTo>
                  <a:lnTo>
                    <a:pt x="244044" y="55450"/>
                  </a:lnTo>
                  <a:lnTo>
                    <a:pt x="242635" y="53553"/>
                  </a:lnTo>
                  <a:lnTo>
                    <a:pt x="241193" y="51681"/>
                  </a:lnTo>
                  <a:lnTo>
                    <a:pt x="239719" y="49835"/>
                  </a:lnTo>
                  <a:lnTo>
                    <a:pt x="238213" y="48015"/>
                  </a:lnTo>
                  <a:lnTo>
                    <a:pt x="236675" y="46222"/>
                  </a:lnTo>
                  <a:lnTo>
                    <a:pt x="235106" y="44456"/>
                  </a:lnTo>
                  <a:lnTo>
                    <a:pt x="233507" y="42717"/>
                  </a:lnTo>
                  <a:lnTo>
                    <a:pt x="231877" y="41007"/>
                  </a:lnTo>
                  <a:lnTo>
                    <a:pt x="230217" y="39326"/>
                  </a:lnTo>
                  <a:lnTo>
                    <a:pt x="228529" y="37673"/>
                  </a:lnTo>
                  <a:lnTo>
                    <a:pt x="226811" y="36051"/>
                  </a:lnTo>
                  <a:lnTo>
                    <a:pt x="225066" y="34459"/>
                  </a:lnTo>
                  <a:lnTo>
                    <a:pt x="223293" y="32898"/>
                  </a:lnTo>
                  <a:lnTo>
                    <a:pt x="221493" y="31368"/>
                  </a:lnTo>
                  <a:lnTo>
                    <a:pt x="219666" y="29870"/>
                  </a:lnTo>
                  <a:lnTo>
                    <a:pt x="217814" y="28404"/>
                  </a:lnTo>
                  <a:lnTo>
                    <a:pt x="215936" y="26970"/>
                  </a:lnTo>
                  <a:lnTo>
                    <a:pt x="214033" y="25570"/>
                  </a:lnTo>
                  <a:lnTo>
                    <a:pt x="212106" y="24203"/>
                  </a:lnTo>
                  <a:lnTo>
                    <a:pt x="210155" y="22870"/>
                  </a:lnTo>
                  <a:lnTo>
                    <a:pt x="208182" y="21572"/>
                  </a:lnTo>
                  <a:lnTo>
                    <a:pt x="206186" y="20308"/>
                  </a:lnTo>
                  <a:lnTo>
                    <a:pt x="204168" y="19079"/>
                  </a:lnTo>
                  <a:lnTo>
                    <a:pt x="202129" y="17886"/>
                  </a:lnTo>
                  <a:lnTo>
                    <a:pt x="200069" y="16729"/>
                  </a:lnTo>
                  <a:lnTo>
                    <a:pt x="197990" y="15608"/>
                  </a:lnTo>
                  <a:lnTo>
                    <a:pt x="195891" y="14523"/>
                  </a:lnTo>
                  <a:lnTo>
                    <a:pt x="193774" y="13476"/>
                  </a:lnTo>
                  <a:lnTo>
                    <a:pt x="191638" y="12465"/>
                  </a:lnTo>
                  <a:lnTo>
                    <a:pt x="189485" y="11493"/>
                  </a:lnTo>
                  <a:lnTo>
                    <a:pt x="187316" y="10558"/>
                  </a:lnTo>
                  <a:lnTo>
                    <a:pt x="185130" y="9661"/>
                  </a:lnTo>
                  <a:lnTo>
                    <a:pt x="182929" y="8802"/>
                  </a:lnTo>
                  <a:lnTo>
                    <a:pt x="180714" y="7982"/>
                  </a:lnTo>
                  <a:lnTo>
                    <a:pt x="178484" y="7201"/>
                  </a:lnTo>
                  <a:lnTo>
                    <a:pt x="176241" y="6460"/>
                  </a:lnTo>
                  <a:lnTo>
                    <a:pt x="173985" y="5757"/>
                  </a:lnTo>
                  <a:lnTo>
                    <a:pt x="171718" y="5094"/>
                  </a:lnTo>
                  <a:lnTo>
                    <a:pt x="169439" y="4471"/>
                  </a:lnTo>
                  <a:lnTo>
                    <a:pt x="167150" y="3888"/>
                  </a:lnTo>
                  <a:lnTo>
                    <a:pt x="164851" y="3345"/>
                  </a:lnTo>
                  <a:lnTo>
                    <a:pt x="162542" y="2842"/>
                  </a:lnTo>
                  <a:lnTo>
                    <a:pt x="160225" y="2380"/>
                  </a:lnTo>
                  <a:lnTo>
                    <a:pt x="157901" y="1959"/>
                  </a:lnTo>
                  <a:lnTo>
                    <a:pt x="155569" y="1578"/>
                  </a:lnTo>
                  <a:lnTo>
                    <a:pt x="153231" y="1238"/>
                  </a:lnTo>
                  <a:lnTo>
                    <a:pt x="150888" y="939"/>
                  </a:lnTo>
                  <a:lnTo>
                    <a:pt x="148540" y="681"/>
                  </a:lnTo>
                  <a:lnTo>
                    <a:pt x="146187" y="464"/>
                  </a:lnTo>
                  <a:lnTo>
                    <a:pt x="143831" y="289"/>
                  </a:lnTo>
                  <a:lnTo>
                    <a:pt x="141473" y="155"/>
                  </a:lnTo>
                  <a:lnTo>
                    <a:pt x="139112" y="62"/>
                  </a:lnTo>
                  <a:lnTo>
                    <a:pt x="136750" y="10"/>
                  </a:lnTo>
                  <a:lnTo>
                    <a:pt x="134388" y="0"/>
                  </a:lnTo>
                  <a:lnTo>
                    <a:pt x="132025" y="31"/>
                  </a:lnTo>
                  <a:lnTo>
                    <a:pt x="129664" y="103"/>
                  </a:lnTo>
                  <a:lnTo>
                    <a:pt x="127304" y="217"/>
                  </a:lnTo>
                  <a:lnTo>
                    <a:pt x="124947" y="371"/>
                  </a:lnTo>
                  <a:lnTo>
                    <a:pt x="122593" y="568"/>
                  </a:lnTo>
                  <a:lnTo>
                    <a:pt x="120242" y="805"/>
                  </a:lnTo>
                  <a:lnTo>
                    <a:pt x="117896" y="1083"/>
                  </a:lnTo>
                  <a:lnTo>
                    <a:pt x="115556" y="1403"/>
                  </a:lnTo>
                  <a:lnTo>
                    <a:pt x="113221" y="1763"/>
                  </a:lnTo>
                  <a:lnTo>
                    <a:pt x="110893" y="2164"/>
                  </a:lnTo>
                  <a:lnTo>
                    <a:pt x="108572" y="2606"/>
                  </a:lnTo>
                  <a:lnTo>
                    <a:pt x="106259" y="3089"/>
                  </a:lnTo>
                  <a:lnTo>
                    <a:pt x="103955" y="3612"/>
                  </a:lnTo>
                  <a:lnTo>
                    <a:pt x="101661" y="4175"/>
                  </a:lnTo>
                  <a:lnTo>
                    <a:pt x="99377" y="4778"/>
                  </a:lnTo>
                  <a:lnTo>
                    <a:pt x="97104" y="5421"/>
                  </a:lnTo>
                  <a:lnTo>
                    <a:pt x="94842" y="6103"/>
                  </a:lnTo>
                  <a:lnTo>
                    <a:pt x="92592" y="6826"/>
                  </a:lnTo>
                  <a:lnTo>
                    <a:pt x="90356" y="7587"/>
                  </a:lnTo>
                  <a:lnTo>
                    <a:pt x="88133" y="8387"/>
                  </a:lnTo>
                  <a:lnTo>
                    <a:pt x="85925" y="9227"/>
                  </a:lnTo>
                  <a:lnTo>
                    <a:pt x="83732" y="10104"/>
                  </a:lnTo>
                  <a:lnTo>
                    <a:pt x="81554" y="11020"/>
                  </a:lnTo>
                  <a:lnTo>
                    <a:pt x="79393" y="11974"/>
                  </a:lnTo>
                  <a:lnTo>
                    <a:pt x="77249" y="12966"/>
                  </a:lnTo>
                  <a:lnTo>
                    <a:pt x="75122" y="13995"/>
                  </a:lnTo>
                  <a:lnTo>
                    <a:pt x="73014" y="15061"/>
                  </a:lnTo>
                  <a:lnTo>
                    <a:pt x="70924" y="16164"/>
                  </a:lnTo>
                  <a:lnTo>
                    <a:pt x="68855" y="17303"/>
                  </a:lnTo>
                  <a:lnTo>
                    <a:pt x="66805" y="18478"/>
                  </a:lnTo>
                  <a:lnTo>
                    <a:pt x="64777" y="19689"/>
                  </a:lnTo>
                  <a:lnTo>
                    <a:pt x="62770" y="20936"/>
                  </a:lnTo>
                  <a:lnTo>
                    <a:pt x="60785" y="22217"/>
                  </a:lnTo>
                  <a:lnTo>
                    <a:pt x="58823" y="23532"/>
                  </a:lnTo>
                  <a:lnTo>
                    <a:pt x="56884" y="24882"/>
                  </a:lnTo>
                  <a:lnTo>
                    <a:pt x="54969" y="26266"/>
                  </a:lnTo>
                  <a:lnTo>
                    <a:pt x="53079" y="27683"/>
                  </a:lnTo>
                  <a:lnTo>
                    <a:pt x="51214" y="29133"/>
                  </a:lnTo>
                  <a:lnTo>
                    <a:pt x="49374" y="30615"/>
                  </a:lnTo>
                  <a:lnTo>
                    <a:pt x="47560" y="32129"/>
                  </a:lnTo>
                  <a:lnTo>
                    <a:pt x="45774" y="33675"/>
                  </a:lnTo>
                  <a:lnTo>
                    <a:pt x="44015" y="35251"/>
                  </a:lnTo>
                  <a:lnTo>
                    <a:pt x="42283" y="36858"/>
                  </a:lnTo>
                  <a:lnTo>
                    <a:pt x="40580" y="38496"/>
                  </a:lnTo>
                  <a:lnTo>
                    <a:pt x="38906" y="40163"/>
                  </a:lnTo>
                  <a:lnTo>
                    <a:pt x="37261" y="41858"/>
                  </a:lnTo>
                  <a:lnTo>
                    <a:pt x="35646" y="43583"/>
                  </a:lnTo>
                  <a:lnTo>
                    <a:pt x="34062" y="45335"/>
                  </a:lnTo>
                  <a:lnTo>
                    <a:pt x="32508" y="47115"/>
                  </a:lnTo>
                  <a:lnTo>
                    <a:pt x="30986" y="48922"/>
                  </a:lnTo>
                  <a:lnTo>
                    <a:pt x="29496" y="50755"/>
                  </a:lnTo>
                  <a:lnTo>
                    <a:pt x="28038" y="52614"/>
                  </a:lnTo>
                  <a:lnTo>
                    <a:pt x="26613" y="54498"/>
                  </a:lnTo>
                  <a:lnTo>
                    <a:pt x="25221" y="56407"/>
                  </a:lnTo>
                  <a:lnTo>
                    <a:pt x="23863" y="58340"/>
                  </a:lnTo>
                  <a:lnTo>
                    <a:pt x="22539" y="60296"/>
                  </a:lnTo>
                  <a:lnTo>
                    <a:pt x="21249" y="62276"/>
                  </a:lnTo>
                  <a:lnTo>
                    <a:pt x="19994" y="64277"/>
                  </a:lnTo>
                  <a:lnTo>
                    <a:pt x="18774" y="66300"/>
                  </a:lnTo>
                  <a:lnTo>
                    <a:pt x="17590" y="68344"/>
                  </a:lnTo>
                  <a:lnTo>
                    <a:pt x="16441" y="70409"/>
                  </a:lnTo>
                  <a:lnTo>
                    <a:pt x="15329" y="72493"/>
                  </a:lnTo>
                  <a:lnTo>
                    <a:pt x="14254" y="74597"/>
                  </a:lnTo>
                  <a:lnTo>
                    <a:pt x="13216" y="76719"/>
                  </a:lnTo>
                  <a:lnTo>
                    <a:pt x="12215" y="78859"/>
                  </a:lnTo>
                  <a:lnTo>
                    <a:pt x="11251" y="81016"/>
                  </a:lnTo>
                  <a:lnTo>
                    <a:pt x="10326" y="83190"/>
                  </a:lnTo>
                  <a:lnTo>
                    <a:pt x="9439" y="85379"/>
                  </a:lnTo>
                  <a:lnTo>
                    <a:pt x="8590" y="87584"/>
                  </a:lnTo>
                  <a:lnTo>
                    <a:pt x="7780" y="89803"/>
                  </a:lnTo>
                  <a:lnTo>
                    <a:pt x="7008" y="92036"/>
                  </a:lnTo>
                  <a:lnTo>
                    <a:pt x="6276" y="94282"/>
                  </a:lnTo>
                  <a:lnTo>
                    <a:pt x="5584" y="96541"/>
                  </a:lnTo>
                  <a:lnTo>
                    <a:pt x="4931" y="98811"/>
                  </a:lnTo>
                  <a:lnTo>
                    <a:pt x="4318" y="101093"/>
                  </a:lnTo>
                  <a:lnTo>
                    <a:pt x="3745" y="103385"/>
                  </a:lnTo>
                  <a:lnTo>
                    <a:pt x="3212" y="105686"/>
                  </a:lnTo>
                  <a:lnTo>
                    <a:pt x="2719" y="107997"/>
                  </a:lnTo>
                  <a:lnTo>
                    <a:pt x="2267" y="110316"/>
                  </a:lnTo>
                  <a:lnTo>
                    <a:pt x="1856" y="112642"/>
                  </a:lnTo>
                  <a:lnTo>
                    <a:pt x="1485" y="114975"/>
                  </a:lnTo>
                  <a:lnTo>
                    <a:pt x="1156" y="117314"/>
                  </a:lnTo>
                  <a:lnTo>
                    <a:pt x="867" y="119659"/>
                  </a:lnTo>
                  <a:lnTo>
                    <a:pt x="619" y="122009"/>
                  </a:lnTo>
                  <a:lnTo>
                    <a:pt x="413" y="124362"/>
                  </a:lnTo>
                  <a:lnTo>
                    <a:pt x="248" y="126719"/>
                  </a:lnTo>
                  <a:lnTo>
                    <a:pt x="124" y="129078"/>
                  </a:lnTo>
                  <a:lnTo>
                    <a:pt x="41" y="131439"/>
                  </a:lnTo>
                  <a:lnTo>
                    <a:pt x="0" y="133801"/>
                  </a:lnTo>
                  <a:lnTo>
                    <a:pt x="0" y="136163"/>
                  </a:lnTo>
                  <a:lnTo>
                    <a:pt x="41" y="138525"/>
                  </a:lnTo>
                  <a:lnTo>
                    <a:pt x="124" y="140886"/>
                  </a:lnTo>
                  <a:lnTo>
                    <a:pt x="248" y="143246"/>
                  </a:lnTo>
                  <a:lnTo>
                    <a:pt x="413" y="145602"/>
                  </a:lnTo>
                  <a:lnTo>
                    <a:pt x="619" y="147956"/>
                  </a:lnTo>
                  <a:lnTo>
                    <a:pt x="867" y="150305"/>
                  </a:lnTo>
                  <a:lnTo>
                    <a:pt x="1156" y="152650"/>
                  </a:lnTo>
                  <a:lnTo>
                    <a:pt x="1485" y="154989"/>
                  </a:lnTo>
                  <a:lnTo>
                    <a:pt x="1856" y="157322"/>
                  </a:lnTo>
                  <a:lnTo>
                    <a:pt x="2267" y="159649"/>
                  </a:lnTo>
                  <a:lnTo>
                    <a:pt x="2719" y="161968"/>
                  </a:lnTo>
                  <a:lnTo>
                    <a:pt x="3212" y="164278"/>
                  </a:lnTo>
                  <a:lnTo>
                    <a:pt x="3745" y="166580"/>
                  </a:lnTo>
                  <a:lnTo>
                    <a:pt x="4318" y="168872"/>
                  </a:lnTo>
                  <a:lnTo>
                    <a:pt x="4931" y="171153"/>
                  </a:lnTo>
                  <a:lnTo>
                    <a:pt x="5584" y="173424"/>
                  </a:lnTo>
                  <a:lnTo>
                    <a:pt x="6276" y="175682"/>
                  </a:lnTo>
                  <a:lnTo>
                    <a:pt x="7008" y="177928"/>
                  </a:lnTo>
                  <a:lnTo>
                    <a:pt x="7780" y="180161"/>
                  </a:lnTo>
                  <a:lnTo>
                    <a:pt x="8590" y="182381"/>
                  </a:lnTo>
                  <a:lnTo>
                    <a:pt x="9439" y="184585"/>
                  </a:lnTo>
                  <a:lnTo>
                    <a:pt x="10326" y="186775"/>
                  </a:lnTo>
                  <a:lnTo>
                    <a:pt x="11251" y="188948"/>
                  </a:lnTo>
                  <a:lnTo>
                    <a:pt x="12215" y="191105"/>
                  </a:lnTo>
                  <a:lnTo>
                    <a:pt x="13216" y="193245"/>
                  </a:lnTo>
                  <a:lnTo>
                    <a:pt x="14254" y="195367"/>
                  </a:lnTo>
                  <a:lnTo>
                    <a:pt x="15329" y="197471"/>
                  </a:lnTo>
                  <a:lnTo>
                    <a:pt x="16441" y="199555"/>
                  </a:lnTo>
                  <a:lnTo>
                    <a:pt x="17590" y="201620"/>
                  </a:lnTo>
                  <a:lnTo>
                    <a:pt x="18774" y="203664"/>
                  </a:lnTo>
                  <a:lnTo>
                    <a:pt x="19994" y="205687"/>
                  </a:lnTo>
                  <a:lnTo>
                    <a:pt x="21249" y="207689"/>
                  </a:lnTo>
                  <a:lnTo>
                    <a:pt x="22539" y="209668"/>
                  </a:lnTo>
                  <a:lnTo>
                    <a:pt x="23863" y="211624"/>
                  </a:lnTo>
                  <a:lnTo>
                    <a:pt x="25221" y="213557"/>
                  </a:lnTo>
                  <a:lnTo>
                    <a:pt x="26613" y="215466"/>
                  </a:lnTo>
                  <a:lnTo>
                    <a:pt x="28038" y="217350"/>
                  </a:lnTo>
                  <a:lnTo>
                    <a:pt x="29496" y="219209"/>
                  </a:lnTo>
                  <a:lnTo>
                    <a:pt x="30986" y="221042"/>
                  </a:lnTo>
                  <a:lnTo>
                    <a:pt x="32508" y="222849"/>
                  </a:lnTo>
                  <a:lnTo>
                    <a:pt x="34062" y="224629"/>
                  </a:lnTo>
                  <a:lnTo>
                    <a:pt x="35646" y="226381"/>
                  </a:lnTo>
                  <a:lnTo>
                    <a:pt x="37261" y="228106"/>
                  </a:lnTo>
                  <a:lnTo>
                    <a:pt x="38906" y="229802"/>
                  </a:lnTo>
                  <a:lnTo>
                    <a:pt x="40580" y="231469"/>
                  </a:lnTo>
                  <a:lnTo>
                    <a:pt x="42283" y="233106"/>
                  </a:lnTo>
                  <a:lnTo>
                    <a:pt x="44015" y="234713"/>
                  </a:lnTo>
                  <a:lnTo>
                    <a:pt x="45774" y="236290"/>
                  </a:lnTo>
                  <a:lnTo>
                    <a:pt x="47560" y="237835"/>
                  </a:lnTo>
                  <a:lnTo>
                    <a:pt x="49374" y="239350"/>
                  </a:lnTo>
                  <a:lnTo>
                    <a:pt x="51214" y="240832"/>
                  </a:lnTo>
                  <a:lnTo>
                    <a:pt x="53079" y="242282"/>
                  </a:lnTo>
                  <a:lnTo>
                    <a:pt x="54969" y="243698"/>
                  </a:lnTo>
                  <a:lnTo>
                    <a:pt x="56884" y="245082"/>
                  </a:lnTo>
                  <a:lnTo>
                    <a:pt x="58823" y="246432"/>
                  </a:lnTo>
                  <a:lnTo>
                    <a:pt x="60785" y="247748"/>
                  </a:lnTo>
                  <a:lnTo>
                    <a:pt x="62770" y="249029"/>
                  </a:lnTo>
                  <a:lnTo>
                    <a:pt x="64777" y="250275"/>
                  </a:lnTo>
                  <a:lnTo>
                    <a:pt x="66805" y="251486"/>
                  </a:lnTo>
                  <a:lnTo>
                    <a:pt x="68855" y="252661"/>
                  </a:lnTo>
                  <a:lnTo>
                    <a:pt x="70924" y="253800"/>
                  </a:lnTo>
                  <a:lnTo>
                    <a:pt x="73014" y="254903"/>
                  </a:lnTo>
                  <a:lnTo>
                    <a:pt x="75122" y="255969"/>
                  </a:lnTo>
                  <a:lnTo>
                    <a:pt x="77249" y="256998"/>
                  </a:lnTo>
                  <a:lnTo>
                    <a:pt x="79393" y="257990"/>
                  </a:lnTo>
                  <a:lnTo>
                    <a:pt x="81554" y="258944"/>
                  </a:lnTo>
                  <a:lnTo>
                    <a:pt x="83732" y="259860"/>
                  </a:lnTo>
                  <a:lnTo>
                    <a:pt x="85925" y="260738"/>
                  </a:lnTo>
                  <a:lnTo>
                    <a:pt x="88133" y="261577"/>
                  </a:lnTo>
                  <a:lnTo>
                    <a:pt x="90356" y="262377"/>
                  </a:lnTo>
                  <a:lnTo>
                    <a:pt x="92592" y="263139"/>
                  </a:lnTo>
                  <a:lnTo>
                    <a:pt x="94842" y="263861"/>
                  </a:lnTo>
                  <a:lnTo>
                    <a:pt x="97104" y="264544"/>
                  </a:lnTo>
                  <a:lnTo>
                    <a:pt x="99377" y="265187"/>
                  </a:lnTo>
                  <a:lnTo>
                    <a:pt x="101661" y="265790"/>
                  </a:lnTo>
                  <a:lnTo>
                    <a:pt x="103955" y="266353"/>
                  </a:lnTo>
                  <a:lnTo>
                    <a:pt x="106259" y="266876"/>
                  </a:lnTo>
                  <a:lnTo>
                    <a:pt x="108572" y="267358"/>
                  </a:lnTo>
                  <a:lnTo>
                    <a:pt x="110893" y="267800"/>
                  </a:lnTo>
                  <a:lnTo>
                    <a:pt x="113221" y="268201"/>
                  </a:lnTo>
                  <a:lnTo>
                    <a:pt x="115556" y="268561"/>
                  </a:lnTo>
                  <a:lnTo>
                    <a:pt x="117896" y="268881"/>
                  </a:lnTo>
                  <a:lnTo>
                    <a:pt x="120242" y="269159"/>
                  </a:lnTo>
                  <a:lnTo>
                    <a:pt x="122593" y="269397"/>
                  </a:lnTo>
                  <a:lnTo>
                    <a:pt x="124947" y="269593"/>
                  </a:lnTo>
                  <a:lnTo>
                    <a:pt x="127304" y="269748"/>
                  </a:lnTo>
                  <a:lnTo>
                    <a:pt x="129664" y="269862"/>
                  </a:lnTo>
                  <a:lnTo>
                    <a:pt x="132025" y="269934"/>
                  </a:lnTo>
                  <a:lnTo>
                    <a:pt x="134388" y="269965"/>
                  </a:lnTo>
                  <a:lnTo>
                    <a:pt x="136750" y="269955"/>
                  </a:lnTo>
                  <a:lnTo>
                    <a:pt x="139112" y="269903"/>
                  </a:lnTo>
                  <a:lnTo>
                    <a:pt x="141473" y="269810"/>
                  </a:lnTo>
                  <a:lnTo>
                    <a:pt x="143831" y="269676"/>
                  </a:lnTo>
                  <a:lnTo>
                    <a:pt x="146187" y="269500"/>
                  </a:lnTo>
                  <a:lnTo>
                    <a:pt x="148540" y="269283"/>
                  </a:lnTo>
                  <a:lnTo>
                    <a:pt x="150888" y="269025"/>
                  </a:lnTo>
                  <a:lnTo>
                    <a:pt x="153231" y="268726"/>
                  </a:lnTo>
                  <a:lnTo>
                    <a:pt x="155569" y="268386"/>
                  </a:lnTo>
                  <a:lnTo>
                    <a:pt x="157901" y="268006"/>
                  </a:lnTo>
                  <a:lnTo>
                    <a:pt x="160225" y="267584"/>
                  </a:lnTo>
                  <a:lnTo>
                    <a:pt x="162542" y="267122"/>
                  </a:lnTo>
                  <a:lnTo>
                    <a:pt x="164851" y="266619"/>
                  </a:lnTo>
                  <a:lnTo>
                    <a:pt x="167150" y="266076"/>
                  </a:lnTo>
                  <a:lnTo>
                    <a:pt x="169439" y="265493"/>
                  </a:lnTo>
                  <a:lnTo>
                    <a:pt x="171718" y="264870"/>
                  </a:lnTo>
                  <a:lnTo>
                    <a:pt x="173985" y="264207"/>
                  </a:lnTo>
                  <a:lnTo>
                    <a:pt x="176241" y="263505"/>
                  </a:lnTo>
                  <a:lnTo>
                    <a:pt x="178484" y="262763"/>
                  </a:lnTo>
                  <a:lnTo>
                    <a:pt x="180714" y="261982"/>
                  </a:lnTo>
                  <a:lnTo>
                    <a:pt x="182929" y="261162"/>
                  </a:lnTo>
                  <a:lnTo>
                    <a:pt x="185130" y="260304"/>
                  </a:lnTo>
                  <a:lnTo>
                    <a:pt x="187316" y="259407"/>
                  </a:lnTo>
                  <a:lnTo>
                    <a:pt x="189485" y="258472"/>
                  </a:lnTo>
                  <a:lnTo>
                    <a:pt x="191638" y="257499"/>
                  </a:lnTo>
                  <a:lnTo>
                    <a:pt x="193774" y="256489"/>
                  </a:lnTo>
                  <a:lnTo>
                    <a:pt x="195891" y="255441"/>
                  </a:lnTo>
                  <a:lnTo>
                    <a:pt x="197990" y="254356"/>
                  </a:lnTo>
                  <a:lnTo>
                    <a:pt x="200069" y="253235"/>
                  </a:lnTo>
                  <a:lnTo>
                    <a:pt x="202129" y="252078"/>
                  </a:lnTo>
                  <a:lnTo>
                    <a:pt x="204168" y="250885"/>
                  </a:lnTo>
                  <a:lnTo>
                    <a:pt x="206186" y="249656"/>
                  </a:lnTo>
                  <a:lnTo>
                    <a:pt x="208182" y="248393"/>
                  </a:lnTo>
                  <a:lnTo>
                    <a:pt x="210155" y="247094"/>
                  </a:lnTo>
                  <a:lnTo>
                    <a:pt x="212106" y="245761"/>
                  </a:lnTo>
                  <a:lnTo>
                    <a:pt x="214033" y="244394"/>
                  </a:lnTo>
                  <a:lnTo>
                    <a:pt x="215936" y="242994"/>
                  </a:lnTo>
                  <a:lnTo>
                    <a:pt x="217814" y="241561"/>
                  </a:lnTo>
                  <a:lnTo>
                    <a:pt x="219666" y="240095"/>
                  </a:lnTo>
                  <a:lnTo>
                    <a:pt x="221493" y="238597"/>
                  </a:lnTo>
                  <a:lnTo>
                    <a:pt x="223293" y="237067"/>
                  </a:lnTo>
                  <a:lnTo>
                    <a:pt x="225066" y="235505"/>
                  </a:lnTo>
                  <a:lnTo>
                    <a:pt x="226811" y="233913"/>
                  </a:lnTo>
                  <a:lnTo>
                    <a:pt x="228529" y="232291"/>
                  </a:lnTo>
                  <a:lnTo>
                    <a:pt x="230217" y="230639"/>
                  </a:lnTo>
                  <a:lnTo>
                    <a:pt x="231877" y="228957"/>
                  </a:lnTo>
                  <a:lnTo>
                    <a:pt x="233507" y="227247"/>
                  </a:lnTo>
                  <a:lnTo>
                    <a:pt x="235106" y="225509"/>
                  </a:lnTo>
                  <a:lnTo>
                    <a:pt x="236675" y="223743"/>
                  </a:lnTo>
                  <a:lnTo>
                    <a:pt x="238213" y="221949"/>
                  </a:lnTo>
                  <a:lnTo>
                    <a:pt x="239719" y="220129"/>
                  </a:lnTo>
                  <a:lnTo>
                    <a:pt x="241193" y="218283"/>
                  </a:lnTo>
                  <a:lnTo>
                    <a:pt x="242635" y="216411"/>
                  </a:lnTo>
                  <a:lnTo>
                    <a:pt x="244044" y="214515"/>
                  </a:lnTo>
                  <a:lnTo>
                    <a:pt x="245419" y="212594"/>
                  </a:lnTo>
                  <a:lnTo>
                    <a:pt x="246760" y="210649"/>
                  </a:lnTo>
                  <a:lnTo>
                    <a:pt x="248067" y="208681"/>
                  </a:lnTo>
                  <a:lnTo>
                    <a:pt x="249340" y="206691"/>
                  </a:lnTo>
                  <a:lnTo>
                    <a:pt x="250577" y="204678"/>
                  </a:lnTo>
                  <a:lnTo>
                    <a:pt x="251779" y="202645"/>
                  </a:lnTo>
                  <a:lnTo>
                    <a:pt x="252946" y="200590"/>
                  </a:lnTo>
                  <a:lnTo>
                    <a:pt x="254076" y="198516"/>
                  </a:lnTo>
                  <a:lnTo>
                    <a:pt x="255169" y="196421"/>
                  </a:lnTo>
                  <a:lnTo>
                    <a:pt x="256226" y="194309"/>
                  </a:lnTo>
                  <a:lnTo>
                    <a:pt x="257246" y="192178"/>
                  </a:lnTo>
                  <a:lnTo>
                    <a:pt x="258228" y="190029"/>
                  </a:lnTo>
                  <a:lnTo>
                    <a:pt x="259173" y="187864"/>
                  </a:lnTo>
                  <a:lnTo>
                    <a:pt x="260079" y="185682"/>
                  </a:lnTo>
                  <a:lnTo>
                    <a:pt x="260947" y="183485"/>
                  </a:lnTo>
                  <a:lnTo>
                    <a:pt x="261777" y="181273"/>
                  </a:lnTo>
                  <a:lnTo>
                    <a:pt x="262568" y="179047"/>
                  </a:lnTo>
                  <a:lnTo>
                    <a:pt x="263319" y="176807"/>
                  </a:lnTo>
                  <a:lnTo>
                    <a:pt x="264031" y="174554"/>
                  </a:lnTo>
                  <a:lnTo>
                    <a:pt x="264704" y="172290"/>
                  </a:lnTo>
                  <a:lnTo>
                    <a:pt x="265337" y="170014"/>
                  </a:lnTo>
                  <a:lnTo>
                    <a:pt x="265930" y="167727"/>
                  </a:lnTo>
                  <a:lnTo>
                    <a:pt x="266483" y="165430"/>
                  </a:lnTo>
                  <a:lnTo>
                    <a:pt x="266996" y="163124"/>
                  </a:lnTo>
                  <a:lnTo>
                    <a:pt x="267468" y="160809"/>
                  </a:lnTo>
                  <a:lnTo>
                    <a:pt x="267900" y="158487"/>
                  </a:lnTo>
                  <a:lnTo>
                    <a:pt x="268291" y="156157"/>
                  </a:lnTo>
                  <a:lnTo>
                    <a:pt x="268641" y="153820"/>
                  </a:lnTo>
                  <a:lnTo>
                    <a:pt x="268951" y="151478"/>
                  </a:lnTo>
                  <a:lnTo>
                    <a:pt x="269219" y="149131"/>
                  </a:lnTo>
                  <a:lnTo>
                    <a:pt x="269446" y="146779"/>
                  </a:lnTo>
                  <a:lnTo>
                    <a:pt x="269632" y="144424"/>
                  </a:lnTo>
                  <a:lnTo>
                    <a:pt x="269776" y="142066"/>
                  </a:lnTo>
                  <a:lnTo>
                    <a:pt x="269880" y="139706"/>
                  </a:lnTo>
                  <a:lnTo>
                    <a:pt x="269942" y="137345"/>
                  </a:lnTo>
                  <a:lnTo>
                    <a:pt x="269962" y="134982"/>
                  </a:lnTo>
                </a:path>
              </a:pathLst>
            </a:custGeom>
            <a:ln w="13550" cap="flat">
              <a:solidFill>
                <a:srgbClr val="7FC5D8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205" name="pl205"/>
            <p:cNvSpPr/>
            <p:nvPr/>
          </p:nvSpPr>
          <p:spPr>
            <a:xfrm>
              <a:off x="7328191" y="1129299"/>
              <a:ext cx="490841" cy="490846"/>
            </a:xfrm>
            <a:custGeom>
              <a:avLst/>
              <a:pathLst>
                <a:path w="490841" h="490846">
                  <a:moveTo>
                    <a:pt x="490841" y="245423"/>
                  </a:moveTo>
                  <a:lnTo>
                    <a:pt x="490803" y="241127"/>
                  </a:lnTo>
                  <a:lnTo>
                    <a:pt x="490691" y="236833"/>
                  </a:lnTo>
                  <a:lnTo>
                    <a:pt x="490503" y="232542"/>
                  </a:lnTo>
                  <a:lnTo>
                    <a:pt x="490240" y="228255"/>
                  </a:lnTo>
                  <a:lnTo>
                    <a:pt x="489902" y="223973"/>
                  </a:lnTo>
                  <a:lnTo>
                    <a:pt x="489489" y="219697"/>
                  </a:lnTo>
                  <a:lnTo>
                    <a:pt x="489001" y="215430"/>
                  </a:lnTo>
                  <a:lnTo>
                    <a:pt x="488439" y="211171"/>
                  </a:lnTo>
                  <a:lnTo>
                    <a:pt x="487803" y="206924"/>
                  </a:lnTo>
                  <a:lnTo>
                    <a:pt x="487092" y="202687"/>
                  </a:lnTo>
                  <a:lnTo>
                    <a:pt x="486307" y="198464"/>
                  </a:lnTo>
                  <a:lnTo>
                    <a:pt x="485448" y="194256"/>
                  </a:lnTo>
                  <a:lnTo>
                    <a:pt x="484516" y="190063"/>
                  </a:lnTo>
                  <a:lnTo>
                    <a:pt x="483510" y="185887"/>
                  </a:lnTo>
                  <a:lnTo>
                    <a:pt x="482432" y="181729"/>
                  </a:lnTo>
                  <a:lnTo>
                    <a:pt x="481281" y="177591"/>
                  </a:lnTo>
                  <a:lnTo>
                    <a:pt x="480058" y="173473"/>
                  </a:lnTo>
                  <a:lnTo>
                    <a:pt x="478762" y="169378"/>
                  </a:lnTo>
                  <a:lnTo>
                    <a:pt x="477396" y="165306"/>
                  </a:lnTo>
                  <a:lnTo>
                    <a:pt x="475958" y="161258"/>
                  </a:lnTo>
                  <a:lnTo>
                    <a:pt x="474450" y="157236"/>
                  </a:lnTo>
                  <a:lnTo>
                    <a:pt x="472872" y="153241"/>
                  </a:lnTo>
                  <a:lnTo>
                    <a:pt x="471223" y="149275"/>
                  </a:lnTo>
                  <a:lnTo>
                    <a:pt x="469506" y="145338"/>
                  </a:lnTo>
                  <a:lnTo>
                    <a:pt x="467720" y="141431"/>
                  </a:lnTo>
                  <a:lnTo>
                    <a:pt x="465866" y="137556"/>
                  </a:lnTo>
                  <a:lnTo>
                    <a:pt x="463945" y="133715"/>
                  </a:lnTo>
                  <a:lnTo>
                    <a:pt x="461956" y="129907"/>
                  </a:lnTo>
                  <a:lnTo>
                    <a:pt x="459901" y="126135"/>
                  </a:lnTo>
                  <a:lnTo>
                    <a:pt x="457781" y="122400"/>
                  </a:lnTo>
                  <a:lnTo>
                    <a:pt x="455595" y="118702"/>
                  </a:lnTo>
                  <a:lnTo>
                    <a:pt x="453345" y="115043"/>
                  </a:lnTo>
                  <a:lnTo>
                    <a:pt x="451032" y="111424"/>
                  </a:lnTo>
                  <a:lnTo>
                    <a:pt x="448655" y="107846"/>
                  </a:lnTo>
                  <a:lnTo>
                    <a:pt x="446216" y="104310"/>
                  </a:lnTo>
                  <a:lnTo>
                    <a:pt x="443716" y="100818"/>
                  </a:lnTo>
                  <a:lnTo>
                    <a:pt x="441155" y="97370"/>
                  </a:lnTo>
                  <a:lnTo>
                    <a:pt x="438534" y="93967"/>
                  </a:lnTo>
                  <a:lnTo>
                    <a:pt x="435854" y="90610"/>
                  </a:lnTo>
                  <a:lnTo>
                    <a:pt x="433115" y="87301"/>
                  </a:lnTo>
                  <a:lnTo>
                    <a:pt x="430319" y="84040"/>
                  </a:lnTo>
                  <a:lnTo>
                    <a:pt x="427466" y="80829"/>
                  </a:lnTo>
                  <a:lnTo>
                    <a:pt x="424558" y="77668"/>
                  </a:lnTo>
                  <a:lnTo>
                    <a:pt x="421595" y="74558"/>
                  </a:lnTo>
                  <a:lnTo>
                    <a:pt x="418577" y="71501"/>
                  </a:lnTo>
                  <a:lnTo>
                    <a:pt x="415507" y="68497"/>
                  </a:lnTo>
                  <a:lnTo>
                    <a:pt x="412385" y="65548"/>
                  </a:lnTo>
                  <a:lnTo>
                    <a:pt x="409211" y="62653"/>
                  </a:lnTo>
                  <a:lnTo>
                    <a:pt x="405987" y="59815"/>
                  </a:lnTo>
                  <a:lnTo>
                    <a:pt x="402714" y="57033"/>
                  </a:lnTo>
                  <a:lnTo>
                    <a:pt x="399393" y="54309"/>
                  </a:lnTo>
                  <a:lnTo>
                    <a:pt x="396025" y="51643"/>
                  </a:lnTo>
                  <a:lnTo>
                    <a:pt x="392611" y="49037"/>
                  </a:lnTo>
                  <a:lnTo>
                    <a:pt x="389151" y="46491"/>
                  </a:lnTo>
                  <a:lnTo>
                    <a:pt x="385648" y="44006"/>
                  </a:lnTo>
                  <a:lnTo>
                    <a:pt x="382101" y="41583"/>
                  </a:lnTo>
                  <a:lnTo>
                    <a:pt x="378513" y="39222"/>
                  </a:lnTo>
                  <a:lnTo>
                    <a:pt x="374884" y="36924"/>
                  </a:lnTo>
                  <a:lnTo>
                    <a:pt x="371215" y="34690"/>
                  </a:lnTo>
                  <a:lnTo>
                    <a:pt x="367508" y="32521"/>
                  </a:lnTo>
                  <a:lnTo>
                    <a:pt x="363763" y="30417"/>
                  </a:lnTo>
                  <a:lnTo>
                    <a:pt x="359982" y="28378"/>
                  </a:lnTo>
                  <a:lnTo>
                    <a:pt x="356166" y="26407"/>
                  </a:lnTo>
                  <a:lnTo>
                    <a:pt x="352316" y="24502"/>
                  </a:lnTo>
                  <a:lnTo>
                    <a:pt x="348433" y="22665"/>
                  </a:lnTo>
                  <a:lnTo>
                    <a:pt x="344519" y="20896"/>
                  </a:lnTo>
                  <a:lnTo>
                    <a:pt x="340574" y="19196"/>
                  </a:lnTo>
                  <a:lnTo>
                    <a:pt x="336601" y="17565"/>
                  </a:lnTo>
                  <a:lnTo>
                    <a:pt x="332599" y="16004"/>
                  </a:lnTo>
                  <a:lnTo>
                    <a:pt x="328571" y="14514"/>
                  </a:lnTo>
                  <a:lnTo>
                    <a:pt x="324517" y="13094"/>
                  </a:lnTo>
                  <a:lnTo>
                    <a:pt x="320439" y="11745"/>
                  </a:lnTo>
                  <a:lnTo>
                    <a:pt x="316338" y="10468"/>
                  </a:lnTo>
                  <a:lnTo>
                    <a:pt x="312215" y="9263"/>
                  </a:lnTo>
                  <a:lnTo>
                    <a:pt x="308071" y="8130"/>
                  </a:lnTo>
                  <a:lnTo>
                    <a:pt x="303909" y="7070"/>
                  </a:lnTo>
                  <a:lnTo>
                    <a:pt x="299729" y="6082"/>
                  </a:lnTo>
                  <a:lnTo>
                    <a:pt x="295532" y="5169"/>
                  </a:lnTo>
                  <a:lnTo>
                    <a:pt x="291319" y="4328"/>
                  </a:lnTo>
                  <a:lnTo>
                    <a:pt x="287093" y="3562"/>
                  </a:lnTo>
                  <a:lnTo>
                    <a:pt x="282854" y="2869"/>
                  </a:lnTo>
                  <a:lnTo>
                    <a:pt x="278603" y="2251"/>
                  </a:lnTo>
                  <a:lnTo>
                    <a:pt x="274342" y="1708"/>
                  </a:lnTo>
                  <a:lnTo>
                    <a:pt x="270072" y="1239"/>
                  </a:lnTo>
                  <a:lnTo>
                    <a:pt x="265795" y="845"/>
                  </a:lnTo>
                  <a:lnTo>
                    <a:pt x="261512" y="526"/>
                  </a:lnTo>
                  <a:lnTo>
                    <a:pt x="257223" y="281"/>
                  </a:lnTo>
                  <a:lnTo>
                    <a:pt x="252931" y="112"/>
                  </a:lnTo>
                  <a:lnTo>
                    <a:pt x="248637" y="18"/>
                  </a:lnTo>
                  <a:lnTo>
                    <a:pt x="244342" y="0"/>
                  </a:lnTo>
                  <a:lnTo>
                    <a:pt x="240047" y="56"/>
                  </a:lnTo>
                  <a:lnTo>
                    <a:pt x="235753" y="187"/>
                  </a:lnTo>
                  <a:lnTo>
                    <a:pt x="231463" y="394"/>
                  </a:lnTo>
                  <a:lnTo>
                    <a:pt x="227177" y="676"/>
                  </a:lnTo>
                  <a:lnTo>
                    <a:pt x="222896" y="1032"/>
                  </a:lnTo>
                  <a:lnTo>
                    <a:pt x="218623" y="1464"/>
                  </a:lnTo>
                  <a:lnTo>
                    <a:pt x="214357" y="1970"/>
                  </a:lnTo>
                  <a:lnTo>
                    <a:pt x="210101" y="2551"/>
                  </a:lnTo>
                  <a:lnTo>
                    <a:pt x="205856" y="3206"/>
                  </a:lnTo>
                  <a:lnTo>
                    <a:pt x="201623" y="3936"/>
                  </a:lnTo>
                  <a:lnTo>
                    <a:pt x="197404" y="4739"/>
                  </a:lnTo>
                  <a:lnTo>
                    <a:pt x="193199" y="5616"/>
                  </a:lnTo>
                  <a:lnTo>
                    <a:pt x="189010" y="6567"/>
                  </a:lnTo>
                  <a:lnTo>
                    <a:pt x="184838" y="7591"/>
                  </a:lnTo>
                  <a:lnTo>
                    <a:pt x="180685" y="8687"/>
                  </a:lnTo>
                  <a:lnTo>
                    <a:pt x="176552" y="9856"/>
                  </a:lnTo>
                  <a:lnTo>
                    <a:pt x="172440" y="11098"/>
                  </a:lnTo>
                  <a:lnTo>
                    <a:pt x="168350" y="12411"/>
                  </a:lnTo>
                  <a:lnTo>
                    <a:pt x="164284" y="13795"/>
                  </a:lnTo>
                  <a:lnTo>
                    <a:pt x="160243" y="15250"/>
                  </a:lnTo>
                  <a:lnTo>
                    <a:pt x="156228" y="16776"/>
                  </a:lnTo>
                  <a:lnTo>
                    <a:pt x="152240" y="18372"/>
                  </a:lnTo>
                  <a:lnTo>
                    <a:pt x="148281" y="20038"/>
                  </a:lnTo>
                  <a:lnTo>
                    <a:pt x="144351" y="21772"/>
                  </a:lnTo>
                  <a:lnTo>
                    <a:pt x="140452" y="23575"/>
                  </a:lnTo>
                  <a:lnTo>
                    <a:pt x="136586" y="25446"/>
                  </a:lnTo>
                  <a:lnTo>
                    <a:pt x="132753" y="27384"/>
                  </a:lnTo>
                  <a:lnTo>
                    <a:pt x="128954" y="29389"/>
                  </a:lnTo>
                  <a:lnTo>
                    <a:pt x="125191" y="31461"/>
                  </a:lnTo>
                  <a:lnTo>
                    <a:pt x="121465" y="33597"/>
                  </a:lnTo>
                  <a:lnTo>
                    <a:pt x="117777" y="35799"/>
                  </a:lnTo>
                  <a:lnTo>
                    <a:pt x="114128" y="38065"/>
                  </a:lnTo>
                  <a:lnTo>
                    <a:pt x="110519" y="40394"/>
                  </a:lnTo>
                  <a:lnTo>
                    <a:pt x="106951" y="42787"/>
                  </a:lnTo>
                  <a:lnTo>
                    <a:pt x="103426" y="45241"/>
                  </a:lnTo>
                  <a:lnTo>
                    <a:pt x="99945" y="47757"/>
                  </a:lnTo>
                  <a:lnTo>
                    <a:pt x="96507" y="50333"/>
                  </a:lnTo>
                  <a:lnTo>
                    <a:pt x="93116" y="52969"/>
                  </a:lnTo>
                  <a:lnTo>
                    <a:pt x="89771" y="55664"/>
                  </a:lnTo>
                  <a:lnTo>
                    <a:pt x="86474" y="58417"/>
                  </a:lnTo>
                  <a:lnTo>
                    <a:pt x="83226" y="61227"/>
                  </a:lnTo>
                  <a:lnTo>
                    <a:pt x="80027" y="64094"/>
                  </a:lnTo>
                  <a:lnTo>
                    <a:pt x="76879" y="67016"/>
                  </a:lnTo>
                  <a:lnTo>
                    <a:pt x="73782" y="69993"/>
                  </a:lnTo>
                  <a:lnTo>
                    <a:pt x="70738" y="73023"/>
                  </a:lnTo>
                  <a:lnTo>
                    <a:pt x="67748" y="76107"/>
                  </a:lnTo>
                  <a:lnTo>
                    <a:pt x="64812" y="79242"/>
                  </a:lnTo>
                  <a:lnTo>
                    <a:pt x="61931" y="82428"/>
                  </a:lnTo>
                  <a:lnTo>
                    <a:pt x="59107" y="85664"/>
                  </a:lnTo>
                  <a:lnTo>
                    <a:pt x="56339" y="88949"/>
                  </a:lnTo>
                  <a:lnTo>
                    <a:pt x="53630" y="92282"/>
                  </a:lnTo>
                  <a:lnTo>
                    <a:pt x="50979" y="95662"/>
                  </a:lnTo>
                  <a:lnTo>
                    <a:pt x="48388" y="99088"/>
                  </a:lnTo>
                  <a:lnTo>
                    <a:pt x="45857" y="102559"/>
                  </a:lnTo>
                  <a:lnTo>
                    <a:pt x="43387" y="106073"/>
                  </a:lnTo>
                  <a:lnTo>
                    <a:pt x="40980" y="109630"/>
                  </a:lnTo>
                  <a:lnTo>
                    <a:pt x="38634" y="113229"/>
                  </a:lnTo>
                  <a:lnTo>
                    <a:pt x="36353" y="116868"/>
                  </a:lnTo>
                  <a:lnTo>
                    <a:pt x="34135" y="120546"/>
                  </a:lnTo>
                  <a:lnTo>
                    <a:pt x="31982" y="124263"/>
                  </a:lnTo>
                  <a:lnTo>
                    <a:pt x="29894" y="128017"/>
                  </a:lnTo>
                  <a:lnTo>
                    <a:pt x="27872" y="131807"/>
                  </a:lnTo>
                  <a:lnTo>
                    <a:pt x="25917" y="135631"/>
                  </a:lnTo>
                  <a:lnTo>
                    <a:pt x="24029" y="139490"/>
                  </a:lnTo>
                  <a:lnTo>
                    <a:pt x="22209" y="143380"/>
                  </a:lnTo>
                  <a:lnTo>
                    <a:pt x="20458" y="147302"/>
                  </a:lnTo>
                  <a:lnTo>
                    <a:pt x="18775" y="151254"/>
                  </a:lnTo>
                  <a:lnTo>
                    <a:pt x="17162" y="155235"/>
                  </a:lnTo>
                  <a:lnTo>
                    <a:pt x="15618" y="159244"/>
                  </a:lnTo>
                  <a:lnTo>
                    <a:pt x="14145" y="163279"/>
                  </a:lnTo>
                  <a:lnTo>
                    <a:pt x="12743" y="167339"/>
                  </a:lnTo>
                  <a:lnTo>
                    <a:pt x="11412" y="171423"/>
                  </a:lnTo>
                  <a:lnTo>
                    <a:pt x="10153" y="175529"/>
                  </a:lnTo>
                  <a:lnTo>
                    <a:pt x="8966" y="179657"/>
                  </a:lnTo>
                  <a:lnTo>
                    <a:pt x="7851" y="183805"/>
                  </a:lnTo>
                  <a:lnTo>
                    <a:pt x="6809" y="187973"/>
                  </a:lnTo>
                  <a:lnTo>
                    <a:pt x="5840" y="192157"/>
                  </a:lnTo>
                  <a:lnTo>
                    <a:pt x="4944" y="196358"/>
                  </a:lnTo>
                  <a:lnTo>
                    <a:pt x="4123" y="200574"/>
                  </a:lnTo>
                  <a:lnTo>
                    <a:pt x="3375" y="204804"/>
                  </a:lnTo>
                  <a:lnTo>
                    <a:pt x="2701" y="209046"/>
                  </a:lnTo>
                  <a:lnTo>
                    <a:pt x="2101" y="213299"/>
                  </a:lnTo>
                  <a:lnTo>
                    <a:pt x="1577" y="217563"/>
                  </a:lnTo>
                  <a:lnTo>
                    <a:pt x="1126" y="221834"/>
                  </a:lnTo>
                  <a:lnTo>
                    <a:pt x="751" y="226113"/>
                  </a:lnTo>
                  <a:lnTo>
                    <a:pt x="450" y="230398"/>
                  </a:lnTo>
                  <a:lnTo>
                    <a:pt x="225" y="234687"/>
                  </a:lnTo>
                  <a:lnTo>
                    <a:pt x="75" y="238980"/>
                  </a:lnTo>
                  <a:lnTo>
                    <a:pt x="0" y="243275"/>
                  </a:lnTo>
                  <a:lnTo>
                    <a:pt x="0" y="247570"/>
                  </a:lnTo>
                  <a:lnTo>
                    <a:pt x="75" y="251865"/>
                  </a:lnTo>
                  <a:lnTo>
                    <a:pt x="225" y="256158"/>
                  </a:lnTo>
                  <a:lnTo>
                    <a:pt x="450" y="260447"/>
                  </a:lnTo>
                  <a:lnTo>
                    <a:pt x="751" y="264732"/>
                  </a:lnTo>
                  <a:lnTo>
                    <a:pt x="1126" y="269011"/>
                  </a:lnTo>
                  <a:lnTo>
                    <a:pt x="1577" y="273283"/>
                  </a:lnTo>
                  <a:lnTo>
                    <a:pt x="2101" y="277546"/>
                  </a:lnTo>
                  <a:lnTo>
                    <a:pt x="2701" y="281799"/>
                  </a:lnTo>
                  <a:lnTo>
                    <a:pt x="3375" y="286041"/>
                  </a:lnTo>
                  <a:lnTo>
                    <a:pt x="4123" y="290271"/>
                  </a:lnTo>
                  <a:lnTo>
                    <a:pt x="4944" y="294487"/>
                  </a:lnTo>
                  <a:lnTo>
                    <a:pt x="5840" y="298688"/>
                  </a:lnTo>
                  <a:lnTo>
                    <a:pt x="6809" y="302873"/>
                  </a:lnTo>
                  <a:lnTo>
                    <a:pt x="7851" y="307040"/>
                  </a:lnTo>
                  <a:lnTo>
                    <a:pt x="8966" y="311188"/>
                  </a:lnTo>
                  <a:lnTo>
                    <a:pt x="10153" y="315316"/>
                  </a:lnTo>
                  <a:lnTo>
                    <a:pt x="11412" y="319423"/>
                  </a:lnTo>
                  <a:lnTo>
                    <a:pt x="12743" y="323506"/>
                  </a:lnTo>
                  <a:lnTo>
                    <a:pt x="14145" y="327567"/>
                  </a:lnTo>
                  <a:lnTo>
                    <a:pt x="15618" y="331601"/>
                  </a:lnTo>
                  <a:lnTo>
                    <a:pt x="17162" y="335610"/>
                  </a:lnTo>
                  <a:lnTo>
                    <a:pt x="18775" y="339591"/>
                  </a:lnTo>
                  <a:lnTo>
                    <a:pt x="20458" y="343543"/>
                  </a:lnTo>
                  <a:lnTo>
                    <a:pt x="22209" y="347465"/>
                  </a:lnTo>
                  <a:lnTo>
                    <a:pt x="24029" y="351355"/>
                  </a:lnTo>
                  <a:lnTo>
                    <a:pt x="25917" y="355214"/>
                  </a:lnTo>
                  <a:lnTo>
                    <a:pt x="27872" y="359038"/>
                  </a:lnTo>
                  <a:lnTo>
                    <a:pt x="29894" y="362828"/>
                  </a:lnTo>
                  <a:lnTo>
                    <a:pt x="31982" y="366582"/>
                  </a:lnTo>
                  <a:lnTo>
                    <a:pt x="34135" y="370299"/>
                  </a:lnTo>
                  <a:lnTo>
                    <a:pt x="36353" y="373977"/>
                  </a:lnTo>
                  <a:lnTo>
                    <a:pt x="38634" y="377616"/>
                  </a:lnTo>
                  <a:lnTo>
                    <a:pt x="40980" y="381215"/>
                  </a:lnTo>
                  <a:lnTo>
                    <a:pt x="43387" y="384772"/>
                  </a:lnTo>
                  <a:lnTo>
                    <a:pt x="45857" y="388286"/>
                  </a:lnTo>
                  <a:lnTo>
                    <a:pt x="48388" y="391757"/>
                  </a:lnTo>
                  <a:lnTo>
                    <a:pt x="50979" y="395183"/>
                  </a:lnTo>
                  <a:lnTo>
                    <a:pt x="53630" y="398563"/>
                  </a:lnTo>
                  <a:lnTo>
                    <a:pt x="56339" y="401896"/>
                  </a:lnTo>
                  <a:lnTo>
                    <a:pt x="59107" y="405181"/>
                  </a:lnTo>
                  <a:lnTo>
                    <a:pt x="61931" y="408417"/>
                  </a:lnTo>
                  <a:lnTo>
                    <a:pt x="64812" y="411603"/>
                  </a:lnTo>
                  <a:lnTo>
                    <a:pt x="67748" y="414738"/>
                  </a:lnTo>
                  <a:lnTo>
                    <a:pt x="70738" y="417822"/>
                  </a:lnTo>
                  <a:lnTo>
                    <a:pt x="73782" y="420852"/>
                  </a:lnTo>
                  <a:lnTo>
                    <a:pt x="76879" y="423829"/>
                  </a:lnTo>
                  <a:lnTo>
                    <a:pt x="80027" y="426752"/>
                  </a:lnTo>
                  <a:lnTo>
                    <a:pt x="83226" y="429618"/>
                  </a:lnTo>
                  <a:lnTo>
                    <a:pt x="86474" y="432429"/>
                  </a:lnTo>
                  <a:lnTo>
                    <a:pt x="89771" y="435182"/>
                  </a:lnTo>
                  <a:lnTo>
                    <a:pt x="93116" y="437876"/>
                  </a:lnTo>
                  <a:lnTo>
                    <a:pt x="96507" y="440512"/>
                  </a:lnTo>
                  <a:lnTo>
                    <a:pt x="99945" y="443088"/>
                  </a:lnTo>
                  <a:lnTo>
                    <a:pt x="103426" y="445604"/>
                  </a:lnTo>
                  <a:lnTo>
                    <a:pt x="106951" y="448058"/>
                  </a:lnTo>
                  <a:lnTo>
                    <a:pt x="110519" y="450451"/>
                  </a:lnTo>
                  <a:lnTo>
                    <a:pt x="114128" y="452780"/>
                  </a:lnTo>
                  <a:lnTo>
                    <a:pt x="117777" y="455046"/>
                  </a:lnTo>
                  <a:lnTo>
                    <a:pt x="121465" y="457248"/>
                  </a:lnTo>
                  <a:lnTo>
                    <a:pt x="125191" y="459385"/>
                  </a:lnTo>
                  <a:lnTo>
                    <a:pt x="128954" y="461456"/>
                  </a:lnTo>
                  <a:lnTo>
                    <a:pt x="132753" y="463461"/>
                  </a:lnTo>
                  <a:lnTo>
                    <a:pt x="136586" y="465399"/>
                  </a:lnTo>
                  <a:lnTo>
                    <a:pt x="140452" y="467270"/>
                  </a:lnTo>
                  <a:lnTo>
                    <a:pt x="144351" y="469073"/>
                  </a:lnTo>
                  <a:lnTo>
                    <a:pt x="148281" y="470808"/>
                  </a:lnTo>
                  <a:lnTo>
                    <a:pt x="152240" y="472473"/>
                  </a:lnTo>
                  <a:lnTo>
                    <a:pt x="156228" y="474069"/>
                  </a:lnTo>
                  <a:lnTo>
                    <a:pt x="160243" y="475595"/>
                  </a:lnTo>
                  <a:lnTo>
                    <a:pt x="164284" y="477050"/>
                  </a:lnTo>
                  <a:lnTo>
                    <a:pt x="168350" y="478435"/>
                  </a:lnTo>
                  <a:lnTo>
                    <a:pt x="172440" y="479748"/>
                  </a:lnTo>
                  <a:lnTo>
                    <a:pt x="176552" y="480989"/>
                  </a:lnTo>
                  <a:lnTo>
                    <a:pt x="180685" y="482158"/>
                  </a:lnTo>
                  <a:lnTo>
                    <a:pt x="184838" y="483255"/>
                  </a:lnTo>
                  <a:lnTo>
                    <a:pt x="189010" y="484278"/>
                  </a:lnTo>
                  <a:lnTo>
                    <a:pt x="193199" y="485229"/>
                  </a:lnTo>
                  <a:lnTo>
                    <a:pt x="197404" y="486106"/>
                  </a:lnTo>
                  <a:lnTo>
                    <a:pt x="201623" y="486909"/>
                  </a:lnTo>
                  <a:lnTo>
                    <a:pt x="205856" y="487639"/>
                  </a:lnTo>
                  <a:lnTo>
                    <a:pt x="210101" y="488294"/>
                  </a:lnTo>
                  <a:lnTo>
                    <a:pt x="214357" y="488875"/>
                  </a:lnTo>
                  <a:lnTo>
                    <a:pt x="218623" y="489381"/>
                  </a:lnTo>
                  <a:lnTo>
                    <a:pt x="222896" y="489813"/>
                  </a:lnTo>
                  <a:lnTo>
                    <a:pt x="227177" y="490169"/>
                  </a:lnTo>
                  <a:lnTo>
                    <a:pt x="231463" y="490451"/>
                  </a:lnTo>
                  <a:lnTo>
                    <a:pt x="235753" y="490658"/>
                  </a:lnTo>
                  <a:lnTo>
                    <a:pt x="240047" y="490789"/>
                  </a:lnTo>
                  <a:lnTo>
                    <a:pt x="244342" y="490846"/>
                  </a:lnTo>
                  <a:lnTo>
                    <a:pt x="248637" y="490827"/>
                  </a:lnTo>
                  <a:lnTo>
                    <a:pt x="252931" y="490733"/>
                  </a:lnTo>
                  <a:lnTo>
                    <a:pt x="257223" y="490564"/>
                  </a:lnTo>
                  <a:lnTo>
                    <a:pt x="261512" y="490320"/>
                  </a:lnTo>
                  <a:lnTo>
                    <a:pt x="265795" y="490000"/>
                  </a:lnTo>
                  <a:lnTo>
                    <a:pt x="270072" y="489606"/>
                  </a:lnTo>
                  <a:lnTo>
                    <a:pt x="274342" y="489137"/>
                  </a:lnTo>
                  <a:lnTo>
                    <a:pt x="278603" y="488594"/>
                  </a:lnTo>
                  <a:lnTo>
                    <a:pt x="282854" y="487976"/>
                  </a:lnTo>
                  <a:lnTo>
                    <a:pt x="287093" y="487283"/>
                  </a:lnTo>
                  <a:lnTo>
                    <a:pt x="291319" y="486517"/>
                  </a:lnTo>
                  <a:lnTo>
                    <a:pt x="295532" y="485677"/>
                  </a:lnTo>
                  <a:lnTo>
                    <a:pt x="299729" y="484763"/>
                  </a:lnTo>
                  <a:lnTo>
                    <a:pt x="303909" y="483776"/>
                  </a:lnTo>
                  <a:lnTo>
                    <a:pt x="308071" y="482715"/>
                  </a:lnTo>
                  <a:lnTo>
                    <a:pt x="312215" y="481582"/>
                  </a:lnTo>
                  <a:lnTo>
                    <a:pt x="316338" y="480377"/>
                  </a:lnTo>
                  <a:lnTo>
                    <a:pt x="320439" y="479100"/>
                  </a:lnTo>
                  <a:lnTo>
                    <a:pt x="324517" y="477751"/>
                  </a:lnTo>
                  <a:lnTo>
                    <a:pt x="328571" y="476331"/>
                  </a:lnTo>
                  <a:lnTo>
                    <a:pt x="332599" y="474841"/>
                  </a:lnTo>
                  <a:lnTo>
                    <a:pt x="336601" y="473280"/>
                  </a:lnTo>
                  <a:lnTo>
                    <a:pt x="340574" y="471649"/>
                  </a:lnTo>
                  <a:lnTo>
                    <a:pt x="344519" y="469949"/>
                  </a:lnTo>
                  <a:lnTo>
                    <a:pt x="348433" y="468180"/>
                  </a:lnTo>
                  <a:lnTo>
                    <a:pt x="352316" y="466343"/>
                  </a:lnTo>
                  <a:lnTo>
                    <a:pt x="356166" y="464438"/>
                  </a:lnTo>
                  <a:lnTo>
                    <a:pt x="359982" y="462467"/>
                  </a:lnTo>
                  <a:lnTo>
                    <a:pt x="363763" y="460428"/>
                  </a:lnTo>
                  <a:lnTo>
                    <a:pt x="367508" y="458324"/>
                  </a:lnTo>
                  <a:lnTo>
                    <a:pt x="371215" y="456155"/>
                  </a:lnTo>
                  <a:lnTo>
                    <a:pt x="374884" y="453921"/>
                  </a:lnTo>
                  <a:lnTo>
                    <a:pt x="378513" y="451623"/>
                  </a:lnTo>
                  <a:lnTo>
                    <a:pt x="382101" y="449262"/>
                  </a:lnTo>
                  <a:lnTo>
                    <a:pt x="385648" y="446839"/>
                  </a:lnTo>
                  <a:lnTo>
                    <a:pt x="389151" y="444354"/>
                  </a:lnTo>
                  <a:lnTo>
                    <a:pt x="392611" y="441808"/>
                  </a:lnTo>
                  <a:lnTo>
                    <a:pt x="396025" y="439202"/>
                  </a:lnTo>
                  <a:lnTo>
                    <a:pt x="399393" y="436536"/>
                  </a:lnTo>
                  <a:lnTo>
                    <a:pt x="402714" y="433812"/>
                  </a:lnTo>
                  <a:lnTo>
                    <a:pt x="405987" y="431031"/>
                  </a:lnTo>
                  <a:lnTo>
                    <a:pt x="409211" y="428192"/>
                  </a:lnTo>
                  <a:lnTo>
                    <a:pt x="412385" y="425297"/>
                  </a:lnTo>
                  <a:lnTo>
                    <a:pt x="415507" y="422348"/>
                  </a:lnTo>
                  <a:lnTo>
                    <a:pt x="418577" y="419344"/>
                  </a:lnTo>
                  <a:lnTo>
                    <a:pt x="421595" y="416287"/>
                  </a:lnTo>
                  <a:lnTo>
                    <a:pt x="424558" y="413177"/>
                  </a:lnTo>
                  <a:lnTo>
                    <a:pt x="427466" y="410016"/>
                  </a:lnTo>
                  <a:lnTo>
                    <a:pt x="430319" y="406805"/>
                  </a:lnTo>
                  <a:lnTo>
                    <a:pt x="433115" y="403544"/>
                  </a:lnTo>
                  <a:lnTo>
                    <a:pt x="435854" y="400235"/>
                  </a:lnTo>
                  <a:lnTo>
                    <a:pt x="438534" y="396879"/>
                  </a:lnTo>
                  <a:lnTo>
                    <a:pt x="441155" y="393476"/>
                  </a:lnTo>
                  <a:lnTo>
                    <a:pt x="443716" y="390027"/>
                  </a:lnTo>
                  <a:lnTo>
                    <a:pt x="446216" y="386535"/>
                  </a:lnTo>
                  <a:lnTo>
                    <a:pt x="448655" y="382999"/>
                  </a:lnTo>
                  <a:lnTo>
                    <a:pt x="451032" y="379421"/>
                  </a:lnTo>
                  <a:lnTo>
                    <a:pt x="453345" y="375802"/>
                  </a:lnTo>
                  <a:lnTo>
                    <a:pt x="455595" y="372143"/>
                  </a:lnTo>
                  <a:lnTo>
                    <a:pt x="457781" y="368445"/>
                  </a:lnTo>
                  <a:lnTo>
                    <a:pt x="459901" y="364710"/>
                  </a:lnTo>
                  <a:lnTo>
                    <a:pt x="461956" y="360938"/>
                  </a:lnTo>
                  <a:lnTo>
                    <a:pt x="463945" y="357130"/>
                  </a:lnTo>
                  <a:lnTo>
                    <a:pt x="465866" y="353289"/>
                  </a:lnTo>
                  <a:lnTo>
                    <a:pt x="467720" y="349414"/>
                  </a:lnTo>
                  <a:lnTo>
                    <a:pt x="469506" y="345508"/>
                  </a:lnTo>
                  <a:lnTo>
                    <a:pt x="471223" y="341570"/>
                  </a:lnTo>
                  <a:lnTo>
                    <a:pt x="472872" y="337604"/>
                  </a:lnTo>
                  <a:lnTo>
                    <a:pt x="474450" y="333609"/>
                  </a:lnTo>
                  <a:lnTo>
                    <a:pt x="475958" y="329587"/>
                  </a:lnTo>
                  <a:lnTo>
                    <a:pt x="477396" y="325540"/>
                  </a:lnTo>
                  <a:lnTo>
                    <a:pt x="478762" y="321467"/>
                  </a:lnTo>
                  <a:lnTo>
                    <a:pt x="480058" y="317372"/>
                  </a:lnTo>
                  <a:lnTo>
                    <a:pt x="481281" y="313254"/>
                  </a:lnTo>
                  <a:lnTo>
                    <a:pt x="482432" y="309116"/>
                  </a:lnTo>
                  <a:lnTo>
                    <a:pt x="483510" y="304958"/>
                  </a:lnTo>
                  <a:lnTo>
                    <a:pt x="484516" y="300782"/>
                  </a:lnTo>
                  <a:lnTo>
                    <a:pt x="485448" y="296589"/>
                  </a:lnTo>
                  <a:lnTo>
                    <a:pt x="486307" y="292381"/>
                  </a:lnTo>
                  <a:lnTo>
                    <a:pt x="487092" y="288158"/>
                  </a:lnTo>
                  <a:lnTo>
                    <a:pt x="487803" y="283922"/>
                  </a:lnTo>
                  <a:lnTo>
                    <a:pt x="488439" y="279674"/>
                  </a:lnTo>
                  <a:lnTo>
                    <a:pt x="489001" y="275415"/>
                  </a:lnTo>
                  <a:lnTo>
                    <a:pt x="489489" y="271148"/>
                  </a:lnTo>
                  <a:lnTo>
                    <a:pt x="489902" y="266872"/>
                  </a:lnTo>
                  <a:lnTo>
                    <a:pt x="490240" y="262590"/>
                  </a:lnTo>
                  <a:lnTo>
                    <a:pt x="490503" y="258303"/>
                  </a:lnTo>
                  <a:lnTo>
                    <a:pt x="490691" y="254012"/>
                  </a:lnTo>
                  <a:lnTo>
                    <a:pt x="490803" y="249718"/>
                  </a:lnTo>
                  <a:lnTo>
                    <a:pt x="490841" y="245423"/>
                  </a:lnTo>
                </a:path>
              </a:pathLst>
            </a:custGeom>
            <a:ln w="13550" cap="flat">
              <a:solidFill>
                <a:srgbClr val="7FC5D8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206" name="tx206"/>
            <p:cNvSpPr/>
            <p:nvPr/>
          </p:nvSpPr>
          <p:spPr>
            <a:xfrm>
              <a:off x="7441065" y="1051275"/>
              <a:ext cx="265084" cy="800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207" name="tx207"/>
            <p:cNvSpPr/>
            <p:nvPr/>
          </p:nvSpPr>
          <p:spPr>
            <a:xfrm>
              <a:off x="7431960" y="1613689"/>
              <a:ext cx="283292" cy="82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208" name="tx208"/>
            <p:cNvSpPr/>
            <p:nvPr/>
          </p:nvSpPr>
          <p:spPr>
            <a:xfrm>
              <a:off x="7773180" y="1133835"/>
              <a:ext cx="469984" cy="801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209" name="tx209"/>
            <p:cNvSpPr/>
            <p:nvPr/>
          </p:nvSpPr>
          <p:spPr>
            <a:xfrm>
              <a:off x="7855846" y="1333673"/>
              <a:ext cx="216915" cy="79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210" name="tx210"/>
            <p:cNvSpPr/>
            <p:nvPr/>
          </p:nvSpPr>
          <p:spPr>
            <a:xfrm>
              <a:off x="7773180" y="1531024"/>
              <a:ext cx="488193" cy="82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211" name="pg211"/>
            <p:cNvSpPr/>
            <p:nvPr/>
          </p:nvSpPr>
          <p:spPr>
            <a:xfrm>
              <a:off x="7328191" y="1129299"/>
              <a:ext cx="490841" cy="490846"/>
            </a:xfrm>
            <a:custGeom>
              <a:avLst/>
              <a:pathLst>
                <a:path w="490841" h="490846">
                  <a:moveTo>
                    <a:pt x="490841" y="245423"/>
                  </a:moveTo>
                  <a:lnTo>
                    <a:pt x="490803" y="241127"/>
                  </a:lnTo>
                  <a:lnTo>
                    <a:pt x="490691" y="236833"/>
                  </a:lnTo>
                  <a:lnTo>
                    <a:pt x="490503" y="232542"/>
                  </a:lnTo>
                  <a:lnTo>
                    <a:pt x="490240" y="228255"/>
                  </a:lnTo>
                  <a:lnTo>
                    <a:pt x="489902" y="223973"/>
                  </a:lnTo>
                  <a:lnTo>
                    <a:pt x="489489" y="219697"/>
                  </a:lnTo>
                  <a:lnTo>
                    <a:pt x="489001" y="215430"/>
                  </a:lnTo>
                  <a:lnTo>
                    <a:pt x="488439" y="211171"/>
                  </a:lnTo>
                  <a:lnTo>
                    <a:pt x="487803" y="206924"/>
                  </a:lnTo>
                  <a:lnTo>
                    <a:pt x="487092" y="202687"/>
                  </a:lnTo>
                  <a:lnTo>
                    <a:pt x="486307" y="198464"/>
                  </a:lnTo>
                  <a:lnTo>
                    <a:pt x="485448" y="194256"/>
                  </a:lnTo>
                  <a:lnTo>
                    <a:pt x="484516" y="190063"/>
                  </a:lnTo>
                  <a:lnTo>
                    <a:pt x="483510" y="185887"/>
                  </a:lnTo>
                  <a:lnTo>
                    <a:pt x="482432" y="181729"/>
                  </a:lnTo>
                  <a:lnTo>
                    <a:pt x="481281" y="177591"/>
                  </a:lnTo>
                  <a:lnTo>
                    <a:pt x="480058" y="173473"/>
                  </a:lnTo>
                  <a:lnTo>
                    <a:pt x="478762" y="169378"/>
                  </a:lnTo>
                  <a:lnTo>
                    <a:pt x="477396" y="165306"/>
                  </a:lnTo>
                  <a:lnTo>
                    <a:pt x="475958" y="161258"/>
                  </a:lnTo>
                  <a:lnTo>
                    <a:pt x="474450" y="157236"/>
                  </a:lnTo>
                  <a:lnTo>
                    <a:pt x="472872" y="153241"/>
                  </a:lnTo>
                  <a:lnTo>
                    <a:pt x="471223" y="149275"/>
                  </a:lnTo>
                  <a:lnTo>
                    <a:pt x="469506" y="145338"/>
                  </a:lnTo>
                  <a:lnTo>
                    <a:pt x="467720" y="141431"/>
                  </a:lnTo>
                  <a:lnTo>
                    <a:pt x="465866" y="137556"/>
                  </a:lnTo>
                  <a:lnTo>
                    <a:pt x="463945" y="133715"/>
                  </a:lnTo>
                  <a:lnTo>
                    <a:pt x="461956" y="129907"/>
                  </a:lnTo>
                  <a:lnTo>
                    <a:pt x="459901" y="126135"/>
                  </a:lnTo>
                  <a:lnTo>
                    <a:pt x="457781" y="122400"/>
                  </a:lnTo>
                  <a:lnTo>
                    <a:pt x="455595" y="118702"/>
                  </a:lnTo>
                  <a:lnTo>
                    <a:pt x="453345" y="115043"/>
                  </a:lnTo>
                  <a:lnTo>
                    <a:pt x="451032" y="111424"/>
                  </a:lnTo>
                  <a:lnTo>
                    <a:pt x="448655" y="107846"/>
                  </a:lnTo>
                  <a:lnTo>
                    <a:pt x="446216" y="104310"/>
                  </a:lnTo>
                  <a:lnTo>
                    <a:pt x="443716" y="100818"/>
                  </a:lnTo>
                  <a:lnTo>
                    <a:pt x="441155" y="97370"/>
                  </a:lnTo>
                  <a:lnTo>
                    <a:pt x="438534" y="93967"/>
                  </a:lnTo>
                  <a:lnTo>
                    <a:pt x="435854" y="90610"/>
                  </a:lnTo>
                  <a:lnTo>
                    <a:pt x="433115" y="87301"/>
                  </a:lnTo>
                  <a:lnTo>
                    <a:pt x="430319" y="84040"/>
                  </a:lnTo>
                  <a:lnTo>
                    <a:pt x="427466" y="80829"/>
                  </a:lnTo>
                  <a:lnTo>
                    <a:pt x="424558" y="77668"/>
                  </a:lnTo>
                  <a:lnTo>
                    <a:pt x="421595" y="74558"/>
                  </a:lnTo>
                  <a:lnTo>
                    <a:pt x="418577" y="71501"/>
                  </a:lnTo>
                  <a:lnTo>
                    <a:pt x="415507" y="68497"/>
                  </a:lnTo>
                  <a:lnTo>
                    <a:pt x="412385" y="65548"/>
                  </a:lnTo>
                  <a:lnTo>
                    <a:pt x="409211" y="62653"/>
                  </a:lnTo>
                  <a:lnTo>
                    <a:pt x="405987" y="59815"/>
                  </a:lnTo>
                  <a:lnTo>
                    <a:pt x="402714" y="57033"/>
                  </a:lnTo>
                  <a:lnTo>
                    <a:pt x="399393" y="54309"/>
                  </a:lnTo>
                  <a:lnTo>
                    <a:pt x="396025" y="51643"/>
                  </a:lnTo>
                  <a:lnTo>
                    <a:pt x="392611" y="49037"/>
                  </a:lnTo>
                  <a:lnTo>
                    <a:pt x="389151" y="46491"/>
                  </a:lnTo>
                  <a:lnTo>
                    <a:pt x="385648" y="44006"/>
                  </a:lnTo>
                  <a:lnTo>
                    <a:pt x="382101" y="41583"/>
                  </a:lnTo>
                  <a:lnTo>
                    <a:pt x="378513" y="39222"/>
                  </a:lnTo>
                  <a:lnTo>
                    <a:pt x="374884" y="36924"/>
                  </a:lnTo>
                  <a:lnTo>
                    <a:pt x="371215" y="34690"/>
                  </a:lnTo>
                  <a:lnTo>
                    <a:pt x="367508" y="32521"/>
                  </a:lnTo>
                  <a:lnTo>
                    <a:pt x="363763" y="30417"/>
                  </a:lnTo>
                  <a:lnTo>
                    <a:pt x="359982" y="28378"/>
                  </a:lnTo>
                  <a:lnTo>
                    <a:pt x="356166" y="26407"/>
                  </a:lnTo>
                  <a:lnTo>
                    <a:pt x="352316" y="24502"/>
                  </a:lnTo>
                  <a:lnTo>
                    <a:pt x="348433" y="22665"/>
                  </a:lnTo>
                  <a:lnTo>
                    <a:pt x="344519" y="20896"/>
                  </a:lnTo>
                  <a:lnTo>
                    <a:pt x="340574" y="19196"/>
                  </a:lnTo>
                  <a:lnTo>
                    <a:pt x="336601" y="17565"/>
                  </a:lnTo>
                  <a:lnTo>
                    <a:pt x="332599" y="16004"/>
                  </a:lnTo>
                  <a:lnTo>
                    <a:pt x="328571" y="14514"/>
                  </a:lnTo>
                  <a:lnTo>
                    <a:pt x="324517" y="13094"/>
                  </a:lnTo>
                  <a:lnTo>
                    <a:pt x="320439" y="11745"/>
                  </a:lnTo>
                  <a:lnTo>
                    <a:pt x="316338" y="10468"/>
                  </a:lnTo>
                  <a:lnTo>
                    <a:pt x="312215" y="9263"/>
                  </a:lnTo>
                  <a:lnTo>
                    <a:pt x="308071" y="8130"/>
                  </a:lnTo>
                  <a:lnTo>
                    <a:pt x="303909" y="7070"/>
                  </a:lnTo>
                  <a:lnTo>
                    <a:pt x="299729" y="6082"/>
                  </a:lnTo>
                  <a:lnTo>
                    <a:pt x="295532" y="5169"/>
                  </a:lnTo>
                  <a:lnTo>
                    <a:pt x="291319" y="4328"/>
                  </a:lnTo>
                  <a:lnTo>
                    <a:pt x="287093" y="3562"/>
                  </a:lnTo>
                  <a:lnTo>
                    <a:pt x="282854" y="2869"/>
                  </a:lnTo>
                  <a:lnTo>
                    <a:pt x="278603" y="2251"/>
                  </a:lnTo>
                  <a:lnTo>
                    <a:pt x="274342" y="1708"/>
                  </a:lnTo>
                  <a:lnTo>
                    <a:pt x="270072" y="1239"/>
                  </a:lnTo>
                  <a:lnTo>
                    <a:pt x="265795" y="845"/>
                  </a:lnTo>
                  <a:lnTo>
                    <a:pt x="261512" y="526"/>
                  </a:lnTo>
                  <a:lnTo>
                    <a:pt x="257223" y="281"/>
                  </a:lnTo>
                  <a:lnTo>
                    <a:pt x="252931" y="112"/>
                  </a:lnTo>
                  <a:lnTo>
                    <a:pt x="248637" y="18"/>
                  </a:lnTo>
                  <a:lnTo>
                    <a:pt x="244342" y="0"/>
                  </a:lnTo>
                  <a:lnTo>
                    <a:pt x="240047" y="56"/>
                  </a:lnTo>
                  <a:lnTo>
                    <a:pt x="235753" y="187"/>
                  </a:lnTo>
                  <a:lnTo>
                    <a:pt x="231463" y="394"/>
                  </a:lnTo>
                  <a:lnTo>
                    <a:pt x="227177" y="676"/>
                  </a:lnTo>
                  <a:lnTo>
                    <a:pt x="222896" y="1032"/>
                  </a:lnTo>
                  <a:lnTo>
                    <a:pt x="218623" y="1464"/>
                  </a:lnTo>
                  <a:lnTo>
                    <a:pt x="214357" y="1970"/>
                  </a:lnTo>
                  <a:lnTo>
                    <a:pt x="210101" y="2551"/>
                  </a:lnTo>
                  <a:lnTo>
                    <a:pt x="205856" y="3206"/>
                  </a:lnTo>
                  <a:lnTo>
                    <a:pt x="201623" y="3936"/>
                  </a:lnTo>
                  <a:lnTo>
                    <a:pt x="197404" y="4739"/>
                  </a:lnTo>
                  <a:lnTo>
                    <a:pt x="193199" y="5616"/>
                  </a:lnTo>
                  <a:lnTo>
                    <a:pt x="189010" y="6567"/>
                  </a:lnTo>
                  <a:lnTo>
                    <a:pt x="184838" y="7591"/>
                  </a:lnTo>
                  <a:lnTo>
                    <a:pt x="180685" y="8687"/>
                  </a:lnTo>
                  <a:lnTo>
                    <a:pt x="176552" y="9856"/>
                  </a:lnTo>
                  <a:lnTo>
                    <a:pt x="172440" y="11098"/>
                  </a:lnTo>
                  <a:lnTo>
                    <a:pt x="168350" y="12411"/>
                  </a:lnTo>
                  <a:lnTo>
                    <a:pt x="164284" y="13795"/>
                  </a:lnTo>
                  <a:lnTo>
                    <a:pt x="160243" y="15250"/>
                  </a:lnTo>
                  <a:lnTo>
                    <a:pt x="156228" y="16776"/>
                  </a:lnTo>
                  <a:lnTo>
                    <a:pt x="152240" y="18372"/>
                  </a:lnTo>
                  <a:lnTo>
                    <a:pt x="148281" y="20038"/>
                  </a:lnTo>
                  <a:lnTo>
                    <a:pt x="144351" y="21772"/>
                  </a:lnTo>
                  <a:lnTo>
                    <a:pt x="140452" y="23575"/>
                  </a:lnTo>
                  <a:lnTo>
                    <a:pt x="136586" y="25446"/>
                  </a:lnTo>
                  <a:lnTo>
                    <a:pt x="132753" y="27384"/>
                  </a:lnTo>
                  <a:lnTo>
                    <a:pt x="128954" y="29389"/>
                  </a:lnTo>
                  <a:lnTo>
                    <a:pt x="125191" y="31461"/>
                  </a:lnTo>
                  <a:lnTo>
                    <a:pt x="121465" y="33597"/>
                  </a:lnTo>
                  <a:lnTo>
                    <a:pt x="117777" y="35799"/>
                  </a:lnTo>
                  <a:lnTo>
                    <a:pt x="114128" y="38065"/>
                  </a:lnTo>
                  <a:lnTo>
                    <a:pt x="110519" y="40394"/>
                  </a:lnTo>
                  <a:lnTo>
                    <a:pt x="106951" y="42787"/>
                  </a:lnTo>
                  <a:lnTo>
                    <a:pt x="103426" y="45241"/>
                  </a:lnTo>
                  <a:lnTo>
                    <a:pt x="99945" y="47757"/>
                  </a:lnTo>
                  <a:lnTo>
                    <a:pt x="96507" y="50333"/>
                  </a:lnTo>
                  <a:lnTo>
                    <a:pt x="93116" y="52969"/>
                  </a:lnTo>
                  <a:lnTo>
                    <a:pt x="89771" y="55664"/>
                  </a:lnTo>
                  <a:lnTo>
                    <a:pt x="86474" y="58417"/>
                  </a:lnTo>
                  <a:lnTo>
                    <a:pt x="83226" y="61227"/>
                  </a:lnTo>
                  <a:lnTo>
                    <a:pt x="80027" y="64094"/>
                  </a:lnTo>
                  <a:lnTo>
                    <a:pt x="76879" y="67016"/>
                  </a:lnTo>
                  <a:lnTo>
                    <a:pt x="73782" y="69993"/>
                  </a:lnTo>
                  <a:lnTo>
                    <a:pt x="70738" y="73023"/>
                  </a:lnTo>
                  <a:lnTo>
                    <a:pt x="67748" y="76107"/>
                  </a:lnTo>
                  <a:lnTo>
                    <a:pt x="64812" y="79242"/>
                  </a:lnTo>
                  <a:lnTo>
                    <a:pt x="61931" y="82428"/>
                  </a:lnTo>
                  <a:lnTo>
                    <a:pt x="59107" y="85664"/>
                  </a:lnTo>
                  <a:lnTo>
                    <a:pt x="56339" y="88949"/>
                  </a:lnTo>
                  <a:lnTo>
                    <a:pt x="53630" y="92282"/>
                  </a:lnTo>
                  <a:lnTo>
                    <a:pt x="50979" y="95662"/>
                  </a:lnTo>
                  <a:lnTo>
                    <a:pt x="48388" y="99088"/>
                  </a:lnTo>
                  <a:lnTo>
                    <a:pt x="45857" y="102559"/>
                  </a:lnTo>
                  <a:lnTo>
                    <a:pt x="43387" y="106073"/>
                  </a:lnTo>
                  <a:lnTo>
                    <a:pt x="40980" y="109630"/>
                  </a:lnTo>
                  <a:lnTo>
                    <a:pt x="38634" y="113229"/>
                  </a:lnTo>
                  <a:lnTo>
                    <a:pt x="36353" y="116868"/>
                  </a:lnTo>
                  <a:lnTo>
                    <a:pt x="34135" y="120546"/>
                  </a:lnTo>
                  <a:lnTo>
                    <a:pt x="31982" y="124263"/>
                  </a:lnTo>
                  <a:lnTo>
                    <a:pt x="29894" y="128017"/>
                  </a:lnTo>
                  <a:lnTo>
                    <a:pt x="27872" y="131807"/>
                  </a:lnTo>
                  <a:lnTo>
                    <a:pt x="25917" y="135631"/>
                  </a:lnTo>
                  <a:lnTo>
                    <a:pt x="24029" y="139490"/>
                  </a:lnTo>
                  <a:lnTo>
                    <a:pt x="22209" y="143380"/>
                  </a:lnTo>
                  <a:lnTo>
                    <a:pt x="20458" y="147302"/>
                  </a:lnTo>
                  <a:lnTo>
                    <a:pt x="18775" y="151254"/>
                  </a:lnTo>
                  <a:lnTo>
                    <a:pt x="17162" y="155235"/>
                  </a:lnTo>
                  <a:lnTo>
                    <a:pt x="15618" y="159244"/>
                  </a:lnTo>
                  <a:lnTo>
                    <a:pt x="14145" y="163279"/>
                  </a:lnTo>
                  <a:lnTo>
                    <a:pt x="12743" y="167339"/>
                  </a:lnTo>
                  <a:lnTo>
                    <a:pt x="11412" y="171423"/>
                  </a:lnTo>
                  <a:lnTo>
                    <a:pt x="10153" y="175529"/>
                  </a:lnTo>
                  <a:lnTo>
                    <a:pt x="8966" y="179657"/>
                  </a:lnTo>
                  <a:lnTo>
                    <a:pt x="7851" y="183805"/>
                  </a:lnTo>
                  <a:lnTo>
                    <a:pt x="6809" y="187973"/>
                  </a:lnTo>
                  <a:lnTo>
                    <a:pt x="5840" y="192157"/>
                  </a:lnTo>
                  <a:lnTo>
                    <a:pt x="4944" y="196358"/>
                  </a:lnTo>
                  <a:lnTo>
                    <a:pt x="4123" y="200574"/>
                  </a:lnTo>
                  <a:lnTo>
                    <a:pt x="3375" y="204804"/>
                  </a:lnTo>
                  <a:lnTo>
                    <a:pt x="2701" y="209046"/>
                  </a:lnTo>
                  <a:lnTo>
                    <a:pt x="2101" y="213299"/>
                  </a:lnTo>
                  <a:lnTo>
                    <a:pt x="1577" y="217563"/>
                  </a:lnTo>
                  <a:lnTo>
                    <a:pt x="1126" y="221834"/>
                  </a:lnTo>
                  <a:lnTo>
                    <a:pt x="751" y="226113"/>
                  </a:lnTo>
                  <a:lnTo>
                    <a:pt x="450" y="230398"/>
                  </a:lnTo>
                  <a:lnTo>
                    <a:pt x="225" y="234687"/>
                  </a:lnTo>
                  <a:lnTo>
                    <a:pt x="75" y="238980"/>
                  </a:lnTo>
                  <a:lnTo>
                    <a:pt x="0" y="243275"/>
                  </a:lnTo>
                  <a:lnTo>
                    <a:pt x="0" y="247570"/>
                  </a:lnTo>
                  <a:lnTo>
                    <a:pt x="75" y="251865"/>
                  </a:lnTo>
                  <a:lnTo>
                    <a:pt x="225" y="256158"/>
                  </a:lnTo>
                  <a:lnTo>
                    <a:pt x="450" y="260447"/>
                  </a:lnTo>
                  <a:lnTo>
                    <a:pt x="751" y="264732"/>
                  </a:lnTo>
                  <a:lnTo>
                    <a:pt x="1126" y="269011"/>
                  </a:lnTo>
                  <a:lnTo>
                    <a:pt x="1577" y="273283"/>
                  </a:lnTo>
                  <a:lnTo>
                    <a:pt x="2101" y="277546"/>
                  </a:lnTo>
                  <a:lnTo>
                    <a:pt x="2701" y="281799"/>
                  </a:lnTo>
                  <a:lnTo>
                    <a:pt x="3375" y="286041"/>
                  </a:lnTo>
                  <a:lnTo>
                    <a:pt x="4123" y="290271"/>
                  </a:lnTo>
                  <a:lnTo>
                    <a:pt x="4944" y="294487"/>
                  </a:lnTo>
                  <a:lnTo>
                    <a:pt x="5840" y="298688"/>
                  </a:lnTo>
                  <a:lnTo>
                    <a:pt x="6809" y="302873"/>
                  </a:lnTo>
                  <a:lnTo>
                    <a:pt x="7851" y="307040"/>
                  </a:lnTo>
                  <a:lnTo>
                    <a:pt x="8966" y="311188"/>
                  </a:lnTo>
                  <a:lnTo>
                    <a:pt x="10153" y="315316"/>
                  </a:lnTo>
                  <a:lnTo>
                    <a:pt x="11412" y="319423"/>
                  </a:lnTo>
                  <a:lnTo>
                    <a:pt x="12743" y="323506"/>
                  </a:lnTo>
                  <a:lnTo>
                    <a:pt x="14145" y="327567"/>
                  </a:lnTo>
                  <a:lnTo>
                    <a:pt x="15618" y="331601"/>
                  </a:lnTo>
                  <a:lnTo>
                    <a:pt x="17162" y="335610"/>
                  </a:lnTo>
                  <a:lnTo>
                    <a:pt x="18775" y="339591"/>
                  </a:lnTo>
                  <a:lnTo>
                    <a:pt x="20458" y="343543"/>
                  </a:lnTo>
                  <a:lnTo>
                    <a:pt x="22209" y="347465"/>
                  </a:lnTo>
                  <a:lnTo>
                    <a:pt x="24029" y="351355"/>
                  </a:lnTo>
                  <a:lnTo>
                    <a:pt x="25917" y="355214"/>
                  </a:lnTo>
                  <a:lnTo>
                    <a:pt x="27872" y="359038"/>
                  </a:lnTo>
                  <a:lnTo>
                    <a:pt x="29894" y="362828"/>
                  </a:lnTo>
                  <a:lnTo>
                    <a:pt x="31982" y="366582"/>
                  </a:lnTo>
                  <a:lnTo>
                    <a:pt x="34135" y="370299"/>
                  </a:lnTo>
                  <a:lnTo>
                    <a:pt x="36353" y="373977"/>
                  </a:lnTo>
                  <a:lnTo>
                    <a:pt x="38634" y="377616"/>
                  </a:lnTo>
                  <a:lnTo>
                    <a:pt x="40980" y="381215"/>
                  </a:lnTo>
                  <a:lnTo>
                    <a:pt x="43387" y="384772"/>
                  </a:lnTo>
                  <a:lnTo>
                    <a:pt x="45857" y="388286"/>
                  </a:lnTo>
                  <a:lnTo>
                    <a:pt x="48388" y="391757"/>
                  </a:lnTo>
                  <a:lnTo>
                    <a:pt x="50979" y="395183"/>
                  </a:lnTo>
                  <a:lnTo>
                    <a:pt x="53630" y="398563"/>
                  </a:lnTo>
                  <a:lnTo>
                    <a:pt x="56339" y="401896"/>
                  </a:lnTo>
                  <a:lnTo>
                    <a:pt x="59107" y="405181"/>
                  </a:lnTo>
                  <a:lnTo>
                    <a:pt x="61931" y="408417"/>
                  </a:lnTo>
                  <a:lnTo>
                    <a:pt x="64812" y="411603"/>
                  </a:lnTo>
                  <a:lnTo>
                    <a:pt x="67748" y="414738"/>
                  </a:lnTo>
                  <a:lnTo>
                    <a:pt x="70738" y="417822"/>
                  </a:lnTo>
                  <a:lnTo>
                    <a:pt x="73782" y="420852"/>
                  </a:lnTo>
                  <a:lnTo>
                    <a:pt x="76879" y="423829"/>
                  </a:lnTo>
                  <a:lnTo>
                    <a:pt x="80027" y="426752"/>
                  </a:lnTo>
                  <a:lnTo>
                    <a:pt x="83226" y="429618"/>
                  </a:lnTo>
                  <a:lnTo>
                    <a:pt x="86474" y="432429"/>
                  </a:lnTo>
                  <a:lnTo>
                    <a:pt x="89771" y="435182"/>
                  </a:lnTo>
                  <a:lnTo>
                    <a:pt x="93116" y="437876"/>
                  </a:lnTo>
                  <a:lnTo>
                    <a:pt x="96507" y="440512"/>
                  </a:lnTo>
                  <a:lnTo>
                    <a:pt x="99945" y="443088"/>
                  </a:lnTo>
                  <a:lnTo>
                    <a:pt x="103426" y="445604"/>
                  </a:lnTo>
                  <a:lnTo>
                    <a:pt x="106951" y="448058"/>
                  </a:lnTo>
                  <a:lnTo>
                    <a:pt x="110519" y="450451"/>
                  </a:lnTo>
                  <a:lnTo>
                    <a:pt x="114128" y="452780"/>
                  </a:lnTo>
                  <a:lnTo>
                    <a:pt x="117777" y="455046"/>
                  </a:lnTo>
                  <a:lnTo>
                    <a:pt x="121465" y="457248"/>
                  </a:lnTo>
                  <a:lnTo>
                    <a:pt x="125191" y="459385"/>
                  </a:lnTo>
                  <a:lnTo>
                    <a:pt x="128954" y="461456"/>
                  </a:lnTo>
                  <a:lnTo>
                    <a:pt x="132753" y="463461"/>
                  </a:lnTo>
                  <a:lnTo>
                    <a:pt x="136586" y="465399"/>
                  </a:lnTo>
                  <a:lnTo>
                    <a:pt x="140452" y="467270"/>
                  </a:lnTo>
                  <a:lnTo>
                    <a:pt x="144351" y="469073"/>
                  </a:lnTo>
                  <a:lnTo>
                    <a:pt x="148281" y="470808"/>
                  </a:lnTo>
                  <a:lnTo>
                    <a:pt x="152240" y="472473"/>
                  </a:lnTo>
                  <a:lnTo>
                    <a:pt x="156228" y="474069"/>
                  </a:lnTo>
                  <a:lnTo>
                    <a:pt x="160243" y="475595"/>
                  </a:lnTo>
                  <a:lnTo>
                    <a:pt x="164284" y="477050"/>
                  </a:lnTo>
                  <a:lnTo>
                    <a:pt x="168350" y="478435"/>
                  </a:lnTo>
                  <a:lnTo>
                    <a:pt x="172440" y="479748"/>
                  </a:lnTo>
                  <a:lnTo>
                    <a:pt x="176552" y="480989"/>
                  </a:lnTo>
                  <a:lnTo>
                    <a:pt x="180685" y="482158"/>
                  </a:lnTo>
                  <a:lnTo>
                    <a:pt x="184838" y="483255"/>
                  </a:lnTo>
                  <a:lnTo>
                    <a:pt x="189010" y="484278"/>
                  </a:lnTo>
                  <a:lnTo>
                    <a:pt x="193199" y="485229"/>
                  </a:lnTo>
                  <a:lnTo>
                    <a:pt x="197404" y="486106"/>
                  </a:lnTo>
                  <a:lnTo>
                    <a:pt x="201623" y="486909"/>
                  </a:lnTo>
                  <a:lnTo>
                    <a:pt x="205856" y="487639"/>
                  </a:lnTo>
                  <a:lnTo>
                    <a:pt x="210101" y="488294"/>
                  </a:lnTo>
                  <a:lnTo>
                    <a:pt x="214357" y="488875"/>
                  </a:lnTo>
                  <a:lnTo>
                    <a:pt x="218623" y="489381"/>
                  </a:lnTo>
                  <a:lnTo>
                    <a:pt x="222896" y="489813"/>
                  </a:lnTo>
                  <a:lnTo>
                    <a:pt x="227177" y="490169"/>
                  </a:lnTo>
                  <a:lnTo>
                    <a:pt x="231463" y="490451"/>
                  </a:lnTo>
                  <a:lnTo>
                    <a:pt x="235753" y="490658"/>
                  </a:lnTo>
                  <a:lnTo>
                    <a:pt x="240047" y="490789"/>
                  </a:lnTo>
                  <a:lnTo>
                    <a:pt x="244342" y="490846"/>
                  </a:lnTo>
                  <a:lnTo>
                    <a:pt x="248637" y="490827"/>
                  </a:lnTo>
                  <a:lnTo>
                    <a:pt x="252931" y="490733"/>
                  </a:lnTo>
                  <a:lnTo>
                    <a:pt x="257223" y="490564"/>
                  </a:lnTo>
                  <a:lnTo>
                    <a:pt x="261512" y="490320"/>
                  </a:lnTo>
                  <a:lnTo>
                    <a:pt x="265795" y="490000"/>
                  </a:lnTo>
                  <a:lnTo>
                    <a:pt x="270072" y="489606"/>
                  </a:lnTo>
                  <a:lnTo>
                    <a:pt x="274342" y="489137"/>
                  </a:lnTo>
                  <a:lnTo>
                    <a:pt x="278603" y="488594"/>
                  </a:lnTo>
                  <a:lnTo>
                    <a:pt x="282854" y="487976"/>
                  </a:lnTo>
                  <a:lnTo>
                    <a:pt x="287093" y="487283"/>
                  </a:lnTo>
                  <a:lnTo>
                    <a:pt x="291319" y="486517"/>
                  </a:lnTo>
                  <a:lnTo>
                    <a:pt x="295532" y="485677"/>
                  </a:lnTo>
                  <a:lnTo>
                    <a:pt x="299729" y="484763"/>
                  </a:lnTo>
                  <a:lnTo>
                    <a:pt x="303909" y="483776"/>
                  </a:lnTo>
                  <a:lnTo>
                    <a:pt x="308071" y="482715"/>
                  </a:lnTo>
                  <a:lnTo>
                    <a:pt x="312215" y="481582"/>
                  </a:lnTo>
                  <a:lnTo>
                    <a:pt x="316338" y="480377"/>
                  </a:lnTo>
                  <a:lnTo>
                    <a:pt x="320439" y="479100"/>
                  </a:lnTo>
                  <a:lnTo>
                    <a:pt x="324517" y="477751"/>
                  </a:lnTo>
                  <a:lnTo>
                    <a:pt x="328571" y="476331"/>
                  </a:lnTo>
                  <a:lnTo>
                    <a:pt x="332599" y="474841"/>
                  </a:lnTo>
                  <a:lnTo>
                    <a:pt x="336601" y="473280"/>
                  </a:lnTo>
                  <a:lnTo>
                    <a:pt x="340574" y="471649"/>
                  </a:lnTo>
                  <a:lnTo>
                    <a:pt x="344519" y="469949"/>
                  </a:lnTo>
                  <a:lnTo>
                    <a:pt x="348433" y="468180"/>
                  </a:lnTo>
                  <a:lnTo>
                    <a:pt x="352316" y="466343"/>
                  </a:lnTo>
                  <a:lnTo>
                    <a:pt x="356166" y="464438"/>
                  </a:lnTo>
                  <a:lnTo>
                    <a:pt x="359982" y="462467"/>
                  </a:lnTo>
                  <a:lnTo>
                    <a:pt x="363763" y="460428"/>
                  </a:lnTo>
                  <a:lnTo>
                    <a:pt x="367508" y="458324"/>
                  </a:lnTo>
                  <a:lnTo>
                    <a:pt x="371215" y="456155"/>
                  </a:lnTo>
                  <a:lnTo>
                    <a:pt x="374884" y="453921"/>
                  </a:lnTo>
                  <a:lnTo>
                    <a:pt x="378513" y="451623"/>
                  </a:lnTo>
                  <a:lnTo>
                    <a:pt x="382101" y="449262"/>
                  </a:lnTo>
                  <a:lnTo>
                    <a:pt x="385648" y="446839"/>
                  </a:lnTo>
                  <a:lnTo>
                    <a:pt x="389151" y="444354"/>
                  </a:lnTo>
                  <a:lnTo>
                    <a:pt x="392611" y="441808"/>
                  </a:lnTo>
                  <a:lnTo>
                    <a:pt x="396025" y="439202"/>
                  </a:lnTo>
                  <a:lnTo>
                    <a:pt x="399393" y="436536"/>
                  </a:lnTo>
                  <a:lnTo>
                    <a:pt x="402714" y="433812"/>
                  </a:lnTo>
                  <a:lnTo>
                    <a:pt x="405987" y="431031"/>
                  </a:lnTo>
                  <a:lnTo>
                    <a:pt x="409211" y="428192"/>
                  </a:lnTo>
                  <a:lnTo>
                    <a:pt x="412385" y="425297"/>
                  </a:lnTo>
                  <a:lnTo>
                    <a:pt x="415507" y="422348"/>
                  </a:lnTo>
                  <a:lnTo>
                    <a:pt x="418577" y="419344"/>
                  </a:lnTo>
                  <a:lnTo>
                    <a:pt x="421595" y="416287"/>
                  </a:lnTo>
                  <a:lnTo>
                    <a:pt x="424558" y="413177"/>
                  </a:lnTo>
                  <a:lnTo>
                    <a:pt x="427466" y="410016"/>
                  </a:lnTo>
                  <a:lnTo>
                    <a:pt x="430319" y="406805"/>
                  </a:lnTo>
                  <a:lnTo>
                    <a:pt x="433115" y="403544"/>
                  </a:lnTo>
                  <a:lnTo>
                    <a:pt x="435854" y="400235"/>
                  </a:lnTo>
                  <a:lnTo>
                    <a:pt x="438534" y="396879"/>
                  </a:lnTo>
                  <a:lnTo>
                    <a:pt x="441155" y="393476"/>
                  </a:lnTo>
                  <a:lnTo>
                    <a:pt x="443716" y="390027"/>
                  </a:lnTo>
                  <a:lnTo>
                    <a:pt x="446216" y="386535"/>
                  </a:lnTo>
                  <a:lnTo>
                    <a:pt x="448655" y="382999"/>
                  </a:lnTo>
                  <a:lnTo>
                    <a:pt x="451032" y="379421"/>
                  </a:lnTo>
                  <a:lnTo>
                    <a:pt x="453345" y="375802"/>
                  </a:lnTo>
                  <a:lnTo>
                    <a:pt x="455595" y="372143"/>
                  </a:lnTo>
                  <a:lnTo>
                    <a:pt x="457781" y="368445"/>
                  </a:lnTo>
                  <a:lnTo>
                    <a:pt x="459901" y="364710"/>
                  </a:lnTo>
                  <a:lnTo>
                    <a:pt x="461956" y="360938"/>
                  </a:lnTo>
                  <a:lnTo>
                    <a:pt x="463945" y="357130"/>
                  </a:lnTo>
                  <a:lnTo>
                    <a:pt x="465866" y="353289"/>
                  </a:lnTo>
                  <a:lnTo>
                    <a:pt x="467720" y="349414"/>
                  </a:lnTo>
                  <a:lnTo>
                    <a:pt x="469506" y="345508"/>
                  </a:lnTo>
                  <a:lnTo>
                    <a:pt x="471223" y="341570"/>
                  </a:lnTo>
                  <a:lnTo>
                    <a:pt x="472872" y="337604"/>
                  </a:lnTo>
                  <a:lnTo>
                    <a:pt x="474450" y="333609"/>
                  </a:lnTo>
                  <a:lnTo>
                    <a:pt x="475958" y="329587"/>
                  </a:lnTo>
                  <a:lnTo>
                    <a:pt x="477396" y="325540"/>
                  </a:lnTo>
                  <a:lnTo>
                    <a:pt x="478762" y="321467"/>
                  </a:lnTo>
                  <a:lnTo>
                    <a:pt x="480058" y="317372"/>
                  </a:lnTo>
                  <a:lnTo>
                    <a:pt x="481281" y="313254"/>
                  </a:lnTo>
                  <a:lnTo>
                    <a:pt x="482432" y="309116"/>
                  </a:lnTo>
                  <a:lnTo>
                    <a:pt x="483510" y="304958"/>
                  </a:lnTo>
                  <a:lnTo>
                    <a:pt x="484516" y="300782"/>
                  </a:lnTo>
                  <a:lnTo>
                    <a:pt x="485448" y="296589"/>
                  </a:lnTo>
                  <a:lnTo>
                    <a:pt x="486307" y="292381"/>
                  </a:lnTo>
                  <a:lnTo>
                    <a:pt x="487092" y="288158"/>
                  </a:lnTo>
                  <a:lnTo>
                    <a:pt x="487803" y="283922"/>
                  </a:lnTo>
                  <a:lnTo>
                    <a:pt x="488439" y="279674"/>
                  </a:lnTo>
                  <a:lnTo>
                    <a:pt x="489001" y="275415"/>
                  </a:lnTo>
                  <a:lnTo>
                    <a:pt x="489489" y="271148"/>
                  </a:lnTo>
                  <a:lnTo>
                    <a:pt x="489902" y="266872"/>
                  </a:lnTo>
                  <a:lnTo>
                    <a:pt x="490240" y="262590"/>
                  </a:lnTo>
                  <a:lnTo>
                    <a:pt x="490503" y="258303"/>
                  </a:lnTo>
                  <a:lnTo>
                    <a:pt x="490691" y="254012"/>
                  </a:lnTo>
                  <a:lnTo>
                    <a:pt x="490803" y="249718"/>
                  </a:lnTo>
                  <a:close/>
                </a:path>
              </a:pathLst>
            </a:custGeom>
            <a:solidFill>
              <a:srgbClr val="F5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2" name="pl212"/>
            <p:cNvSpPr/>
            <p:nvPr/>
          </p:nvSpPr>
          <p:spPr>
            <a:xfrm>
              <a:off x="7573607" y="1129297"/>
              <a:ext cx="0" cy="220882"/>
            </a:xfrm>
            <a:custGeom>
              <a:avLst/>
              <a:pathLst>
                <a:path w="0" h="220882">
                  <a:moveTo>
                    <a:pt x="0" y="220882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l213"/>
            <p:cNvSpPr/>
            <p:nvPr/>
          </p:nvSpPr>
          <p:spPr>
            <a:xfrm>
              <a:off x="7590961" y="1201180"/>
              <a:ext cx="156187" cy="156187"/>
            </a:xfrm>
            <a:custGeom>
              <a:avLst/>
              <a:pathLst>
                <a:path w="156187" h="156187">
                  <a:moveTo>
                    <a:pt x="0" y="156187"/>
                  </a:moveTo>
                  <a:lnTo>
                    <a:pt x="156187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l214"/>
            <p:cNvSpPr/>
            <p:nvPr/>
          </p:nvSpPr>
          <p:spPr>
            <a:xfrm>
              <a:off x="7598149" y="1374722"/>
              <a:ext cx="220882" cy="0"/>
            </a:xfrm>
            <a:custGeom>
              <a:avLst/>
              <a:pathLst>
                <a:path w="220882" h="0">
                  <a:moveTo>
                    <a:pt x="0" y="0"/>
                  </a:moveTo>
                  <a:lnTo>
                    <a:pt x="220882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l215"/>
            <p:cNvSpPr/>
            <p:nvPr/>
          </p:nvSpPr>
          <p:spPr>
            <a:xfrm>
              <a:off x="7590961" y="1392076"/>
              <a:ext cx="156187" cy="156187"/>
            </a:xfrm>
            <a:custGeom>
              <a:avLst/>
              <a:pathLst>
                <a:path w="156187" h="156187">
                  <a:moveTo>
                    <a:pt x="0" y="0"/>
                  </a:moveTo>
                  <a:lnTo>
                    <a:pt x="156187" y="156187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l216"/>
            <p:cNvSpPr/>
            <p:nvPr/>
          </p:nvSpPr>
          <p:spPr>
            <a:xfrm>
              <a:off x="7573607" y="1399265"/>
              <a:ext cx="0" cy="220882"/>
            </a:xfrm>
            <a:custGeom>
              <a:avLst/>
              <a:pathLst>
                <a:path w="0" h="220882">
                  <a:moveTo>
                    <a:pt x="0" y="0"/>
                  </a:moveTo>
                  <a:lnTo>
                    <a:pt x="0" y="220882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l217"/>
            <p:cNvSpPr/>
            <p:nvPr/>
          </p:nvSpPr>
          <p:spPr>
            <a:xfrm>
              <a:off x="7400065" y="1392076"/>
              <a:ext cx="156187" cy="156187"/>
            </a:xfrm>
            <a:custGeom>
              <a:avLst/>
              <a:pathLst>
                <a:path w="156187" h="156187">
                  <a:moveTo>
                    <a:pt x="156187" y="0"/>
                  </a:moveTo>
                  <a:lnTo>
                    <a:pt x="0" y="156187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l218"/>
            <p:cNvSpPr/>
            <p:nvPr/>
          </p:nvSpPr>
          <p:spPr>
            <a:xfrm>
              <a:off x="7328181" y="1374722"/>
              <a:ext cx="220882" cy="0"/>
            </a:xfrm>
            <a:custGeom>
              <a:avLst/>
              <a:pathLst>
                <a:path w="220882" h="0">
                  <a:moveTo>
                    <a:pt x="220882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l219"/>
            <p:cNvSpPr/>
            <p:nvPr/>
          </p:nvSpPr>
          <p:spPr>
            <a:xfrm>
              <a:off x="7400065" y="1201180"/>
              <a:ext cx="156187" cy="156187"/>
            </a:xfrm>
            <a:custGeom>
              <a:avLst/>
              <a:pathLst>
                <a:path w="156187" h="156187">
                  <a:moveTo>
                    <a:pt x="156187" y="156187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l220"/>
            <p:cNvSpPr/>
            <p:nvPr/>
          </p:nvSpPr>
          <p:spPr>
            <a:xfrm>
              <a:off x="7526967" y="1308559"/>
              <a:ext cx="140207" cy="93278"/>
            </a:xfrm>
            <a:custGeom>
              <a:avLst/>
              <a:pathLst>
                <a:path w="140207" h="93278">
                  <a:moveTo>
                    <a:pt x="46639" y="14009"/>
                  </a:moveTo>
                  <a:lnTo>
                    <a:pt x="112802" y="0"/>
                  </a:lnTo>
                  <a:lnTo>
                    <a:pt x="140207" y="66162"/>
                  </a:lnTo>
                  <a:lnTo>
                    <a:pt x="63993" y="83517"/>
                  </a:lnTo>
                  <a:lnTo>
                    <a:pt x="46639" y="90705"/>
                  </a:lnTo>
                  <a:lnTo>
                    <a:pt x="19523" y="93278"/>
                  </a:lnTo>
                  <a:lnTo>
                    <a:pt x="22096" y="66162"/>
                  </a:lnTo>
                  <a:lnTo>
                    <a:pt x="0" y="19523"/>
                  </a:lnTo>
                  <a:lnTo>
                    <a:pt x="46639" y="14009"/>
                  </a:lnTo>
                </a:path>
              </a:pathLst>
            </a:custGeom>
            <a:ln w="31166" cap="flat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t221"/>
            <p:cNvSpPr/>
            <p:nvPr/>
          </p:nvSpPr>
          <p:spPr>
            <a:xfrm>
              <a:off x="7537659" y="1286622"/>
              <a:ext cx="71895" cy="71895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t222"/>
            <p:cNvSpPr/>
            <p:nvPr/>
          </p:nvSpPr>
          <p:spPr>
            <a:xfrm>
              <a:off x="7603822" y="1272612"/>
              <a:ext cx="71895" cy="71895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t223"/>
            <p:cNvSpPr/>
            <p:nvPr/>
          </p:nvSpPr>
          <p:spPr>
            <a:xfrm>
              <a:off x="7631228" y="1338775"/>
              <a:ext cx="71895" cy="71895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t224"/>
            <p:cNvSpPr/>
            <p:nvPr/>
          </p:nvSpPr>
          <p:spPr>
            <a:xfrm>
              <a:off x="7555013" y="1356129"/>
              <a:ext cx="71895" cy="71895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t225"/>
            <p:cNvSpPr/>
            <p:nvPr/>
          </p:nvSpPr>
          <p:spPr>
            <a:xfrm>
              <a:off x="7537659" y="1363317"/>
              <a:ext cx="71895" cy="71895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t226"/>
            <p:cNvSpPr/>
            <p:nvPr/>
          </p:nvSpPr>
          <p:spPr>
            <a:xfrm>
              <a:off x="7510543" y="1365890"/>
              <a:ext cx="71895" cy="71895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t227"/>
            <p:cNvSpPr/>
            <p:nvPr/>
          </p:nvSpPr>
          <p:spPr>
            <a:xfrm>
              <a:off x="7513117" y="1338775"/>
              <a:ext cx="71895" cy="71895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t228"/>
            <p:cNvSpPr/>
            <p:nvPr/>
          </p:nvSpPr>
          <p:spPr>
            <a:xfrm>
              <a:off x="7491020" y="1292135"/>
              <a:ext cx="71895" cy="71895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t229"/>
            <p:cNvSpPr/>
            <p:nvPr/>
          </p:nvSpPr>
          <p:spPr>
            <a:xfrm>
              <a:off x="7537659" y="1286622"/>
              <a:ext cx="71895" cy="71895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tx230"/>
            <p:cNvSpPr/>
            <p:nvPr/>
          </p:nvSpPr>
          <p:spPr>
            <a:xfrm>
              <a:off x="7452968" y="1326269"/>
              <a:ext cx="96096" cy="477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2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2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231" name="tx231"/>
            <p:cNvSpPr/>
            <p:nvPr/>
          </p:nvSpPr>
          <p:spPr>
            <a:xfrm>
              <a:off x="7415990" y="1215828"/>
              <a:ext cx="133074" cy="477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2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2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232" name="tx232"/>
            <p:cNvSpPr/>
            <p:nvPr/>
          </p:nvSpPr>
          <p:spPr>
            <a:xfrm>
              <a:off x="7379012" y="1105386"/>
              <a:ext cx="170051" cy="477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2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2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  <p:sp>
          <p:nvSpPr>
            <p:cNvPr id="233" name="rc233"/>
            <p:cNvSpPr/>
            <p:nvPr/>
          </p:nvSpPr>
          <p:spPr>
            <a:xfrm>
              <a:off x="69589" y="1749294"/>
              <a:ext cx="3001607" cy="90709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234" name="rc234"/>
            <p:cNvSpPr/>
            <p:nvPr/>
          </p:nvSpPr>
          <p:spPr>
            <a:xfrm>
              <a:off x="69589" y="1840003"/>
              <a:ext cx="3001607" cy="74914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5" name="rc235"/>
            <p:cNvSpPr/>
            <p:nvPr/>
          </p:nvSpPr>
          <p:spPr>
            <a:xfrm>
              <a:off x="120199" y="1749294"/>
              <a:ext cx="2900386" cy="90709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6" name="tx236"/>
            <p:cNvSpPr/>
            <p:nvPr/>
          </p:nvSpPr>
          <p:spPr>
            <a:xfrm>
              <a:off x="1180847" y="1737200"/>
              <a:ext cx="779090" cy="1094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Gruiformes</a:t>
              </a:r>
            </a:p>
          </p:txBody>
        </p:sp>
        <p:sp>
          <p:nvSpPr>
            <p:cNvPr id="237" name="rc237"/>
            <p:cNvSpPr/>
            <p:nvPr/>
          </p:nvSpPr>
          <p:spPr>
            <a:xfrm>
              <a:off x="1165440" y="1890613"/>
              <a:ext cx="809903" cy="64792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8" name="tx238"/>
            <p:cNvSpPr/>
            <p:nvPr/>
          </p:nvSpPr>
          <p:spPr>
            <a:xfrm>
              <a:off x="864629" y="2370876"/>
              <a:ext cx="506189" cy="82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239" name="tx239"/>
            <p:cNvSpPr/>
            <p:nvPr/>
          </p:nvSpPr>
          <p:spPr>
            <a:xfrm>
              <a:off x="1041225" y="2173526"/>
              <a:ext cx="246928" cy="79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240" name="tx240"/>
            <p:cNvSpPr/>
            <p:nvPr/>
          </p:nvSpPr>
          <p:spPr>
            <a:xfrm>
              <a:off x="882838" y="1973688"/>
              <a:ext cx="487981" cy="801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241" name="pl241"/>
            <p:cNvSpPr/>
            <p:nvPr/>
          </p:nvSpPr>
          <p:spPr>
            <a:xfrm>
              <a:off x="1545851" y="2190033"/>
              <a:ext cx="49084" cy="49084"/>
            </a:xfrm>
            <a:custGeom>
              <a:avLst/>
              <a:pathLst>
                <a:path w="49084" h="49084">
                  <a:moveTo>
                    <a:pt x="49084" y="24542"/>
                  </a:moveTo>
                  <a:lnTo>
                    <a:pt x="49080" y="24112"/>
                  </a:lnTo>
                  <a:lnTo>
                    <a:pt x="49069" y="23683"/>
                  </a:lnTo>
                  <a:lnTo>
                    <a:pt x="49050" y="23254"/>
                  </a:lnTo>
                  <a:lnTo>
                    <a:pt x="49024" y="22825"/>
                  </a:lnTo>
                  <a:lnTo>
                    <a:pt x="48990" y="22397"/>
                  </a:lnTo>
                  <a:lnTo>
                    <a:pt x="48948" y="21969"/>
                  </a:lnTo>
                  <a:lnTo>
                    <a:pt x="48900" y="21543"/>
                  </a:lnTo>
                  <a:lnTo>
                    <a:pt x="48843" y="21117"/>
                  </a:lnTo>
                  <a:lnTo>
                    <a:pt x="48780" y="20692"/>
                  </a:lnTo>
                  <a:lnTo>
                    <a:pt x="48709" y="20268"/>
                  </a:lnTo>
                  <a:lnTo>
                    <a:pt x="48630" y="19846"/>
                  </a:lnTo>
                  <a:lnTo>
                    <a:pt x="48544" y="19425"/>
                  </a:lnTo>
                  <a:lnTo>
                    <a:pt x="48451" y="19006"/>
                  </a:lnTo>
                  <a:lnTo>
                    <a:pt x="48351" y="18588"/>
                  </a:lnTo>
                  <a:lnTo>
                    <a:pt x="48243" y="18172"/>
                  </a:lnTo>
                  <a:lnTo>
                    <a:pt x="48128" y="17759"/>
                  </a:lnTo>
                  <a:lnTo>
                    <a:pt x="48005" y="17347"/>
                  </a:lnTo>
                  <a:lnTo>
                    <a:pt x="47876" y="16937"/>
                  </a:lnTo>
                  <a:lnTo>
                    <a:pt x="47739" y="16530"/>
                  </a:lnTo>
                  <a:lnTo>
                    <a:pt x="47595" y="16125"/>
                  </a:lnTo>
                  <a:lnTo>
                    <a:pt x="47445" y="15723"/>
                  </a:lnTo>
                  <a:lnTo>
                    <a:pt x="47287" y="15324"/>
                  </a:lnTo>
                  <a:lnTo>
                    <a:pt x="47122" y="14927"/>
                  </a:lnTo>
                  <a:lnTo>
                    <a:pt x="46950" y="14533"/>
                  </a:lnTo>
                  <a:lnTo>
                    <a:pt x="46772" y="14143"/>
                  </a:lnTo>
                  <a:lnTo>
                    <a:pt x="46586" y="13755"/>
                  </a:lnTo>
                  <a:lnTo>
                    <a:pt x="46394" y="13371"/>
                  </a:lnTo>
                  <a:lnTo>
                    <a:pt x="46195" y="12990"/>
                  </a:lnTo>
                  <a:lnTo>
                    <a:pt x="45990" y="12613"/>
                  </a:lnTo>
                  <a:lnTo>
                    <a:pt x="45778" y="12240"/>
                  </a:lnTo>
                  <a:lnTo>
                    <a:pt x="45559" y="11870"/>
                  </a:lnTo>
                  <a:lnTo>
                    <a:pt x="45334" y="11504"/>
                  </a:lnTo>
                  <a:lnTo>
                    <a:pt x="45103" y="11142"/>
                  </a:lnTo>
                  <a:lnTo>
                    <a:pt x="44865" y="10784"/>
                  </a:lnTo>
                  <a:lnTo>
                    <a:pt x="44621" y="10431"/>
                  </a:lnTo>
                  <a:lnTo>
                    <a:pt x="44371" y="10081"/>
                  </a:lnTo>
                  <a:lnTo>
                    <a:pt x="44115" y="9737"/>
                  </a:lnTo>
                  <a:lnTo>
                    <a:pt x="43853" y="9396"/>
                  </a:lnTo>
                  <a:lnTo>
                    <a:pt x="43585" y="9061"/>
                  </a:lnTo>
                  <a:lnTo>
                    <a:pt x="43311" y="8730"/>
                  </a:lnTo>
                  <a:lnTo>
                    <a:pt x="43031" y="8404"/>
                  </a:lnTo>
                  <a:lnTo>
                    <a:pt x="42746" y="8082"/>
                  </a:lnTo>
                  <a:lnTo>
                    <a:pt x="42455" y="7766"/>
                  </a:lnTo>
                  <a:lnTo>
                    <a:pt x="42159" y="7455"/>
                  </a:lnTo>
                  <a:lnTo>
                    <a:pt x="41857" y="7150"/>
                  </a:lnTo>
                  <a:lnTo>
                    <a:pt x="41550" y="6849"/>
                  </a:lnTo>
                  <a:lnTo>
                    <a:pt x="41238" y="6554"/>
                  </a:lnTo>
                  <a:lnTo>
                    <a:pt x="40921" y="6265"/>
                  </a:lnTo>
                  <a:lnTo>
                    <a:pt x="40598" y="5981"/>
                  </a:lnTo>
                  <a:lnTo>
                    <a:pt x="40271" y="5703"/>
                  </a:lnTo>
                  <a:lnTo>
                    <a:pt x="39939" y="5430"/>
                  </a:lnTo>
                  <a:lnTo>
                    <a:pt x="39602" y="5164"/>
                  </a:lnTo>
                  <a:lnTo>
                    <a:pt x="39261" y="4903"/>
                  </a:lnTo>
                  <a:lnTo>
                    <a:pt x="38915" y="4649"/>
                  </a:lnTo>
                  <a:lnTo>
                    <a:pt x="38564" y="4400"/>
                  </a:lnTo>
                  <a:lnTo>
                    <a:pt x="38210" y="4158"/>
                  </a:lnTo>
                  <a:lnTo>
                    <a:pt x="37851" y="3922"/>
                  </a:lnTo>
                  <a:lnTo>
                    <a:pt x="37488" y="3692"/>
                  </a:lnTo>
                  <a:lnTo>
                    <a:pt x="37121" y="3469"/>
                  </a:lnTo>
                  <a:lnTo>
                    <a:pt x="36750" y="3252"/>
                  </a:lnTo>
                  <a:lnTo>
                    <a:pt x="36376" y="3041"/>
                  </a:lnTo>
                  <a:lnTo>
                    <a:pt x="35998" y="2837"/>
                  </a:lnTo>
                  <a:lnTo>
                    <a:pt x="35616" y="2640"/>
                  </a:lnTo>
                  <a:lnTo>
                    <a:pt x="35231" y="2450"/>
                  </a:lnTo>
                  <a:lnTo>
                    <a:pt x="34843" y="2266"/>
                  </a:lnTo>
                  <a:lnTo>
                    <a:pt x="34451" y="2089"/>
                  </a:lnTo>
                  <a:lnTo>
                    <a:pt x="34057" y="1919"/>
                  </a:lnTo>
                  <a:lnTo>
                    <a:pt x="33660" y="1756"/>
                  </a:lnTo>
                  <a:lnTo>
                    <a:pt x="33259" y="1600"/>
                  </a:lnTo>
                  <a:lnTo>
                    <a:pt x="32857" y="1451"/>
                  </a:lnTo>
                  <a:lnTo>
                    <a:pt x="32451" y="1309"/>
                  </a:lnTo>
                  <a:lnTo>
                    <a:pt x="32043" y="1174"/>
                  </a:lnTo>
                  <a:lnTo>
                    <a:pt x="31633" y="1046"/>
                  </a:lnTo>
                  <a:lnTo>
                    <a:pt x="31221" y="926"/>
                  </a:lnTo>
                  <a:lnTo>
                    <a:pt x="30807" y="813"/>
                  </a:lnTo>
                  <a:lnTo>
                    <a:pt x="30390" y="707"/>
                  </a:lnTo>
                  <a:lnTo>
                    <a:pt x="29972" y="608"/>
                  </a:lnTo>
                  <a:lnTo>
                    <a:pt x="29553" y="516"/>
                  </a:lnTo>
                  <a:lnTo>
                    <a:pt x="29131" y="432"/>
                  </a:lnTo>
                  <a:lnTo>
                    <a:pt x="28709" y="356"/>
                  </a:lnTo>
                  <a:lnTo>
                    <a:pt x="28285" y="286"/>
                  </a:lnTo>
                  <a:lnTo>
                    <a:pt x="27860" y="225"/>
                  </a:lnTo>
                  <a:lnTo>
                    <a:pt x="27434" y="170"/>
                  </a:lnTo>
                  <a:lnTo>
                    <a:pt x="27007" y="123"/>
                  </a:lnTo>
                  <a:lnTo>
                    <a:pt x="26579" y="84"/>
                  </a:lnTo>
                  <a:lnTo>
                    <a:pt x="26151" y="52"/>
                  </a:lnTo>
                  <a:lnTo>
                    <a:pt x="25722" y="28"/>
                  </a:lnTo>
                  <a:lnTo>
                    <a:pt x="25293" y="11"/>
                  </a:lnTo>
                  <a:lnTo>
                    <a:pt x="24863" y="1"/>
                  </a:lnTo>
                  <a:lnTo>
                    <a:pt x="24434" y="0"/>
                  </a:lnTo>
                  <a:lnTo>
                    <a:pt x="24004" y="5"/>
                  </a:lnTo>
                  <a:lnTo>
                    <a:pt x="23575" y="18"/>
                  </a:lnTo>
                  <a:lnTo>
                    <a:pt x="23146" y="39"/>
                  </a:lnTo>
                  <a:lnTo>
                    <a:pt x="22717" y="67"/>
                  </a:lnTo>
                  <a:lnTo>
                    <a:pt x="22289" y="103"/>
                  </a:lnTo>
                  <a:lnTo>
                    <a:pt x="21862" y="146"/>
                  </a:lnTo>
                  <a:lnTo>
                    <a:pt x="21435" y="197"/>
                  </a:lnTo>
                  <a:lnTo>
                    <a:pt x="21010" y="255"/>
                  </a:lnTo>
                  <a:lnTo>
                    <a:pt x="20585" y="320"/>
                  </a:lnTo>
                  <a:lnTo>
                    <a:pt x="20162" y="393"/>
                  </a:lnTo>
                  <a:lnTo>
                    <a:pt x="19740" y="473"/>
                  </a:lnTo>
                  <a:lnTo>
                    <a:pt x="19319" y="561"/>
                  </a:lnTo>
                  <a:lnTo>
                    <a:pt x="18901" y="656"/>
                  </a:lnTo>
                  <a:lnTo>
                    <a:pt x="18483" y="759"/>
                  </a:lnTo>
                  <a:lnTo>
                    <a:pt x="18068" y="868"/>
                  </a:lnTo>
                  <a:lnTo>
                    <a:pt x="17655" y="985"/>
                  </a:lnTo>
                  <a:lnTo>
                    <a:pt x="17244" y="1109"/>
                  </a:lnTo>
                  <a:lnTo>
                    <a:pt x="16835" y="1241"/>
                  </a:lnTo>
                  <a:lnTo>
                    <a:pt x="16428" y="1379"/>
                  </a:lnTo>
                  <a:lnTo>
                    <a:pt x="16024" y="1525"/>
                  </a:lnTo>
                  <a:lnTo>
                    <a:pt x="15622" y="1677"/>
                  </a:lnTo>
                  <a:lnTo>
                    <a:pt x="15224" y="1837"/>
                  </a:lnTo>
                  <a:lnTo>
                    <a:pt x="14828" y="2003"/>
                  </a:lnTo>
                  <a:lnTo>
                    <a:pt x="14435" y="2177"/>
                  </a:lnTo>
                  <a:lnTo>
                    <a:pt x="14045" y="2357"/>
                  </a:lnTo>
                  <a:lnTo>
                    <a:pt x="13658" y="2544"/>
                  </a:lnTo>
                  <a:lnTo>
                    <a:pt x="13275" y="2738"/>
                  </a:lnTo>
                  <a:lnTo>
                    <a:pt x="12895" y="2938"/>
                  </a:lnTo>
                  <a:lnTo>
                    <a:pt x="12519" y="3146"/>
                  </a:lnTo>
                  <a:lnTo>
                    <a:pt x="12146" y="3359"/>
                  </a:lnTo>
                  <a:lnTo>
                    <a:pt x="11777" y="3579"/>
                  </a:lnTo>
                  <a:lnTo>
                    <a:pt x="11412" y="3806"/>
                  </a:lnTo>
                  <a:lnTo>
                    <a:pt x="11051" y="4039"/>
                  </a:lnTo>
                  <a:lnTo>
                    <a:pt x="10695" y="4278"/>
                  </a:lnTo>
                  <a:lnTo>
                    <a:pt x="10342" y="4524"/>
                  </a:lnTo>
                  <a:lnTo>
                    <a:pt x="9994" y="4775"/>
                  </a:lnTo>
                  <a:lnTo>
                    <a:pt x="9650" y="5033"/>
                  </a:lnTo>
                  <a:lnTo>
                    <a:pt x="9311" y="5296"/>
                  </a:lnTo>
                  <a:lnTo>
                    <a:pt x="8977" y="5566"/>
                  </a:lnTo>
                  <a:lnTo>
                    <a:pt x="8647" y="5841"/>
                  </a:lnTo>
                  <a:lnTo>
                    <a:pt x="8322" y="6122"/>
                  </a:lnTo>
                  <a:lnTo>
                    <a:pt x="8002" y="6409"/>
                  </a:lnTo>
                  <a:lnTo>
                    <a:pt x="7687" y="6701"/>
                  </a:lnTo>
                  <a:lnTo>
                    <a:pt x="7378" y="6999"/>
                  </a:lnTo>
                  <a:lnTo>
                    <a:pt x="7073" y="7302"/>
                  </a:lnTo>
                  <a:lnTo>
                    <a:pt x="6774" y="7610"/>
                  </a:lnTo>
                  <a:lnTo>
                    <a:pt x="6481" y="7924"/>
                  </a:lnTo>
                  <a:lnTo>
                    <a:pt x="6193" y="8242"/>
                  </a:lnTo>
                  <a:lnTo>
                    <a:pt x="5910" y="8566"/>
                  </a:lnTo>
                  <a:lnTo>
                    <a:pt x="5633" y="8894"/>
                  </a:lnTo>
                  <a:lnTo>
                    <a:pt x="5363" y="9228"/>
                  </a:lnTo>
                  <a:lnTo>
                    <a:pt x="5097" y="9566"/>
                  </a:lnTo>
                  <a:lnTo>
                    <a:pt x="4838" y="9908"/>
                  </a:lnTo>
                  <a:lnTo>
                    <a:pt x="4585" y="10255"/>
                  </a:lnTo>
                  <a:lnTo>
                    <a:pt x="4338" y="10607"/>
                  </a:lnTo>
                  <a:lnTo>
                    <a:pt x="4098" y="10963"/>
                  </a:lnTo>
                  <a:lnTo>
                    <a:pt x="3863" y="11322"/>
                  </a:lnTo>
                  <a:lnTo>
                    <a:pt x="3635" y="11686"/>
                  </a:lnTo>
                  <a:lnTo>
                    <a:pt x="3413" y="12054"/>
                  </a:lnTo>
                  <a:lnTo>
                    <a:pt x="3198" y="12426"/>
                  </a:lnTo>
                  <a:lnTo>
                    <a:pt x="2989" y="12801"/>
                  </a:lnTo>
                  <a:lnTo>
                    <a:pt x="2787" y="13180"/>
                  </a:lnTo>
                  <a:lnTo>
                    <a:pt x="2591" y="13563"/>
                  </a:lnTo>
                  <a:lnTo>
                    <a:pt x="2402" y="13949"/>
                  </a:lnTo>
                  <a:lnTo>
                    <a:pt x="2220" y="14338"/>
                  </a:lnTo>
                  <a:lnTo>
                    <a:pt x="2045" y="14730"/>
                  </a:lnTo>
                  <a:lnTo>
                    <a:pt x="1877" y="15125"/>
                  </a:lnTo>
                  <a:lnTo>
                    <a:pt x="1716" y="15523"/>
                  </a:lnTo>
                  <a:lnTo>
                    <a:pt x="1561" y="15924"/>
                  </a:lnTo>
                  <a:lnTo>
                    <a:pt x="1414" y="16327"/>
                  </a:lnTo>
                  <a:lnTo>
                    <a:pt x="1274" y="16733"/>
                  </a:lnTo>
                  <a:lnTo>
                    <a:pt x="1141" y="17142"/>
                  </a:lnTo>
                  <a:lnTo>
                    <a:pt x="1015" y="17552"/>
                  </a:lnTo>
                  <a:lnTo>
                    <a:pt x="896" y="17965"/>
                  </a:lnTo>
                  <a:lnTo>
                    <a:pt x="785" y="18380"/>
                  </a:lnTo>
                  <a:lnTo>
                    <a:pt x="680" y="18797"/>
                  </a:lnTo>
                  <a:lnTo>
                    <a:pt x="584" y="19215"/>
                  </a:lnTo>
                  <a:lnTo>
                    <a:pt x="494" y="19635"/>
                  </a:lnTo>
                  <a:lnTo>
                    <a:pt x="412" y="20057"/>
                  </a:lnTo>
                  <a:lnTo>
                    <a:pt x="337" y="20480"/>
                  </a:lnTo>
                  <a:lnTo>
                    <a:pt x="270" y="20904"/>
                  </a:lnTo>
                  <a:lnTo>
                    <a:pt x="210" y="21329"/>
                  </a:lnTo>
                  <a:lnTo>
                    <a:pt x="157" y="21756"/>
                  </a:lnTo>
                  <a:lnTo>
                    <a:pt x="112" y="22183"/>
                  </a:lnTo>
                  <a:lnTo>
                    <a:pt x="75" y="22611"/>
                  </a:lnTo>
                  <a:lnTo>
                    <a:pt x="45" y="23039"/>
                  </a:lnTo>
                  <a:lnTo>
                    <a:pt x="22" y="23468"/>
                  </a:lnTo>
                  <a:lnTo>
                    <a:pt x="7" y="23898"/>
                  </a:lnTo>
                  <a:lnTo>
                    <a:pt x="0" y="24327"/>
                  </a:lnTo>
                  <a:lnTo>
                    <a:pt x="0" y="24757"/>
                  </a:lnTo>
                  <a:lnTo>
                    <a:pt x="7" y="25186"/>
                  </a:lnTo>
                  <a:lnTo>
                    <a:pt x="22" y="25615"/>
                  </a:lnTo>
                  <a:lnTo>
                    <a:pt x="45" y="26044"/>
                  </a:lnTo>
                  <a:lnTo>
                    <a:pt x="75" y="26473"/>
                  </a:lnTo>
                  <a:lnTo>
                    <a:pt x="112" y="26901"/>
                  </a:lnTo>
                  <a:lnTo>
                    <a:pt x="157" y="27328"/>
                  </a:lnTo>
                  <a:lnTo>
                    <a:pt x="210" y="27754"/>
                  </a:lnTo>
                  <a:lnTo>
                    <a:pt x="270" y="28179"/>
                  </a:lnTo>
                  <a:lnTo>
                    <a:pt x="337" y="28604"/>
                  </a:lnTo>
                  <a:lnTo>
                    <a:pt x="412" y="29027"/>
                  </a:lnTo>
                  <a:lnTo>
                    <a:pt x="494" y="29448"/>
                  </a:lnTo>
                  <a:lnTo>
                    <a:pt x="584" y="29868"/>
                  </a:lnTo>
                  <a:lnTo>
                    <a:pt x="680" y="30287"/>
                  </a:lnTo>
                  <a:lnTo>
                    <a:pt x="785" y="30704"/>
                  </a:lnTo>
                  <a:lnTo>
                    <a:pt x="896" y="31118"/>
                  </a:lnTo>
                  <a:lnTo>
                    <a:pt x="1015" y="31531"/>
                  </a:lnTo>
                  <a:lnTo>
                    <a:pt x="1141" y="31942"/>
                  </a:lnTo>
                  <a:lnTo>
                    <a:pt x="1274" y="32350"/>
                  </a:lnTo>
                  <a:lnTo>
                    <a:pt x="1414" y="32756"/>
                  </a:lnTo>
                  <a:lnTo>
                    <a:pt x="1561" y="33160"/>
                  </a:lnTo>
                  <a:lnTo>
                    <a:pt x="1716" y="33561"/>
                  </a:lnTo>
                  <a:lnTo>
                    <a:pt x="1877" y="33959"/>
                  </a:lnTo>
                  <a:lnTo>
                    <a:pt x="2045" y="34354"/>
                  </a:lnTo>
                  <a:lnTo>
                    <a:pt x="2220" y="34746"/>
                  </a:lnTo>
                  <a:lnTo>
                    <a:pt x="2402" y="35135"/>
                  </a:lnTo>
                  <a:lnTo>
                    <a:pt x="2591" y="35521"/>
                  </a:lnTo>
                  <a:lnTo>
                    <a:pt x="2787" y="35903"/>
                  </a:lnTo>
                  <a:lnTo>
                    <a:pt x="2989" y="36282"/>
                  </a:lnTo>
                  <a:lnTo>
                    <a:pt x="3198" y="36658"/>
                  </a:lnTo>
                  <a:lnTo>
                    <a:pt x="3413" y="37029"/>
                  </a:lnTo>
                  <a:lnTo>
                    <a:pt x="3635" y="37397"/>
                  </a:lnTo>
                  <a:lnTo>
                    <a:pt x="3863" y="37761"/>
                  </a:lnTo>
                  <a:lnTo>
                    <a:pt x="4098" y="38121"/>
                  </a:lnTo>
                  <a:lnTo>
                    <a:pt x="4338" y="38477"/>
                  </a:lnTo>
                  <a:lnTo>
                    <a:pt x="4585" y="38828"/>
                  </a:lnTo>
                  <a:lnTo>
                    <a:pt x="4838" y="39175"/>
                  </a:lnTo>
                  <a:lnTo>
                    <a:pt x="5097" y="39518"/>
                  </a:lnTo>
                  <a:lnTo>
                    <a:pt x="5363" y="39856"/>
                  </a:lnTo>
                  <a:lnTo>
                    <a:pt x="5633" y="40189"/>
                  </a:lnTo>
                  <a:lnTo>
                    <a:pt x="5910" y="40518"/>
                  </a:lnTo>
                  <a:lnTo>
                    <a:pt x="6193" y="40841"/>
                  </a:lnTo>
                  <a:lnTo>
                    <a:pt x="6481" y="41160"/>
                  </a:lnTo>
                  <a:lnTo>
                    <a:pt x="6774" y="41473"/>
                  </a:lnTo>
                  <a:lnTo>
                    <a:pt x="7073" y="41782"/>
                  </a:lnTo>
                  <a:lnTo>
                    <a:pt x="7378" y="42085"/>
                  </a:lnTo>
                  <a:lnTo>
                    <a:pt x="7687" y="42382"/>
                  </a:lnTo>
                  <a:lnTo>
                    <a:pt x="8002" y="42675"/>
                  </a:lnTo>
                  <a:lnTo>
                    <a:pt x="8322" y="42961"/>
                  </a:lnTo>
                  <a:lnTo>
                    <a:pt x="8647" y="43242"/>
                  </a:lnTo>
                  <a:lnTo>
                    <a:pt x="8977" y="43518"/>
                  </a:lnTo>
                  <a:lnTo>
                    <a:pt x="9311" y="43787"/>
                  </a:lnTo>
                  <a:lnTo>
                    <a:pt x="9650" y="44051"/>
                  </a:lnTo>
                  <a:lnTo>
                    <a:pt x="9994" y="44308"/>
                  </a:lnTo>
                  <a:lnTo>
                    <a:pt x="10342" y="44560"/>
                  </a:lnTo>
                  <a:lnTo>
                    <a:pt x="10695" y="44805"/>
                  </a:lnTo>
                  <a:lnTo>
                    <a:pt x="11051" y="45045"/>
                  </a:lnTo>
                  <a:lnTo>
                    <a:pt x="11412" y="45278"/>
                  </a:lnTo>
                  <a:lnTo>
                    <a:pt x="11777" y="45504"/>
                  </a:lnTo>
                  <a:lnTo>
                    <a:pt x="12146" y="45724"/>
                  </a:lnTo>
                  <a:lnTo>
                    <a:pt x="12519" y="45938"/>
                  </a:lnTo>
                  <a:lnTo>
                    <a:pt x="12895" y="46145"/>
                  </a:lnTo>
                  <a:lnTo>
                    <a:pt x="13275" y="46346"/>
                  </a:lnTo>
                  <a:lnTo>
                    <a:pt x="13658" y="46539"/>
                  </a:lnTo>
                  <a:lnTo>
                    <a:pt x="14045" y="46727"/>
                  </a:lnTo>
                  <a:lnTo>
                    <a:pt x="14435" y="46907"/>
                  </a:lnTo>
                  <a:lnTo>
                    <a:pt x="14828" y="47080"/>
                  </a:lnTo>
                  <a:lnTo>
                    <a:pt x="15224" y="47247"/>
                  </a:lnTo>
                  <a:lnTo>
                    <a:pt x="15622" y="47406"/>
                  </a:lnTo>
                  <a:lnTo>
                    <a:pt x="16024" y="47559"/>
                  </a:lnTo>
                  <a:lnTo>
                    <a:pt x="16428" y="47705"/>
                  </a:lnTo>
                  <a:lnTo>
                    <a:pt x="16835" y="47843"/>
                  </a:lnTo>
                  <a:lnTo>
                    <a:pt x="17244" y="47974"/>
                  </a:lnTo>
                  <a:lnTo>
                    <a:pt x="17655" y="48098"/>
                  </a:lnTo>
                  <a:lnTo>
                    <a:pt x="18068" y="48215"/>
                  </a:lnTo>
                  <a:lnTo>
                    <a:pt x="18483" y="48325"/>
                  </a:lnTo>
                  <a:lnTo>
                    <a:pt x="18901" y="48427"/>
                  </a:lnTo>
                  <a:lnTo>
                    <a:pt x="19319" y="48522"/>
                  </a:lnTo>
                  <a:lnTo>
                    <a:pt x="19740" y="48610"/>
                  </a:lnTo>
                  <a:lnTo>
                    <a:pt x="20162" y="48690"/>
                  </a:lnTo>
                  <a:lnTo>
                    <a:pt x="20585" y="48763"/>
                  </a:lnTo>
                  <a:lnTo>
                    <a:pt x="21010" y="48829"/>
                  </a:lnTo>
                  <a:lnTo>
                    <a:pt x="21435" y="48887"/>
                  </a:lnTo>
                  <a:lnTo>
                    <a:pt x="21862" y="48938"/>
                  </a:lnTo>
                  <a:lnTo>
                    <a:pt x="22289" y="48981"/>
                  </a:lnTo>
                  <a:lnTo>
                    <a:pt x="22717" y="49016"/>
                  </a:lnTo>
                  <a:lnTo>
                    <a:pt x="23146" y="49045"/>
                  </a:lnTo>
                  <a:lnTo>
                    <a:pt x="23575" y="49065"/>
                  </a:lnTo>
                  <a:lnTo>
                    <a:pt x="24004" y="49078"/>
                  </a:lnTo>
                  <a:lnTo>
                    <a:pt x="24434" y="49084"/>
                  </a:lnTo>
                  <a:lnTo>
                    <a:pt x="24863" y="49082"/>
                  </a:lnTo>
                  <a:lnTo>
                    <a:pt x="25293" y="49073"/>
                  </a:lnTo>
                  <a:lnTo>
                    <a:pt x="25722" y="49056"/>
                  </a:lnTo>
                  <a:lnTo>
                    <a:pt x="26151" y="49032"/>
                  </a:lnTo>
                  <a:lnTo>
                    <a:pt x="26579" y="49000"/>
                  </a:lnTo>
                  <a:lnTo>
                    <a:pt x="27007" y="48960"/>
                  </a:lnTo>
                  <a:lnTo>
                    <a:pt x="27434" y="48913"/>
                  </a:lnTo>
                  <a:lnTo>
                    <a:pt x="27860" y="48859"/>
                  </a:lnTo>
                  <a:lnTo>
                    <a:pt x="28285" y="48797"/>
                  </a:lnTo>
                  <a:lnTo>
                    <a:pt x="28709" y="48728"/>
                  </a:lnTo>
                  <a:lnTo>
                    <a:pt x="29131" y="48651"/>
                  </a:lnTo>
                  <a:lnTo>
                    <a:pt x="29553" y="48567"/>
                  </a:lnTo>
                  <a:lnTo>
                    <a:pt x="29972" y="48476"/>
                  </a:lnTo>
                  <a:lnTo>
                    <a:pt x="30390" y="48377"/>
                  </a:lnTo>
                  <a:lnTo>
                    <a:pt x="30807" y="48271"/>
                  </a:lnTo>
                  <a:lnTo>
                    <a:pt x="31221" y="48158"/>
                  </a:lnTo>
                  <a:lnTo>
                    <a:pt x="31633" y="48037"/>
                  </a:lnTo>
                  <a:lnTo>
                    <a:pt x="32043" y="47910"/>
                  </a:lnTo>
                  <a:lnTo>
                    <a:pt x="32451" y="47775"/>
                  </a:lnTo>
                  <a:lnTo>
                    <a:pt x="32857" y="47633"/>
                  </a:lnTo>
                  <a:lnTo>
                    <a:pt x="33259" y="47484"/>
                  </a:lnTo>
                  <a:lnTo>
                    <a:pt x="33660" y="47328"/>
                  </a:lnTo>
                  <a:lnTo>
                    <a:pt x="34057" y="47164"/>
                  </a:lnTo>
                  <a:lnTo>
                    <a:pt x="34451" y="46994"/>
                  </a:lnTo>
                  <a:lnTo>
                    <a:pt x="34843" y="46818"/>
                  </a:lnTo>
                  <a:lnTo>
                    <a:pt x="35231" y="46634"/>
                  </a:lnTo>
                  <a:lnTo>
                    <a:pt x="35616" y="46443"/>
                  </a:lnTo>
                  <a:lnTo>
                    <a:pt x="35998" y="46246"/>
                  </a:lnTo>
                  <a:lnTo>
                    <a:pt x="36376" y="46042"/>
                  </a:lnTo>
                  <a:lnTo>
                    <a:pt x="36750" y="45832"/>
                  </a:lnTo>
                  <a:lnTo>
                    <a:pt x="37121" y="45615"/>
                  </a:lnTo>
                  <a:lnTo>
                    <a:pt x="37488" y="45392"/>
                  </a:lnTo>
                  <a:lnTo>
                    <a:pt x="37851" y="45162"/>
                  </a:lnTo>
                  <a:lnTo>
                    <a:pt x="38210" y="44926"/>
                  </a:lnTo>
                  <a:lnTo>
                    <a:pt x="38564" y="44683"/>
                  </a:lnTo>
                  <a:lnTo>
                    <a:pt x="38915" y="44435"/>
                  </a:lnTo>
                  <a:lnTo>
                    <a:pt x="39261" y="44180"/>
                  </a:lnTo>
                  <a:lnTo>
                    <a:pt x="39602" y="43920"/>
                  </a:lnTo>
                  <a:lnTo>
                    <a:pt x="39939" y="43653"/>
                  </a:lnTo>
                  <a:lnTo>
                    <a:pt x="40271" y="43381"/>
                  </a:lnTo>
                  <a:lnTo>
                    <a:pt x="40598" y="43103"/>
                  </a:lnTo>
                  <a:lnTo>
                    <a:pt x="40921" y="42819"/>
                  </a:lnTo>
                  <a:lnTo>
                    <a:pt x="41238" y="42529"/>
                  </a:lnTo>
                  <a:lnTo>
                    <a:pt x="41550" y="42234"/>
                  </a:lnTo>
                  <a:lnTo>
                    <a:pt x="41857" y="41934"/>
                  </a:lnTo>
                  <a:lnTo>
                    <a:pt x="42159" y="41628"/>
                  </a:lnTo>
                  <a:lnTo>
                    <a:pt x="42455" y="41317"/>
                  </a:lnTo>
                  <a:lnTo>
                    <a:pt x="42746" y="41001"/>
                  </a:lnTo>
                  <a:lnTo>
                    <a:pt x="43031" y="40680"/>
                  </a:lnTo>
                  <a:lnTo>
                    <a:pt x="43311" y="40354"/>
                  </a:lnTo>
                  <a:lnTo>
                    <a:pt x="43585" y="40023"/>
                  </a:lnTo>
                  <a:lnTo>
                    <a:pt x="43853" y="39687"/>
                  </a:lnTo>
                  <a:lnTo>
                    <a:pt x="44115" y="39347"/>
                  </a:lnTo>
                  <a:lnTo>
                    <a:pt x="44371" y="39002"/>
                  </a:lnTo>
                  <a:lnTo>
                    <a:pt x="44621" y="38653"/>
                  </a:lnTo>
                  <a:lnTo>
                    <a:pt x="44865" y="38299"/>
                  </a:lnTo>
                  <a:lnTo>
                    <a:pt x="45103" y="37942"/>
                  </a:lnTo>
                  <a:lnTo>
                    <a:pt x="45334" y="37580"/>
                  </a:lnTo>
                  <a:lnTo>
                    <a:pt x="45559" y="37214"/>
                  </a:lnTo>
                  <a:lnTo>
                    <a:pt x="45778" y="36844"/>
                  </a:lnTo>
                  <a:lnTo>
                    <a:pt x="45990" y="36471"/>
                  </a:lnTo>
                  <a:lnTo>
                    <a:pt x="46195" y="36093"/>
                  </a:lnTo>
                  <a:lnTo>
                    <a:pt x="46394" y="35713"/>
                  </a:lnTo>
                  <a:lnTo>
                    <a:pt x="46586" y="35328"/>
                  </a:lnTo>
                  <a:lnTo>
                    <a:pt x="46772" y="34941"/>
                  </a:lnTo>
                  <a:lnTo>
                    <a:pt x="46950" y="34550"/>
                  </a:lnTo>
                  <a:lnTo>
                    <a:pt x="47122" y="34157"/>
                  </a:lnTo>
                  <a:lnTo>
                    <a:pt x="47287" y="33760"/>
                  </a:lnTo>
                  <a:lnTo>
                    <a:pt x="47445" y="33360"/>
                  </a:lnTo>
                  <a:lnTo>
                    <a:pt x="47595" y="32958"/>
                  </a:lnTo>
                  <a:lnTo>
                    <a:pt x="47739" y="32554"/>
                  </a:lnTo>
                  <a:lnTo>
                    <a:pt x="47876" y="32146"/>
                  </a:lnTo>
                  <a:lnTo>
                    <a:pt x="48005" y="31737"/>
                  </a:lnTo>
                  <a:lnTo>
                    <a:pt x="48128" y="31325"/>
                  </a:lnTo>
                  <a:lnTo>
                    <a:pt x="48243" y="30911"/>
                  </a:lnTo>
                  <a:lnTo>
                    <a:pt x="48351" y="30495"/>
                  </a:lnTo>
                  <a:lnTo>
                    <a:pt x="48451" y="30078"/>
                  </a:lnTo>
                  <a:lnTo>
                    <a:pt x="48544" y="29658"/>
                  </a:lnTo>
                  <a:lnTo>
                    <a:pt x="48630" y="29238"/>
                  </a:lnTo>
                  <a:lnTo>
                    <a:pt x="48709" y="28815"/>
                  </a:lnTo>
                  <a:lnTo>
                    <a:pt x="48780" y="28392"/>
                  </a:lnTo>
                  <a:lnTo>
                    <a:pt x="48843" y="27967"/>
                  </a:lnTo>
                  <a:lnTo>
                    <a:pt x="48900" y="27541"/>
                  </a:lnTo>
                  <a:lnTo>
                    <a:pt x="48948" y="27114"/>
                  </a:lnTo>
                  <a:lnTo>
                    <a:pt x="48990" y="26687"/>
                  </a:lnTo>
                  <a:lnTo>
                    <a:pt x="49024" y="26259"/>
                  </a:lnTo>
                  <a:lnTo>
                    <a:pt x="49050" y="25830"/>
                  </a:lnTo>
                  <a:lnTo>
                    <a:pt x="49069" y="25401"/>
                  </a:lnTo>
                  <a:lnTo>
                    <a:pt x="49080" y="24971"/>
                  </a:lnTo>
                  <a:lnTo>
                    <a:pt x="49084" y="24542"/>
                  </a:lnTo>
                </a:path>
              </a:pathLst>
            </a:custGeom>
            <a:ln w="13550" cap="flat">
              <a:solidFill>
                <a:srgbClr val="7FC5D8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242" name="pl242"/>
            <p:cNvSpPr/>
            <p:nvPr/>
          </p:nvSpPr>
          <p:spPr>
            <a:xfrm>
              <a:off x="1435413" y="2079592"/>
              <a:ext cx="269962" cy="269965"/>
            </a:xfrm>
            <a:custGeom>
              <a:avLst/>
              <a:pathLst>
                <a:path w="269962" h="269965">
                  <a:moveTo>
                    <a:pt x="269962" y="134982"/>
                  </a:moveTo>
                  <a:lnTo>
                    <a:pt x="269942" y="132620"/>
                  </a:lnTo>
                  <a:lnTo>
                    <a:pt x="269880" y="130258"/>
                  </a:lnTo>
                  <a:lnTo>
                    <a:pt x="269776" y="127898"/>
                  </a:lnTo>
                  <a:lnTo>
                    <a:pt x="269632" y="125540"/>
                  </a:lnTo>
                  <a:lnTo>
                    <a:pt x="269446" y="123185"/>
                  </a:lnTo>
                  <a:lnTo>
                    <a:pt x="269219" y="120833"/>
                  </a:lnTo>
                  <a:lnTo>
                    <a:pt x="268951" y="118486"/>
                  </a:lnTo>
                  <a:lnTo>
                    <a:pt x="268641" y="116144"/>
                  </a:lnTo>
                  <a:lnTo>
                    <a:pt x="268291" y="113808"/>
                  </a:lnTo>
                  <a:lnTo>
                    <a:pt x="267900" y="111478"/>
                  </a:lnTo>
                  <a:lnTo>
                    <a:pt x="267468" y="109155"/>
                  </a:lnTo>
                  <a:lnTo>
                    <a:pt x="266996" y="106840"/>
                  </a:lnTo>
                  <a:lnTo>
                    <a:pt x="266483" y="104534"/>
                  </a:lnTo>
                  <a:lnTo>
                    <a:pt x="265930" y="102237"/>
                  </a:lnTo>
                  <a:lnTo>
                    <a:pt x="265337" y="99951"/>
                  </a:lnTo>
                  <a:lnTo>
                    <a:pt x="264704" y="97675"/>
                  </a:lnTo>
                  <a:lnTo>
                    <a:pt x="264031" y="95410"/>
                  </a:lnTo>
                  <a:lnTo>
                    <a:pt x="263319" y="93158"/>
                  </a:lnTo>
                  <a:lnTo>
                    <a:pt x="262568" y="90918"/>
                  </a:lnTo>
                  <a:lnTo>
                    <a:pt x="261777" y="88692"/>
                  </a:lnTo>
                  <a:lnTo>
                    <a:pt x="260947" y="86480"/>
                  </a:lnTo>
                  <a:lnTo>
                    <a:pt x="260079" y="84282"/>
                  </a:lnTo>
                  <a:lnTo>
                    <a:pt x="259173" y="82101"/>
                  </a:lnTo>
                  <a:lnTo>
                    <a:pt x="258228" y="79935"/>
                  </a:lnTo>
                  <a:lnTo>
                    <a:pt x="257246" y="77787"/>
                  </a:lnTo>
                  <a:lnTo>
                    <a:pt x="256226" y="75656"/>
                  </a:lnTo>
                  <a:lnTo>
                    <a:pt x="255169" y="73543"/>
                  </a:lnTo>
                  <a:lnTo>
                    <a:pt x="254076" y="71449"/>
                  </a:lnTo>
                  <a:lnTo>
                    <a:pt x="252946" y="69374"/>
                  </a:lnTo>
                  <a:lnTo>
                    <a:pt x="251779" y="67320"/>
                  </a:lnTo>
                  <a:lnTo>
                    <a:pt x="250577" y="65286"/>
                  </a:lnTo>
                  <a:lnTo>
                    <a:pt x="249340" y="63274"/>
                  </a:lnTo>
                  <a:lnTo>
                    <a:pt x="248067" y="61283"/>
                  </a:lnTo>
                  <a:lnTo>
                    <a:pt x="246760" y="59315"/>
                  </a:lnTo>
                  <a:lnTo>
                    <a:pt x="245419" y="57371"/>
                  </a:lnTo>
                  <a:lnTo>
                    <a:pt x="244044" y="55450"/>
                  </a:lnTo>
                  <a:lnTo>
                    <a:pt x="242635" y="53553"/>
                  </a:lnTo>
                  <a:lnTo>
                    <a:pt x="241193" y="51681"/>
                  </a:lnTo>
                  <a:lnTo>
                    <a:pt x="239719" y="49835"/>
                  </a:lnTo>
                  <a:lnTo>
                    <a:pt x="238213" y="48015"/>
                  </a:lnTo>
                  <a:lnTo>
                    <a:pt x="236675" y="46222"/>
                  </a:lnTo>
                  <a:lnTo>
                    <a:pt x="235106" y="44456"/>
                  </a:lnTo>
                  <a:lnTo>
                    <a:pt x="233507" y="42717"/>
                  </a:lnTo>
                  <a:lnTo>
                    <a:pt x="231877" y="41007"/>
                  </a:lnTo>
                  <a:lnTo>
                    <a:pt x="230217" y="39326"/>
                  </a:lnTo>
                  <a:lnTo>
                    <a:pt x="228529" y="37673"/>
                  </a:lnTo>
                  <a:lnTo>
                    <a:pt x="226811" y="36051"/>
                  </a:lnTo>
                  <a:lnTo>
                    <a:pt x="225066" y="34459"/>
                  </a:lnTo>
                  <a:lnTo>
                    <a:pt x="223293" y="32898"/>
                  </a:lnTo>
                  <a:lnTo>
                    <a:pt x="221493" y="31368"/>
                  </a:lnTo>
                  <a:lnTo>
                    <a:pt x="219666" y="29870"/>
                  </a:lnTo>
                  <a:lnTo>
                    <a:pt x="217814" y="28404"/>
                  </a:lnTo>
                  <a:lnTo>
                    <a:pt x="215936" y="26970"/>
                  </a:lnTo>
                  <a:lnTo>
                    <a:pt x="214033" y="25570"/>
                  </a:lnTo>
                  <a:lnTo>
                    <a:pt x="212106" y="24203"/>
                  </a:lnTo>
                  <a:lnTo>
                    <a:pt x="210155" y="22870"/>
                  </a:lnTo>
                  <a:lnTo>
                    <a:pt x="208182" y="21572"/>
                  </a:lnTo>
                  <a:lnTo>
                    <a:pt x="206186" y="20308"/>
                  </a:lnTo>
                  <a:lnTo>
                    <a:pt x="204168" y="19079"/>
                  </a:lnTo>
                  <a:lnTo>
                    <a:pt x="202129" y="17886"/>
                  </a:lnTo>
                  <a:lnTo>
                    <a:pt x="200069" y="16729"/>
                  </a:lnTo>
                  <a:lnTo>
                    <a:pt x="197990" y="15608"/>
                  </a:lnTo>
                  <a:lnTo>
                    <a:pt x="195891" y="14523"/>
                  </a:lnTo>
                  <a:lnTo>
                    <a:pt x="193774" y="13476"/>
                  </a:lnTo>
                  <a:lnTo>
                    <a:pt x="191638" y="12465"/>
                  </a:lnTo>
                  <a:lnTo>
                    <a:pt x="189485" y="11493"/>
                  </a:lnTo>
                  <a:lnTo>
                    <a:pt x="187316" y="10558"/>
                  </a:lnTo>
                  <a:lnTo>
                    <a:pt x="185130" y="9661"/>
                  </a:lnTo>
                  <a:lnTo>
                    <a:pt x="182929" y="8802"/>
                  </a:lnTo>
                  <a:lnTo>
                    <a:pt x="180714" y="7982"/>
                  </a:lnTo>
                  <a:lnTo>
                    <a:pt x="178484" y="7201"/>
                  </a:lnTo>
                  <a:lnTo>
                    <a:pt x="176241" y="6460"/>
                  </a:lnTo>
                  <a:lnTo>
                    <a:pt x="173985" y="5757"/>
                  </a:lnTo>
                  <a:lnTo>
                    <a:pt x="171718" y="5094"/>
                  </a:lnTo>
                  <a:lnTo>
                    <a:pt x="169439" y="4471"/>
                  </a:lnTo>
                  <a:lnTo>
                    <a:pt x="167150" y="3888"/>
                  </a:lnTo>
                  <a:lnTo>
                    <a:pt x="164851" y="3345"/>
                  </a:lnTo>
                  <a:lnTo>
                    <a:pt x="162542" y="2842"/>
                  </a:lnTo>
                  <a:lnTo>
                    <a:pt x="160225" y="2380"/>
                  </a:lnTo>
                  <a:lnTo>
                    <a:pt x="157901" y="1959"/>
                  </a:lnTo>
                  <a:lnTo>
                    <a:pt x="155569" y="1578"/>
                  </a:lnTo>
                  <a:lnTo>
                    <a:pt x="153231" y="1238"/>
                  </a:lnTo>
                  <a:lnTo>
                    <a:pt x="150888" y="939"/>
                  </a:lnTo>
                  <a:lnTo>
                    <a:pt x="148540" y="681"/>
                  </a:lnTo>
                  <a:lnTo>
                    <a:pt x="146187" y="464"/>
                  </a:lnTo>
                  <a:lnTo>
                    <a:pt x="143831" y="289"/>
                  </a:lnTo>
                  <a:lnTo>
                    <a:pt x="141473" y="155"/>
                  </a:lnTo>
                  <a:lnTo>
                    <a:pt x="139112" y="62"/>
                  </a:lnTo>
                  <a:lnTo>
                    <a:pt x="136750" y="10"/>
                  </a:lnTo>
                  <a:lnTo>
                    <a:pt x="134388" y="0"/>
                  </a:lnTo>
                  <a:lnTo>
                    <a:pt x="132025" y="31"/>
                  </a:lnTo>
                  <a:lnTo>
                    <a:pt x="129664" y="103"/>
                  </a:lnTo>
                  <a:lnTo>
                    <a:pt x="127304" y="217"/>
                  </a:lnTo>
                  <a:lnTo>
                    <a:pt x="124947" y="371"/>
                  </a:lnTo>
                  <a:lnTo>
                    <a:pt x="122593" y="568"/>
                  </a:lnTo>
                  <a:lnTo>
                    <a:pt x="120242" y="805"/>
                  </a:lnTo>
                  <a:lnTo>
                    <a:pt x="117896" y="1083"/>
                  </a:lnTo>
                  <a:lnTo>
                    <a:pt x="115556" y="1403"/>
                  </a:lnTo>
                  <a:lnTo>
                    <a:pt x="113221" y="1763"/>
                  </a:lnTo>
                  <a:lnTo>
                    <a:pt x="110893" y="2164"/>
                  </a:lnTo>
                  <a:lnTo>
                    <a:pt x="108572" y="2606"/>
                  </a:lnTo>
                  <a:lnTo>
                    <a:pt x="106259" y="3089"/>
                  </a:lnTo>
                  <a:lnTo>
                    <a:pt x="103955" y="3612"/>
                  </a:lnTo>
                  <a:lnTo>
                    <a:pt x="101661" y="4175"/>
                  </a:lnTo>
                  <a:lnTo>
                    <a:pt x="99377" y="4778"/>
                  </a:lnTo>
                  <a:lnTo>
                    <a:pt x="97104" y="5421"/>
                  </a:lnTo>
                  <a:lnTo>
                    <a:pt x="94842" y="6103"/>
                  </a:lnTo>
                  <a:lnTo>
                    <a:pt x="92592" y="6826"/>
                  </a:lnTo>
                  <a:lnTo>
                    <a:pt x="90356" y="7587"/>
                  </a:lnTo>
                  <a:lnTo>
                    <a:pt x="88133" y="8387"/>
                  </a:lnTo>
                  <a:lnTo>
                    <a:pt x="85925" y="9227"/>
                  </a:lnTo>
                  <a:lnTo>
                    <a:pt x="83732" y="10104"/>
                  </a:lnTo>
                  <a:lnTo>
                    <a:pt x="81554" y="11020"/>
                  </a:lnTo>
                  <a:lnTo>
                    <a:pt x="79393" y="11974"/>
                  </a:lnTo>
                  <a:lnTo>
                    <a:pt x="77249" y="12966"/>
                  </a:lnTo>
                  <a:lnTo>
                    <a:pt x="75122" y="13995"/>
                  </a:lnTo>
                  <a:lnTo>
                    <a:pt x="73014" y="15061"/>
                  </a:lnTo>
                  <a:lnTo>
                    <a:pt x="70924" y="16164"/>
                  </a:lnTo>
                  <a:lnTo>
                    <a:pt x="68855" y="17303"/>
                  </a:lnTo>
                  <a:lnTo>
                    <a:pt x="66805" y="18478"/>
                  </a:lnTo>
                  <a:lnTo>
                    <a:pt x="64777" y="19689"/>
                  </a:lnTo>
                  <a:lnTo>
                    <a:pt x="62770" y="20936"/>
                  </a:lnTo>
                  <a:lnTo>
                    <a:pt x="60785" y="22217"/>
                  </a:lnTo>
                  <a:lnTo>
                    <a:pt x="58823" y="23532"/>
                  </a:lnTo>
                  <a:lnTo>
                    <a:pt x="56884" y="24882"/>
                  </a:lnTo>
                  <a:lnTo>
                    <a:pt x="54969" y="26266"/>
                  </a:lnTo>
                  <a:lnTo>
                    <a:pt x="53079" y="27683"/>
                  </a:lnTo>
                  <a:lnTo>
                    <a:pt x="51214" y="29133"/>
                  </a:lnTo>
                  <a:lnTo>
                    <a:pt x="49374" y="30615"/>
                  </a:lnTo>
                  <a:lnTo>
                    <a:pt x="47560" y="32129"/>
                  </a:lnTo>
                  <a:lnTo>
                    <a:pt x="45774" y="33675"/>
                  </a:lnTo>
                  <a:lnTo>
                    <a:pt x="44015" y="35251"/>
                  </a:lnTo>
                  <a:lnTo>
                    <a:pt x="42283" y="36858"/>
                  </a:lnTo>
                  <a:lnTo>
                    <a:pt x="40580" y="38496"/>
                  </a:lnTo>
                  <a:lnTo>
                    <a:pt x="38906" y="40163"/>
                  </a:lnTo>
                  <a:lnTo>
                    <a:pt x="37261" y="41858"/>
                  </a:lnTo>
                  <a:lnTo>
                    <a:pt x="35646" y="43583"/>
                  </a:lnTo>
                  <a:lnTo>
                    <a:pt x="34062" y="45335"/>
                  </a:lnTo>
                  <a:lnTo>
                    <a:pt x="32508" y="47115"/>
                  </a:lnTo>
                  <a:lnTo>
                    <a:pt x="30986" y="48922"/>
                  </a:lnTo>
                  <a:lnTo>
                    <a:pt x="29496" y="50755"/>
                  </a:lnTo>
                  <a:lnTo>
                    <a:pt x="28038" y="52614"/>
                  </a:lnTo>
                  <a:lnTo>
                    <a:pt x="26613" y="54498"/>
                  </a:lnTo>
                  <a:lnTo>
                    <a:pt x="25221" y="56407"/>
                  </a:lnTo>
                  <a:lnTo>
                    <a:pt x="23863" y="58340"/>
                  </a:lnTo>
                  <a:lnTo>
                    <a:pt x="22539" y="60296"/>
                  </a:lnTo>
                  <a:lnTo>
                    <a:pt x="21249" y="62276"/>
                  </a:lnTo>
                  <a:lnTo>
                    <a:pt x="19994" y="64277"/>
                  </a:lnTo>
                  <a:lnTo>
                    <a:pt x="18774" y="66300"/>
                  </a:lnTo>
                  <a:lnTo>
                    <a:pt x="17590" y="68344"/>
                  </a:lnTo>
                  <a:lnTo>
                    <a:pt x="16441" y="70409"/>
                  </a:lnTo>
                  <a:lnTo>
                    <a:pt x="15329" y="72493"/>
                  </a:lnTo>
                  <a:lnTo>
                    <a:pt x="14254" y="74597"/>
                  </a:lnTo>
                  <a:lnTo>
                    <a:pt x="13216" y="76719"/>
                  </a:lnTo>
                  <a:lnTo>
                    <a:pt x="12215" y="78859"/>
                  </a:lnTo>
                  <a:lnTo>
                    <a:pt x="11251" y="81016"/>
                  </a:lnTo>
                  <a:lnTo>
                    <a:pt x="10326" y="83190"/>
                  </a:lnTo>
                  <a:lnTo>
                    <a:pt x="9439" y="85379"/>
                  </a:lnTo>
                  <a:lnTo>
                    <a:pt x="8590" y="87584"/>
                  </a:lnTo>
                  <a:lnTo>
                    <a:pt x="7780" y="89803"/>
                  </a:lnTo>
                  <a:lnTo>
                    <a:pt x="7008" y="92036"/>
                  </a:lnTo>
                  <a:lnTo>
                    <a:pt x="6276" y="94282"/>
                  </a:lnTo>
                  <a:lnTo>
                    <a:pt x="5584" y="96541"/>
                  </a:lnTo>
                  <a:lnTo>
                    <a:pt x="4931" y="98811"/>
                  </a:lnTo>
                  <a:lnTo>
                    <a:pt x="4318" y="101093"/>
                  </a:lnTo>
                  <a:lnTo>
                    <a:pt x="3745" y="103385"/>
                  </a:lnTo>
                  <a:lnTo>
                    <a:pt x="3212" y="105686"/>
                  </a:lnTo>
                  <a:lnTo>
                    <a:pt x="2719" y="107997"/>
                  </a:lnTo>
                  <a:lnTo>
                    <a:pt x="2267" y="110316"/>
                  </a:lnTo>
                  <a:lnTo>
                    <a:pt x="1856" y="112642"/>
                  </a:lnTo>
                  <a:lnTo>
                    <a:pt x="1485" y="114975"/>
                  </a:lnTo>
                  <a:lnTo>
                    <a:pt x="1156" y="117314"/>
                  </a:lnTo>
                  <a:lnTo>
                    <a:pt x="867" y="119659"/>
                  </a:lnTo>
                  <a:lnTo>
                    <a:pt x="619" y="122009"/>
                  </a:lnTo>
                  <a:lnTo>
                    <a:pt x="413" y="124362"/>
                  </a:lnTo>
                  <a:lnTo>
                    <a:pt x="248" y="126719"/>
                  </a:lnTo>
                  <a:lnTo>
                    <a:pt x="124" y="129078"/>
                  </a:lnTo>
                  <a:lnTo>
                    <a:pt x="41" y="131439"/>
                  </a:lnTo>
                  <a:lnTo>
                    <a:pt x="0" y="133801"/>
                  </a:lnTo>
                  <a:lnTo>
                    <a:pt x="0" y="136163"/>
                  </a:lnTo>
                  <a:lnTo>
                    <a:pt x="41" y="138525"/>
                  </a:lnTo>
                  <a:lnTo>
                    <a:pt x="124" y="140886"/>
                  </a:lnTo>
                  <a:lnTo>
                    <a:pt x="248" y="143246"/>
                  </a:lnTo>
                  <a:lnTo>
                    <a:pt x="413" y="145602"/>
                  </a:lnTo>
                  <a:lnTo>
                    <a:pt x="619" y="147956"/>
                  </a:lnTo>
                  <a:lnTo>
                    <a:pt x="867" y="150305"/>
                  </a:lnTo>
                  <a:lnTo>
                    <a:pt x="1156" y="152650"/>
                  </a:lnTo>
                  <a:lnTo>
                    <a:pt x="1485" y="154989"/>
                  </a:lnTo>
                  <a:lnTo>
                    <a:pt x="1856" y="157322"/>
                  </a:lnTo>
                  <a:lnTo>
                    <a:pt x="2267" y="159649"/>
                  </a:lnTo>
                  <a:lnTo>
                    <a:pt x="2719" y="161968"/>
                  </a:lnTo>
                  <a:lnTo>
                    <a:pt x="3212" y="164278"/>
                  </a:lnTo>
                  <a:lnTo>
                    <a:pt x="3745" y="166580"/>
                  </a:lnTo>
                  <a:lnTo>
                    <a:pt x="4318" y="168872"/>
                  </a:lnTo>
                  <a:lnTo>
                    <a:pt x="4931" y="171153"/>
                  </a:lnTo>
                  <a:lnTo>
                    <a:pt x="5584" y="173424"/>
                  </a:lnTo>
                  <a:lnTo>
                    <a:pt x="6276" y="175682"/>
                  </a:lnTo>
                  <a:lnTo>
                    <a:pt x="7008" y="177928"/>
                  </a:lnTo>
                  <a:lnTo>
                    <a:pt x="7780" y="180161"/>
                  </a:lnTo>
                  <a:lnTo>
                    <a:pt x="8590" y="182381"/>
                  </a:lnTo>
                  <a:lnTo>
                    <a:pt x="9439" y="184585"/>
                  </a:lnTo>
                  <a:lnTo>
                    <a:pt x="10326" y="186775"/>
                  </a:lnTo>
                  <a:lnTo>
                    <a:pt x="11251" y="188948"/>
                  </a:lnTo>
                  <a:lnTo>
                    <a:pt x="12215" y="191105"/>
                  </a:lnTo>
                  <a:lnTo>
                    <a:pt x="13216" y="193245"/>
                  </a:lnTo>
                  <a:lnTo>
                    <a:pt x="14254" y="195367"/>
                  </a:lnTo>
                  <a:lnTo>
                    <a:pt x="15329" y="197471"/>
                  </a:lnTo>
                  <a:lnTo>
                    <a:pt x="16441" y="199555"/>
                  </a:lnTo>
                  <a:lnTo>
                    <a:pt x="17590" y="201620"/>
                  </a:lnTo>
                  <a:lnTo>
                    <a:pt x="18774" y="203664"/>
                  </a:lnTo>
                  <a:lnTo>
                    <a:pt x="19994" y="205687"/>
                  </a:lnTo>
                  <a:lnTo>
                    <a:pt x="21249" y="207689"/>
                  </a:lnTo>
                  <a:lnTo>
                    <a:pt x="22539" y="209668"/>
                  </a:lnTo>
                  <a:lnTo>
                    <a:pt x="23863" y="211624"/>
                  </a:lnTo>
                  <a:lnTo>
                    <a:pt x="25221" y="213557"/>
                  </a:lnTo>
                  <a:lnTo>
                    <a:pt x="26613" y="215466"/>
                  </a:lnTo>
                  <a:lnTo>
                    <a:pt x="28038" y="217350"/>
                  </a:lnTo>
                  <a:lnTo>
                    <a:pt x="29496" y="219209"/>
                  </a:lnTo>
                  <a:lnTo>
                    <a:pt x="30986" y="221042"/>
                  </a:lnTo>
                  <a:lnTo>
                    <a:pt x="32508" y="222849"/>
                  </a:lnTo>
                  <a:lnTo>
                    <a:pt x="34062" y="224629"/>
                  </a:lnTo>
                  <a:lnTo>
                    <a:pt x="35646" y="226381"/>
                  </a:lnTo>
                  <a:lnTo>
                    <a:pt x="37261" y="228106"/>
                  </a:lnTo>
                  <a:lnTo>
                    <a:pt x="38906" y="229802"/>
                  </a:lnTo>
                  <a:lnTo>
                    <a:pt x="40580" y="231469"/>
                  </a:lnTo>
                  <a:lnTo>
                    <a:pt x="42283" y="233106"/>
                  </a:lnTo>
                  <a:lnTo>
                    <a:pt x="44015" y="234713"/>
                  </a:lnTo>
                  <a:lnTo>
                    <a:pt x="45774" y="236290"/>
                  </a:lnTo>
                  <a:lnTo>
                    <a:pt x="47560" y="237835"/>
                  </a:lnTo>
                  <a:lnTo>
                    <a:pt x="49374" y="239350"/>
                  </a:lnTo>
                  <a:lnTo>
                    <a:pt x="51214" y="240832"/>
                  </a:lnTo>
                  <a:lnTo>
                    <a:pt x="53079" y="242282"/>
                  </a:lnTo>
                  <a:lnTo>
                    <a:pt x="54969" y="243698"/>
                  </a:lnTo>
                  <a:lnTo>
                    <a:pt x="56884" y="245082"/>
                  </a:lnTo>
                  <a:lnTo>
                    <a:pt x="58823" y="246432"/>
                  </a:lnTo>
                  <a:lnTo>
                    <a:pt x="60785" y="247748"/>
                  </a:lnTo>
                  <a:lnTo>
                    <a:pt x="62770" y="249029"/>
                  </a:lnTo>
                  <a:lnTo>
                    <a:pt x="64777" y="250275"/>
                  </a:lnTo>
                  <a:lnTo>
                    <a:pt x="66805" y="251486"/>
                  </a:lnTo>
                  <a:lnTo>
                    <a:pt x="68855" y="252661"/>
                  </a:lnTo>
                  <a:lnTo>
                    <a:pt x="70924" y="253800"/>
                  </a:lnTo>
                  <a:lnTo>
                    <a:pt x="73014" y="254903"/>
                  </a:lnTo>
                  <a:lnTo>
                    <a:pt x="75122" y="255969"/>
                  </a:lnTo>
                  <a:lnTo>
                    <a:pt x="77249" y="256998"/>
                  </a:lnTo>
                  <a:lnTo>
                    <a:pt x="79393" y="257990"/>
                  </a:lnTo>
                  <a:lnTo>
                    <a:pt x="81554" y="258944"/>
                  </a:lnTo>
                  <a:lnTo>
                    <a:pt x="83732" y="259860"/>
                  </a:lnTo>
                  <a:lnTo>
                    <a:pt x="85925" y="260738"/>
                  </a:lnTo>
                  <a:lnTo>
                    <a:pt x="88133" y="261577"/>
                  </a:lnTo>
                  <a:lnTo>
                    <a:pt x="90356" y="262377"/>
                  </a:lnTo>
                  <a:lnTo>
                    <a:pt x="92592" y="263139"/>
                  </a:lnTo>
                  <a:lnTo>
                    <a:pt x="94842" y="263861"/>
                  </a:lnTo>
                  <a:lnTo>
                    <a:pt x="97104" y="264544"/>
                  </a:lnTo>
                  <a:lnTo>
                    <a:pt x="99377" y="265187"/>
                  </a:lnTo>
                  <a:lnTo>
                    <a:pt x="101661" y="265790"/>
                  </a:lnTo>
                  <a:lnTo>
                    <a:pt x="103955" y="266353"/>
                  </a:lnTo>
                  <a:lnTo>
                    <a:pt x="106259" y="266876"/>
                  </a:lnTo>
                  <a:lnTo>
                    <a:pt x="108572" y="267358"/>
                  </a:lnTo>
                  <a:lnTo>
                    <a:pt x="110893" y="267800"/>
                  </a:lnTo>
                  <a:lnTo>
                    <a:pt x="113221" y="268201"/>
                  </a:lnTo>
                  <a:lnTo>
                    <a:pt x="115556" y="268561"/>
                  </a:lnTo>
                  <a:lnTo>
                    <a:pt x="117896" y="268881"/>
                  </a:lnTo>
                  <a:lnTo>
                    <a:pt x="120242" y="269159"/>
                  </a:lnTo>
                  <a:lnTo>
                    <a:pt x="122593" y="269397"/>
                  </a:lnTo>
                  <a:lnTo>
                    <a:pt x="124947" y="269593"/>
                  </a:lnTo>
                  <a:lnTo>
                    <a:pt x="127304" y="269748"/>
                  </a:lnTo>
                  <a:lnTo>
                    <a:pt x="129664" y="269862"/>
                  </a:lnTo>
                  <a:lnTo>
                    <a:pt x="132025" y="269934"/>
                  </a:lnTo>
                  <a:lnTo>
                    <a:pt x="134388" y="269965"/>
                  </a:lnTo>
                  <a:lnTo>
                    <a:pt x="136750" y="269955"/>
                  </a:lnTo>
                  <a:lnTo>
                    <a:pt x="139112" y="269903"/>
                  </a:lnTo>
                  <a:lnTo>
                    <a:pt x="141473" y="269810"/>
                  </a:lnTo>
                  <a:lnTo>
                    <a:pt x="143831" y="269676"/>
                  </a:lnTo>
                  <a:lnTo>
                    <a:pt x="146187" y="269500"/>
                  </a:lnTo>
                  <a:lnTo>
                    <a:pt x="148540" y="269283"/>
                  </a:lnTo>
                  <a:lnTo>
                    <a:pt x="150888" y="269025"/>
                  </a:lnTo>
                  <a:lnTo>
                    <a:pt x="153231" y="268726"/>
                  </a:lnTo>
                  <a:lnTo>
                    <a:pt x="155569" y="268386"/>
                  </a:lnTo>
                  <a:lnTo>
                    <a:pt x="157901" y="268006"/>
                  </a:lnTo>
                  <a:lnTo>
                    <a:pt x="160225" y="267584"/>
                  </a:lnTo>
                  <a:lnTo>
                    <a:pt x="162542" y="267122"/>
                  </a:lnTo>
                  <a:lnTo>
                    <a:pt x="164851" y="266619"/>
                  </a:lnTo>
                  <a:lnTo>
                    <a:pt x="167150" y="266076"/>
                  </a:lnTo>
                  <a:lnTo>
                    <a:pt x="169439" y="265493"/>
                  </a:lnTo>
                  <a:lnTo>
                    <a:pt x="171718" y="264870"/>
                  </a:lnTo>
                  <a:lnTo>
                    <a:pt x="173985" y="264207"/>
                  </a:lnTo>
                  <a:lnTo>
                    <a:pt x="176241" y="263505"/>
                  </a:lnTo>
                  <a:lnTo>
                    <a:pt x="178484" y="262763"/>
                  </a:lnTo>
                  <a:lnTo>
                    <a:pt x="180714" y="261982"/>
                  </a:lnTo>
                  <a:lnTo>
                    <a:pt x="182929" y="261162"/>
                  </a:lnTo>
                  <a:lnTo>
                    <a:pt x="185130" y="260304"/>
                  </a:lnTo>
                  <a:lnTo>
                    <a:pt x="187316" y="259407"/>
                  </a:lnTo>
                  <a:lnTo>
                    <a:pt x="189485" y="258472"/>
                  </a:lnTo>
                  <a:lnTo>
                    <a:pt x="191638" y="257499"/>
                  </a:lnTo>
                  <a:lnTo>
                    <a:pt x="193774" y="256489"/>
                  </a:lnTo>
                  <a:lnTo>
                    <a:pt x="195891" y="255441"/>
                  </a:lnTo>
                  <a:lnTo>
                    <a:pt x="197990" y="254356"/>
                  </a:lnTo>
                  <a:lnTo>
                    <a:pt x="200069" y="253235"/>
                  </a:lnTo>
                  <a:lnTo>
                    <a:pt x="202129" y="252078"/>
                  </a:lnTo>
                  <a:lnTo>
                    <a:pt x="204168" y="250885"/>
                  </a:lnTo>
                  <a:lnTo>
                    <a:pt x="206186" y="249656"/>
                  </a:lnTo>
                  <a:lnTo>
                    <a:pt x="208182" y="248393"/>
                  </a:lnTo>
                  <a:lnTo>
                    <a:pt x="210155" y="247094"/>
                  </a:lnTo>
                  <a:lnTo>
                    <a:pt x="212106" y="245761"/>
                  </a:lnTo>
                  <a:lnTo>
                    <a:pt x="214033" y="244394"/>
                  </a:lnTo>
                  <a:lnTo>
                    <a:pt x="215936" y="242994"/>
                  </a:lnTo>
                  <a:lnTo>
                    <a:pt x="217814" y="241561"/>
                  </a:lnTo>
                  <a:lnTo>
                    <a:pt x="219666" y="240095"/>
                  </a:lnTo>
                  <a:lnTo>
                    <a:pt x="221493" y="238597"/>
                  </a:lnTo>
                  <a:lnTo>
                    <a:pt x="223293" y="237067"/>
                  </a:lnTo>
                  <a:lnTo>
                    <a:pt x="225066" y="235505"/>
                  </a:lnTo>
                  <a:lnTo>
                    <a:pt x="226811" y="233913"/>
                  </a:lnTo>
                  <a:lnTo>
                    <a:pt x="228529" y="232291"/>
                  </a:lnTo>
                  <a:lnTo>
                    <a:pt x="230217" y="230639"/>
                  </a:lnTo>
                  <a:lnTo>
                    <a:pt x="231877" y="228957"/>
                  </a:lnTo>
                  <a:lnTo>
                    <a:pt x="233507" y="227247"/>
                  </a:lnTo>
                  <a:lnTo>
                    <a:pt x="235106" y="225509"/>
                  </a:lnTo>
                  <a:lnTo>
                    <a:pt x="236675" y="223743"/>
                  </a:lnTo>
                  <a:lnTo>
                    <a:pt x="238213" y="221949"/>
                  </a:lnTo>
                  <a:lnTo>
                    <a:pt x="239719" y="220129"/>
                  </a:lnTo>
                  <a:lnTo>
                    <a:pt x="241193" y="218283"/>
                  </a:lnTo>
                  <a:lnTo>
                    <a:pt x="242635" y="216411"/>
                  </a:lnTo>
                  <a:lnTo>
                    <a:pt x="244044" y="214515"/>
                  </a:lnTo>
                  <a:lnTo>
                    <a:pt x="245419" y="212594"/>
                  </a:lnTo>
                  <a:lnTo>
                    <a:pt x="246760" y="210649"/>
                  </a:lnTo>
                  <a:lnTo>
                    <a:pt x="248067" y="208681"/>
                  </a:lnTo>
                  <a:lnTo>
                    <a:pt x="249340" y="206691"/>
                  </a:lnTo>
                  <a:lnTo>
                    <a:pt x="250577" y="204678"/>
                  </a:lnTo>
                  <a:lnTo>
                    <a:pt x="251779" y="202645"/>
                  </a:lnTo>
                  <a:lnTo>
                    <a:pt x="252946" y="200590"/>
                  </a:lnTo>
                  <a:lnTo>
                    <a:pt x="254076" y="198516"/>
                  </a:lnTo>
                  <a:lnTo>
                    <a:pt x="255169" y="196421"/>
                  </a:lnTo>
                  <a:lnTo>
                    <a:pt x="256226" y="194309"/>
                  </a:lnTo>
                  <a:lnTo>
                    <a:pt x="257246" y="192178"/>
                  </a:lnTo>
                  <a:lnTo>
                    <a:pt x="258228" y="190029"/>
                  </a:lnTo>
                  <a:lnTo>
                    <a:pt x="259173" y="187864"/>
                  </a:lnTo>
                  <a:lnTo>
                    <a:pt x="260079" y="185682"/>
                  </a:lnTo>
                  <a:lnTo>
                    <a:pt x="260947" y="183485"/>
                  </a:lnTo>
                  <a:lnTo>
                    <a:pt x="261777" y="181273"/>
                  </a:lnTo>
                  <a:lnTo>
                    <a:pt x="262568" y="179047"/>
                  </a:lnTo>
                  <a:lnTo>
                    <a:pt x="263319" y="176807"/>
                  </a:lnTo>
                  <a:lnTo>
                    <a:pt x="264031" y="174554"/>
                  </a:lnTo>
                  <a:lnTo>
                    <a:pt x="264704" y="172290"/>
                  </a:lnTo>
                  <a:lnTo>
                    <a:pt x="265337" y="170014"/>
                  </a:lnTo>
                  <a:lnTo>
                    <a:pt x="265930" y="167727"/>
                  </a:lnTo>
                  <a:lnTo>
                    <a:pt x="266483" y="165430"/>
                  </a:lnTo>
                  <a:lnTo>
                    <a:pt x="266996" y="163124"/>
                  </a:lnTo>
                  <a:lnTo>
                    <a:pt x="267468" y="160809"/>
                  </a:lnTo>
                  <a:lnTo>
                    <a:pt x="267900" y="158487"/>
                  </a:lnTo>
                  <a:lnTo>
                    <a:pt x="268291" y="156157"/>
                  </a:lnTo>
                  <a:lnTo>
                    <a:pt x="268641" y="153820"/>
                  </a:lnTo>
                  <a:lnTo>
                    <a:pt x="268951" y="151478"/>
                  </a:lnTo>
                  <a:lnTo>
                    <a:pt x="269219" y="149131"/>
                  </a:lnTo>
                  <a:lnTo>
                    <a:pt x="269446" y="146779"/>
                  </a:lnTo>
                  <a:lnTo>
                    <a:pt x="269632" y="144424"/>
                  </a:lnTo>
                  <a:lnTo>
                    <a:pt x="269776" y="142066"/>
                  </a:lnTo>
                  <a:lnTo>
                    <a:pt x="269880" y="139706"/>
                  </a:lnTo>
                  <a:lnTo>
                    <a:pt x="269942" y="137345"/>
                  </a:lnTo>
                  <a:lnTo>
                    <a:pt x="269962" y="134982"/>
                  </a:lnTo>
                </a:path>
              </a:pathLst>
            </a:custGeom>
            <a:ln w="13550" cap="flat">
              <a:solidFill>
                <a:srgbClr val="7FC5D8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243" name="pl243"/>
            <p:cNvSpPr/>
            <p:nvPr/>
          </p:nvSpPr>
          <p:spPr>
            <a:xfrm>
              <a:off x="1324976" y="1969152"/>
              <a:ext cx="490841" cy="490846"/>
            </a:xfrm>
            <a:custGeom>
              <a:avLst/>
              <a:pathLst>
                <a:path w="490841" h="490846">
                  <a:moveTo>
                    <a:pt x="490841" y="245423"/>
                  </a:moveTo>
                  <a:lnTo>
                    <a:pt x="490803" y="241127"/>
                  </a:lnTo>
                  <a:lnTo>
                    <a:pt x="490691" y="236833"/>
                  </a:lnTo>
                  <a:lnTo>
                    <a:pt x="490503" y="232542"/>
                  </a:lnTo>
                  <a:lnTo>
                    <a:pt x="490240" y="228255"/>
                  </a:lnTo>
                  <a:lnTo>
                    <a:pt x="489902" y="223973"/>
                  </a:lnTo>
                  <a:lnTo>
                    <a:pt x="489489" y="219697"/>
                  </a:lnTo>
                  <a:lnTo>
                    <a:pt x="489001" y="215430"/>
                  </a:lnTo>
                  <a:lnTo>
                    <a:pt x="488439" y="211171"/>
                  </a:lnTo>
                  <a:lnTo>
                    <a:pt x="487803" y="206924"/>
                  </a:lnTo>
                  <a:lnTo>
                    <a:pt x="487092" y="202687"/>
                  </a:lnTo>
                  <a:lnTo>
                    <a:pt x="486307" y="198464"/>
                  </a:lnTo>
                  <a:lnTo>
                    <a:pt x="485448" y="194256"/>
                  </a:lnTo>
                  <a:lnTo>
                    <a:pt x="484516" y="190063"/>
                  </a:lnTo>
                  <a:lnTo>
                    <a:pt x="483510" y="185887"/>
                  </a:lnTo>
                  <a:lnTo>
                    <a:pt x="482432" y="181729"/>
                  </a:lnTo>
                  <a:lnTo>
                    <a:pt x="481281" y="177591"/>
                  </a:lnTo>
                  <a:lnTo>
                    <a:pt x="480058" y="173473"/>
                  </a:lnTo>
                  <a:lnTo>
                    <a:pt x="478762" y="169378"/>
                  </a:lnTo>
                  <a:lnTo>
                    <a:pt x="477396" y="165306"/>
                  </a:lnTo>
                  <a:lnTo>
                    <a:pt x="475958" y="161258"/>
                  </a:lnTo>
                  <a:lnTo>
                    <a:pt x="474450" y="157236"/>
                  </a:lnTo>
                  <a:lnTo>
                    <a:pt x="472872" y="153241"/>
                  </a:lnTo>
                  <a:lnTo>
                    <a:pt x="471223" y="149275"/>
                  </a:lnTo>
                  <a:lnTo>
                    <a:pt x="469506" y="145338"/>
                  </a:lnTo>
                  <a:lnTo>
                    <a:pt x="467720" y="141431"/>
                  </a:lnTo>
                  <a:lnTo>
                    <a:pt x="465866" y="137556"/>
                  </a:lnTo>
                  <a:lnTo>
                    <a:pt x="463945" y="133715"/>
                  </a:lnTo>
                  <a:lnTo>
                    <a:pt x="461956" y="129907"/>
                  </a:lnTo>
                  <a:lnTo>
                    <a:pt x="459901" y="126135"/>
                  </a:lnTo>
                  <a:lnTo>
                    <a:pt x="457781" y="122400"/>
                  </a:lnTo>
                  <a:lnTo>
                    <a:pt x="455595" y="118702"/>
                  </a:lnTo>
                  <a:lnTo>
                    <a:pt x="453345" y="115043"/>
                  </a:lnTo>
                  <a:lnTo>
                    <a:pt x="451032" y="111424"/>
                  </a:lnTo>
                  <a:lnTo>
                    <a:pt x="448655" y="107846"/>
                  </a:lnTo>
                  <a:lnTo>
                    <a:pt x="446216" y="104310"/>
                  </a:lnTo>
                  <a:lnTo>
                    <a:pt x="443716" y="100818"/>
                  </a:lnTo>
                  <a:lnTo>
                    <a:pt x="441155" y="97370"/>
                  </a:lnTo>
                  <a:lnTo>
                    <a:pt x="438534" y="93967"/>
                  </a:lnTo>
                  <a:lnTo>
                    <a:pt x="435854" y="90610"/>
                  </a:lnTo>
                  <a:lnTo>
                    <a:pt x="433115" y="87301"/>
                  </a:lnTo>
                  <a:lnTo>
                    <a:pt x="430319" y="84040"/>
                  </a:lnTo>
                  <a:lnTo>
                    <a:pt x="427466" y="80829"/>
                  </a:lnTo>
                  <a:lnTo>
                    <a:pt x="424558" y="77668"/>
                  </a:lnTo>
                  <a:lnTo>
                    <a:pt x="421595" y="74558"/>
                  </a:lnTo>
                  <a:lnTo>
                    <a:pt x="418577" y="71501"/>
                  </a:lnTo>
                  <a:lnTo>
                    <a:pt x="415507" y="68497"/>
                  </a:lnTo>
                  <a:lnTo>
                    <a:pt x="412385" y="65548"/>
                  </a:lnTo>
                  <a:lnTo>
                    <a:pt x="409211" y="62653"/>
                  </a:lnTo>
                  <a:lnTo>
                    <a:pt x="405987" y="59815"/>
                  </a:lnTo>
                  <a:lnTo>
                    <a:pt x="402714" y="57033"/>
                  </a:lnTo>
                  <a:lnTo>
                    <a:pt x="399393" y="54309"/>
                  </a:lnTo>
                  <a:lnTo>
                    <a:pt x="396025" y="51643"/>
                  </a:lnTo>
                  <a:lnTo>
                    <a:pt x="392611" y="49037"/>
                  </a:lnTo>
                  <a:lnTo>
                    <a:pt x="389151" y="46491"/>
                  </a:lnTo>
                  <a:lnTo>
                    <a:pt x="385648" y="44006"/>
                  </a:lnTo>
                  <a:lnTo>
                    <a:pt x="382101" y="41583"/>
                  </a:lnTo>
                  <a:lnTo>
                    <a:pt x="378513" y="39222"/>
                  </a:lnTo>
                  <a:lnTo>
                    <a:pt x="374884" y="36924"/>
                  </a:lnTo>
                  <a:lnTo>
                    <a:pt x="371215" y="34690"/>
                  </a:lnTo>
                  <a:lnTo>
                    <a:pt x="367508" y="32521"/>
                  </a:lnTo>
                  <a:lnTo>
                    <a:pt x="363763" y="30417"/>
                  </a:lnTo>
                  <a:lnTo>
                    <a:pt x="359982" y="28378"/>
                  </a:lnTo>
                  <a:lnTo>
                    <a:pt x="356166" y="26407"/>
                  </a:lnTo>
                  <a:lnTo>
                    <a:pt x="352316" y="24502"/>
                  </a:lnTo>
                  <a:lnTo>
                    <a:pt x="348433" y="22665"/>
                  </a:lnTo>
                  <a:lnTo>
                    <a:pt x="344519" y="20896"/>
                  </a:lnTo>
                  <a:lnTo>
                    <a:pt x="340574" y="19196"/>
                  </a:lnTo>
                  <a:lnTo>
                    <a:pt x="336601" y="17565"/>
                  </a:lnTo>
                  <a:lnTo>
                    <a:pt x="332599" y="16004"/>
                  </a:lnTo>
                  <a:lnTo>
                    <a:pt x="328571" y="14514"/>
                  </a:lnTo>
                  <a:lnTo>
                    <a:pt x="324517" y="13094"/>
                  </a:lnTo>
                  <a:lnTo>
                    <a:pt x="320439" y="11745"/>
                  </a:lnTo>
                  <a:lnTo>
                    <a:pt x="316338" y="10468"/>
                  </a:lnTo>
                  <a:lnTo>
                    <a:pt x="312215" y="9263"/>
                  </a:lnTo>
                  <a:lnTo>
                    <a:pt x="308071" y="8130"/>
                  </a:lnTo>
                  <a:lnTo>
                    <a:pt x="303909" y="7070"/>
                  </a:lnTo>
                  <a:lnTo>
                    <a:pt x="299729" y="6082"/>
                  </a:lnTo>
                  <a:lnTo>
                    <a:pt x="295532" y="5169"/>
                  </a:lnTo>
                  <a:lnTo>
                    <a:pt x="291319" y="4328"/>
                  </a:lnTo>
                  <a:lnTo>
                    <a:pt x="287093" y="3562"/>
                  </a:lnTo>
                  <a:lnTo>
                    <a:pt x="282854" y="2869"/>
                  </a:lnTo>
                  <a:lnTo>
                    <a:pt x="278603" y="2251"/>
                  </a:lnTo>
                  <a:lnTo>
                    <a:pt x="274342" y="1708"/>
                  </a:lnTo>
                  <a:lnTo>
                    <a:pt x="270072" y="1239"/>
                  </a:lnTo>
                  <a:lnTo>
                    <a:pt x="265795" y="845"/>
                  </a:lnTo>
                  <a:lnTo>
                    <a:pt x="261512" y="526"/>
                  </a:lnTo>
                  <a:lnTo>
                    <a:pt x="257223" y="281"/>
                  </a:lnTo>
                  <a:lnTo>
                    <a:pt x="252931" y="112"/>
                  </a:lnTo>
                  <a:lnTo>
                    <a:pt x="248637" y="18"/>
                  </a:lnTo>
                  <a:lnTo>
                    <a:pt x="244342" y="0"/>
                  </a:lnTo>
                  <a:lnTo>
                    <a:pt x="240047" y="56"/>
                  </a:lnTo>
                  <a:lnTo>
                    <a:pt x="235753" y="187"/>
                  </a:lnTo>
                  <a:lnTo>
                    <a:pt x="231463" y="394"/>
                  </a:lnTo>
                  <a:lnTo>
                    <a:pt x="227177" y="676"/>
                  </a:lnTo>
                  <a:lnTo>
                    <a:pt x="222896" y="1032"/>
                  </a:lnTo>
                  <a:lnTo>
                    <a:pt x="218623" y="1464"/>
                  </a:lnTo>
                  <a:lnTo>
                    <a:pt x="214357" y="1970"/>
                  </a:lnTo>
                  <a:lnTo>
                    <a:pt x="210101" y="2551"/>
                  </a:lnTo>
                  <a:lnTo>
                    <a:pt x="205856" y="3206"/>
                  </a:lnTo>
                  <a:lnTo>
                    <a:pt x="201623" y="3936"/>
                  </a:lnTo>
                  <a:lnTo>
                    <a:pt x="197404" y="4739"/>
                  </a:lnTo>
                  <a:lnTo>
                    <a:pt x="193199" y="5616"/>
                  </a:lnTo>
                  <a:lnTo>
                    <a:pt x="189010" y="6567"/>
                  </a:lnTo>
                  <a:lnTo>
                    <a:pt x="184838" y="7591"/>
                  </a:lnTo>
                  <a:lnTo>
                    <a:pt x="180685" y="8687"/>
                  </a:lnTo>
                  <a:lnTo>
                    <a:pt x="176552" y="9856"/>
                  </a:lnTo>
                  <a:lnTo>
                    <a:pt x="172440" y="11098"/>
                  </a:lnTo>
                  <a:lnTo>
                    <a:pt x="168350" y="12411"/>
                  </a:lnTo>
                  <a:lnTo>
                    <a:pt x="164284" y="13795"/>
                  </a:lnTo>
                  <a:lnTo>
                    <a:pt x="160243" y="15250"/>
                  </a:lnTo>
                  <a:lnTo>
                    <a:pt x="156228" y="16776"/>
                  </a:lnTo>
                  <a:lnTo>
                    <a:pt x="152240" y="18372"/>
                  </a:lnTo>
                  <a:lnTo>
                    <a:pt x="148281" y="20038"/>
                  </a:lnTo>
                  <a:lnTo>
                    <a:pt x="144351" y="21772"/>
                  </a:lnTo>
                  <a:lnTo>
                    <a:pt x="140452" y="23575"/>
                  </a:lnTo>
                  <a:lnTo>
                    <a:pt x="136586" y="25446"/>
                  </a:lnTo>
                  <a:lnTo>
                    <a:pt x="132753" y="27384"/>
                  </a:lnTo>
                  <a:lnTo>
                    <a:pt x="128954" y="29389"/>
                  </a:lnTo>
                  <a:lnTo>
                    <a:pt x="125191" y="31461"/>
                  </a:lnTo>
                  <a:lnTo>
                    <a:pt x="121465" y="33597"/>
                  </a:lnTo>
                  <a:lnTo>
                    <a:pt x="117777" y="35799"/>
                  </a:lnTo>
                  <a:lnTo>
                    <a:pt x="114128" y="38065"/>
                  </a:lnTo>
                  <a:lnTo>
                    <a:pt x="110519" y="40394"/>
                  </a:lnTo>
                  <a:lnTo>
                    <a:pt x="106951" y="42787"/>
                  </a:lnTo>
                  <a:lnTo>
                    <a:pt x="103426" y="45241"/>
                  </a:lnTo>
                  <a:lnTo>
                    <a:pt x="99945" y="47757"/>
                  </a:lnTo>
                  <a:lnTo>
                    <a:pt x="96507" y="50333"/>
                  </a:lnTo>
                  <a:lnTo>
                    <a:pt x="93116" y="52969"/>
                  </a:lnTo>
                  <a:lnTo>
                    <a:pt x="89771" y="55664"/>
                  </a:lnTo>
                  <a:lnTo>
                    <a:pt x="86474" y="58417"/>
                  </a:lnTo>
                  <a:lnTo>
                    <a:pt x="83226" y="61227"/>
                  </a:lnTo>
                  <a:lnTo>
                    <a:pt x="80027" y="64094"/>
                  </a:lnTo>
                  <a:lnTo>
                    <a:pt x="76879" y="67016"/>
                  </a:lnTo>
                  <a:lnTo>
                    <a:pt x="73782" y="69993"/>
                  </a:lnTo>
                  <a:lnTo>
                    <a:pt x="70738" y="73023"/>
                  </a:lnTo>
                  <a:lnTo>
                    <a:pt x="67748" y="76107"/>
                  </a:lnTo>
                  <a:lnTo>
                    <a:pt x="64812" y="79242"/>
                  </a:lnTo>
                  <a:lnTo>
                    <a:pt x="61931" y="82428"/>
                  </a:lnTo>
                  <a:lnTo>
                    <a:pt x="59107" y="85664"/>
                  </a:lnTo>
                  <a:lnTo>
                    <a:pt x="56339" y="88949"/>
                  </a:lnTo>
                  <a:lnTo>
                    <a:pt x="53630" y="92282"/>
                  </a:lnTo>
                  <a:lnTo>
                    <a:pt x="50979" y="95662"/>
                  </a:lnTo>
                  <a:lnTo>
                    <a:pt x="48388" y="99088"/>
                  </a:lnTo>
                  <a:lnTo>
                    <a:pt x="45857" y="102559"/>
                  </a:lnTo>
                  <a:lnTo>
                    <a:pt x="43387" y="106073"/>
                  </a:lnTo>
                  <a:lnTo>
                    <a:pt x="40980" y="109630"/>
                  </a:lnTo>
                  <a:lnTo>
                    <a:pt x="38634" y="113229"/>
                  </a:lnTo>
                  <a:lnTo>
                    <a:pt x="36353" y="116868"/>
                  </a:lnTo>
                  <a:lnTo>
                    <a:pt x="34135" y="120546"/>
                  </a:lnTo>
                  <a:lnTo>
                    <a:pt x="31982" y="124263"/>
                  </a:lnTo>
                  <a:lnTo>
                    <a:pt x="29894" y="128017"/>
                  </a:lnTo>
                  <a:lnTo>
                    <a:pt x="27872" y="131807"/>
                  </a:lnTo>
                  <a:lnTo>
                    <a:pt x="25917" y="135631"/>
                  </a:lnTo>
                  <a:lnTo>
                    <a:pt x="24029" y="139490"/>
                  </a:lnTo>
                  <a:lnTo>
                    <a:pt x="22209" y="143380"/>
                  </a:lnTo>
                  <a:lnTo>
                    <a:pt x="20458" y="147302"/>
                  </a:lnTo>
                  <a:lnTo>
                    <a:pt x="18775" y="151254"/>
                  </a:lnTo>
                  <a:lnTo>
                    <a:pt x="17162" y="155235"/>
                  </a:lnTo>
                  <a:lnTo>
                    <a:pt x="15618" y="159244"/>
                  </a:lnTo>
                  <a:lnTo>
                    <a:pt x="14145" y="163279"/>
                  </a:lnTo>
                  <a:lnTo>
                    <a:pt x="12743" y="167339"/>
                  </a:lnTo>
                  <a:lnTo>
                    <a:pt x="11412" y="171423"/>
                  </a:lnTo>
                  <a:lnTo>
                    <a:pt x="10153" y="175529"/>
                  </a:lnTo>
                  <a:lnTo>
                    <a:pt x="8966" y="179657"/>
                  </a:lnTo>
                  <a:lnTo>
                    <a:pt x="7851" y="183805"/>
                  </a:lnTo>
                  <a:lnTo>
                    <a:pt x="6809" y="187973"/>
                  </a:lnTo>
                  <a:lnTo>
                    <a:pt x="5840" y="192157"/>
                  </a:lnTo>
                  <a:lnTo>
                    <a:pt x="4944" y="196358"/>
                  </a:lnTo>
                  <a:lnTo>
                    <a:pt x="4123" y="200574"/>
                  </a:lnTo>
                  <a:lnTo>
                    <a:pt x="3375" y="204804"/>
                  </a:lnTo>
                  <a:lnTo>
                    <a:pt x="2701" y="209046"/>
                  </a:lnTo>
                  <a:lnTo>
                    <a:pt x="2101" y="213299"/>
                  </a:lnTo>
                  <a:lnTo>
                    <a:pt x="1577" y="217563"/>
                  </a:lnTo>
                  <a:lnTo>
                    <a:pt x="1126" y="221834"/>
                  </a:lnTo>
                  <a:lnTo>
                    <a:pt x="751" y="226113"/>
                  </a:lnTo>
                  <a:lnTo>
                    <a:pt x="450" y="230398"/>
                  </a:lnTo>
                  <a:lnTo>
                    <a:pt x="225" y="234687"/>
                  </a:lnTo>
                  <a:lnTo>
                    <a:pt x="75" y="238980"/>
                  </a:lnTo>
                  <a:lnTo>
                    <a:pt x="0" y="243275"/>
                  </a:lnTo>
                  <a:lnTo>
                    <a:pt x="0" y="247570"/>
                  </a:lnTo>
                  <a:lnTo>
                    <a:pt x="75" y="251865"/>
                  </a:lnTo>
                  <a:lnTo>
                    <a:pt x="225" y="256158"/>
                  </a:lnTo>
                  <a:lnTo>
                    <a:pt x="450" y="260447"/>
                  </a:lnTo>
                  <a:lnTo>
                    <a:pt x="751" y="264732"/>
                  </a:lnTo>
                  <a:lnTo>
                    <a:pt x="1126" y="269011"/>
                  </a:lnTo>
                  <a:lnTo>
                    <a:pt x="1577" y="273283"/>
                  </a:lnTo>
                  <a:lnTo>
                    <a:pt x="2101" y="277546"/>
                  </a:lnTo>
                  <a:lnTo>
                    <a:pt x="2701" y="281799"/>
                  </a:lnTo>
                  <a:lnTo>
                    <a:pt x="3375" y="286041"/>
                  </a:lnTo>
                  <a:lnTo>
                    <a:pt x="4123" y="290271"/>
                  </a:lnTo>
                  <a:lnTo>
                    <a:pt x="4944" y="294487"/>
                  </a:lnTo>
                  <a:lnTo>
                    <a:pt x="5840" y="298688"/>
                  </a:lnTo>
                  <a:lnTo>
                    <a:pt x="6809" y="302873"/>
                  </a:lnTo>
                  <a:lnTo>
                    <a:pt x="7851" y="307040"/>
                  </a:lnTo>
                  <a:lnTo>
                    <a:pt x="8966" y="311188"/>
                  </a:lnTo>
                  <a:lnTo>
                    <a:pt x="10153" y="315316"/>
                  </a:lnTo>
                  <a:lnTo>
                    <a:pt x="11412" y="319423"/>
                  </a:lnTo>
                  <a:lnTo>
                    <a:pt x="12743" y="323506"/>
                  </a:lnTo>
                  <a:lnTo>
                    <a:pt x="14145" y="327567"/>
                  </a:lnTo>
                  <a:lnTo>
                    <a:pt x="15618" y="331601"/>
                  </a:lnTo>
                  <a:lnTo>
                    <a:pt x="17162" y="335610"/>
                  </a:lnTo>
                  <a:lnTo>
                    <a:pt x="18775" y="339591"/>
                  </a:lnTo>
                  <a:lnTo>
                    <a:pt x="20458" y="343543"/>
                  </a:lnTo>
                  <a:lnTo>
                    <a:pt x="22209" y="347465"/>
                  </a:lnTo>
                  <a:lnTo>
                    <a:pt x="24029" y="351355"/>
                  </a:lnTo>
                  <a:lnTo>
                    <a:pt x="25917" y="355214"/>
                  </a:lnTo>
                  <a:lnTo>
                    <a:pt x="27872" y="359038"/>
                  </a:lnTo>
                  <a:lnTo>
                    <a:pt x="29894" y="362828"/>
                  </a:lnTo>
                  <a:lnTo>
                    <a:pt x="31982" y="366582"/>
                  </a:lnTo>
                  <a:lnTo>
                    <a:pt x="34135" y="370299"/>
                  </a:lnTo>
                  <a:lnTo>
                    <a:pt x="36353" y="373977"/>
                  </a:lnTo>
                  <a:lnTo>
                    <a:pt x="38634" y="377616"/>
                  </a:lnTo>
                  <a:lnTo>
                    <a:pt x="40980" y="381215"/>
                  </a:lnTo>
                  <a:lnTo>
                    <a:pt x="43387" y="384772"/>
                  </a:lnTo>
                  <a:lnTo>
                    <a:pt x="45857" y="388286"/>
                  </a:lnTo>
                  <a:lnTo>
                    <a:pt x="48388" y="391757"/>
                  </a:lnTo>
                  <a:lnTo>
                    <a:pt x="50979" y="395183"/>
                  </a:lnTo>
                  <a:lnTo>
                    <a:pt x="53630" y="398563"/>
                  </a:lnTo>
                  <a:lnTo>
                    <a:pt x="56339" y="401896"/>
                  </a:lnTo>
                  <a:lnTo>
                    <a:pt x="59107" y="405181"/>
                  </a:lnTo>
                  <a:lnTo>
                    <a:pt x="61931" y="408417"/>
                  </a:lnTo>
                  <a:lnTo>
                    <a:pt x="64812" y="411603"/>
                  </a:lnTo>
                  <a:lnTo>
                    <a:pt x="67748" y="414738"/>
                  </a:lnTo>
                  <a:lnTo>
                    <a:pt x="70738" y="417822"/>
                  </a:lnTo>
                  <a:lnTo>
                    <a:pt x="73782" y="420852"/>
                  </a:lnTo>
                  <a:lnTo>
                    <a:pt x="76879" y="423829"/>
                  </a:lnTo>
                  <a:lnTo>
                    <a:pt x="80027" y="426752"/>
                  </a:lnTo>
                  <a:lnTo>
                    <a:pt x="83226" y="429618"/>
                  </a:lnTo>
                  <a:lnTo>
                    <a:pt x="86474" y="432429"/>
                  </a:lnTo>
                  <a:lnTo>
                    <a:pt x="89771" y="435182"/>
                  </a:lnTo>
                  <a:lnTo>
                    <a:pt x="93116" y="437876"/>
                  </a:lnTo>
                  <a:lnTo>
                    <a:pt x="96507" y="440512"/>
                  </a:lnTo>
                  <a:lnTo>
                    <a:pt x="99945" y="443088"/>
                  </a:lnTo>
                  <a:lnTo>
                    <a:pt x="103426" y="445604"/>
                  </a:lnTo>
                  <a:lnTo>
                    <a:pt x="106951" y="448058"/>
                  </a:lnTo>
                  <a:lnTo>
                    <a:pt x="110519" y="450451"/>
                  </a:lnTo>
                  <a:lnTo>
                    <a:pt x="114128" y="452780"/>
                  </a:lnTo>
                  <a:lnTo>
                    <a:pt x="117777" y="455046"/>
                  </a:lnTo>
                  <a:lnTo>
                    <a:pt x="121465" y="457248"/>
                  </a:lnTo>
                  <a:lnTo>
                    <a:pt x="125191" y="459385"/>
                  </a:lnTo>
                  <a:lnTo>
                    <a:pt x="128954" y="461456"/>
                  </a:lnTo>
                  <a:lnTo>
                    <a:pt x="132753" y="463461"/>
                  </a:lnTo>
                  <a:lnTo>
                    <a:pt x="136586" y="465399"/>
                  </a:lnTo>
                  <a:lnTo>
                    <a:pt x="140452" y="467270"/>
                  </a:lnTo>
                  <a:lnTo>
                    <a:pt x="144351" y="469073"/>
                  </a:lnTo>
                  <a:lnTo>
                    <a:pt x="148281" y="470808"/>
                  </a:lnTo>
                  <a:lnTo>
                    <a:pt x="152240" y="472473"/>
                  </a:lnTo>
                  <a:lnTo>
                    <a:pt x="156228" y="474069"/>
                  </a:lnTo>
                  <a:lnTo>
                    <a:pt x="160243" y="475595"/>
                  </a:lnTo>
                  <a:lnTo>
                    <a:pt x="164284" y="477050"/>
                  </a:lnTo>
                  <a:lnTo>
                    <a:pt x="168350" y="478435"/>
                  </a:lnTo>
                  <a:lnTo>
                    <a:pt x="172440" y="479748"/>
                  </a:lnTo>
                  <a:lnTo>
                    <a:pt x="176552" y="480989"/>
                  </a:lnTo>
                  <a:lnTo>
                    <a:pt x="180685" y="482158"/>
                  </a:lnTo>
                  <a:lnTo>
                    <a:pt x="184838" y="483255"/>
                  </a:lnTo>
                  <a:lnTo>
                    <a:pt x="189010" y="484278"/>
                  </a:lnTo>
                  <a:lnTo>
                    <a:pt x="193199" y="485229"/>
                  </a:lnTo>
                  <a:lnTo>
                    <a:pt x="197404" y="486106"/>
                  </a:lnTo>
                  <a:lnTo>
                    <a:pt x="201623" y="486909"/>
                  </a:lnTo>
                  <a:lnTo>
                    <a:pt x="205856" y="487639"/>
                  </a:lnTo>
                  <a:lnTo>
                    <a:pt x="210101" y="488294"/>
                  </a:lnTo>
                  <a:lnTo>
                    <a:pt x="214357" y="488875"/>
                  </a:lnTo>
                  <a:lnTo>
                    <a:pt x="218623" y="489381"/>
                  </a:lnTo>
                  <a:lnTo>
                    <a:pt x="222896" y="489813"/>
                  </a:lnTo>
                  <a:lnTo>
                    <a:pt x="227177" y="490169"/>
                  </a:lnTo>
                  <a:lnTo>
                    <a:pt x="231463" y="490451"/>
                  </a:lnTo>
                  <a:lnTo>
                    <a:pt x="235753" y="490658"/>
                  </a:lnTo>
                  <a:lnTo>
                    <a:pt x="240047" y="490789"/>
                  </a:lnTo>
                  <a:lnTo>
                    <a:pt x="244342" y="490846"/>
                  </a:lnTo>
                  <a:lnTo>
                    <a:pt x="248637" y="490827"/>
                  </a:lnTo>
                  <a:lnTo>
                    <a:pt x="252931" y="490733"/>
                  </a:lnTo>
                  <a:lnTo>
                    <a:pt x="257223" y="490564"/>
                  </a:lnTo>
                  <a:lnTo>
                    <a:pt x="261512" y="490320"/>
                  </a:lnTo>
                  <a:lnTo>
                    <a:pt x="265795" y="490000"/>
                  </a:lnTo>
                  <a:lnTo>
                    <a:pt x="270072" y="489606"/>
                  </a:lnTo>
                  <a:lnTo>
                    <a:pt x="274342" y="489137"/>
                  </a:lnTo>
                  <a:lnTo>
                    <a:pt x="278603" y="488594"/>
                  </a:lnTo>
                  <a:lnTo>
                    <a:pt x="282854" y="487976"/>
                  </a:lnTo>
                  <a:lnTo>
                    <a:pt x="287093" y="487283"/>
                  </a:lnTo>
                  <a:lnTo>
                    <a:pt x="291319" y="486517"/>
                  </a:lnTo>
                  <a:lnTo>
                    <a:pt x="295532" y="485677"/>
                  </a:lnTo>
                  <a:lnTo>
                    <a:pt x="299729" y="484763"/>
                  </a:lnTo>
                  <a:lnTo>
                    <a:pt x="303909" y="483776"/>
                  </a:lnTo>
                  <a:lnTo>
                    <a:pt x="308071" y="482715"/>
                  </a:lnTo>
                  <a:lnTo>
                    <a:pt x="312215" y="481582"/>
                  </a:lnTo>
                  <a:lnTo>
                    <a:pt x="316338" y="480377"/>
                  </a:lnTo>
                  <a:lnTo>
                    <a:pt x="320439" y="479100"/>
                  </a:lnTo>
                  <a:lnTo>
                    <a:pt x="324517" y="477751"/>
                  </a:lnTo>
                  <a:lnTo>
                    <a:pt x="328571" y="476331"/>
                  </a:lnTo>
                  <a:lnTo>
                    <a:pt x="332599" y="474841"/>
                  </a:lnTo>
                  <a:lnTo>
                    <a:pt x="336601" y="473280"/>
                  </a:lnTo>
                  <a:lnTo>
                    <a:pt x="340574" y="471649"/>
                  </a:lnTo>
                  <a:lnTo>
                    <a:pt x="344519" y="469949"/>
                  </a:lnTo>
                  <a:lnTo>
                    <a:pt x="348433" y="468180"/>
                  </a:lnTo>
                  <a:lnTo>
                    <a:pt x="352316" y="466343"/>
                  </a:lnTo>
                  <a:lnTo>
                    <a:pt x="356166" y="464438"/>
                  </a:lnTo>
                  <a:lnTo>
                    <a:pt x="359982" y="462467"/>
                  </a:lnTo>
                  <a:lnTo>
                    <a:pt x="363763" y="460428"/>
                  </a:lnTo>
                  <a:lnTo>
                    <a:pt x="367508" y="458324"/>
                  </a:lnTo>
                  <a:lnTo>
                    <a:pt x="371215" y="456155"/>
                  </a:lnTo>
                  <a:lnTo>
                    <a:pt x="374884" y="453921"/>
                  </a:lnTo>
                  <a:lnTo>
                    <a:pt x="378513" y="451623"/>
                  </a:lnTo>
                  <a:lnTo>
                    <a:pt x="382101" y="449262"/>
                  </a:lnTo>
                  <a:lnTo>
                    <a:pt x="385648" y="446839"/>
                  </a:lnTo>
                  <a:lnTo>
                    <a:pt x="389151" y="444354"/>
                  </a:lnTo>
                  <a:lnTo>
                    <a:pt x="392611" y="441808"/>
                  </a:lnTo>
                  <a:lnTo>
                    <a:pt x="396025" y="439202"/>
                  </a:lnTo>
                  <a:lnTo>
                    <a:pt x="399393" y="436536"/>
                  </a:lnTo>
                  <a:lnTo>
                    <a:pt x="402714" y="433812"/>
                  </a:lnTo>
                  <a:lnTo>
                    <a:pt x="405987" y="431031"/>
                  </a:lnTo>
                  <a:lnTo>
                    <a:pt x="409211" y="428192"/>
                  </a:lnTo>
                  <a:lnTo>
                    <a:pt x="412385" y="425297"/>
                  </a:lnTo>
                  <a:lnTo>
                    <a:pt x="415507" y="422348"/>
                  </a:lnTo>
                  <a:lnTo>
                    <a:pt x="418577" y="419344"/>
                  </a:lnTo>
                  <a:lnTo>
                    <a:pt x="421595" y="416287"/>
                  </a:lnTo>
                  <a:lnTo>
                    <a:pt x="424558" y="413177"/>
                  </a:lnTo>
                  <a:lnTo>
                    <a:pt x="427466" y="410016"/>
                  </a:lnTo>
                  <a:lnTo>
                    <a:pt x="430319" y="406805"/>
                  </a:lnTo>
                  <a:lnTo>
                    <a:pt x="433115" y="403544"/>
                  </a:lnTo>
                  <a:lnTo>
                    <a:pt x="435854" y="400235"/>
                  </a:lnTo>
                  <a:lnTo>
                    <a:pt x="438534" y="396879"/>
                  </a:lnTo>
                  <a:lnTo>
                    <a:pt x="441155" y="393476"/>
                  </a:lnTo>
                  <a:lnTo>
                    <a:pt x="443716" y="390027"/>
                  </a:lnTo>
                  <a:lnTo>
                    <a:pt x="446216" y="386535"/>
                  </a:lnTo>
                  <a:lnTo>
                    <a:pt x="448655" y="382999"/>
                  </a:lnTo>
                  <a:lnTo>
                    <a:pt x="451032" y="379421"/>
                  </a:lnTo>
                  <a:lnTo>
                    <a:pt x="453345" y="375802"/>
                  </a:lnTo>
                  <a:lnTo>
                    <a:pt x="455595" y="372143"/>
                  </a:lnTo>
                  <a:lnTo>
                    <a:pt x="457781" y="368445"/>
                  </a:lnTo>
                  <a:lnTo>
                    <a:pt x="459901" y="364710"/>
                  </a:lnTo>
                  <a:lnTo>
                    <a:pt x="461956" y="360938"/>
                  </a:lnTo>
                  <a:lnTo>
                    <a:pt x="463945" y="357130"/>
                  </a:lnTo>
                  <a:lnTo>
                    <a:pt x="465866" y="353289"/>
                  </a:lnTo>
                  <a:lnTo>
                    <a:pt x="467720" y="349414"/>
                  </a:lnTo>
                  <a:lnTo>
                    <a:pt x="469506" y="345508"/>
                  </a:lnTo>
                  <a:lnTo>
                    <a:pt x="471223" y="341570"/>
                  </a:lnTo>
                  <a:lnTo>
                    <a:pt x="472872" y="337604"/>
                  </a:lnTo>
                  <a:lnTo>
                    <a:pt x="474450" y="333609"/>
                  </a:lnTo>
                  <a:lnTo>
                    <a:pt x="475958" y="329587"/>
                  </a:lnTo>
                  <a:lnTo>
                    <a:pt x="477396" y="325540"/>
                  </a:lnTo>
                  <a:lnTo>
                    <a:pt x="478762" y="321467"/>
                  </a:lnTo>
                  <a:lnTo>
                    <a:pt x="480058" y="317372"/>
                  </a:lnTo>
                  <a:lnTo>
                    <a:pt x="481281" y="313254"/>
                  </a:lnTo>
                  <a:lnTo>
                    <a:pt x="482432" y="309116"/>
                  </a:lnTo>
                  <a:lnTo>
                    <a:pt x="483510" y="304958"/>
                  </a:lnTo>
                  <a:lnTo>
                    <a:pt x="484516" y="300782"/>
                  </a:lnTo>
                  <a:lnTo>
                    <a:pt x="485448" y="296589"/>
                  </a:lnTo>
                  <a:lnTo>
                    <a:pt x="486307" y="292381"/>
                  </a:lnTo>
                  <a:lnTo>
                    <a:pt x="487092" y="288158"/>
                  </a:lnTo>
                  <a:lnTo>
                    <a:pt x="487803" y="283922"/>
                  </a:lnTo>
                  <a:lnTo>
                    <a:pt x="488439" y="279674"/>
                  </a:lnTo>
                  <a:lnTo>
                    <a:pt x="489001" y="275415"/>
                  </a:lnTo>
                  <a:lnTo>
                    <a:pt x="489489" y="271148"/>
                  </a:lnTo>
                  <a:lnTo>
                    <a:pt x="489902" y="266872"/>
                  </a:lnTo>
                  <a:lnTo>
                    <a:pt x="490240" y="262590"/>
                  </a:lnTo>
                  <a:lnTo>
                    <a:pt x="490503" y="258303"/>
                  </a:lnTo>
                  <a:lnTo>
                    <a:pt x="490691" y="254012"/>
                  </a:lnTo>
                  <a:lnTo>
                    <a:pt x="490803" y="249718"/>
                  </a:lnTo>
                  <a:lnTo>
                    <a:pt x="490841" y="245423"/>
                  </a:lnTo>
                </a:path>
              </a:pathLst>
            </a:custGeom>
            <a:ln w="13550" cap="flat">
              <a:solidFill>
                <a:srgbClr val="7FC5D8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244" name="tx244"/>
            <p:cNvSpPr/>
            <p:nvPr/>
          </p:nvSpPr>
          <p:spPr>
            <a:xfrm>
              <a:off x="1437850" y="1891128"/>
              <a:ext cx="265084" cy="800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245" name="tx245"/>
            <p:cNvSpPr/>
            <p:nvPr/>
          </p:nvSpPr>
          <p:spPr>
            <a:xfrm>
              <a:off x="1428746" y="2453542"/>
              <a:ext cx="283292" cy="82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246" name="tx246"/>
            <p:cNvSpPr/>
            <p:nvPr/>
          </p:nvSpPr>
          <p:spPr>
            <a:xfrm>
              <a:off x="1769965" y="1973688"/>
              <a:ext cx="469984" cy="801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247" name="tx247"/>
            <p:cNvSpPr/>
            <p:nvPr/>
          </p:nvSpPr>
          <p:spPr>
            <a:xfrm>
              <a:off x="1852631" y="2173526"/>
              <a:ext cx="216915" cy="79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248" name="tx248"/>
            <p:cNvSpPr/>
            <p:nvPr/>
          </p:nvSpPr>
          <p:spPr>
            <a:xfrm>
              <a:off x="1769965" y="2370876"/>
              <a:ext cx="488193" cy="82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249" name="pg249"/>
            <p:cNvSpPr/>
            <p:nvPr/>
          </p:nvSpPr>
          <p:spPr>
            <a:xfrm>
              <a:off x="1324976" y="1969152"/>
              <a:ext cx="490841" cy="490846"/>
            </a:xfrm>
            <a:custGeom>
              <a:avLst/>
              <a:pathLst>
                <a:path w="490841" h="490846">
                  <a:moveTo>
                    <a:pt x="490841" y="245423"/>
                  </a:moveTo>
                  <a:lnTo>
                    <a:pt x="490803" y="241127"/>
                  </a:lnTo>
                  <a:lnTo>
                    <a:pt x="490691" y="236833"/>
                  </a:lnTo>
                  <a:lnTo>
                    <a:pt x="490503" y="232542"/>
                  </a:lnTo>
                  <a:lnTo>
                    <a:pt x="490240" y="228255"/>
                  </a:lnTo>
                  <a:lnTo>
                    <a:pt x="489902" y="223973"/>
                  </a:lnTo>
                  <a:lnTo>
                    <a:pt x="489489" y="219697"/>
                  </a:lnTo>
                  <a:lnTo>
                    <a:pt x="489001" y="215430"/>
                  </a:lnTo>
                  <a:lnTo>
                    <a:pt x="488439" y="211171"/>
                  </a:lnTo>
                  <a:lnTo>
                    <a:pt x="487803" y="206924"/>
                  </a:lnTo>
                  <a:lnTo>
                    <a:pt x="487092" y="202687"/>
                  </a:lnTo>
                  <a:lnTo>
                    <a:pt x="486307" y="198464"/>
                  </a:lnTo>
                  <a:lnTo>
                    <a:pt x="485448" y="194256"/>
                  </a:lnTo>
                  <a:lnTo>
                    <a:pt x="484516" y="190063"/>
                  </a:lnTo>
                  <a:lnTo>
                    <a:pt x="483510" y="185887"/>
                  </a:lnTo>
                  <a:lnTo>
                    <a:pt x="482432" y="181729"/>
                  </a:lnTo>
                  <a:lnTo>
                    <a:pt x="481281" y="177591"/>
                  </a:lnTo>
                  <a:lnTo>
                    <a:pt x="480058" y="173473"/>
                  </a:lnTo>
                  <a:lnTo>
                    <a:pt x="478762" y="169378"/>
                  </a:lnTo>
                  <a:lnTo>
                    <a:pt x="477396" y="165306"/>
                  </a:lnTo>
                  <a:lnTo>
                    <a:pt x="475958" y="161258"/>
                  </a:lnTo>
                  <a:lnTo>
                    <a:pt x="474450" y="157236"/>
                  </a:lnTo>
                  <a:lnTo>
                    <a:pt x="472872" y="153241"/>
                  </a:lnTo>
                  <a:lnTo>
                    <a:pt x="471223" y="149275"/>
                  </a:lnTo>
                  <a:lnTo>
                    <a:pt x="469506" y="145338"/>
                  </a:lnTo>
                  <a:lnTo>
                    <a:pt x="467720" y="141431"/>
                  </a:lnTo>
                  <a:lnTo>
                    <a:pt x="465866" y="137556"/>
                  </a:lnTo>
                  <a:lnTo>
                    <a:pt x="463945" y="133715"/>
                  </a:lnTo>
                  <a:lnTo>
                    <a:pt x="461956" y="129907"/>
                  </a:lnTo>
                  <a:lnTo>
                    <a:pt x="459901" y="126135"/>
                  </a:lnTo>
                  <a:lnTo>
                    <a:pt x="457781" y="122400"/>
                  </a:lnTo>
                  <a:lnTo>
                    <a:pt x="455595" y="118702"/>
                  </a:lnTo>
                  <a:lnTo>
                    <a:pt x="453345" y="115043"/>
                  </a:lnTo>
                  <a:lnTo>
                    <a:pt x="451032" y="111424"/>
                  </a:lnTo>
                  <a:lnTo>
                    <a:pt x="448655" y="107846"/>
                  </a:lnTo>
                  <a:lnTo>
                    <a:pt x="446216" y="104310"/>
                  </a:lnTo>
                  <a:lnTo>
                    <a:pt x="443716" y="100818"/>
                  </a:lnTo>
                  <a:lnTo>
                    <a:pt x="441155" y="97370"/>
                  </a:lnTo>
                  <a:lnTo>
                    <a:pt x="438534" y="93967"/>
                  </a:lnTo>
                  <a:lnTo>
                    <a:pt x="435854" y="90610"/>
                  </a:lnTo>
                  <a:lnTo>
                    <a:pt x="433115" y="87301"/>
                  </a:lnTo>
                  <a:lnTo>
                    <a:pt x="430319" y="84040"/>
                  </a:lnTo>
                  <a:lnTo>
                    <a:pt x="427466" y="80829"/>
                  </a:lnTo>
                  <a:lnTo>
                    <a:pt x="424558" y="77668"/>
                  </a:lnTo>
                  <a:lnTo>
                    <a:pt x="421595" y="74558"/>
                  </a:lnTo>
                  <a:lnTo>
                    <a:pt x="418577" y="71501"/>
                  </a:lnTo>
                  <a:lnTo>
                    <a:pt x="415507" y="68497"/>
                  </a:lnTo>
                  <a:lnTo>
                    <a:pt x="412385" y="65548"/>
                  </a:lnTo>
                  <a:lnTo>
                    <a:pt x="409211" y="62653"/>
                  </a:lnTo>
                  <a:lnTo>
                    <a:pt x="405987" y="59815"/>
                  </a:lnTo>
                  <a:lnTo>
                    <a:pt x="402714" y="57033"/>
                  </a:lnTo>
                  <a:lnTo>
                    <a:pt x="399393" y="54309"/>
                  </a:lnTo>
                  <a:lnTo>
                    <a:pt x="396025" y="51643"/>
                  </a:lnTo>
                  <a:lnTo>
                    <a:pt x="392611" y="49037"/>
                  </a:lnTo>
                  <a:lnTo>
                    <a:pt x="389151" y="46491"/>
                  </a:lnTo>
                  <a:lnTo>
                    <a:pt x="385648" y="44006"/>
                  </a:lnTo>
                  <a:lnTo>
                    <a:pt x="382101" y="41583"/>
                  </a:lnTo>
                  <a:lnTo>
                    <a:pt x="378513" y="39222"/>
                  </a:lnTo>
                  <a:lnTo>
                    <a:pt x="374884" y="36924"/>
                  </a:lnTo>
                  <a:lnTo>
                    <a:pt x="371215" y="34690"/>
                  </a:lnTo>
                  <a:lnTo>
                    <a:pt x="367508" y="32521"/>
                  </a:lnTo>
                  <a:lnTo>
                    <a:pt x="363763" y="30417"/>
                  </a:lnTo>
                  <a:lnTo>
                    <a:pt x="359982" y="28378"/>
                  </a:lnTo>
                  <a:lnTo>
                    <a:pt x="356166" y="26407"/>
                  </a:lnTo>
                  <a:lnTo>
                    <a:pt x="352316" y="24502"/>
                  </a:lnTo>
                  <a:lnTo>
                    <a:pt x="348433" y="22665"/>
                  </a:lnTo>
                  <a:lnTo>
                    <a:pt x="344519" y="20896"/>
                  </a:lnTo>
                  <a:lnTo>
                    <a:pt x="340574" y="19196"/>
                  </a:lnTo>
                  <a:lnTo>
                    <a:pt x="336601" y="17565"/>
                  </a:lnTo>
                  <a:lnTo>
                    <a:pt x="332599" y="16004"/>
                  </a:lnTo>
                  <a:lnTo>
                    <a:pt x="328571" y="14514"/>
                  </a:lnTo>
                  <a:lnTo>
                    <a:pt x="324517" y="13094"/>
                  </a:lnTo>
                  <a:lnTo>
                    <a:pt x="320439" y="11745"/>
                  </a:lnTo>
                  <a:lnTo>
                    <a:pt x="316338" y="10468"/>
                  </a:lnTo>
                  <a:lnTo>
                    <a:pt x="312215" y="9263"/>
                  </a:lnTo>
                  <a:lnTo>
                    <a:pt x="308071" y="8130"/>
                  </a:lnTo>
                  <a:lnTo>
                    <a:pt x="303909" y="7070"/>
                  </a:lnTo>
                  <a:lnTo>
                    <a:pt x="299729" y="6082"/>
                  </a:lnTo>
                  <a:lnTo>
                    <a:pt x="295532" y="5169"/>
                  </a:lnTo>
                  <a:lnTo>
                    <a:pt x="291319" y="4328"/>
                  </a:lnTo>
                  <a:lnTo>
                    <a:pt x="287093" y="3562"/>
                  </a:lnTo>
                  <a:lnTo>
                    <a:pt x="282854" y="2869"/>
                  </a:lnTo>
                  <a:lnTo>
                    <a:pt x="278603" y="2251"/>
                  </a:lnTo>
                  <a:lnTo>
                    <a:pt x="274342" y="1708"/>
                  </a:lnTo>
                  <a:lnTo>
                    <a:pt x="270072" y="1239"/>
                  </a:lnTo>
                  <a:lnTo>
                    <a:pt x="265795" y="845"/>
                  </a:lnTo>
                  <a:lnTo>
                    <a:pt x="261512" y="526"/>
                  </a:lnTo>
                  <a:lnTo>
                    <a:pt x="257223" y="281"/>
                  </a:lnTo>
                  <a:lnTo>
                    <a:pt x="252931" y="112"/>
                  </a:lnTo>
                  <a:lnTo>
                    <a:pt x="248637" y="18"/>
                  </a:lnTo>
                  <a:lnTo>
                    <a:pt x="244342" y="0"/>
                  </a:lnTo>
                  <a:lnTo>
                    <a:pt x="240047" y="56"/>
                  </a:lnTo>
                  <a:lnTo>
                    <a:pt x="235753" y="187"/>
                  </a:lnTo>
                  <a:lnTo>
                    <a:pt x="231463" y="394"/>
                  </a:lnTo>
                  <a:lnTo>
                    <a:pt x="227177" y="676"/>
                  </a:lnTo>
                  <a:lnTo>
                    <a:pt x="222896" y="1032"/>
                  </a:lnTo>
                  <a:lnTo>
                    <a:pt x="218623" y="1464"/>
                  </a:lnTo>
                  <a:lnTo>
                    <a:pt x="214357" y="1970"/>
                  </a:lnTo>
                  <a:lnTo>
                    <a:pt x="210101" y="2551"/>
                  </a:lnTo>
                  <a:lnTo>
                    <a:pt x="205856" y="3206"/>
                  </a:lnTo>
                  <a:lnTo>
                    <a:pt x="201623" y="3936"/>
                  </a:lnTo>
                  <a:lnTo>
                    <a:pt x="197404" y="4739"/>
                  </a:lnTo>
                  <a:lnTo>
                    <a:pt x="193199" y="5616"/>
                  </a:lnTo>
                  <a:lnTo>
                    <a:pt x="189010" y="6567"/>
                  </a:lnTo>
                  <a:lnTo>
                    <a:pt x="184838" y="7591"/>
                  </a:lnTo>
                  <a:lnTo>
                    <a:pt x="180685" y="8687"/>
                  </a:lnTo>
                  <a:lnTo>
                    <a:pt x="176552" y="9856"/>
                  </a:lnTo>
                  <a:lnTo>
                    <a:pt x="172440" y="11098"/>
                  </a:lnTo>
                  <a:lnTo>
                    <a:pt x="168350" y="12411"/>
                  </a:lnTo>
                  <a:lnTo>
                    <a:pt x="164284" y="13795"/>
                  </a:lnTo>
                  <a:lnTo>
                    <a:pt x="160243" y="15250"/>
                  </a:lnTo>
                  <a:lnTo>
                    <a:pt x="156228" y="16776"/>
                  </a:lnTo>
                  <a:lnTo>
                    <a:pt x="152240" y="18372"/>
                  </a:lnTo>
                  <a:lnTo>
                    <a:pt x="148281" y="20038"/>
                  </a:lnTo>
                  <a:lnTo>
                    <a:pt x="144351" y="21772"/>
                  </a:lnTo>
                  <a:lnTo>
                    <a:pt x="140452" y="23575"/>
                  </a:lnTo>
                  <a:lnTo>
                    <a:pt x="136586" y="25446"/>
                  </a:lnTo>
                  <a:lnTo>
                    <a:pt x="132753" y="27384"/>
                  </a:lnTo>
                  <a:lnTo>
                    <a:pt x="128954" y="29389"/>
                  </a:lnTo>
                  <a:lnTo>
                    <a:pt x="125191" y="31461"/>
                  </a:lnTo>
                  <a:lnTo>
                    <a:pt x="121465" y="33597"/>
                  </a:lnTo>
                  <a:lnTo>
                    <a:pt x="117777" y="35799"/>
                  </a:lnTo>
                  <a:lnTo>
                    <a:pt x="114128" y="38065"/>
                  </a:lnTo>
                  <a:lnTo>
                    <a:pt x="110519" y="40394"/>
                  </a:lnTo>
                  <a:lnTo>
                    <a:pt x="106951" y="42787"/>
                  </a:lnTo>
                  <a:lnTo>
                    <a:pt x="103426" y="45241"/>
                  </a:lnTo>
                  <a:lnTo>
                    <a:pt x="99945" y="47757"/>
                  </a:lnTo>
                  <a:lnTo>
                    <a:pt x="96507" y="50333"/>
                  </a:lnTo>
                  <a:lnTo>
                    <a:pt x="93116" y="52969"/>
                  </a:lnTo>
                  <a:lnTo>
                    <a:pt x="89771" y="55664"/>
                  </a:lnTo>
                  <a:lnTo>
                    <a:pt x="86474" y="58417"/>
                  </a:lnTo>
                  <a:lnTo>
                    <a:pt x="83226" y="61227"/>
                  </a:lnTo>
                  <a:lnTo>
                    <a:pt x="80027" y="64094"/>
                  </a:lnTo>
                  <a:lnTo>
                    <a:pt x="76879" y="67016"/>
                  </a:lnTo>
                  <a:lnTo>
                    <a:pt x="73782" y="69993"/>
                  </a:lnTo>
                  <a:lnTo>
                    <a:pt x="70738" y="73023"/>
                  </a:lnTo>
                  <a:lnTo>
                    <a:pt x="67748" y="76107"/>
                  </a:lnTo>
                  <a:lnTo>
                    <a:pt x="64812" y="79242"/>
                  </a:lnTo>
                  <a:lnTo>
                    <a:pt x="61931" y="82428"/>
                  </a:lnTo>
                  <a:lnTo>
                    <a:pt x="59107" y="85664"/>
                  </a:lnTo>
                  <a:lnTo>
                    <a:pt x="56339" y="88949"/>
                  </a:lnTo>
                  <a:lnTo>
                    <a:pt x="53630" y="92282"/>
                  </a:lnTo>
                  <a:lnTo>
                    <a:pt x="50979" y="95662"/>
                  </a:lnTo>
                  <a:lnTo>
                    <a:pt x="48388" y="99088"/>
                  </a:lnTo>
                  <a:lnTo>
                    <a:pt x="45857" y="102559"/>
                  </a:lnTo>
                  <a:lnTo>
                    <a:pt x="43387" y="106073"/>
                  </a:lnTo>
                  <a:lnTo>
                    <a:pt x="40980" y="109630"/>
                  </a:lnTo>
                  <a:lnTo>
                    <a:pt x="38634" y="113229"/>
                  </a:lnTo>
                  <a:lnTo>
                    <a:pt x="36353" y="116868"/>
                  </a:lnTo>
                  <a:lnTo>
                    <a:pt x="34135" y="120546"/>
                  </a:lnTo>
                  <a:lnTo>
                    <a:pt x="31982" y="124263"/>
                  </a:lnTo>
                  <a:lnTo>
                    <a:pt x="29894" y="128017"/>
                  </a:lnTo>
                  <a:lnTo>
                    <a:pt x="27872" y="131807"/>
                  </a:lnTo>
                  <a:lnTo>
                    <a:pt x="25917" y="135631"/>
                  </a:lnTo>
                  <a:lnTo>
                    <a:pt x="24029" y="139490"/>
                  </a:lnTo>
                  <a:lnTo>
                    <a:pt x="22209" y="143380"/>
                  </a:lnTo>
                  <a:lnTo>
                    <a:pt x="20458" y="147302"/>
                  </a:lnTo>
                  <a:lnTo>
                    <a:pt x="18775" y="151254"/>
                  </a:lnTo>
                  <a:lnTo>
                    <a:pt x="17162" y="155235"/>
                  </a:lnTo>
                  <a:lnTo>
                    <a:pt x="15618" y="159244"/>
                  </a:lnTo>
                  <a:lnTo>
                    <a:pt x="14145" y="163279"/>
                  </a:lnTo>
                  <a:lnTo>
                    <a:pt x="12743" y="167339"/>
                  </a:lnTo>
                  <a:lnTo>
                    <a:pt x="11412" y="171423"/>
                  </a:lnTo>
                  <a:lnTo>
                    <a:pt x="10153" y="175529"/>
                  </a:lnTo>
                  <a:lnTo>
                    <a:pt x="8966" y="179657"/>
                  </a:lnTo>
                  <a:lnTo>
                    <a:pt x="7851" y="183805"/>
                  </a:lnTo>
                  <a:lnTo>
                    <a:pt x="6809" y="187973"/>
                  </a:lnTo>
                  <a:lnTo>
                    <a:pt x="5840" y="192157"/>
                  </a:lnTo>
                  <a:lnTo>
                    <a:pt x="4944" y="196358"/>
                  </a:lnTo>
                  <a:lnTo>
                    <a:pt x="4123" y="200574"/>
                  </a:lnTo>
                  <a:lnTo>
                    <a:pt x="3375" y="204804"/>
                  </a:lnTo>
                  <a:lnTo>
                    <a:pt x="2701" y="209046"/>
                  </a:lnTo>
                  <a:lnTo>
                    <a:pt x="2101" y="213299"/>
                  </a:lnTo>
                  <a:lnTo>
                    <a:pt x="1577" y="217563"/>
                  </a:lnTo>
                  <a:lnTo>
                    <a:pt x="1126" y="221834"/>
                  </a:lnTo>
                  <a:lnTo>
                    <a:pt x="751" y="226113"/>
                  </a:lnTo>
                  <a:lnTo>
                    <a:pt x="450" y="230398"/>
                  </a:lnTo>
                  <a:lnTo>
                    <a:pt x="225" y="234687"/>
                  </a:lnTo>
                  <a:lnTo>
                    <a:pt x="75" y="238980"/>
                  </a:lnTo>
                  <a:lnTo>
                    <a:pt x="0" y="243275"/>
                  </a:lnTo>
                  <a:lnTo>
                    <a:pt x="0" y="247570"/>
                  </a:lnTo>
                  <a:lnTo>
                    <a:pt x="75" y="251865"/>
                  </a:lnTo>
                  <a:lnTo>
                    <a:pt x="225" y="256158"/>
                  </a:lnTo>
                  <a:lnTo>
                    <a:pt x="450" y="260447"/>
                  </a:lnTo>
                  <a:lnTo>
                    <a:pt x="751" y="264732"/>
                  </a:lnTo>
                  <a:lnTo>
                    <a:pt x="1126" y="269011"/>
                  </a:lnTo>
                  <a:lnTo>
                    <a:pt x="1577" y="273283"/>
                  </a:lnTo>
                  <a:lnTo>
                    <a:pt x="2101" y="277546"/>
                  </a:lnTo>
                  <a:lnTo>
                    <a:pt x="2701" y="281799"/>
                  </a:lnTo>
                  <a:lnTo>
                    <a:pt x="3375" y="286041"/>
                  </a:lnTo>
                  <a:lnTo>
                    <a:pt x="4123" y="290271"/>
                  </a:lnTo>
                  <a:lnTo>
                    <a:pt x="4944" y="294487"/>
                  </a:lnTo>
                  <a:lnTo>
                    <a:pt x="5840" y="298688"/>
                  </a:lnTo>
                  <a:lnTo>
                    <a:pt x="6809" y="302873"/>
                  </a:lnTo>
                  <a:lnTo>
                    <a:pt x="7851" y="307040"/>
                  </a:lnTo>
                  <a:lnTo>
                    <a:pt x="8966" y="311188"/>
                  </a:lnTo>
                  <a:lnTo>
                    <a:pt x="10153" y="315316"/>
                  </a:lnTo>
                  <a:lnTo>
                    <a:pt x="11412" y="319423"/>
                  </a:lnTo>
                  <a:lnTo>
                    <a:pt x="12743" y="323506"/>
                  </a:lnTo>
                  <a:lnTo>
                    <a:pt x="14145" y="327567"/>
                  </a:lnTo>
                  <a:lnTo>
                    <a:pt x="15618" y="331601"/>
                  </a:lnTo>
                  <a:lnTo>
                    <a:pt x="17162" y="335610"/>
                  </a:lnTo>
                  <a:lnTo>
                    <a:pt x="18775" y="339591"/>
                  </a:lnTo>
                  <a:lnTo>
                    <a:pt x="20458" y="343543"/>
                  </a:lnTo>
                  <a:lnTo>
                    <a:pt x="22209" y="347465"/>
                  </a:lnTo>
                  <a:lnTo>
                    <a:pt x="24029" y="351355"/>
                  </a:lnTo>
                  <a:lnTo>
                    <a:pt x="25917" y="355214"/>
                  </a:lnTo>
                  <a:lnTo>
                    <a:pt x="27872" y="359038"/>
                  </a:lnTo>
                  <a:lnTo>
                    <a:pt x="29894" y="362828"/>
                  </a:lnTo>
                  <a:lnTo>
                    <a:pt x="31982" y="366582"/>
                  </a:lnTo>
                  <a:lnTo>
                    <a:pt x="34135" y="370299"/>
                  </a:lnTo>
                  <a:lnTo>
                    <a:pt x="36353" y="373977"/>
                  </a:lnTo>
                  <a:lnTo>
                    <a:pt x="38634" y="377616"/>
                  </a:lnTo>
                  <a:lnTo>
                    <a:pt x="40980" y="381215"/>
                  </a:lnTo>
                  <a:lnTo>
                    <a:pt x="43387" y="384772"/>
                  </a:lnTo>
                  <a:lnTo>
                    <a:pt x="45857" y="388286"/>
                  </a:lnTo>
                  <a:lnTo>
                    <a:pt x="48388" y="391757"/>
                  </a:lnTo>
                  <a:lnTo>
                    <a:pt x="50979" y="395183"/>
                  </a:lnTo>
                  <a:lnTo>
                    <a:pt x="53630" y="398563"/>
                  </a:lnTo>
                  <a:lnTo>
                    <a:pt x="56339" y="401896"/>
                  </a:lnTo>
                  <a:lnTo>
                    <a:pt x="59107" y="405181"/>
                  </a:lnTo>
                  <a:lnTo>
                    <a:pt x="61931" y="408417"/>
                  </a:lnTo>
                  <a:lnTo>
                    <a:pt x="64812" y="411603"/>
                  </a:lnTo>
                  <a:lnTo>
                    <a:pt x="67748" y="414738"/>
                  </a:lnTo>
                  <a:lnTo>
                    <a:pt x="70738" y="417822"/>
                  </a:lnTo>
                  <a:lnTo>
                    <a:pt x="73782" y="420852"/>
                  </a:lnTo>
                  <a:lnTo>
                    <a:pt x="76879" y="423829"/>
                  </a:lnTo>
                  <a:lnTo>
                    <a:pt x="80027" y="426752"/>
                  </a:lnTo>
                  <a:lnTo>
                    <a:pt x="83226" y="429618"/>
                  </a:lnTo>
                  <a:lnTo>
                    <a:pt x="86474" y="432429"/>
                  </a:lnTo>
                  <a:lnTo>
                    <a:pt x="89771" y="435182"/>
                  </a:lnTo>
                  <a:lnTo>
                    <a:pt x="93116" y="437876"/>
                  </a:lnTo>
                  <a:lnTo>
                    <a:pt x="96507" y="440512"/>
                  </a:lnTo>
                  <a:lnTo>
                    <a:pt x="99945" y="443088"/>
                  </a:lnTo>
                  <a:lnTo>
                    <a:pt x="103426" y="445604"/>
                  </a:lnTo>
                  <a:lnTo>
                    <a:pt x="106951" y="448058"/>
                  </a:lnTo>
                  <a:lnTo>
                    <a:pt x="110519" y="450451"/>
                  </a:lnTo>
                  <a:lnTo>
                    <a:pt x="114128" y="452780"/>
                  </a:lnTo>
                  <a:lnTo>
                    <a:pt x="117777" y="455046"/>
                  </a:lnTo>
                  <a:lnTo>
                    <a:pt x="121465" y="457248"/>
                  </a:lnTo>
                  <a:lnTo>
                    <a:pt x="125191" y="459385"/>
                  </a:lnTo>
                  <a:lnTo>
                    <a:pt x="128954" y="461456"/>
                  </a:lnTo>
                  <a:lnTo>
                    <a:pt x="132753" y="463461"/>
                  </a:lnTo>
                  <a:lnTo>
                    <a:pt x="136586" y="465399"/>
                  </a:lnTo>
                  <a:lnTo>
                    <a:pt x="140452" y="467270"/>
                  </a:lnTo>
                  <a:lnTo>
                    <a:pt x="144351" y="469073"/>
                  </a:lnTo>
                  <a:lnTo>
                    <a:pt x="148281" y="470808"/>
                  </a:lnTo>
                  <a:lnTo>
                    <a:pt x="152240" y="472473"/>
                  </a:lnTo>
                  <a:lnTo>
                    <a:pt x="156228" y="474069"/>
                  </a:lnTo>
                  <a:lnTo>
                    <a:pt x="160243" y="475595"/>
                  </a:lnTo>
                  <a:lnTo>
                    <a:pt x="164284" y="477050"/>
                  </a:lnTo>
                  <a:lnTo>
                    <a:pt x="168350" y="478435"/>
                  </a:lnTo>
                  <a:lnTo>
                    <a:pt x="172440" y="479748"/>
                  </a:lnTo>
                  <a:lnTo>
                    <a:pt x="176552" y="480989"/>
                  </a:lnTo>
                  <a:lnTo>
                    <a:pt x="180685" y="482158"/>
                  </a:lnTo>
                  <a:lnTo>
                    <a:pt x="184838" y="483255"/>
                  </a:lnTo>
                  <a:lnTo>
                    <a:pt x="189010" y="484278"/>
                  </a:lnTo>
                  <a:lnTo>
                    <a:pt x="193199" y="485229"/>
                  </a:lnTo>
                  <a:lnTo>
                    <a:pt x="197404" y="486106"/>
                  </a:lnTo>
                  <a:lnTo>
                    <a:pt x="201623" y="486909"/>
                  </a:lnTo>
                  <a:lnTo>
                    <a:pt x="205856" y="487639"/>
                  </a:lnTo>
                  <a:lnTo>
                    <a:pt x="210101" y="488294"/>
                  </a:lnTo>
                  <a:lnTo>
                    <a:pt x="214357" y="488875"/>
                  </a:lnTo>
                  <a:lnTo>
                    <a:pt x="218623" y="489381"/>
                  </a:lnTo>
                  <a:lnTo>
                    <a:pt x="222896" y="489813"/>
                  </a:lnTo>
                  <a:lnTo>
                    <a:pt x="227177" y="490169"/>
                  </a:lnTo>
                  <a:lnTo>
                    <a:pt x="231463" y="490451"/>
                  </a:lnTo>
                  <a:lnTo>
                    <a:pt x="235753" y="490658"/>
                  </a:lnTo>
                  <a:lnTo>
                    <a:pt x="240047" y="490789"/>
                  </a:lnTo>
                  <a:lnTo>
                    <a:pt x="244342" y="490846"/>
                  </a:lnTo>
                  <a:lnTo>
                    <a:pt x="248637" y="490827"/>
                  </a:lnTo>
                  <a:lnTo>
                    <a:pt x="252931" y="490733"/>
                  </a:lnTo>
                  <a:lnTo>
                    <a:pt x="257223" y="490564"/>
                  </a:lnTo>
                  <a:lnTo>
                    <a:pt x="261512" y="490320"/>
                  </a:lnTo>
                  <a:lnTo>
                    <a:pt x="265795" y="490000"/>
                  </a:lnTo>
                  <a:lnTo>
                    <a:pt x="270072" y="489606"/>
                  </a:lnTo>
                  <a:lnTo>
                    <a:pt x="274342" y="489137"/>
                  </a:lnTo>
                  <a:lnTo>
                    <a:pt x="278603" y="488594"/>
                  </a:lnTo>
                  <a:lnTo>
                    <a:pt x="282854" y="487976"/>
                  </a:lnTo>
                  <a:lnTo>
                    <a:pt x="287093" y="487283"/>
                  </a:lnTo>
                  <a:lnTo>
                    <a:pt x="291319" y="486517"/>
                  </a:lnTo>
                  <a:lnTo>
                    <a:pt x="295532" y="485677"/>
                  </a:lnTo>
                  <a:lnTo>
                    <a:pt x="299729" y="484763"/>
                  </a:lnTo>
                  <a:lnTo>
                    <a:pt x="303909" y="483776"/>
                  </a:lnTo>
                  <a:lnTo>
                    <a:pt x="308071" y="482715"/>
                  </a:lnTo>
                  <a:lnTo>
                    <a:pt x="312215" y="481582"/>
                  </a:lnTo>
                  <a:lnTo>
                    <a:pt x="316338" y="480377"/>
                  </a:lnTo>
                  <a:lnTo>
                    <a:pt x="320439" y="479100"/>
                  </a:lnTo>
                  <a:lnTo>
                    <a:pt x="324517" y="477751"/>
                  </a:lnTo>
                  <a:lnTo>
                    <a:pt x="328571" y="476331"/>
                  </a:lnTo>
                  <a:lnTo>
                    <a:pt x="332599" y="474841"/>
                  </a:lnTo>
                  <a:lnTo>
                    <a:pt x="336601" y="473280"/>
                  </a:lnTo>
                  <a:lnTo>
                    <a:pt x="340574" y="471649"/>
                  </a:lnTo>
                  <a:lnTo>
                    <a:pt x="344519" y="469949"/>
                  </a:lnTo>
                  <a:lnTo>
                    <a:pt x="348433" y="468180"/>
                  </a:lnTo>
                  <a:lnTo>
                    <a:pt x="352316" y="466343"/>
                  </a:lnTo>
                  <a:lnTo>
                    <a:pt x="356166" y="464438"/>
                  </a:lnTo>
                  <a:lnTo>
                    <a:pt x="359982" y="462467"/>
                  </a:lnTo>
                  <a:lnTo>
                    <a:pt x="363763" y="460428"/>
                  </a:lnTo>
                  <a:lnTo>
                    <a:pt x="367508" y="458324"/>
                  </a:lnTo>
                  <a:lnTo>
                    <a:pt x="371215" y="456155"/>
                  </a:lnTo>
                  <a:lnTo>
                    <a:pt x="374884" y="453921"/>
                  </a:lnTo>
                  <a:lnTo>
                    <a:pt x="378513" y="451623"/>
                  </a:lnTo>
                  <a:lnTo>
                    <a:pt x="382101" y="449262"/>
                  </a:lnTo>
                  <a:lnTo>
                    <a:pt x="385648" y="446839"/>
                  </a:lnTo>
                  <a:lnTo>
                    <a:pt x="389151" y="444354"/>
                  </a:lnTo>
                  <a:lnTo>
                    <a:pt x="392611" y="441808"/>
                  </a:lnTo>
                  <a:lnTo>
                    <a:pt x="396025" y="439202"/>
                  </a:lnTo>
                  <a:lnTo>
                    <a:pt x="399393" y="436536"/>
                  </a:lnTo>
                  <a:lnTo>
                    <a:pt x="402714" y="433812"/>
                  </a:lnTo>
                  <a:lnTo>
                    <a:pt x="405987" y="431031"/>
                  </a:lnTo>
                  <a:lnTo>
                    <a:pt x="409211" y="428192"/>
                  </a:lnTo>
                  <a:lnTo>
                    <a:pt x="412385" y="425297"/>
                  </a:lnTo>
                  <a:lnTo>
                    <a:pt x="415507" y="422348"/>
                  </a:lnTo>
                  <a:lnTo>
                    <a:pt x="418577" y="419344"/>
                  </a:lnTo>
                  <a:lnTo>
                    <a:pt x="421595" y="416287"/>
                  </a:lnTo>
                  <a:lnTo>
                    <a:pt x="424558" y="413177"/>
                  </a:lnTo>
                  <a:lnTo>
                    <a:pt x="427466" y="410016"/>
                  </a:lnTo>
                  <a:lnTo>
                    <a:pt x="430319" y="406805"/>
                  </a:lnTo>
                  <a:lnTo>
                    <a:pt x="433115" y="403544"/>
                  </a:lnTo>
                  <a:lnTo>
                    <a:pt x="435854" y="400235"/>
                  </a:lnTo>
                  <a:lnTo>
                    <a:pt x="438534" y="396879"/>
                  </a:lnTo>
                  <a:lnTo>
                    <a:pt x="441155" y="393476"/>
                  </a:lnTo>
                  <a:lnTo>
                    <a:pt x="443716" y="390027"/>
                  </a:lnTo>
                  <a:lnTo>
                    <a:pt x="446216" y="386535"/>
                  </a:lnTo>
                  <a:lnTo>
                    <a:pt x="448655" y="382999"/>
                  </a:lnTo>
                  <a:lnTo>
                    <a:pt x="451032" y="379421"/>
                  </a:lnTo>
                  <a:lnTo>
                    <a:pt x="453345" y="375802"/>
                  </a:lnTo>
                  <a:lnTo>
                    <a:pt x="455595" y="372143"/>
                  </a:lnTo>
                  <a:lnTo>
                    <a:pt x="457781" y="368445"/>
                  </a:lnTo>
                  <a:lnTo>
                    <a:pt x="459901" y="364710"/>
                  </a:lnTo>
                  <a:lnTo>
                    <a:pt x="461956" y="360938"/>
                  </a:lnTo>
                  <a:lnTo>
                    <a:pt x="463945" y="357130"/>
                  </a:lnTo>
                  <a:lnTo>
                    <a:pt x="465866" y="353289"/>
                  </a:lnTo>
                  <a:lnTo>
                    <a:pt x="467720" y="349414"/>
                  </a:lnTo>
                  <a:lnTo>
                    <a:pt x="469506" y="345508"/>
                  </a:lnTo>
                  <a:lnTo>
                    <a:pt x="471223" y="341570"/>
                  </a:lnTo>
                  <a:lnTo>
                    <a:pt x="472872" y="337604"/>
                  </a:lnTo>
                  <a:lnTo>
                    <a:pt x="474450" y="333609"/>
                  </a:lnTo>
                  <a:lnTo>
                    <a:pt x="475958" y="329587"/>
                  </a:lnTo>
                  <a:lnTo>
                    <a:pt x="477396" y="325540"/>
                  </a:lnTo>
                  <a:lnTo>
                    <a:pt x="478762" y="321467"/>
                  </a:lnTo>
                  <a:lnTo>
                    <a:pt x="480058" y="317372"/>
                  </a:lnTo>
                  <a:lnTo>
                    <a:pt x="481281" y="313254"/>
                  </a:lnTo>
                  <a:lnTo>
                    <a:pt x="482432" y="309116"/>
                  </a:lnTo>
                  <a:lnTo>
                    <a:pt x="483510" y="304958"/>
                  </a:lnTo>
                  <a:lnTo>
                    <a:pt x="484516" y="300782"/>
                  </a:lnTo>
                  <a:lnTo>
                    <a:pt x="485448" y="296589"/>
                  </a:lnTo>
                  <a:lnTo>
                    <a:pt x="486307" y="292381"/>
                  </a:lnTo>
                  <a:lnTo>
                    <a:pt x="487092" y="288158"/>
                  </a:lnTo>
                  <a:lnTo>
                    <a:pt x="487803" y="283922"/>
                  </a:lnTo>
                  <a:lnTo>
                    <a:pt x="488439" y="279674"/>
                  </a:lnTo>
                  <a:lnTo>
                    <a:pt x="489001" y="275415"/>
                  </a:lnTo>
                  <a:lnTo>
                    <a:pt x="489489" y="271148"/>
                  </a:lnTo>
                  <a:lnTo>
                    <a:pt x="489902" y="266872"/>
                  </a:lnTo>
                  <a:lnTo>
                    <a:pt x="490240" y="262590"/>
                  </a:lnTo>
                  <a:lnTo>
                    <a:pt x="490503" y="258303"/>
                  </a:lnTo>
                  <a:lnTo>
                    <a:pt x="490691" y="254012"/>
                  </a:lnTo>
                  <a:lnTo>
                    <a:pt x="490803" y="249718"/>
                  </a:lnTo>
                  <a:close/>
                </a:path>
              </a:pathLst>
            </a:custGeom>
            <a:solidFill>
              <a:srgbClr val="F5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50" name="pl250"/>
            <p:cNvSpPr/>
            <p:nvPr/>
          </p:nvSpPr>
          <p:spPr>
            <a:xfrm>
              <a:off x="1570392" y="1969150"/>
              <a:ext cx="0" cy="220882"/>
            </a:xfrm>
            <a:custGeom>
              <a:avLst/>
              <a:pathLst>
                <a:path w="0" h="220882">
                  <a:moveTo>
                    <a:pt x="0" y="220882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l251"/>
            <p:cNvSpPr/>
            <p:nvPr/>
          </p:nvSpPr>
          <p:spPr>
            <a:xfrm>
              <a:off x="1587746" y="2041033"/>
              <a:ext cx="156187" cy="156187"/>
            </a:xfrm>
            <a:custGeom>
              <a:avLst/>
              <a:pathLst>
                <a:path w="156187" h="156187">
                  <a:moveTo>
                    <a:pt x="0" y="156187"/>
                  </a:moveTo>
                  <a:lnTo>
                    <a:pt x="156187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l252"/>
            <p:cNvSpPr/>
            <p:nvPr/>
          </p:nvSpPr>
          <p:spPr>
            <a:xfrm>
              <a:off x="1594935" y="2214575"/>
              <a:ext cx="220882" cy="0"/>
            </a:xfrm>
            <a:custGeom>
              <a:avLst/>
              <a:pathLst>
                <a:path w="220882" h="0">
                  <a:moveTo>
                    <a:pt x="0" y="0"/>
                  </a:moveTo>
                  <a:lnTo>
                    <a:pt x="220882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l253"/>
            <p:cNvSpPr/>
            <p:nvPr/>
          </p:nvSpPr>
          <p:spPr>
            <a:xfrm>
              <a:off x="1587746" y="2231929"/>
              <a:ext cx="156187" cy="156187"/>
            </a:xfrm>
            <a:custGeom>
              <a:avLst/>
              <a:pathLst>
                <a:path w="156187" h="156187">
                  <a:moveTo>
                    <a:pt x="0" y="0"/>
                  </a:moveTo>
                  <a:lnTo>
                    <a:pt x="156187" y="156187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l254"/>
            <p:cNvSpPr/>
            <p:nvPr/>
          </p:nvSpPr>
          <p:spPr>
            <a:xfrm>
              <a:off x="1570392" y="2239118"/>
              <a:ext cx="0" cy="220882"/>
            </a:xfrm>
            <a:custGeom>
              <a:avLst/>
              <a:pathLst>
                <a:path w="0" h="220882">
                  <a:moveTo>
                    <a:pt x="0" y="0"/>
                  </a:moveTo>
                  <a:lnTo>
                    <a:pt x="0" y="220882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l255"/>
            <p:cNvSpPr/>
            <p:nvPr/>
          </p:nvSpPr>
          <p:spPr>
            <a:xfrm>
              <a:off x="1396850" y="2231929"/>
              <a:ext cx="156187" cy="156187"/>
            </a:xfrm>
            <a:custGeom>
              <a:avLst/>
              <a:pathLst>
                <a:path w="156187" h="156187">
                  <a:moveTo>
                    <a:pt x="156187" y="0"/>
                  </a:moveTo>
                  <a:lnTo>
                    <a:pt x="0" y="156187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l256"/>
            <p:cNvSpPr/>
            <p:nvPr/>
          </p:nvSpPr>
          <p:spPr>
            <a:xfrm>
              <a:off x="1324967" y="2214575"/>
              <a:ext cx="220882" cy="0"/>
            </a:xfrm>
            <a:custGeom>
              <a:avLst/>
              <a:pathLst>
                <a:path w="220882" h="0">
                  <a:moveTo>
                    <a:pt x="220882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l257"/>
            <p:cNvSpPr/>
            <p:nvPr/>
          </p:nvSpPr>
          <p:spPr>
            <a:xfrm>
              <a:off x="1396850" y="2041033"/>
              <a:ext cx="156187" cy="156187"/>
            </a:xfrm>
            <a:custGeom>
              <a:avLst/>
              <a:pathLst>
                <a:path w="156187" h="156187">
                  <a:moveTo>
                    <a:pt x="156187" y="156187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l258"/>
            <p:cNvSpPr/>
            <p:nvPr/>
          </p:nvSpPr>
          <p:spPr>
            <a:xfrm>
              <a:off x="1511388" y="2160581"/>
              <a:ext cx="127723" cy="112997"/>
            </a:xfrm>
            <a:custGeom>
              <a:avLst/>
              <a:pathLst>
                <a:path w="127723" h="112997">
                  <a:moveTo>
                    <a:pt x="59004" y="0"/>
                  </a:moveTo>
                  <a:lnTo>
                    <a:pt x="107596" y="5401"/>
                  </a:lnTo>
                  <a:lnTo>
                    <a:pt x="127723" y="53993"/>
                  </a:lnTo>
                  <a:lnTo>
                    <a:pt x="86770" y="81760"/>
                  </a:lnTo>
                  <a:lnTo>
                    <a:pt x="59004" y="93261"/>
                  </a:lnTo>
                  <a:lnTo>
                    <a:pt x="0" y="112997"/>
                  </a:lnTo>
                  <a:lnTo>
                    <a:pt x="34461" y="53993"/>
                  </a:lnTo>
                  <a:lnTo>
                    <a:pt x="31237" y="26226"/>
                  </a:lnTo>
                  <a:lnTo>
                    <a:pt x="59004" y="0"/>
                  </a:lnTo>
                </a:path>
              </a:pathLst>
            </a:custGeom>
            <a:ln w="31166" cap="flat">
              <a:solidFill>
                <a:srgbClr val="ED90A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t259"/>
            <p:cNvSpPr/>
            <p:nvPr/>
          </p:nvSpPr>
          <p:spPr>
            <a:xfrm>
              <a:off x="1534444" y="2124634"/>
              <a:ext cx="71895" cy="71895"/>
            </a:xfrm>
            <a:prstGeom prst="ellipse">
              <a:avLst/>
            </a:prstGeom>
            <a:solidFill>
              <a:srgbClr val="ED90A4">
                <a:alpha val="100000"/>
              </a:srgbClr>
            </a:solidFill>
            <a:ln w="12272" cap="rnd">
              <a:solidFill>
                <a:srgbClr val="ED90A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t260"/>
            <p:cNvSpPr/>
            <p:nvPr/>
          </p:nvSpPr>
          <p:spPr>
            <a:xfrm>
              <a:off x="1583036" y="2130036"/>
              <a:ext cx="71895" cy="71895"/>
            </a:xfrm>
            <a:prstGeom prst="ellipse">
              <a:avLst/>
            </a:prstGeom>
            <a:solidFill>
              <a:srgbClr val="ED90A4">
                <a:alpha val="100000"/>
              </a:srgbClr>
            </a:solidFill>
            <a:ln w="12272" cap="rnd">
              <a:solidFill>
                <a:srgbClr val="ED90A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t261"/>
            <p:cNvSpPr/>
            <p:nvPr/>
          </p:nvSpPr>
          <p:spPr>
            <a:xfrm>
              <a:off x="1603164" y="2178627"/>
              <a:ext cx="71895" cy="71895"/>
            </a:xfrm>
            <a:prstGeom prst="ellipse">
              <a:avLst/>
            </a:prstGeom>
            <a:solidFill>
              <a:srgbClr val="ED90A4">
                <a:alpha val="100000"/>
              </a:srgbClr>
            </a:solidFill>
            <a:ln w="12272" cap="rnd">
              <a:solidFill>
                <a:srgbClr val="ED90A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t262"/>
            <p:cNvSpPr/>
            <p:nvPr/>
          </p:nvSpPr>
          <p:spPr>
            <a:xfrm>
              <a:off x="1562211" y="2206394"/>
              <a:ext cx="71895" cy="71895"/>
            </a:xfrm>
            <a:prstGeom prst="ellipse">
              <a:avLst/>
            </a:prstGeom>
            <a:solidFill>
              <a:srgbClr val="ED90A4">
                <a:alpha val="100000"/>
              </a:srgbClr>
            </a:solidFill>
            <a:ln w="12272" cap="rnd">
              <a:solidFill>
                <a:srgbClr val="ED90A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t263"/>
            <p:cNvSpPr/>
            <p:nvPr/>
          </p:nvSpPr>
          <p:spPr>
            <a:xfrm>
              <a:off x="1534444" y="2217895"/>
              <a:ext cx="71895" cy="71895"/>
            </a:xfrm>
            <a:prstGeom prst="ellipse">
              <a:avLst/>
            </a:prstGeom>
            <a:solidFill>
              <a:srgbClr val="ED90A4">
                <a:alpha val="100000"/>
              </a:srgbClr>
            </a:solidFill>
            <a:ln w="12272" cap="rnd">
              <a:solidFill>
                <a:srgbClr val="ED90A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t264"/>
            <p:cNvSpPr/>
            <p:nvPr/>
          </p:nvSpPr>
          <p:spPr>
            <a:xfrm>
              <a:off x="1475440" y="2237632"/>
              <a:ext cx="71895" cy="71895"/>
            </a:xfrm>
            <a:prstGeom prst="ellipse">
              <a:avLst/>
            </a:prstGeom>
            <a:solidFill>
              <a:srgbClr val="ED90A4">
                <a:alpha val="100000"/>
              </a:srgbClr>
            </a:solidFill>
            <a:ln w="12272" cap="rnd">
              <a:solidFill>
                <a:srgbClr val="ED90A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t265"/>
            <p:cNvSpPr/>
            <p:nvPr/>
          </p:nvSpPr>
          <p:spPr>
            <a:xfrm>
              <a:off x="1509902" y="2178627"/>
              <a:ext cx="71895" cy="71895"/>
            </a:xfrm>
            <a:prstGeom prst="ellipse">
              <a:avLst/>
            </a:prstGeom>
            <a:solidFill>
              <a:srgbClr val="ED90A4">
                <a:alpha val="100000"/>
              </a:srgbClr>
            </a:solidFill>
            <a:ln w="12272" cap="rnd">
              <a:solidFill>
                <a:srgbClr val="ED90A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t266"/>
            <p:cNvSpPr/>
            <p:nvPr/>
          </p:nvSpPr>
          <p:spPr>
            <a:xfrm>
              <a:off x="1506678" y="2150861"/>
              <a:ext cx="71895" cy="71895"/>
            </a:xfrm>
            <a:prstGeom prst="ellipse">
              <a:avLst/>
            </a:prstGeom>
            <a:solidFill>
              <a:srgbClr val="ED90A4">
                <a:alpha val="100000"/>
              </a:srgbClr>
            </a:solidFill>
            <a:ln w="12272" cap="rnd">
              <a:solidFill>
                <a:srgbClr val="ED90A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t267"/>
            <p:cNvSpPr/>
            <p:nvPr/>
          </p:nvSpPr>
          <p:spPr>
            <a:xfrm>
              <a:off x="1534444" y="2124634"/>
              <a:ext cx="71895" cy="71895"/>
            </a:xfrm>
            <a:prstGeom prst="ellipse">
              <a:avLst/>
            </a:prstGeom>
            <a:solidFill>
              <a:srgbClr val="ED90A4">
                <a:alpha val="100000"/>
              </a:srgbClr>
            </a:solidFill>
            <a:ln w="12272" cap="rnd">
              <a:solidFill>
                <a:srgbClr val="ED90A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tx268"/>
            <p:cNvSpPr/>
            <p:nvPr/>
          </p:nvSpPr>
          <p:spPr>
            <a:xfrm>
              <a:off x="1449753" y="2166122"/>
              <a:ext cx="96096" cy="477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2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2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269" name="tx269"/>
            <p:cNvSpPr/>
            <p:nvPr/>
          </p:nvSpPr>
          <p:spPr>
            <a:xfrm>
              <a:off x="1412775" y="2055681"/>
              <a:ext cx="133074" cy="477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2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2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270" name="tx270"/>
            <p:cNvSpPr/>
            <p:nvPr/>
          </p:nvSpPr>
          <p:spPr>
            <a:xfrm>
              <a:off x="1375798" y="1945239"/>
              <a:ext cx="170051" cy="477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2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2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  <p:sp>
          <p:nvSpPr>
            <p:cNvPr id="271" name="rc271"/>
            <p:cNvSpPr/>
            <p:nvPr/>
          </p:nvSpPr>
          <p:spPr>
            <a:xfrm>
              <a:off x="3071196" y="1749294"/>
              <a:ext cx="3001607" cy="90709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272" name="rc272"/>
            <p:cNvSpPr/>
            <p:nvPr/>
          </p:nvSpPr>
          <p:spPr>
            <a:xfrm>
              <a:off x="3071196" y="1840003"/>
              <a:ext cx="3001607" cy="74914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3" name="rc273"/>
            <p:cNvSpPr/>
            <p:nvPr/>
          </p:nvSpPr>
          <p:spPr>
            <a:xfrm>
              <a:off x="3121806" y="1749294"/>
              <a:ext cx="2900386" cy="90709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4" name="tx274"/>
            <p:cNvSpPr/>
            <p:nvPr/>
          </p:nvSpPr>
          <p:spPr>
            <a:xfrm>
              <a:off x="4086012" y="1737764"/>
              <a:ext cx="971975" cy="1088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Coraciiformes</a:t>
              </a:r>
            </a:p>
          </p:txBody>
        </p:sp>
        <p:sp>
          <p:nvSpPr>
            <p:cNvPr id="275" name="rc275"/>
            <p:cNvSpPr/>
            <p:nvPr/>
          </p:nvSpPr>
          <p:spPr>
            <a:xfrm>
              <a:off x="4167048" y="1890613"/>
              <a:ext cx="809903" cy="64792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6" name="tx276"/>
            <p:cNvSpPr/>
            <p:nvPr/>
          </p:nvSpPr>
          <p:spPr>
            <a:xfrm>
              <a:off x="3866236" y="2370876"/>
              <a:ext cx="506189" cy="82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277" name="tx277"/>
            <p:cNvSpPr/>
            <p:nvPr/>
          </p:nvSpPr>
          <p:spPr>
            <a:xfrm>
              <a:off x="4042832" y="2173526"/>
              <a:ext cx="246928" cy="79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278" name="tx278"/>
            <p:cNvSpPr/>
            <p:nvPr/>
          </p:nvSpPr>
          <p:spPr>
            <a:xfrm>
              <a:off x="3884445" y="1973688"/>
              <a:ext cx="487981" cy="801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279" name="pl279"/>
            <p:cNvSpPr/>
            <p:nvPr/>
          </p:nvSpPr>
          <p:spPr>
            <a:xfrm>
              <a:off x="4547458" y="2190033"/>
              <a:ext cx="49084" cy="49084"/>
            </a:xfrm>
            <a:custGeom>
              <a:avLst/>
              <a:pathLst>
                <a:path w="49084" h="49084">
                  <a:moveTo>
                    <a:pt x="49084" y="24542"/>
                  </a:moveTo>
                  <a:lnTo>
                    <a:pt x="49080" y="24112"/>
                  </a:lnTo>
                  <a:lnTo>
                    <a:pt x="49069" y="23683"/>
                  </a:lnTo>
                  <a:lnTo>
                    <a:pt x="49050" y="23254"/>
                  </a:lnTo>
                  <a:lnTo>
                    <a:pt x="49024" y="22825"/>
                  </a:lnTo>
                  <a:lnTo>
                    <a:pt x="48990" y="22397"/>
                  </a:lnTo>
                  <a:lnTo>
                    <a:pt x="48948" y="21969"/>
                  </a:lnTo>
                  <a:lnTo>
                    <a:pt x="48900" y="21543"/>
                  </a:lnTo>
                  <a:lnTo>
                    <a:pt x="48843" y="21117"/>
                  </a:lnTo>
                  <a:lnTo>
                    <a:pt x="48780" y="20692"/>
                  </a:lnTo>
                  <a:lnTo>
                    <a:pt x="48709" y="20268"/>
                  </a:lnTo>
                  <a:lnTo>
                    <a:pt x="48630" y="19846"/>
                  </a:lnTo>
                  <a:lnTo>
                    <a:pt x="48544" y="19425"/>
                  </a:lnTo>
                  <a:lnTo>
                    <a:pt x="48451" y="19006"/>
                  </a:lnTo>
                  <a:lnTo>
                    <a:pt x="48351" y="18588"/>
                  </a:lnTo>
                  <a:lnTo>
                    <a:pt x="48243" y="18172"/>
                  </a:lnTo>
                  <a:lnTo>
                    <a:pt x="48128" y="17759"/>
                  </a:lnTo>
                  <a:lnTo>
                    <a:pt x="48005" y="17347"/>
                  </a:lnTo>
                  <a:lnTo>
                    <a:pt x="47876" y="16937"/>
                  </a:lnTo>
                  <a:lnTo>
                    <a:pt x="47739" y="16530"/>
                  </a:lnTo>
                  <a:lnTo>
                    <a:pt x="47595" y="16125"/>
                  </a:lnTo>
                  <a:lnTo>
                    <a:pt x="47445" y="15723"/>
                  </a:lnTo>
                  <a:lnTo>
                    <a:pt x="47287" y="15324"/>
                  </a:lnTo>
                  <a:lnTo>
                    <a:pt x="47122" y="14927"/>
                  </a:lnTo>
                  <a:lnTo>
                    <a:pt x="46950" y="14533"/>
                  </a:lnTo>
                  <a:lnTo>
                    <a:pt x="46772" y="14143"/>
                  </a:lnTo>
                  <a:lnTo>
                    <a:pt x="46586" y="13755"/>
                  </a:lnTo>
                  <a:lnTo>
                    <a:pt x="46394" y="13371"/>
                  </a:lnTo>
                  <a:lnTo>
                    <a:pt x="46195" y="12990"/>
                  </a:lnTo>
                  <a:lnTo>
                    <a:pt x="45990" y="12613"/>
                  </a:lnTo>
                  <a:lnTo>
                    <a:pt x="45778" y="12240"/>
                  </a:lnTo>
                  <a:lnTo>
                    <a:pt x="45559" y="11870"/>
                  </a:lnTo>
                  <a:lnTo>
                    <a:pt x="45334" y="11504"/>
                  </a:lnTo>
                  <a:lnTo>
                    <a:pt x="45103" y="11142"/>
                  </a:lnTo>
                  <a:lnTo>
                    <a:pt x="44865" y="10784"/>
                  </a:lnTo>
                  <a:lnTo>
                    <a:pt x="44621" y="10431"/>
                  </a:lnTo>
                  <a:lnTo>
                    <a:pt x="44371" y="10081"/>
                  </a:lnTo>
                  <a:lnTo>
                    <a:pt x="44115" y="9737"/>
                  </a:lnTo>
                  <a:lnTo>
                    <a:pt x="43853" y="9396"/>
                  </a:lnTo>
                  <a:lnTo>
                    <a:pt x="43585" y="9061"/>
                  </a:lnTo>
                  <a:lnTo>
                    <a:pt x="43311" y="8730"/>
                  </a:lnTo>
                  <a:lnTo>
                    <a:pt x="43031" y="8404"/>
                  </a:lnTo>
                  <a:lnTo>
                    <a:pt x="42746" y="8082"/>
                  </a:lnTo>
                  <a:lnTo>
                    <a:pt x="42455" y="7766"/>
                  </a:lnTo>
                  <a:lnTo>
                    <a:pt x="42159" y="7455"/>
                  </a:lnTo>
                  <a:lnTo>
                    <a:pt x="41857" y="7150"/>
                  </a:lnTo>
                  <a:lnTo>
                    <a:pt x="41550" y="6849"/>
                  </a:lnTo>
                  <a:lnTo>
                    <a:pt x="41238" y="6554"/>
                  </a:lnTo>
                  <a:lnTo>
                    <a:pt x="40921" y="6265"/>
                  </a:lnTo>
                  <a:lnTo>
                    <a:pt x="40598" y="5981"/>
                  </a:lnTo>
                  <a:lnTo>
                    <a:pt x="40271" y="5703"/>
                  </a:lnTo>
                  <a:lnTo>
                    <a:pt x="39939" y="5430"/>
                  </a:lnTo>
                  <a:lnTo>
                    <a:pt x="39602" y="5164"/>
                  </a:lnTo>
                  <a:lnTo>
                    <a:pt x="39261" y="4903"/>
                  </a:lnTo>
                  <a:lnTo>
                    <a:pt x="38915" y="4649"/>
                  </a:lnTo>
                  <a:lnTo>
                    <a:pt x="38564" y="4400"/>
                  </a:lnTo>
                  <a:lnTo>
                    <a:pt x="38210" y="4158"/>
                  </a:lnTo>
                  <a:lnTo>
                    <a:pt x="37851" y="3922"/>
                  </a:lnTo>
                  <a:lnTo>
                    <a:pt x="37488" y="3692"/>
                  </a:lnTo>
                  <a:lnTo>
                    <a:pt x="37121" y="3469"/>
                  </a:lnTo>
                  <a:lnTo>
                    <a:pt x="36750" y="3252"/>
                  </a:lnTo>
                  <a:lnTo>
                    <a:pt x="36376" y="3041"/>
                  </a:lnTo>
                  <a:lnTo>
                    <a:pt x="35998" y="2837"/>
                  </a:lnTo>
                  <a:lnTo>
                    <a:pt x="35616" y="2640"/>
                  </a:lnTo>
                  <a:lnTo>
                    <a:pt x="35231" y="2450"/>
                  </a:lnTo>
                  <a:lnTo>
                    <a:pt x="34843" y="2266"/>
                  </a:lnTo>
                  <a:lnTo>
                    <a:pt x="34451" y="2089"/>
                  </a:lnTo>
                  <a:lnTo>
                    <a:pt x="34057" y="1919"/>
                  </a:lnTo>
                  <a:lnTo>
                    <a:pt x="33660" y="1756"/>
                  </a:lnTo>
                  <a:lnTo>
                    <a:pt x="33259" y="1600"/>
                  </a:lnTo>
                  <a:lnTo>
                    <a:pt x="32857" y="1451"/>
                  </a:lnTo>
                  <a:lnTo>
                    <a:pt x="32451" y="1309"/>
                  </a:lnTo>
                  <a:lnTo>
                    <a:pt x="32043" y="1174"/>
                  </a:lnTo>
                  <a:lnTo>
                    <a:pt x="31633" y="1046"/>
                  </a:lnTo>
                  <a:lnTo>
                    <a:pt x="31221" y="926"/>
                  </a:lnTo>
                  <a:lnTo>
                    <a:pt x="30807" y="813"/>
                  </a:lnTo>
                  <a:lnTo>
                    <a:pt x="30390" y="707"/>
                  </a:lnTo>
                  <a:lnTo>
                    <a:pt x="29972" y="608"/>
                  </a:lnTo>
                  <a:lnTo>
                    <a:pt x="29553" y="516"/>
                  </a:lnTo>
                  <a:lnTo>
                    <a:pt x="29131" y="432"/>
                  </a:lnTo>
                  <a:lnTo>
                    <a:pt x="28709" y="356"/>
                  </a:lnTo>
                  <a:lnTo>
                    <a:pt x="28285" y="286"/>
                  </a:lnTo>
                  <a:lnTo>
                    <a:pt x="27860" y="225"/>
                  </a:lnTo>
                  <a:lnTo>
                    <a:pt x="27434" y="170"/>
                  </a:lnTo>
                  <a:lnTo>
                    <a:pt x="27007" y="123"/>
                  </a:lnTo>
                  <a:lnTo>
                    <a:pt x="26579" y="84"/>
                  </a:lnTo>
                  <a:lnTo>
                    <a:pt x="26151" y="52"/>
                  </a:lnTo>
                  <a:lnTo>
                    <a:pt x="25722" y="28"/>
                  </a:lnTo>
                  <a:lnTo>
                    <a:pt x="25293" y="11"/>
                  </a:lnTo>
                  <a:lnTo>
                    <a:pt x="24863" y="1"/>
                  </a:lnTo>
                  <a:lnTo>
                    <a:pt x="24434" y="0"/>
                  </a:lnTo>
                  <a:lnTo>
                    <a:pt x="24004" y="5"/>
                  </a:lnTo>
                  <a:lnTo>
                    <a:pt x="23575" y="18"/>
                  </a:lnTo>
                  <a:lnTo>
                    <a:pt x="23146" y="39"/>
                  </a:lnTo>
                  <a:lnTo>
                    <a:pt x="22717" y="67"/>
                  </a:lnTo>
                  <a:lnTo>
                    <a:pt x="22289" y="103"/>
                  </a:lnTo>
                  <a:lnTo>
                    <a:pt x="21862" y="146"/>
                  </a:lnTo>
                  <a:lnTo>
                    <a:pt x="21435" y="197"/>
                  </a:lnTo>
                  <a:lnTo>
                    <a:pt x="21010" y="255"/>
                  </a:lnTo>
                  <a:lnTo>
                    <a:pt x="20585" y="320"/>
                  </a:lnTo>
                  <a:lnTo>
                    <a:pt x="20162" y="393"/>
                  </a:lnTo>
                  <a:lnTo>
                    <a:pt x="19740" y="473"/>
                  </a:lnTo>
                  <a:lnTo>
                    <a:pt x="19319" y="561"/>
                  </a:lnTo>
                  <a:lnTo>
                    <a:pt x="18901" y="656"/>
                  </a:lnTo>
                  <a:lnTo>
                    <a:pt x="18483" y="759"/>
                  </a:lnTo>
                  <a:lnTo>
                    <a:pt x="18068" y="868"/>
                  </a:lnTo>
                  <a:lnTo>
                    <a:pt x="17655" y="985"/>
                  </a:lnTo>
                  <a:lnTo>
                    <a:pt x="17244" y="1109"/>
                  </a:lnTo>
                  <a:lnTo>
                    <a:pt x="16835" y="1241"/>
                  </a:lnTo>
                  <a:lnTo>
                    <a:pt x="16428" y="1379"/>
                  </a:lnTo>
                  <a:lnTo>
                    <a:pt x="16024" y="1525"/>
                  </a:lnTo>
                  <a:lnTo>
                    <a:pt x="15622" y="1677"/>
                  </a:lnTo>
                  <a:lnTo>
                    <a:pt x="15224" y="1837"/>
                  </a:lnTo>
                  <a:lnTo>
                    <a:pt x="14828" y="2003"/>
                  </a:lnTo>
                  <a:lnTo>
                    <a:pt x="14435" y="2177"/>
                  </a:lnTo>
                  <a:lnTo>
                    <a:pt x="14045" y="2357"/>
                  </a:lnTo>
                  <a:lnTo>
                    <a:pt x="13658" y="2544"/>
                  </a:lnTo>
                  <a:lnTo>
                    <a:pt x="13275" y="2738"/>
                  </a:lnTo>
                  <a:lnTo>
                    <a:pt x="12895" y="2938"/>
                  </a:lnTo>
                  <a:lnTo>
                    <a:pt x="12519" y="3146"/>
                  </a:lnTo>
                  <a:lnTo>
                    <a:pt x="12146" y="3359"/>
                  </a:lnTo>
                  <a:lnTo>
                    <a:pt x="11777" y="3579"/>
                  </a:lnTo>
                  <a:lnTo>
                    <a:pt x="11412" y="3806"/>
                  </a:lnTo>
                  <a:lnTo>
                    <a:pt x="11051" y="4039"/>
                  </a:lnTo>
                  <a:lnTo>
                    <a:pt x="10695" y="4278"/>
                  </a:lnTo>
                  <a:lnTo>
                    <a:pt x="10342" y="4524"/>
                  </a:lnTo>
                  <a:lnTo>
                    <a:pt x="9994" y="4775"/>
                  </a:lnTo>
                  <a:lnTo>
                    <a:pt x="9650" y="5033"/>
                  </a:lnTo>
                  <a:lnTo>
                    <a:pt x="9311" y="5296"/>
                  </a:lnTo>
                  <a:lnTo>
                    <a:pt x="8977" y="5566"/>
                  </a:lnTo>
                  <a:lnTo>
                    <a:pt x="8647" y="5841"/>
                  </a:lnTo>
                  <a:lnTo>
                    <a:pt x="8322" y="6122"/>
                  </a:lnTo>
                  <a:lnTo>
                    <a:pt x="8002" y="6409"/>
                  </a:lnTo>
                  <a:lnTo>
                    <a:pt x="7687" y="6701"/>
                  </a:lnTo>
                  <a:lnTo>
                    <a:pt x="7378" y="6999"/>
                  </a:lnTo>
                  <a:lnTo>
                    <a:pt x="7073" y="7302"/>
                  </a:lnTo>
                  <a:lnTo>
                    <a:pt x="6774" y="7610"/>
                  </a:lnTo>
                  <a:lnTo>
                    <a:pt x="6481" y="7924"/>
                  </a:lnTo>
                  <a:lnTo>
                    <a:pt x="6193" y="8242"/>
                  </a:lnTo>
                  <a:lnTo>
                    <a:pt x="5910" y="8566"/>
                  </a:lnTo>
                  <a:lnTo>
                    <a:pt x="5633" y="8894"/>
                  </a:lnTo>
                  <a:lnTo>
                    <a:pt x="5363" y="9228"/>
                  </a:lnTo>
                  <a:lnTo>
                    <a:pt x="5097" y="9566"/>
                  </a:lnTo>
                  <a:lnTo>
                    <a:pt x="4838" y="9908"/>
                  </a:lnTo>
                  <a:lnTo>
                    <a:pt x="4585" y="10255"/>
                  </a:lnTo>
                  <a:lnTo>
                    <a:pt x="4338" y="10607"/>
                  </a:lnTo>
                  <a:lnTo>
                    <a:pt x="4098" y="10963"/>
                  </a:lnTo>
                  <a:lnTo>
                    <a:pt x="3863" y="11322"/>
                  </a:lnTo>
                  <a:lnTo>
                    <a:pt x="3635" y="11686"/>
                  </a:lnTo>
                  <a:lnTo>
                    <a:pt x="3413" y="12054"/>
                  </a:lnTo>
                  <a:lnTo>
                    <a:pt x="3198" y="12426"/>
                  </a:lnTo>
                  <a:lnTo>
                    <a:pt x="2989" y="12801"/>
                  </a:lnTo>
                  <a:lnTo>
                    <a:pt x="2787" y="13180"/>
                  </a:lnTo>
                  <a:lnTo>
                    <a:pt x="2591" y="13563"/>
                  </a:lnTo>
                  <a:lnTo>
                    <a:pt x="2402" y="13949"/>
                  </a:lnTo>
                  <a:lnTo>
                    <a:pt x="2220" y="14338"/>
                  </a:lnTo>
                  <a:lnTo>
                    <a:pt x="2045" y="14730"/>
                  </a:lnTo>
                  <a:lnTo>
                    <a:pt x="1877" y="15125"/>
                  </a:lnTo>
                  <a:lnTo>
                    <a:pt x="1716" y="15523"/>
                  </a:lnTo>
                  <a:lnTo>
                    <a:pt x="1561" y="15924"/>
                  </a:lnTo>
                  <a:lnTo>
                    <a:pt x="1414" y="16327"/>
                  </a:lnTo>
                  <a:lnTo>
                    <a:pt x="1274" y="16733"/>
                  </a:lnTo>
                  <a:lnTo>
                    <a:pt x="1141" y="17142"/>
                  </a:lnTo>
                  <a:lnTo>
                    <a:pt x="1015" y="17552"/>
                  </a:lnTo>
                  <a:lnTo>
                    <a:pt x="896" y="17965"/>
                  </a:lnTo>
                  <a:lnTo>
                    <a:pt x="785" y="18380"/>
                  </a:lnTo>
                  <a:lnTo>
                    <a:pt x="680" y="18797"/>
                  </a:lnTo>
                  <a:lnTo>
                    <a:pt x="584" y="19215"/>
                  </a:lnTo>
                  <a:lnTo>
                    <a:pt x="494" y="19635"/>
                  </a:lnTo>
                  <a:lnTo>
                    <a:pt x="412" y="20057"/>
                  </a:lnTo>
                  <a:lnTo>
                    <a:pt x="337" y="20480"/>
                  </a:lnTo>
                  <a:lnTo>
                    <a:pt x="270" y="20904"/>
                  </a:lnTo>
                  <a:lnTo>
                    <a:pt x="210" y="21329"/>
                  </a:lnTo>
                  <a:lnTo>
                    <a:pt x="157" y="21756"/>
                  </a:lnTo>
                  <a:lnTo>
                    <a:pt x="112" y="22183"/>
                  </a:lnTo>
                  <a:lnTo>
                    <a:pt x="75" y="22611"/>
                  </a:lnTo>
                  <a:lnTo>
                    <a:pt x="45" y="23039"/>
                  </a:lnTo>
                  <a:lnTo>
                    <a:pt x="22" y="23468"/>
                  </a:lnTo>
                  <a:lnTo>
                    <a:pt x="7" y="23898"/>
                  </a:lnTo>
                  <a:lnTo>
                    <a:pt x="0" y="24327"/>
                  </a:lnTo>
                  <a:lnTo>
                    <a:pt x="0" y="24757"/>
                  </a:lnTo>
                  <a:lnTo>
                    <a:pt x="7" y="25186"/>
                  </a:lnTo>
                  <a:lnTo>
                    <a:pt x="22" y="25615"/>
                  </a:lnTo>
                  <a:lnTo>
                    <a:pt x="45" y="26044"/>
                  </a:lnTo>
                  <a:lnTo>
                    <a:pt x="75" y="26473"/>
                  </a:lnTo>
                  <a:lnTo>
                    <a:pt x="112" y="26901"/>
                  </a:lnTo>
                  <a:lnTo>
                    <a:pt x="157" y="27328"/>
                  </a:lnTo>
                  <a:lnTo>
                    <a:pt x="210" y="27754"/>
                  </a:lnTo>
                  <a:lnTo>
                    <a:pt x="270" y="28179"/>
                  </a:lnTo>
                  <a:lnTo>
                    <a:pt x="337" y="28604"/>
                  </a:lnTo>
                  <a:lnTo>
                    <a:pt x="412" y="29027"/>
                  </a:lnTo>
                  <a:lnTo>
                    <a:pt x="494" y="29448"/>
                  </a:lnTo>
                  <a:lnTo>
                    <a:pt x="584" y="29868"/>
                  </a:lnTo>
                  <a:lnTo>
                    <a:pt x="680" y="30287"/>
                  </a:lnTo>
                  <a:lnTo>
                    <a:pt x="785" y="30704"/>
                  </a:lnTo>
                  <a:lnTo>
                    <a:pt x="896" y="31118"/>
                  </a:lnTo>
                  <a:lnTo>
                    <a:pt x="1015" y="31531"/>
                  </a:lnTo>
                  <a:lnTo>
                    <a:pt x="1141" y="31942"/>
                  </a:lnTo>
                  <a:lnTo>
                    <a:pt x="1274" y="32350"/>
                  </a:lnTo>
                  <a:lnTo>
                    <a:pt x="1414" y="32756"/>
                  </a:lnTo>
                  <a:lnTo>
                    <a:pt x="1561" y="33160"/>
                  </a:lnTo>
                  <a:lnTo>
                    <a:pt x="1716" y="33561"/>
                  </a:lnTo>
                  <a:lnTo>
                    <a:pt x="1877" y="33959"/>
                  </a:lnTo>
                  <a:lnTo>
                    <a:pt x="2045" y="34354"/>
                  </a:lnTo>
                  <a:lnTo>
                    <a:pt x="2220" y="34746"/>
                  </a:lnTo>
                  <a:lnTo>
                    <a:pt x="2402" y="35135"/>
                  </a:lnTo>
                  <a:lnTo>
                    <a:pt x="2591" y="35521"/>
                  </a:lnTo>
                  <a:lnTo>
                    <a:pt x="2787" y="35903"/>
                  </a:lnTo>
                  <a:lnTo>
                    <a:pt x="2989" y="36282"/>
                  </a:lnTo>
                  <a:lnTo>
                    <a:pt x="3198" y="36658"/>
                  </a:lnTo>
                  <a:lnTo>
                    <a:pt x="3413" y="37029"/>
                  </a:lnTo>
                  <a:lnTo>
                    <a:pt x="3635" y="37397"/>
                  </a:lnTo>
                  <a:lnTo>
                    <a:pt x="3863" y="37761"/>
                  </a:lnTo>
                  <a:lnTo>
                    <a:pt x="4098" y="38121"/>
                  </a:lnTo>
                  <a:lnTo>
                    <a:pt x="4338" y="38477"/>
                  </a:lnTo>
                  <a:lnTo>
                    <a:pt x="4585" y="38828"/>
                  </a:lnTo>
                  <a:lnTo>
                    <a:pt x="4838" y="39175"/>
                  </a:lnTo>
                  <a:lnTo>
                    <a:pt x="5097" y="39518"/>
                  </a:lnTo>
                  <a:lnTo>
                    <a:pt x="5363" y="39856"/>
                  </a:lnTo>
                  <a:lnTo>
                    <a:pt x="5633" y="40189"/>
                  </a:lnTo>
                  <a:lnTo>
                    <a:pt x="5910" y="40518"/>
                  </a:lnTo>
                  <a:lnTo>
                    <a:pt x="6193" y="40841"/>
                  </a:lnTo>
                  <a:lnTo>
                    <a:pt x="6481" y="41160"/>
                  </a:lnTo>
                  <a:lnTo>
                    <a:pt x="6774" y="41473"/>
                  </a:lnTo>
                  <a:lnTo>
                    <a:pt x="7073" y="41782"/>
                  </a:lnTo>
                  <a:lnTo>
                    <a:pt x="7378" y="42085"/>
                  </a:lnTo>
                  <a:lnTo>
                    <a:pt x="7687" y="42382"/>
                  </a:lnTo>
                  <a:lnTo>
                    <a:pt x="8002" y="42675"/>
                  </a:lnTo>
                  <a:lnTo>
                    <a:pt x="8322" y="42961"/>
                  </a:lnTo>
                  <a:lnTo>
                    <a:pt x="8647" y="43242"/>
                  </a:lnTo>
                  <a:lnTo>
                    <a:pt x="8977" y="43518"/>
                  </a:lnTo>
                  <a:lnTo>
                    <a:pt x="9311" y="43787"/>
                  </a:lnTo>
                  <a:lnTo>
                    <a:pt x="9650" y="44051"/>
                  </a:lnTo>
                  <a:lnTo>
                    <a:pt x="9994" y="44308"/>
                  </a:lnTo>
                  <a:lnTo>
                    <a:pt x="10342" y="44560"/>
                  </a:lnTo>
                  <a:lnTo>
                    <a:pt x="10695" y="44805"/>
                  </a:lnTo>
                  <a:lnTo>
                    <a:pt x="11051" y="45045"/>
                  </a:lnTo>
                  <a:lnTo>
                    <a:pt x="11412" y="45278"/>
                  </a:lnTo>
                  <a:lnTo>
                    <a:pt x="11777" y="45504"/>
                  </a:lnTo>
                  <a:lnTo>
                    <a:pt x="12146" y="45724"/>
                  </a:lnTo>
                  <a:lnTo>
                    <a:pt x="12519" y="45938"/>
                  </a:lnTo>
                  <a:lnTo>
                    <a:pt x="12895" y="46145"/>
                  </a:lnTo>
                  <a:lnTo>
                    <a:pt x="13275" y="46346"/>
                  </a:lnTo>
                  <a:lnTo>
                    <a:pt x="13658" y="46539"/>
                  </a:lnTo>
                  <a:lnTo>
                    <a:pt x="14045" y="46727"/>
                  </a:lnTo>
                  <a:lnTo>
                    <a:pt x="14435" y="46907"/>
                  </a:lnTo>
                  <a:lnTo>
                    <a:pt x="14828" y="47080"/>
                  </a:lnTo>
                  <a:lnTo>
                    <a:pt x="15224" y="47247"/>
                  </a:lnTo>
                  <a:lnTo>
                    <a:pt x="15622" y="47406"/>
                  </a:lnTo>
                  <a:lnTo>
                    <a:pt x="16024" y="47559"/>
                  </a:lnTo>
                  <a:lnTo>
                    <a:pt x="16428" y="47705"/>
                  </a:lnTo>
                  <a:lnTo>
                    <a:pt x="16835" y="47843"/>
                  </a:lnTo>
                  <a:lnTo>
                    <a:pt x="17244" y="47974"/>
                  </a:lnTo>
                  <a:lnTo>
                    <a:pt x="17655" y="48098"/>
                  </a:lnTo>
                  <a:lnTo>
                    <a:pt x="18068" y="48215"/>
                  </a:lnTo>
                  <a:lnTo>
                    <a:pt x="18483" y="48325"/>
                  </a:lnTo>
                  <a:lnTo>
                    <a:pt x="18901" y="48427"/>
                  </a:lnTo>
                  <a:lnTo>
                    <a:pt x="19319" y="48522"/>
                  </a:lnTo>
                  <a:lnTo>
                    <a:pt x="19740" y="48610"/>
                  </a:lnTo>
                  <a:lnTo>
                    <a:pt x="20162" y="48690"/>
                  </a:lnTo>
                  <a:lnTo>
                    <a:pt x="20585" y="48763"/>
                  </a:lnTo>
                  <a:lnTo>
                    <a:pt x="21010" y="48829"/>
                  </a:lnTo>
                  <a:lnTo>
                    <a:pt x="21435" y="48887"/>
                  </a:lnTo>
                  <a:lnTo>
                    <a:pt x="21862" y="48938"/>
                  </a:lnTo>
                  <a:lnTo>
                    <a:pt x="22289" y="48981"/>
                  </a:lnTo>
                  <a:lnTo>
                    <a:pt x="22717" y="49016"/>
                  </a:lnTo>
                  <a:lnTo>
                    <a:pt x="23146" y="49045"/>
                  </a:lnTo>
                  <a:lnTo>
                    <a:pt x="23575" y="49065"/>
                  </a:lnTo>
                  <a:lnTo>
                    <a:pt x="24004" y="49078"/>
                  </a:lnTo>
                  <a:lnTo>
                    <a:pt x="24434" y="49084"/>
                  </a:lnTo>
                  <a:lnTo>
                    <a:pt x="24863" y="49082"/>
                  </a:lnTo>
                  <a:lnTo>
                    <a:pt x="25293" y="49073"/>
                  </a:lnTo>
                  <a:lnTo>
                    <a:pt x="25722" y="49056"/>
                  </a:lnTo>
                  <a:lnTo>
                    <a:pt x="26151" y="49032"/>
                  </a:lnTo>
                  <a:lnTo>
                    <a:pt x="26579" y="49000"/>
                  </a:lnTo>
                  <a:lnTo>
                    <a:pt x="27007" y="48960"/>
                  </a:lnTo>
                  <a:lnTo>
                    <a:pt x="27434" y="48913"/>
                  </a:lnTo>
                  <a:lnTo>
                    <a:pt x="27860" y="48859"/>
                  </a:lnTo>
                  <a:lnTo>
                    <a:pt x="28285" y="48797"/>
                  </a:lnTo>
                  <a:lnTo>
                    <a:pt x="28709" y="48728"/>
                  </a:lnTo>
                  <a:lnTo>
                    <a:pt x="29131" y="48651"/>
                  </a:lnTo>
                  <a:lnTo>
                    <a:pt x="29553" y="48567"/>
                  </a:lnTo>
                  <a:lnTo>
                    <a:pt x="29972" y="48476"/>
                  </a:lnTo>
                  <a:lnTo>
                    <a:pt x="30390" y="48377"/>
                  </a:lnTo>
                  <a:lnTo>
                    <a:pt x="30807" y="48271"/>
                  </a:lnTo>
                  <a:lnTo>
                    <a:pt x="31221" y="48158"/>
                  </a:lnTo>
                  <a:lnTo>
                    <a:pt x="31633" y="48037"/>
                  </a:lnTo>
                  <a:lnTo>
                    <a:pt x="32043" y="47910"/>
                  </a:lnTo>
                  <a:lnTo>
                    <a:pt x="32451" y="47775"/>
                  </a:lnTo>
                  <a:lnTo>
                    <a:pt x="32857" y="47633"/>
                  </a:lnTo>
                  <a:lnTo>
                    <a:pt x="33259" y="47484"/>
                  </a:lnTo>
                  <a:lnTo>
                    <a:pt x="33660" y="47328"/>
                  </a:lnTo>
                  <a:lnTo>
                    <a:pt x="34057" y="47164"/>
                  </a:lnTo>
                  <a:lnTo>
                    <a:pt x="34451" y="46994"/>
                  </a:lnTo>
                  <a:lnTo>
                    <a:pt x="34843" y="46818"/>
                  </a:lnTo>
                  <a:lnTo>
                    <a:pt x="35231" y="46634"/>
                  </a:lnTo>
                  <a:lnTo>
                    <a:pt x="35616" y="46443"/>
                  </a:lnTo>
                  <a:lnTo>
                    <a:pt x="35998" y="46246"/>
                  </a:lnTo>
                  <a:lnTo>
                    <a:pt x="36376" y="46042"/>
                  </a:lnTo>
                  <a:lnTo>
                    <a:pt x="36750" y="45832"/>
                  </a:lnTo>
                  <a:lnTo>
                    <a:pt x="37121" y="45615"/>
                  </a:lnTo>
                  <a:lnTo>
                    <a:pt x="37488" y="45392"/>
                  </a:lnTo>
                  <a:lnTo>
                    <a:pt x="37851" y="45162"/>
                  </a:lnTo>
                  <a:lnTo>
                    <a:pt x="38210" y="44926"/>
                  </a:lnTo>
                  <a:lnTo>
                    <a:pt x="38564" y="44683"/>
                  </a:lnTo>
                  <a:lnTo>
                    <a:pt x="38915" y="44435"/>
                  </a:lnTo>
                  <a:lnTo>
                    <a:pt x="39261" y="44180"/>
                  </a:lnTo>
                  <a:lnTo>
                    <a:pt x="39602" y="43920"/>
                  </a:lnTo>
                  <a:lnTo>
                    <a:pt x="39939" y="43653"/>
                  </a:lnTo>
                  <a:lnTo>
                    <a:pt x="40271" y="43381"/>
                  </a:lnTo>
                  <a:lnTo>
                    <a:pt x="40598" y="43103"/>
                  </a:lnTo>
                  <a:lnTo>
                    <a:pt x="40921" y="42819"/>
                  </a:lnTo>
                  <a:lnTo>
                    <a:pt x="41238" y="42529"/>
                  </a:lnTo>
                  <a:lnTo>
                    <a:pt x="41550" y="42234"/>
                  </a:lnTo>
                  <a:lnTo>
                    <a:pt x="41857" y="41934"/>
                  </a:lnTo>
                  <a:lnTo>
                    <a:pt x="42159" y="41628"/>
                  </a:lnTo>
                  <a:lnTo>
                    <a:pt x="42455" y="41317"/>
                  </a:lnTo>
                  <a:lnTo>
                    <a:pt x="42746" y="41001"/>
                  </a:lnTo>
                  <a:lnTo>
                    <a:pt x="43031" y="40680"/>
                  </a:lnTo>
                  <a:lnTo>
                    <a:pt x="43311" y="40354"/>
                  </a:lnTo>
                  <a:lnTo>
                    <a:pt x="43585" y="40023"/>
                  </a:lnTo>
                  <a:lnTo>
                    <a:pt x="43853" y="39687"/>
                  </a:lnTo>
                  <a:lnTo>
                    <a:pt x="44115" y="39347"/>
                  </a:lnTo>
                  <a:lnTo>
                    <a:pt x="44371" y="39002"/>
                  </a:lnTo>
                  <a:lnTo>
                    <a:pt x="44621" y="38653"/>
                  </a:lnTo>
                  <a:lnTo>
                    <a:pt x="44865" y="38299"/>
                  </a:lnTo>
                  <a:lnTo>
                    <a:pt x="45103" y="37942"/>
                  </a:lnTo>
                  <a:lnTo>
                    <a:pt x="45334" y="37580"/>
                  </a:lnTo>
                  <a:lnTo>
                    <a:pt x="45559" y="37214"/>
                  </a:lnTo>
                  <a:lnTo>
                    <a:pt x="45778" y="36844"/>
                  </a:lnTo>
                  <a:lnTo>
                    <a:pt x="45990" y="36471"/>
                  </a:lnTo>
                  <a:lnTo>
                    <a:pt x="46195" y="36093"/>
                  </a:lnTo>
                  <a:lnTo>
                    <a:pt x="46394" y="35713"/>
                  </a:lnTo>
                  <a:lnTo>
                    <a:pt x="46586" y="35328"/>
                  </a:lnTo>
                  <a:lnTo>
                    <a:pt x="46772" y="34941"/>
                  </a:lnTo>
                  <a:lnTo>
                    <a:pt x="46950" y="34550"/>
                  </a:lnTo>
                  <a:lnTo>
                    <a:pt x="47122" y="34157"/>
                  </a:lnTo>
                  <a:lnTo>
                    <a:pt x="47287" y="33760"/>
                  </a:lnTo>
                  <a:lnTo>
                    <a:pt x="47445" y="33360"/>
                  </a:lnTo>
                  <a:lnTo>
                    <a:pt x="47595" y="32958"/>
                  </a:lnTo>
                  <a:lnTo>
                    <a:pt x="47739" y="32554"/>
                  </a:lnTo>
                  <a:lnTo>
                    <a:pt x="47876" y="32146"/>
                  </a:lnTo>
                  <a:lnTo>
                    <a:pt x="48005" y="31737"/>
                  </a:lnTo>
                  <a:lnTo>
                    <a:pt x="48128" y="31325"/>
                  </a:lnTo>
                  <a:lnTo>
                    <a:pt x="48243" y="30911"/>
                  </a:lnTo>
                  <a:lnTo>
                    <a:pt x="48351" y="30495"/>
                  </a:lnTo>
                  <a:lnTo>
                    <a:pt x="48451" y="30078"/>
                  </a:lnTo>
                  <a:lnTo>
                    <a:pt x="48544" y="29658"/>
                  </a:lnTo>
                  <a:lnTo>
                    <a:pt x="48630" y="29238"/>
                  </a:lnTo>
                  <a:lnTo>
                    <a:pt x="48709" y="28815"/>
                  </a:lnTo>
                  <a:lnTo>
                    <a:pt x="48780" y="28392"/>
                  </a:lnTo>
                  <a:lnTo>
                    <a:pt x="48843" y="27967"/>
                  </a:lnTo>
                  <a:lnTo>
                    <a:pt x="48900" y="27541"/>
                  </a:lnTo>
                  <a:lnTo>
                    <a:pt x="48948" y="27114"/>
                  </a:lnTo>
                  <a:lnTo>
                    <a:pt x="48990" y="26687"/>
                  </a:lnTo>
                  <a:lnTo>
                    <a:pt x="49024" y="26259"/>
                  </a:lnTo>
                  <a:lnTo>
                    <a:pt x="49050" y="25830"/>
                  </a:lnTo>
                  <a:lnTo>
                    <a:pt x="49069" y="25401"/>
                  </a:lnTo>
                  <a:lnTo>
                    <a:pt x="49080" y="24971"/>
                  </a:lnTo>
                  <a:lnTo>
                    <a:pt x="49084" y="24542"/>
                  </a:lnTo>
                </a:path>
              </a:pathLst>
            </a:custGeom>
            <a:ln w="13550" cap="flat">
              <a:solidFill>
                <a:srgbClr val="7FC5D8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280" name="pl280"/>
            <p:cNvSpPr/>
            <p:nvPr/>
          </p:nvSpPr>
          <p:spPr>
            <a:xfrm>
              <a:off x="4437021" y="2079592"/>
              <a:ext cx="269962" cy="269965"/>
            </a:xfrm>
            <a:custGeom>
              <a:avLst/>
              <a:pathLst>
                <a:path w="269962" h="269965">
                  <a:moveTo>
                    <a:pt x="269962" y="134982"/>
                  </a:moveTo>
                  <a:lnTo>
                    <a:pt x="269942" y="132620"/>
                  </a:lnTo>
                  <a:lnTo>
                    <a:pt x="269880" y="130258"/>
                  </a:lnTo>
                  <a:lnTo>
                    <a:pt x="269776" y="127898"/>
                  </a:lnTo>
                  <a:lnTo>
                    <a:pt x="269632" y="125540"/>
                  </a:lnTo>
                  <a:lnTo>
                    <a:pt x="269446" y="123185"/>
                  </a:lnTo>
                  <a:lnTo>
                    <a:pt x="269219" y="120833"/>
                  </a:lnTo>
                  <a:lnTo>
                    <a:pt x="268951" y="118486"/>
                  </a:lnTo>
                  <a:lnTo>
                    <a:pt x="268641" y="116144"/>
                  </a:lnTo>
                  <a:lnTo>
                    <a:pt x="268291" y="113808"/>
                  </a:lnTo>
                  <a:lnTo>
                    <a:pt x="267900" y="111478"/>
                  </a:lnTo>
                  <a:lnTo>
                    <a:pt x="267468" y="109155"/>
                  </a:lnTo>
                  <a:lnTo>
                    <a:pt x="266996" y="106840"/>
                  </a:lnTo>
                  <a:lnTo>
                    <a:pt x="266483" y="104534"/>
                  </a:lnTo>
                  <a:lnTo>
                    <a:pt x="265930" y="102237"/>
                  </a:lnTo>
                  <a:lnTo>
                    <a:pt x="265337" y="99951"/>
                  </a:lnTo>
                  <a:lnTo>
                    <a:pt x="264704" y="97675"/>
                  </a:lnTo>
                  <a:lnTo>
                    <a:pt x="264031" y="95410"/>
                  </a:lnTo>
                  <a:lnTo>
                    <a:pt x="263319" y="93158"/>
                  </a:lnTo>
                  <a:lnTo>
                    <a:pt x="262568" y="90918"/>
                  </a:lnTo>
                  <a:lnTo>
                    <a:pt x="261777" y="88692"/>
                  </a:lnTo>
                  <a:lnTo>
                    <a:pt x="260947" y="86480"/>
                  </a:lnTo>
                  <a:lnTo>
                    <a:pt x="260079" y="84282"/>
                  </a:lnTo>
                  <a:lnTo>
                    <a:pt x="259173" y="82101"/>
                  </a:lnTo>
                  <a:lnTo>
                    <a:pt x="258228" y="79935"/>
                  </a:lnTo>
                  <a:lnTo>
                    <a:pt x="257246" y="77787"/>
                  </a:lnTo>
                  <a:lnTo>
                    <a:pt x="256226" y="75656"/>
                  </a:lnTo>
                  <a:lnTo>
                    <a:pt x="255169" y="73543"/>
                  </a:lnTo>
                  <a:lnTo>
                    <a:pt x="254076" y="71449"/>
                  </a:lnTo>
                  <a:lnTo>
                    <a:pt x="252946" y="69374"/>
                  </a:lnTo>
                  <a:lnTo>
                    <a:pt x="251779" y="67320"/>
                  </a:lnTo>
                  <a:lnTo>
                    <a:pt x="250577" y="65286"/>
                  </a:lnTo>
                  <a:lnTo>
                    <a:pt x="249340" y="63274"/>
                  </a:lnTo>
                  <a:lnTo>
                    <a:pt x="248067" y="61283"/>
                  </a:lnTo>
                  <a:lnTo>
                    <a:pt x="246760" y="59315"/>
                  </a:lnTo>
                  <a:lnTo>
                    <a:pt x="245419" y="57371"/>
                  </a:lnTo>
                  <a:lnTo>
                    <a:pt x="244044" y="55450"/>
                  </a:lnTo>
                  <a:lnTo>
                    <a:pt x="242635" y="53553"/>
                  </a:lnTo>
                  <a:lnTo>
                    <a:pt x="241193" y="51681"/>
                  </a:lnTo>
                  <a:lnTo>
                    <a:pt x="239719" y="49835"/>
                  </a:lnTo>
                  <a:lnTo>
                    <a:pt x="238213" y="48015"/>
                  </a:lnTo>
                  <a:lnTo>
                    <a:pt x="236675" y="46222"/>
                  </a:lnTo>
                  <a:lnTo>
                    <a:pt x="235106" y="44456"/>
                  </a:lnTo>
                  <a:lnTo>
                    <a:pt x="233507" y="42717"/>
                  </a:lnTo>
                  <a:lnTo>
                    <a:pt x="231877" y="41007"/>
                  </a:lnTo>
                  <a:lnTo>
                    <a:pt x="230217" y="39326"/>
                  </a:lnTo>
                  <a:lnTo>
                    <a:pt x="228529" y="37673"/>
                  </a:lnTo>
                  <a:lnTo>
                    <a:pt x="226811" y="36051"/>
                  </a:lnTo>
                  <a:lnTo>
                    <a:pt x="225066" y="34459"/>
                  </a:lnTo>
                  <a:lnTo>
                    <a:pt x="223293" y="32898"/>
                  </a:lnTo>
                  <a:lnTo>
                    <a:pt x="221493" y="31368"/>
                  </a:lnTo>
                  <a:lnTo>
                    <a:pt x="219666" y="29870"/>
                  </a:lnTo>
                  <a:lnTo>
                    <a:pt x="217814" y="28404"/>
                  </a:lnTo>
                  <a:lnTo>
                    <a:pt x="215936" y="26970"/>
                  </a:lnTo>
                  <a:lnTo>
                    <a:pt x="214033" y="25570"/>
                  </a:lnTo>
                  <a:lnTo>
                    <a:pt x="212106" y="24203"/>
                  </a:lnTo>
                  <a:lnTo>
                    <a:pt x="210155" y="22870"/>
                  </a:lnTo>
                  <a:lnTo>
                    <a:pt x="208182" y="21572"/>
                  </a:lnTo>
                  <a:lnTo>
                    <a:pt x="206186" y="20308"/>
                  </a:lnTo>
                  <a:lnTo>
                    <a:pt x="204168" y="19079"/>
                  </a:lnTo>
                  <a:lnTo>
                    <a:pt x="202129" y="17886"/>
                  </a:lnTo>
                  <a:lnTo>
                    <a:pt x="200069" y="16729"/>
                  </a:lnTo>
                  <a:lnTo>
                    <a:pt x="197990" y="15608"/>
                  </a:lnTo>
                  <a:lnTo>
                    <a:pt x="195891" y="14523"/>
                  </a:lnTo>
                  <a:lnTo>
                    <a:pt x="193774" y="13476"/>
                  </a:lnTo>
                  <a:lnTo>
                    <a:pt x="191638" y="12465"/>
                  </a:lnTo>
                  <a:lnTo>
                    <a:pt x="189485" y="11493"/>
                  </a:lnTo>
                  <a:lnTo>
                    <a:pt x="187316" y="10558"/>
                  </a:lnTo>
                  <a:lnTo>
                    <a:pt x="185130" y="9661"/>
                  </a:lnTo>
                  <a:lnTo>
                    <a:pt x="182929" y="8802"/>
                  </a:lnTo>
                  <a:lnTo>
                    <a:pt x="180714" y="7982"/>
                  </a:lnTo>
                  <a:lnTo>
                    <a:pt x="178484" y="7201"/>
                  </a:lnTo>
                  <a:lnTo>
                    <a:pt x="176241" y="6460"/>
                  </a:lnTo>
                  <a:lnTo>
                    <a:pt x="173985" y="5757"/>
                  </a:lnTo>
                  <a:lnTo>
                    <a:pt x="171718" y="5094"/>
                  </a:lnTo>
                  <a:lnTo>
                    <a:pt x="169439" y="4471"/>
                  </a:lnTo>
                  <a:lnTo>
                    <a:pt x="167150" y="3888"/>
                  </a:lnTo>
                  <a:lnTo>
                    <a:pt x="164851" y="3345"/>
                  </a:lnTo>
                  <a:lnTo>
                    <a:pt x="162542" y="2842"/>
                  </a:lnTo>
                  <a:lnTo>
                    <a:pt x="160225" y="2380"/>
                  </a:lnTo>
                  <a:lnTo>
                    <a:pt x="157901" y="1959"/>
                  </a:lnTo>
                  <a:lnTo>
                    <a:pt x="155569" y="1578"/>
                  </a:lnTo>
                  <a:lnTo>
                    <a:pt x="153231" y="1238"/>
                  </a:lnTo>
                  <a:lnTo>
                    <a:pt x="150888" y="939"/>
                  </a:lnTo>
                  <a:lnTo>
                    <a:pt x="148540" y="681"/>
                  </a:lnTo>
                  <a:lnTo>
                    <a:pt x="146187" y="464"/>
                  </a:lnTo>
                  <a:lnTo>
                    <a:pt x="143831" y="289"/>
                  </a:lnTo>
                  <a:lnTo>
                    <a:pt x="141473" y="155"/>
                  </a:lnTo>
                  <a:lnTo>
                    <a:pt x="139112" y="62"/>
                  </a:lnTo>
                  <a:lnTo>
                    <a:pt x="136750" y="10"/>
                  </a:lnTo>
                  <a:lnTo>
                    <a:pt x="134388" y="0"/>
                  </a:lnTo>
                  <a:lnTo>
                    <a:pt x="132025" y="31"/>
                  </a:lnTo>
                  <a:lnTo>
                    <a:pt x="129664" y="103"/>
                  </a:lnTo>
                  <a:lnTo>
                    <a:pt x="127304" y="217"/>
                  </a:lnTo>
                  <a:lnTo>
                    <a:pt x="124947" y="371"/>
                  </a:lnTo>
                  <a:lnTo>
                    <a:pt x="122593" y="568"/>
                  </a:lnTo>
                  <a:lnTo>
                    <a:pt x="120242" y="805"/>
                  </a:lnTo>
                  <a:lnTo>
                    <a:pt x="117896" y="1083"/>
                  </a:lnTo>
                  <a:lnTo>
                    <a:pt x="115556" y="1403"/>
                  </a:lnTo>
                  <a:lnTo>
                    <a:pt x="113221" y="1763"/>
                  </a:lnTo>
                  <a:lnTo>
                    <a:pt x="110893" y="2164"/>
                  </a:lnTo>
                  <a:lnTo>
                    <a:pt x="108572" y="2606"/>
                  </a:lnTo>
                  <a:lnTo>
                    <a:pt x="106259" y="3089"/>
                  </a:lnTo>
                  <a:lnTo>
                    <a:pt x="103955" y="3612"/>
                  </a:lnTo>
                  <a:lnTo>
                    <a:pt x="101661" y="4175"/>
                  </a:lnTo>
                  <a:lnTo>
                    <a:pt x="99377" y="4778"/>
                  </a:lnTo>
                  <a:lnTo>
                    <a:pt x="97104" y="5421"/>
                  </a:lnTo>
                  <a:lnTo>
                    <a:pt x="94842" y="6103"/>
                  </a:lnTo>
                  <a:lnTo>
                    <a:pt x="92592" y="6826"/>
                  </a:lnTo>
                  <a:lnTo>
                    <a:pt x="90356" y="7587"/>
                  </a:lnTo>
                  <a:lnTo>
                    <a:pt x="88133" y="8387"/>
                  </a:lnTo>
                  <a:lnTo>
                    <a:pt x="85925" y="9227"/>
                  </a:lnTo>
                  <a:lnTo>
                    <a:pt x="83732" y="10104"/>
                  </a:lnTo>
                  <a:lnTo>
                    <a:pt x="81554" y="11020"/>
                  </a:lnTo>
                  <a:lnTo>
                    <a:pt x="79393" y="11974"/>
                  </a:lnTo>
                  <a:lnTo>
                    <a:pt x="77249" y="12966"/>
                  </a:lnTo>
                  <a:lnTo>
                    <a:pt x="75122" y="13995"/>
                  </a:lnTo>
                  <a:lnTo>
                    <a:pt x="73014" y="15061"/>
                  </a:lnTo>
                  <a:lnTo>
                    <a:pt x="70924" y="16164"/>
                  </a:lnTo>
                  <a:lnTo>
                    <a:pt x="68855" y="17303"/>
                  </a:lnTo>
                  <a:lnTo>
                    <a:pt x="66805" y="18478"/>
                  </a:lnTo>
                  <a:lnTo>
                    <a:pt x="64777" y="19689"/>
                  </a:lnTo>
                  <a:lnTo>
                    <a:pt x="62770" y="20936"/>
                  </a:lnTo>
                  <a:lnTo>
                    <a:pt x="60785" y="22217"/>
                  </a:lnTo>
                  <a:lnTo>
                    <a:pt x="58823" y="23532"/>
                  </a:lnTo>
                  <a:lnTo>
                    <a:pt x="56884" y="24882"/>
                  </a:lnTo>
                  <a:lnTo>
                    <a:pt x="54969" y="26266"/>
                  </a:lnTo>
                  <a:lnTo>
                    <a:pt x="53079" y="27683"/>
                  </a:lnTo>
                  <a:lnTo>
                    <a:pt x="51214" y="29133"/>
                  </a:lnTo>
                  <a:lnTo>
                    <a:pt x="49374" y="30615"/>
                  </a:lnTo>
                  <a:lnTo>
                    <a:pt x="47560" y="32129"/>
                  </a:lnTo>
                  <a:lnTo>
                    <a:pt x="45774" y="33675"/>
                  </a:lnTo>
                  <a:lnTo>
                    <a:pt x="44015" y="35251"/>
                  </a:lnTo>
                  <a:lnTo>
                    <a:pt x="42283" y="36858"/>
                  </a:lnTo>
                  <a:lnTo>
                    <a:pt x="40580" y="38496"/>
                  </a:lnTo>
                  <a:lnTo>
                    <a:pt x="38906" y="40163"/>
                  </a:lnTo>
                  <a:lnTo>
                    <a:pt x="37261" y="41858"/>
                  </a:lnTo>
                  <a:lnTo>
                    <a:pt x="35646" y="43583"/>
                  </a:lnTo>
                  <a:lnTo>
                    <a:pt x="34062" y="45335"/>
                  </a:lnTo>
                  <a:lnTo>
                    <a:pt x="32508" y="47115"/>
                  </a:lnTo>
                  <a:lnTo>
                    <a:pt x="30986" y="48922"/>
                  </a:lnTo>
                  <a:lnTo>
                    <a:pt x="29496" y="50755"/>
                  </a:lnTo>
                  <a:lnTo>
                    <a:pt x="28038" y="52614"/>
                  </a:lnTo>
                  <a:lnTo>
                    <a:pt x="26613" y="54498"/>
                  </a:lnTo>
                  <a:lnTo>
                    <a:pt x="25221" y="56407"/>
                  </a:lnTo>
                  <a:lnTo>
                    <a:pt x="23863" y="58340"/>
                  </a:lnTo>
                  <a:lnTo>
                    <a:pt x="22539" y="60296"/>
                  </a:lnTo>
                  <a:lnTo>
                    <a:pt x="21249" y="62276"/>
                  </a:lnTo>
                  <a:lnTo>
                    <a:pt x="19994" y="64277"/>
                  </a:lnTo>
                  <a:lnTo>
                    <a:pt x="18774" y="66300"/>
                  </a:lnTo>
                  <a:lnTo>
                    <a:pt x="17590" y="68344"/>
                  </a:lnTo>
                  <a:lnTo>
                    <a:pt x="16441" y="70409"/>
                  </a:lnTo>
                  <a:lnTo>
                    <a:pt x="15329" y="72493"/>
                  </a:lnTo>
                  <a:lnTo>
                    <a:pt x="14254" y="74597"/>
                  </a:lnTo>
                  <a:lnTo>
                    <a:pt x="13216" y="76719"/>
                  </a:lnTo>
                  <a:lnTo>
                    <a:pt x="12215" y="78859"/>
                  </a:lnTo>
                  <a:lnTo>
                    <a:pt x="11251" y="81016"/>
                  </a:lnTo>
                  <a:lnTo>
                    <a:pt x="10326" y="83190"/>
                  </a:lnTo>
                  <a:lnTo>
                    <a:pt x="9439" y="85379"/>
                  </a:lnTo>
                  <a:lnTo>
                    <a:pt x="8590" y="87584"/>
                  </a:lnTo>
                  <a:lnTo>
                    <a:pt x="7780" y="89803"/>
                  </a:lnTo>
                  <a:lnTo>
                    <a:pt x="7008" y="92036"/>
                  </a:lnTo>
                  <a:lnTo>
                    <a:pt x="6276" y="94282"/>
                  </a:lnTo>
                  <a:lnTo>
                    <a:pt x="5584" y="96541"/>
                  </a:lnTo>
                  <a:lnTo>
                    <a:pt x="4931" y="98811"/>
                  </a:lnTo>
                  <a:lnTo>
                    <a:pt x="4318" y="101093"/>
                  </a:lnTo>
                  <a:lnTo>
                    <a:pt x="3745" y="103385"/>
                  </a:lnTo>
                  <a:lnTo>
                    <a:pt x="3212" y="105686"/>
                  </a:lnTo>
                  <a:lnTo>
                    <a:pt x="2719" y="107997"/>
                  </a:lnTo>
                  <a:lnTo>
                    <a:pt x="2267" y="110316"/>
                  </a:lnTo>
                  <a:lnTo>
                    <a:pt x="1856" y="112642"/>
                  </a:lnTo>
                  <a:lnTo>
                    <a:pt x="1485" y="114975"/>
                  </a:lnTo>
                  <a:lnTo>
                    <a:pt x="1156" y="117314"/>
                  </a:lnTo>
                  <a:lnTo>
                    <a:pt x="867" y="119659"/>
                  </a:lnTo>
                  <a:lnTo>
                    <a:pt x="619" y="122009"/>
                  </a:lnTo>
                  <a:lnTo>
                    <a:pt x="413" y="124362"/>
                  </a:lnTo>
                  <a:lnTo>
                    <a:pt x="248" y="126719"/>
                  </a:lnTo>
                  <a:lnTo>
                    <a:pt x="124" y="129078"/>
                  </a:lnTo>
                  <a:lnTo>
                    <a:pt x="41" y="131439"/>
                  </a:lnTo>
                  <a:lnTo>
                    <a:pt x="0" y="133801"/>
                  </a:lnTo>
                  <a:lnTo>
                    <a:pt x="0" y="136163"/>
                  </a:lnTo>
                  <a:lnTo>
                    <a:pt x="41" y="138525"/>
                  </a:lnTo>
                  <a:lnTo>
                    <a:pt x="124" y="140886"/>
                  </a:lnTo>
                  <a:lnTo>
                    <a:pt x="248" y="143246"/>
                  </a:lnTo>
                  <a:lnTo>
                    <a:pt x="413" y="145602"/>
                  </a:lnTo>
                  <a:lnTo>
                    <a:pt x="619" y="147956"/>
                  </a:lnTo>
                  <a:lnTo>
                    <a:pt x="867" y="150305"/>
                  </a:lnTo>
                  <a:lnTo>
                    <a:pt x="1156" y="152650"/>
                  </a:lnTo>
                  <a:lnTo>
                    <a:pt x="1485" y="154989"/>
                  </a:lnTo>
                  <a:lnTo>
                    <a:pt x="1856" y="157322"/>
                  </a:lnTo>
                  <a:lnTo>
                    <a:pt x="2267" y="159649"/>
                  </a:lnTo>
                  <a:lnTo>
                    <a:pt x="2719" y="161968"/>
                  </a:lnTo>
                  <a:lnTo>
                    <a:pt x="3212" y="164278"/>
                  </a:lnTo>
                  <a:lnTo>
                    <a:pt x="3745" y="166580"/>
                  </a:lnTo>
                  <a:lnTo>
                    <a:pt x="4318" y="168872"/>
                  </a:lnTo>
                  <a:lnTo>
                    <a:pt x="4931" y="171153"/>
                  </a:lnTo>
                  <a:lnTo>
                    <a:pt x="5584" y="173424"/>
                  </a:lnTo>
                  <a:lnTo>
                    <a:pt x="6276" y="175682"/>
                  </a:lnTo>
                  <a:lnTo>
                    <a:pt x="7008" y="177928"/>
                  </a:lnTo>
                  <a:lnTo>
                    <a:pt x="7780" y="180161"/>
                  </a:lnTo>
                  <a:lnTo>
                    <a:pt x="8590" y="182381"/>
                  </a:lnTo>
                  <a:lnTo>
                    <a:pt x="9439" y="184585"/>
                  </a:lnTo>
                  <a:lnTo>
                    <a:pt x="10326" y="186775"/>
                  </a:lnTo>
                  <a:lnTo>
                    <a:pt x="11251" y="188948"/>
                  </a:lnTo>
                  <a:lnTo>
                    <a:pt x="12215" y="191105"/>
                  </a:lnTo>
                  <a:lnTo>
                    <a:pt x="13216" y="193245"/>
                  </a:lnTo>
                  <a:lnTo>
                    <a:pt x="14254" y="195367"/>
                  </a:lnTo>
                  <a:lnTo>
                    <a:pt x="15329" y="197471"/>
                  </a:lnTo>
                  <a:lnTo>
                    <a:pt x="16441" y="199555"/>
                  </a:lnTo>
                  <a:lnTo>
                    <a:pt x="17590" y="201620"/>
                  </a:lnTo>
                  <a:lnTo>
                    <a:pt x="18774" y="203664"/>
                  </a:lnTo>
                  <a:lnTo>
                    <a:pt x="19994" y="205687"/>
                  </a:lnTo>
                  <a:lnTo>
                    <a:pt x="21249" y="207689"/>
                  </a:lnTo>
                  <a:lnTo>
                    <a:pt x="22539" y="209668"/>
                  </a:lnTo>
                  <a:lnTo>
                    <a:pt x="23863" y="211624"/>
                  </a:lnTo>
                  <a:lnTo>
                    <a:pt x="25221" y="213557"/>
                  </a:lnTo>
                  <a:lnTo>
                    <a:pt x="26613" y="215466"/>
                  </a:lnTo>
                  <a:lnTo>
                    <a:pt x="28038" y="217350"/>
                  </a:lnTo>
                  <a:lnTo>
                    <a:pt x="29496" y="219209"/>
                  </a:lnTo>
                  <a:lnTo>
                    <a:pt x="30986" y="221042"/>
                  </a:lnTo>
                  <a:lnTo>
                    <a:pt x="32508" y="222849"/>
                  </a:lnTo>
                  <a:lnTo>
                    <a:pt x="34062" y="224629"/>
                  </a:lnTo>
                  <a:lnTo>
                    <a:pt x="35646" y="226381"/>
                  </a:lnTo>
                  <a:lnTo>
                    <a:pt x="37261" y="228106"/>
                  </a:lnTo>
                  <a:lnTo>
                    <a:pt x="38906" y="229802"/>
                  </a:lnTo>
                  <a:lnTo>
                    <a:pt x="40580" y="231469"/>
                  </a:lnTo>
                  <a:lnTo>
                    <a:pt x="42283" y="233106"/>
                  </a:lnTo>
                  <a:lnTo>
                    <a:pt x="44015" y="234713"/>
                  </a:lnTo>
                  <a:lnTo>
                    <a:pt x="45774" y="236290"/>
                  </a:lnTo>
                  <a:lnTo>
                    <a:pt x="47560" y="237835"/>
                  </a:lnTo>
                  <a:lnTo>
                    <a:pt x="49374" y="239350"/>
                  </a:lnTo>
                  <a:lnTo>
                    <a:pt x="51214" y="240832"/>
                  </a:lnTo>
                  <a:lnTo>
                    <a:pt x="53079" y="242282"/>
                  </a:lnTo>
                  <a:lnTo>
                    <a:pt x="54969" y="243698"/>
                  </a:lnTo>
                  <a:lnTo>
                    <a:pt x="56884" y="245082"/>
                  </a:lnTo>
                  <a:lnTo>
                    <a:pt x="58823" y="246432"/>
                  </a:lnTo>
                  <a:lnTo>
                    <a:pt x="60785" y="247748"/>
                  </a:lnTo>
                  <a:lnTo>
                    <a:pt x="62770" y="249029"/>
                  </a:lnTo>
                  <a:lnTo>
                    <a:pt x="64777" y="250275"/>
                  </a:lnTo>
                  <a:lnTo>
                    <a:pt x="66805" y="251486"/>
                  </a:lnTo>
                  <a:lnTo>
                    <a:pt x="68855" y="252661"/>
                  </a:lnTo>
                  <a:lnTo>
                    <a:pt x="70924" y="253800"/>
                  </a:lnTo>
                  <a:lnTo>
                    <a:pt x="73014" y="254903"/>
                  </a:lnTo>
                  <a:lnTo>
                    <a:pt x="75122" y="255969"/>
                  </a:lnTo>
                  <a:lnTo>
                    <a:pt x="77249" y="256998"/>
                  </a:lnTo>
                  <a:lnTo>
                    <a:pt x="79393" y="257990"/>
                  </a:lnTo>
                  <a:lnTo>
                    <a:pt x="81554" y="258944"/>
                  </a:lnTo>
                  <a:lnTo>
                    <a:pt x="83732" y="259860"/>
                  </a:lnTo>
                  <a:lnTo>
                    <a:pt x="85925" y="260738"/>
                  </a:lnTo>
                  <a:lnTo>
                    <a:pt x="88133" y="261577"/>
                  </a:lnTo>
                  <a:lnTo>
                    <a:pt x="90356" y="262377"/>
                  </a:lnTo>
                  <a:lnTo>
                    <a:pt x="92592" y="263139"/>
                  </a:lnTo>
                  <a:lnTo>
                    <a:pt x="94842" y="263861"/>
                  </a:lnTo>
                  <a:lnTo>
                    <a:pt x="97104" y="264544"/>
                  </a:lnTo>
                  <a:lnTo>
                    <a:pt x="99377" y="265187"/>
                  </a:lnTo>
                  <a:lnTo>
                    <a:pt x="101661" y="265790"/>
                  </a:lnTo>
                  <a:lnTo>
                    <a:pt x="103955" y="266353"/>
                  </a:lnTo>
                  <a:lnTo>
                    <a:pt x="106259" y="266876"/>
                  </a:lnTo>
                  <a:lnTo>
                    <a:pt x="108572" y="267358"/>
                  </a:lnTo>
                  <a:lnTo>
                    <a:pt x="110893" y="267800"/>
                  </a:lnTo>
                  <a:lnTo>
                    <a:pt x="113221" y="268201"/>
                  </a:lnTo>
                  <a:lnTo>
                    <a:pt x="115556" y="268561"/>
                  </a:lnTo>
                  <a:lnTo>
                    <a:pt x="117896" y="268881"/>
                  </a:lnTo>
                  <a:lnTo>
                    <a:pt x="120242" y="269159"/>
                  </a:lnTo>
                  <a:lnTo>
                    <a:pt x="122593" y="269397"/>
                  </a:lnTo>
                  <a:lnTo>
                    <a:pt x="124947" y="269593"/>
                  </a:lnTo>
                  <a:lnTo>
                    <a:pt x="127304" y="269748"/>
                  </a:lnTo>
                  <a:lnTo>
                    <a:pt x="129664" y="269862"/>
                  </a:lnTo>
                  <a:lnTo>
                    <a:pt x="132025" y="269934"/>
                  </a:lnTo>
                  <a:lnTo>
                    <a:pt x="134388" y="269965"/>
                  </a:lnTo>
                  <a:lnTo>
                    <a:pt x="136750" y="269955"/>
                  </a:lnTo>
                  <a:lnTo>
                    <a:pt x="139112" y="269903"/>
                  </a:lnTo>
                  <a:lnTo>
                    <a:pt x="141473" y="269810"/>
                  </a:lnTo>
                  <a:lnTo>
                    <a:pt x="143831" y="269676"/>
                  </a:lnTo>
                  <a:lnTo>
                    <a:pt x="146187" y="269500"/>
                  </a:lnTo>
                  <a:lnTo>
                    <a:pt x="148540" y="269283"/>
                  </a:lnTo>
                  <a:lnTo>
                    <a:pt x="150888" y="269025"/>
                  </a:lnTo>
                  <a:lnTo>
                    <a:pt x="153231" y="268726"/>
                  </a:lnTo>
                  <a:lnTo>
                    <a:pt x="155569" y="268386"/>
                  </a:lnTo>
                  <a:lnTo>
                    <a:pt x="157901" y="268006"/>
                  </a:lnTo>
                  <a:lnTo>
                    <a:pt x="160225" y="267584"/>
                  </a:lnTo>
                  <a:lnTo>
                    <a:pt x="162542" y="267122"/>
                  </a:lnTo>
                  <a:lnTo>
                    <a:pt x="164851" y="266619"/>
                  </a:lnTo>
                  <a:lnTo>
                    <a:pt x="167150" y="266076"/>
                  </a:lnTo>
                  <a:lnTo>
                    <a:pt x="169439" y="265493"/>
                  </a:lnTo>
                  <a:lnTo>
                    <a:pt x="171718" y="264870"/>
                  </a:lnTo>
                  <a:lnTo>
                    <a:pt x="173985" y="264207"/>
                  </a:lnTo>
                  <a:lnTo>
                    <a:pt x="176241" y="263505"/>
                  </a:lnTo>
                  <a:lnTo>
                    <a:pt x="178484" y="262763"/>
                  </a:lnTo>
                  <a:lnTo>
                    <a:pt x="180714" y="261982"/>
                  </a:lnTo>
                  <a:lnTo>
                    <a:pt x="182929" y="261162"/>
                  </a:lnTo>
                  <a:lnTo>
                    <a:pt x="185130" y="260304"/>
                  </a:lnTo>
                  <a:lnTo>
                    <a:pt x="187316" y="259407"/>
                  </a:lnTo>
                  <a:lnTo>
                    <a:pt x="189485" y="258472"/>
                  </a:lnTo>
                  <a:lnTo>
                    <a:pt x="191638" y="257499"/>
                  </a:lnTo>
                  <a:lnTo>
                    <a:pt x="193774" y="256489"/>
                  </a:lnTo>
                  <a:lnTo>
                    <a:pt x="195891" y="255441"/>
                  </a:lnTo>
                  <a:lnTo>
                    <a:pt x="197990" y="254356"/>
                  </a:lnTo>
                  <a:lnTo>
                    <a:pt x="200069" y="253235"/>
                  </a:lnTo>
                  <a:lnTo>
                    <a:pt x="202129" y="252078"/>
                  </a:lnTo>
                  <a:lnTo>
                    <a:pt x="204168" y="250885"/>
                  </a:lnTo>
                  <a:lnTo>
                    <a:pt x="206186" y="249656"/>
                  </a:lnTo>
                  <a:lnTo>
                    <a:pt x="208182" y="248393"/>
                  </a:lnTo>
                  <a:lnTo>
                    <a:pt x="210155" y="247094"/>
                  </a:lnTo>
                  <a:lnTo>
                    <a:pt x="212106" y="245761"/>
                  </a:lnTo>
                  <a:lnTo>
                    <a:pt x="214033" y="244394"/>
                  </a:lnTo>
                  <a:lnTo>
                    <a:pt x="215936" y="242994"/>
                  </a:lnTo>
                  <a:lnTo>
                    <a:pt x="217814" y="241561"/>
                  </a:lnTo>
                  <a:lnTo>
                    <a:pt x="219666" y="240095"/>
                  </a:lnTo>
                  <a:lnTo>
                    <a:pt x="221493" y="238597"/>
                  </a:lnTo>
                  <a:lnTo>
                    <a:pt x="223293" y="237067"/>
                  </a:lnTo>
                  <a:lnTo>
                    <a:pt x="225066" y="235505"/>
                  </a:lnTo>
                  <a:lnTo>
                    <a:pt x="226811" y="233913"/>
                  </a:lnTo>
                  <a:lnTo>
                    <a:pt x="228529" y="232291"/>
                  </a:lnTo>
                  <a:lnTo>
                    <a:pt x="230217" y="230639"/>
                  </a:lnTo>
                  <a:lnTo>
                    <a:pt x="231877" y="228957"/>
                  </a:lnTo>
                  <a:lnTo>
                    <a:pt x="233507" y="227247"/>
                  </a:lnTo>
                  <a:lnTo>
                    <a:pt x="235106" y="225509"/>
                  </a:lnTo>
                  <a:lnTo>
                    <a:pt x="236675" y="223743"/>
                  </a:lnTo>
                  <a:lnTo>
                    <a:pt x="238213" y="221949"/>
                  </a:lnTo>
                  <a:lnTo>
                    <a:pt x="239719" y="220129"/>
                  </a:lnTo>
                  <a:lnTo>
                    <a:pt x="241193" y="218283"/>
                  </a:lnTo>
                  <a:lnTo>
                    <a:pt x="242635" y="216411"/>
                  </a:lnTo>
                  <a:lnTo>
                    <a:pt x="244044" y="214515"/>
                  </a:lnTo>
                  <a:lnTo>
                    <a:pt x="245419" y="212594"/>
                  </a:lnTo>
                  <a:lnTo>
                    <a:pt x="246760" y="210649"/>
                  </a:lnTo>
                  <a:lnTo>
                    <a:pt x="248067" y="208681"/>
                  </a:lnTo>
                  <a:lnTo>
                    <a:pt x="249340" y="206691"/>
                  </a:lnTo>
                  <a:lnTo>
                    <a:pt x="250577" y="204678"/>
                  </a:lnTo>
                  <a:lnTo>
                    <a:pt x="251779" y="202645"/>
                  </a:lnTo>
                  <a:lnTo>
                    <a:pt x="252946" y="200590"/>
                  </a:lnTo>
                  <a:lnTo>
                    <a:pt x="254076" y="198516"/>
                  </a:lnTo>
                  <a:lnTo>
                    <a:pt x="255169" y="196421"/>
                  </a:lnTo>
                  <a:lnTo>
                    <a:pt x="256226" y="194309"/>
                  </a:lnTo>
                  <a:lnTo>
                    <a:pt x="257246" y="192178"/>
                  </a:lnTo>
                  <a:lnTo>
                    <a:pt x="258228" y="190029"/>
                  </a:lnTo>
                  <a:lnTo>
                    <a:pt x="259173" y="187864"/>
                  </a:lnTo>
                  <a:lnTo>
                    <a:pt x="260079" y="185682"/>
                  </a:lnTo>
                  <a:lnTo>
                    <a:pt x="260947" y="183485"/>
                  </a:lnTo>
                  <a:lnTo>
                    <a:pt x="261777" y="181273"/>
                  </a:lnTo>
                  <a:lnTo>
                    <a:pt x="262568" y="179047"/>
                  </a:lnTo>
                  <a:lnTo>
                    <a:pt x="263319" y="176807"/>
                  </a:lnTo>
                  <a:lnTo>
                    <a:pt x="264031" y="174554"/>
                  </a:lnTo>
                  <a:lnTo>
                    <a:pt x="264704" y="172290"/>
                  </a:lnTo>
                  <a:lnTo>
                    <a:pt x="265337" y="170014"/>
                  </a:lnTo>
                  <a:lnTo>
                    <a:pt x="265930" y="167727"/>
                  </a:lnTo>
                  <a:lnTo>
                    <a:pt x="266483" y="165430"/>
                  </a:lnTo>
                  <a:lnTo>
                    <a:pt x="266996" y="163124"/>
                  </a:lnTo>
                  <a:lnTo>
                    <a:pt x="267468" y="160809"/>
                  </a:lnTo>
                  <a:lnTo>
                    <a:pt x="267900" y="158487"/>
                  </a:lnTo>
                  <a:lnTo>
                    <a:pt x="268291" y="156157"/>
                  </a:lnTo>
                  <a:lnTo>
                    <a:pt x="268641" y="153820"/>
                  </a:lnTo>
                  <a:lnTo>
                    <a:pt x="268951" y="151478"/>
                  </a:lnTo>
                  <a:lnTo>
                    <a:pt x="269219" y="149131"/>
                  </a:lnTo>
                  <a:lnTo>
                    <a:pt x="269446" y="146779"/>
                  </a:lnTo>
                  <a:lnTo>
                    <a:pt x="269632" y="144424"/>
                  </a:lnTo>
                  <a:lnTo>
                    <a:pt x="269776" y="142066"/>
                  </a:lnTo>
                  <a:lnTo>
                    <a:pt x="269880" y="139706"/>
                  </a:lnTo>
                  <a:lnTo>
                    <a:pt x="269942" y="137345"/>
                  </a:lnTo>
                  <a:lnTo>
                    <a:pt x="269962" y="134982"/>
                  </a:lnTo>
                </a:path>
              </a:pathLst>
            </a:custGeom>
            <a:ln w="13550" cap="flat">
              <a:solidFill>
                <a:srgbClr val="7FC5D8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281" name="pl281"/>
            <p:cNvSpPr/>
            <p:nvPr/>
          </p:nvSpPr>
          <p:spPr>
            <a:xfrm>
              <a:off x="4326583" y="1969152"/>
              <a:ext cx="490841" cy="490846"/>
            </a:xfrm>
            <a:custGeom>
              <a:avLst/>
              <a:pathLst>
                <a:path w="490841" h="490846">
                  <a:moveTo>
                    <a:pt x="490841" y="245423"/>
                  </a:moveTo>
                  <a:lnTo>
                    <a:pt x="490803" y="241127"/>
                  </a:lnTo>
                  <a:lnTo>
                    <a:pt x="490691" y="236833"/>
                  </a:lnTo>
                  <a:lnTo>
                    <a:pt x="490503" y="232542"/>
                  </a:lnTo>
                  <a:lnTo>
                    <a:pt x="490240" y="228255"/>
                  </a:lnTo>
                  <a:lnTo>
                    <a:pt x="489902" y="223973"/>
                  </a:lnTo>
                  <a:lnTo>
                    <a:pt x="489489" y="219697"/>
                  </a:lnTo>
                  <a:lnTo>
                    <a:pt x="489001" y="215430"/>
                  </a:lnTo>
                  <a:lnTo>
                    <a:pt x="488439" y="211171"/>
                  </a:lnTo>
                  <a:lnTo>
                    <a:pt x="487803" y="206924"/>
                  </a:lnTo>
                  <a:lnTo>
                    <a:pt x="487092" y="202687"/>
                  </a:lnTo>
                  <a:lnTo>
                    <a:pt x="486307" y="198464"/>
                  </a:lnTo>
                  <a:lnTo>
                    <a:pt x="485448" y="194256"/>
                  </a:lnTo>
                  <a:lnTo>
                    <a:pt x="484516" y="190063"/>
                  </a:lnTo>
                  <a:lnTo>
                    <a:pt x="483510" y="185887"/>
                  </a:lnTo>
                  <a:lnTo>
                    <a:pt x="482432" y="181729"/>
                  </a:lnTo>
                  <a:lnTo>
                    <a:pt x="481281" y="177591"/>
                  </a:lnTo>
                  <a:lnTo>
                    <a:pt x="480058" y="173473"/>
                  </a:lnTo>
                  <a:lnTo>
                    <a:pt x="478762" y="169378"/>
                  </a:lnTo>
                  <a:lnTo>
                    <a:pt x="477396" y="165306"/>
                  </a:lnTo>
                  <a:lnTo>
                    <a:pt x="475958" y="161258"/>
                  </a:lnTo>
                  <a:lnTo>
                    <a:pt x="474450" y="157236"/>
                  </a:lnTo>
                  <a:lnTo>
                    <a:pt x="472872" y="153241"/>
                  </a:lnTo>
                  <a:lnTo>
                    <a:pt x="471223" y="149275"/>
                  </a:lnTo>
                  <a:lnTo>
                    <a:pt x="469506" y="145338"/>
                  </a:lnTo>
                  <a:lnTo>
                    <a:pt x="467720" y="141431"/>
                  </a:lnTo>
                  <a:lnTo>
                    <a:pt x="465866" y="137556"/>
                  </a:lnTo>
                  <a:lnTo>
                    <a:pt x="463945" y="133715"/>
                  </a:lnTo>
                  <a:lnTo>
                    <a:pt x="461956" y="129907"/>
                  </a:lnTo>
                  <a:lnTo>
                    <a:pt x="459901" y="126135"/>
                  </a:lnTo>
                  <a:lnTo>
                    <a:pt x="457781" y="122400"/>
                  </a:lnTo>
                  <a:lnTo>
                    <a:pt x="455595" y="118702"/>
                  </a:lnTo>
                  <a:lnTo>
                    <a:pt x="453345" y="115043"/>
                  </a:lnTo>
                  <a:lnTo>
                    <a:pt x="451032" y="111424"/>
                  </a:lnTo>
                  <a:lnTo>
                    <a:pt x="448655" y="107846"/>
                  </a:lnTo>
                  <a:lnTo>
                    <a:pt x="446216" y="104310"/>
                  </a:lnTo>
                  <a:lnTo>
                    <a:pt x="443716" y="100818"/>
                  </a:lnTo>
                  <a:lnTo>
                    <a:pt x="441155" y="97370"/>
                  </a:lnTo>
                  <a:lnTo>
                    <a:pt x="438534" y="93967"/>
                  </a:lnTo>
                  <a:lnTo>
                    <a:pt x="435854" y="90610"/>
                  </a:lnTo>
                  <a:lnTo>
                    <a:pt x="433115" y="87301"/>
                  </a:lnTo>
                  <a:lnTo>
                    <a:pt x="430319" y="84040"/>
                  </a:lnTo>
                  <a:lnTo>
                    <a:pt x="427466" y="80829"/>
                  </a:lnTo>
                  <a:lnTo>
                    <a:pt x="424558" y="77668"/>
                  </a:lnTo>
                  <a:lnTo>
                    <a:pt x="421595" y="74558"/>
                  </a:lnTo>
                  <a:lnTo>
                    <a:pt x="418577" y="71501"/>
                  </a:lnTo>
                  <a:lnTo>
                    <a:pt x="415507" y="68497"/>
                  </a:lnTo>
                  <a:lnTo>
                    <a:pt x="412385" y="65548"/>
                  </a:lnTo>
                  <a:lnTo>
                    <a:pt x="409211" y="62653"/>
                  </a:lnTo>
                  <a:lnTo>
                    <a:pt x="405987" y="59815"/>
                  </a:lnTo>
                  <a:lnTo>
                    <a:pt x="402714" y="57033"/>
                  </a:lnTo>
                  <a:lnTo>
                    <a:pt x="399393" y="54309"/>
                  </a:lnTo>
                  <a:lnTo>
                    <a:pt x="396025" y="51643"/>
                  </a:lnTo>
                  <a:lnTo>
                    <a:pt x="392611" y="49037"/>
                  </a:lnTo>
                  <a:lnTo>
                    <a:pt x="389151" y="46491"/>
                  </a:lnTo>
                  <a:lnTo>
                    <a:pt x="385648" y="44006"/>
                  </a:lnTo>
                  <a:lnTo>
                    <a:pt x="382101" y="41583"/>
                  </a:lnTo>
                  <a:lnTo>
                    <a:pt x="378513" y="39222"/>
                  </a:lnTo>
                  <a:lnTo>
                    <a:pt x="374884" y="36924"/>
                  </a:lnTo>
                  <a:lnTo>
                    <a:pt x="371215" y="34690"/>
                  </a:lnTo>
                  <a:lnTo>
                    <a:pt x="367508" y="32521"/>
                  </a:lnTo>
                  <a:lnTo>
                    <a:pt x="363763" y="30417"/>
                  </a:lnTo>
                  <a:lnTo>
                    <a:pt x="359982" y="28378"/>
                  </a:lnTo>
                  <a:lnTo>
                    <a:pt x="356166" y="26407"/>
                  </a:lnTo>
                  <a:lnTo>
                    <a:pt x="352316" y="24502"/>
                  </a:lnTo>
                  <a:lnTo>
                    <a:pt x="348433" y="22665"/>
                  </a:lnTo>
                  <a:lnTo>
                    <a:pt x="344519" y="20896"/>
                  </a:lnTo>
                  <a:lnTo>
                    <a:pt x="340574" y="19196"/>
                  </a:lnTo>
                  <a:lnTo>
                    <a:pt x="336601" y="17565"/>
                  </a:lnTo>
                  <a:lnTo>
                    <a:pt x="332599" y="16004"/>
                  </a:lnTo>
                  <a:lnTo>
                    <a:pt x="328571" y="14514"/>
                  </a:lnTo>
                  <a:lnTo>
                    <a:pt x="324517" y="13094"/>
                  </a:lnTo>
                  <a:lnTo>
                    <a:pt x="320439" y="11745"/>
                  </a:lnTo>
                  <a:lnTo>
                    <a:pt x="316338" y="10468"/>
                  </a:lnTo>
                  <a:lnTo>
                    <a:pt x="312215" y="9263"/>
                  </a:lnTo>
                  <a:lnTo>
                    <a:pt x="308071" y="8130"/>
                  </a:lnTo>
                  <a:lnTo>
                    <a:pt x="303909" y="7070"/>
                  </a:lnTo>
                  <a:lnTo>
                    <a:pt x="299729" y="6082"/>
                  </a:lnTo>
                  <a:lnTo>
                    <a:pt x="295532" y="5169"/>
                  </a:lnTo>
                  <a:lnTo>
                    <a:pt x="291319" y="4328"/>
                  </a:lnTo>
                  <a:lnTo>
                    <a:pt x="287093" y="3562"/>
                  </a:lnTo>
                  <a:lnTo>
                    <a:pt x="282854" y="2869"/>
                  </a:lnTo>
                  <a:lnTo>
                    <a:pt x="278603" y="2251"/>
                  </a:lnTo>
                  <a:lnTo>
                    <a:pt x="274342" y="1708"/>
                  </a:lnTo>
                  <a:lnTo>
                    <a:pt x="270072" y="1239"/>
                  </a:lnTo>
                  <a:lnTo>
                    <a:pt x="265795" y="845"/>
                  </a:lnTo>
                  <a:lnTo>
                    <a:pt x="261512" y="526"/>
                  </a:lnTo>
                  <a:lnTo>
                    <a:pt x="257223" y="281"/>
                  </a:lnTo>
                  <a:lnTo>
                    <a:pt x="252931" y="112"/>
                  </a:lnTo>
                  <a:lnTo>
                    <a:pt x="248637" y="18"/>
                  </a:lnTo>
                  <a:lnTo>
                    <a:pt x="244342" y="0"/>
                  </a:lnTo>
                  <a:lnTo>
                    <a:pt x="240047" y="56"/>
                  </a:lnTo>
                  <a:lnTo>
                    <a:pt x="235753" y="187"/>
                  </a:lnTo>
                  <a:lnTo>
                    <a:pt x="231463" y="394"/>
                  </a:lnTo>
                  <a:lnTo>
                    <a:pt x="227177" y="676"/>
                  </a:lnTo>
                  <a:lnTo>
                    <a:pt x="222896" y="1032"/>
                  </a:lnTo>
                  <a:lnTo>
                    <a:pt x="218623" y="1464"/>
                  </a:lnTo>
                  <a:lnTo>
                    <a:pt x="214357" y="1970"/>
                  </a:lnTo>
                  <a:lnTo>
                    <a:pt x="210101" y="2551"/>
                  </a:lnTo>
                  <a:lnTo>
                    <a:pt x="205856" y="3206"/>
                  </a:lnTo>
                  <a:lnTo>
                    <a:pt x="201623" y="3936"/>
                  </a:lnTo>
                  <a:lnTo>
                    <a:pt x="197404" y="4739"/>
                  </a:lnTo>
                  <a:lnTo>
                    <a:pt x="193199" y="5616"/>
                  </a:lnTo>
                  <a:lnTo>
                    <a:pt x="189010" y="6567"/>
                  </a:lnTo>
                  <a:lnTo>
                    <a:pt x="184838" y="7591"/>
                  </a:lnTo>
                  <a:lnTo>
                    <a:pt x="180685" y="8687"/>
                  </a:lnTo>
                  <a:lnTo>
                    <a:pt x="176552" y="9856"/>
                  </a:lnTo>
                  <a:lnTo>
                    <a:pt x="172440" y="11098"/>
                  </a:lnTo>
                  <a:lnTo>
                    <a:pt x="168350" y="12411"/>
                  </a:lnTo>
                  <a:lnTo>
                    <a:pt x="164284" y="13795"/>
                  </a:lnTo>
                  <a:lnTo>
                    <a:pt x="160243" y="15250"/>
                  </a:lnTo>
                  <a:lnTo>
                    <a:pt x="156228" y="16776"/>
                  </a:lnTo>
                  <a:lnTo>
                    <a:pt x="152240" y="18372"/>
                  </a:lnTo>
                  <a:lnTo>
                    <a:pt x="148281" y="20038"/>
                  </a:lnTo>
                  <a:lnTo>
                    <a:pt x="144351" y="21772"/>
                  </a:lnTo>
                  <a:lnTo>
                    <a:pt x="140452" y="23575"/>
                  </a:lnTo>
                  <a:lnTo>
                    <a:pt x="136586" y="25446"/>
                  </a:lnTo>
                  <a:lnTo>
                    <a:pt x="132753" y="27384"/>
                  </a:lnTo>
                  <a:lnTo>
                    <a:pt x="128954" y="29389"/>
                  </a:lnTo>
                  <a:lnTo>
                    <a:pt x="125191" y="31461"/>
                  </a:lnTo>
                  <a:lnTo>
                    <a:pt x="121465" y="33597"/>
                  </a:lnTo>
                  <a:lnTo>
                    <a:pt x="117777" y="35799"/>
                  </a:lnTo>
                  <a:lnTo>
                    <a:pt x="114128" y="38065"/>
                  </a:lnTo>
                  <a:lnTo>
                    <a:pt x="110519" y="40394"/>
                  </a:lnTo>
                  <a:lnTo>
                    <a:pt x="106951" y="42787"/>
                  </a:lnTo>
                  <a:lnTo>
                    <a:pt x="103426" y="45241"/>
                  </a:lnTo>
                  <a:lnTo>
                    <a:pt x="99945" y="47757"/>
                  </a:lnTo>
                  <a:lnTo>
                    <a:pt x="96507" y="50333"/>
                  </a:lnTo>
                  <a:lnTo>
                    <a:pt x="93116" y="52969"/>
                  </a:lnTo>
                  <a:lnTo>
                    <a:pt x="89771" y="55664"/>
                  </a:lnTo>
                  <a:lnTo>
                    <a:pt x="86474" y="58417"/>
                  </a:lnTo>
                  <a:lnTo>
                    <a:pt x="83226" y="61227"/>
                  </a:lnTo>
                  <a:lnTo>
                    <a:pt x="80027" y="64094"/>
                  </a:lnTo>
                  <a:lnTo>
                    <a:pt x="76879" y="67016"/>
                  </a:lnTo>
                  <a:lnTo>
                    <a:pt x="73782" y="69993"/>
                  </a:lnTo>
                  <a:lnTo>
                    <a:pt x="70738" y="73023"/>
                  </a:lnTo>
                  <a:lnTo>
                    <a:pt x="67748" y="76107"/>
                  </a:lnTo>
                  <a:lnTo>
                    <a:pt x="64812" y="79242"/>
                  </a:lnTo>
                  <a:lnTo>
                    <a:pt x="61931" y="82428"/>
                  </a:lnTo>
                  <a:lnTo>
                    <a:pt x="59107" y="85664"/>
                  </a:lnTo>
                  <a:lnTo>
                    <a:pt x="56339" y="88949"/>
                  </a:lnTo>
                  <a:lnTo>
                    <a:pt x="53630" y="92282"/>
                  </a:lnTo>
                  <a:lnTo>
                    <a:pt x="50979" y="95662"/>
                  </a:lnTo>
                  <a:lnTo>
                    <a:pt x="48388" y="99088"/>
                  </a:lnTo>
                  <a:lnTo>
                    <a:pt x="45857" y="102559"/>
                  </a:lnTo>
                  <a:lnTo>
                    <a:pt x="43387" y="106073"/>
                  </a:lnTo>
                  <a:lnTo>
                    <a:pt x="40980" y="109630"/>
                  </a:lnTo>
                  <a:lnTo>
                    <a:pt x="38634" y="113229"/>
                  </a:lnTo>
                  <a:lnTo>
                    <a:pt x="36353" y="116868"/>
                  </a:lnTo>
                  <a:lnTo>
                    <a:pt x="34135" y="120546"/>
                  </a:lnTo>
                  <a:lnTo>
                    <a:pt x="31982" y="124263"/>
                  </a:lnTo>
                  <a:lnTo>
                    <a:pt x="29894" y="128017"/>
                  </a:lnTo>
                  <a:lnTo>
                    <a:pt x="27872" y="131807"/>
                  </a:lnTo>
                  <a:lnTo>
                    <a:pt x="25917" y="135631"/>
                  </a:lnTo>
                  <a:lnTo>
                    <a:pt x="24029" y="139490"/>
                  </a:lnTo>
                  <a:lnTo>
                    <a:pt x="22209" y="143380"/>
                  </a:lnTo>
                  <a:lnTo>
                    <a:pt x="20458" y="147302"/>
                  </a:lnTo>
                  <a:lnTo>
                    <a:pt x="18775" y="151254"/>
                  </a:lnTo>
                  <a:lnTo>
                    <a:pt x="17162" y="155235"/>
                  </a:lnTo>
                  <a:lnTo>
                    <a:pt x="15618" y="159244"/>
                  </a:lnTo>
                  <a:lnTo>
                    <a:pt x="14145" y="163279"/>
                  </a:lnTo>
                  <a:lnTo>
                    <a:pt x="12743" y="167339"/>
                  </a:lnTo>
                  <a:lnTo>
                    <a:pt x="11412" y="171423"/>
                  </a:lnTo>
                  <a:lnTo>
                    <a:pt x="10153" y="175529"/>
                  </a:lnTo>
                  <a:lnTo>
                    <a:pt x="8966" y="179657"/>
                  </a:lnTo>
                  <a:lnTo>
                    <a:pt x="7851" y="183805"/>
                  </a:lnTo>
                  <a:lnTo>
                    <a:pt x="6809" y="187973"/>
                  </a:lnTo>
                  <a:lnTo>
                    <a:pt x="5840" y="192157"/>
                  </a:lnTo>
                  <a:lnTo>
                    <a:pt x="4944" y="196358"/>
                  </a:lnTo>
                  <a:lnTo>
                    <a:pt x="4123" y="200574"/>
                  </a:lnTo>
                  <a:lnTo>
                    <a:pt x="3375" y="204804"/>
                  </a:lnTo>
                  <a:lnTo>
                    <a:pt x="2701" y="209046"/>
                  </a:lnTo>
                  <a:lnTo>
                    <a:pt x="2101" y="213299"/>
                  </a:lnTo>
                  <a:lnTo>
                    <a:pt x="1577" y="217563"/>
                  </a:lnTo>
                  <a:lnTo>
                    <a:pt x="1126" y="221834"/>
                  </a:lnTo>
                  <a:lnTo>
                    <a:pt x="751" y="226113"/>
                  </a:lnTo>
                  <a:lnTo>
                    <a:pt x="450" y="230398"/>
                  </a:lnTo>
                  <a:lnTo>
                    <a:pt x="225" y="234687"/>
                  </a:lnTo>
                  <a:lnTo>
                    <a:pt x="75" y="238980"/>
                  </a:lnTo>
                  <a:lnTo>
                    <a:pt x="0" y="243275"/>
                  </a:lnTo>
                  <a:lnTo>
                    <a:pt x="0" y="247570"/>
                  </a:lnTo>
                  <a:lnTo>
                    <a:pt x="75" y="251865"/>
                  </a:lnTo>
                  <a:lnTo>
                    <a:pt x="225" y="256158"/>
                  </a:lnTo>
                  <a:lnTo>
                    <a:pt x="450" y="260447"/>
                  </a:lnTo>
                  <a:lnTo>
                    <a:pt x="751" y="264732"/>
                  </a:lnTo>
                  <a:lnTo>
                    <a:pt x="1126" y="269011"/>
                  </a:lnTo>
                  <a:lnTo>
                    <a:pt x="1577" y="273283"/>
                  </a:lnTo>
                  <a:lnTo>
                    <a:pt x="2101" y="277546"/>
                  </a:lnTo>
                  <a:lnTo>
                    <a:pt x="2701" y="281799"/>
                  </a:lnTo>
                  <a:lnTo>
                    <a:pt x="3375" y="286041"/>
                  </a:lnTo>
                  <a:lnTo>
                    <a:pt x="4123" y="290271"/>
                  </a:lnTo>
                  <a:lnTo>
                    <a:pt x="4944" y="294487"/>
                  </a:lnTo>
                  <a:lnTo>
                    <a:pt x="5840" y="298688"/>
                  </a:lnTo>
                  <a:lnTo>
                    <a:pt x="6809" y="302873"/>
                  </a:lnTo>
                  <a:lnTo>
                    <a:pt x="7851" y="307040"/>
                  </a:lnTo>
                  <a:lnTo>
                    <a:pt x="8966" y="311188"/>
                  </a:lnTo>
                  <a:lnTo>
                    <a:pt x="10153" y="315316"/>
                  </a:lnTo>
                  <a:lnTo>
                    <a:pt x="11412" y="319423"/>
                  </a:lnTo>
                  <a:lnTo>
                    <a:pt x="12743" y="323506"/>
                  </a:lnTo>
                  <a:lnTo>
                    <a:pt x="14145" y="327567"/>
                  </a:lnTo>
                  <a:lnTo>
                    <a:pt x="15618" y="331601"/>
                  </a:lnTo>
                  <a:lnTo>
                    <a:pt x="17162" y="335610"/>
                  </a:lnTo>
                  <a:lnTo>
                    <a:pt x="18775" y="339591"/>
                  </a:lnTo>
                  <a:lnTo>
                    <a:pt x="20458" y="343543"/>
                  </a:lnTo>
                  <a:lnTo>
                    <a:pt x="22209" y="347465"/>
                  </a:lnTo>
                  <a:lnTo>
                    <a:pt x="24029" y="351355"/>
                  </a:lnTo>
                  <a:lnTo>
                    <a:pt x="25917" y="355214"/>
                  </a:lnTo>
                  <a:lnTo>
                    <a:pt x="27872" y="359038"/>
                  </a:lnTo>
                  <a:lnTo>
                    <a:pt x="29894" y="362828"/>
                  </a:lnTo>
                  <a:lnTo>
                    <a:pt x="31982" y="366582"/>
                  </a:lnTo>
                  <a:lnTo>
                    <a:pt x="34135" y="370299"/>
                  </a:lnTo>
                  <a:lnTo>
                    <a:pt x="36353" y="373977"/>
                  </a:lnTo>
                  <a:lnTo>
                    <a:pt x="38634" y="377616"/>
                  </a:lnTo>
                  <a:lnTo>
                    <a:pt x="40980" y="381215"/>
                  </a:lnTo>
                  <a:lnTo>
                    <a:pt x="43387" y="384772"/>
                  </a:lnTo>
                  <a:lnTo>
                    <a:pt x="45857" y="388286"/>
                  </a:lnTo>
                  <a:lnTo>
                    <a:pt x="48388" y="391757"/>
                  </a:lnTo>
                  <a:lnTo>
                    <a:pt x="50979" y="395183"/>
                  </a:lnTo>
                  <a:lnTo>
                    <a:pt x="53630" y="398563"/>
                  </a:lnTo>
                  <a:lnTo>
                    <a:pt x="56339" y="401896"/>
                  </a:lnTo>
                  <a:lnTo>
                    <a:pt x="59107" y="405181"/>
                  </a:lnTo>
                  <a:lnTo>
                    <a:pt x="61931" y="408417"/>
                  </a:lnTo>
                  <a:lnTo>
                    <a:pt x="64812" y="411603"/>
                  </a:lnTo>
                  <a:lnTo>
                    <a:pt x="67748" y="414738"/>
                  </a:lnTo>
                  <a:lnTo>
                    <a:pt x="70738" y="417822"/>
                  </a:lnTo>
                  <a:lnTo>
                    <a:pt x="73782" y="420852"/>
                  </a:lnTo>
                  <a:lnTo>
                    <a:pt x="76879" y="423829"/>
                  </a:lnTo>
                  <a:lnTo>
                    <a:pt x="80027" y="426752"/>
                  </a:lnTo>
                  <a:lnTo>
                    <a:pt x="83226" y="429618"/>
                  </a:lnTo>
                  <a:lnTo>
                    <a:pt x="86474" y="432429"/>
                  </a:lnTo>
                  <a:lnTo>
                    <a:pt x="89771" y="435182"/>
                  </a:lnTo>
                  <a:lnTo>
                    <a:pt x="93116" y="437876"/>
                  </a:lnTo>
                  <a:lnTo>
                    <a:pt x="96507" y="440512"/>
                  </a:lnTo>
                  <a:lnTo>
                    <a:pt x="99945" y="443088"/>
                  </a:lnTo>
                  <a:lnTo>
                    <a:pt x="103426" y="445604"/>
                  </a:lnTo>
                  <a:lnTo>
                    <a:pt x="106951" y="448058"/>
                  </a:lnTo>
                  <a:lnTo>
                    <a:pt x="110519" y="450451"/>
                  </a:lnTo>
                  <a:lnTo>
                    <a:pt x="114128" y="452780"/>
                  </a:lnTo>
                  <a:lnTo>
                    <a:pt x="117777" y="455046"/>
                  </a:lnTo>
                  <a:lnTo>
                    <a:pt x="121465" y="457248"/>
                  </a:lnTo>
                  <a:lnTo>
                    <a:pt x="125191" y="459385"/>
                  </a:lnTo>
                  <a:lnTo>
                    <a:pt x="128954" y="461456"/>
                  </a:lnTo>
                  <a:lnTo>
                    <a:pt x="132753" y="463461"/>
                  </a:lnTo>
                  <a:lnTo>
                    <a:pt x="136586" y="465399"/>
                  </a:lnTo>
                  <a:lnTo>
                    <a:pt x="140452" y="467270"/>
                  </a:lnTo>
                  <a:lnTo>
                    <a:pt x="144351" y="469073"/>
                  </a:lnTo>
                  <a:lnTo>
                    <a:pt x="148281" y="470808"/>
                  </a:lnTo>
                  <a:lnTo>
                    <a:pt x="152240" y="472473"/>
                  </a:lnTo>
                  <a:lnTo>
                    <a:pt x="156228" y="474069"/>
                  </a:lnTo>
                  <a:lnTo>
                    <a:pt x="160243" y="475595"/>
                  </a:lnTo>
                  <a:lnTo>
                    <a:pt x="164284" y="477050"/>
                  </a:lnTo>
                  <a:lnTo>
                    <a:pt x="168350" y="478435"/>
                  </a:lnTo>
                  <a:lnTo>
                    <a:pt x="172440" y="479748"/>
                  </a:lnTo>
                  <a:lnTo>
                    <a:pt x="176552" y="480989"/>
                  </a:lnTo>
                  <a:lnTo>
                    <a:pt x="180685" y="482158"/>
                  </a:lnTo>
                  <a:lnTo>
                    <a:pt x="184838" y="483255"/>
                  </a:lnTo>
                  <a:lnTo>
                    <a:pt x="189010" y="484278"/>
                  </a:lnTo>
                  <a:lnTo>
                    <a:pt x="193199" y="485229"/>
                  </a:lnTo>
                  <a:lnTo>
                    <a:pt x="197404" y="486106"/>
                  </a:lnTo>
                  <a:lnTo>
                    <a:pt x="201623" y="486909"/>
                  </a:lnTo>
                  <a:lnTo>
                    <a:pt x="205856" y="487639"/>
                  </a:lnTo>
                  <a:lnTo>
                    <a:pt x="210101" y="488294"/>
                  </a:lnTo>
                  <a:lnTo>
                    <a:pt x="214357" y="488875"/>
                  </a:lnTo>
                  <a:lnTo>
                    <a:pt x="218623" y="489381"/>
                  </a:lnTo>
                  <a:lnTo>
                    <a:pt x="222896" y="489813"/>
                  </a:lnTo>
                  <a:lnTo>
                    <a:pt x="227177" y="490169"/>
                  </a:lnTo>
                  <a:lnTo>
                    <a:pt x="231463" y="490451"/>
                  </a:lnTo>
                  <a:lnTo>
                    <a:pt x="235753" y="490658"/>
                  </a:lnTo>
                  <a:lnTo>
                    <a:pt x="240047" y="490789"/>
                  </a:lnTo>
                  <a:lnTo>
                    <a:pt x="244342" y="490846"/>
                  </a:lnTo>
                  <a:lnTo>
                    <a:pt x="248637" y="490827"/>
                  </a:lnTo>
                  <a:lnTo>
                    <a:pt x="252931" y="490733"/>
                  </a:lnTo>
                  <a:lnTo>
                    <a:pt x="257223" y="490564"/>
                  </a:lnTo>
                  <a:lnTo>
                    <a:pt x="261512" y="490320"/>
                  </a:lnTo>
                  <a:lnTo>
                    <a:pt x="265795" y="490000"/>
                  </a:lnTo>
                  <a:lnTo>
                    <a:pt x="270072" y="489606"/>
                  </a:lnTo>
                  <a:lnTo>
                    <a:pt x="274342" y="489137"/>
                  </a:lnTo>
                  <a:lnTo>
                    <a:pt x="278603" y="488594"/>
                  </a:lnTo>
                  <a:lnTo>
                    <a:pt x="282854" y="487976"/>
                  </a:lnTo>
                  <a:lnTo>
                    <a:pt x="287093" y="487283"/>
                  </a:lnTo>
                  <a:lnTo>
                    <a:pt x="291319" y="486517"/>
                  </a:lnTo>
                  <a:lnTo>
                    <a:pt x="295532" y="485677"/>
                  </a:lnTo>
                  <a:lnTo>
                    <a:pt x="299729" y="484763"/>
                  </a:lnTo>
                  <a:lnTo>
                    <a:pt x="303909" y="483776"/>
                  </a:lnTo>
                  <a:lnTo>
                    <a:pt x="308071" y="482715"/>
                  </a:lnTo>
                  <a:lnTo>
                    <a:pt x="312215" y="481582"/>
                  </a:lnTo>
                  <a:lnTo>
                    <a:pt x="316338" y="480377"/>
                  </a:lnTo>
                  <a:lnTo>
                    <a:pt x="320439" y="479100"/>
                  </a:lnTo>
                  <a:lnTo>
                    <a:pt x="324517" y="477751"/>
                  </a:lnTo>
                  <a:lnTo>
                    <a:pt x="328571" y="476331"/>
                  </a:lnTo>
                  <a:lnTo>
                    <a:pt x="332599" y="474841"/>
                  </a:lnTo>
                  <a:lnTo>
                    <a:pt x="336601" y="473280"/>
                  </a:lnTo>
                  <a:lnTo>
                    <a:pt x="340574" y="471649"/>
                  </a:lnTo>
                  <a:lnTo>
                    <a:pt x="344519" y="469949"/>
                  </a:lnTo>
                  <a:lnTo>
                    <a:pt x="348433" y="468180"/>
                  </a:lnTo>
                  <a:lnTo>
                    <a:pt x="352316" y="466343"/>
                  </a:lnTo>
                  <a:lnTo>
                    <a:pt x="356166" y="464438"/>
                  </a:lnTo>
                  <a:lnTo>
                    <a:pt x="359982" y="462467"/>
                  </a:lnTo>
                  <a:lnTo>
                    <a:pt x="363763" y="460428"/>
                  </a:lnTo>
                  <a:lnTo>
                    <a:pt x="367508" y="458324"/>
                  </a:lnTo>
                  <a:lnTo>
                    <a:pt x="371215" y="456155"/>
                  </a:lnTo>
                  <a:lnTo>
                    <a:pt x="374884" y="453921"/>
                  </a:lnTo>
                  <a:lnTo>
                    <a:pt x="378513" y="451623"/>
                  </a:lnTo>
                  <a:lnTo>
                    <a:pt x="382101" y="449262"/>
                  </a:lnTo>
                  <a:lnTo>
                    <a:pt x="385648" y="446839"/>
                  </a:lnTo>
                  <a:lnTo>
                    <a:pt x="389151" y="444354"/>
                  </a:lnTo>
                  <a:lnTo>
                    <a:pt x="392611" y="441808"/>
                  </a:lnTo>
                  <a:lnTo>
                    <a:pt x="396025" y="439202"/>
                  </a:lnTo>
                  <a:lnTo>
                    <a:pt x="399393" y="436536"/>
                  </a:lnTo>
                  <a:lnTo>
                    <a:pt x="402714" y="433812"/>
                  </a:lnTo>
                  <a:lnTo>
                    <a:pt x="405987" y="431031"/>
                  </a:lnTo>
                  <a:lnTo>
                    <a:pt x="409211" y="428192"/>
                  </a:lnTo>
                  <a:lnTo>
                    <a:pt x="412385" y="425297"/>
                  </a:lnTo>
                  <a:lnTo>
                    <a:pt x="415507" y="422348"/>
                  </a:lnTo>
                  <a:lnTo>
                    <a:pt x="418577" y="419344"/>
                  </a:lnTo>
                  <a:lnTo>
                    <a:pt x="421595" y="416287"/>
                  </a:lnTo>
                  <a:lnTo>
                    <a:pt x="424558" y="413177"/>
                  </a:lnTo>
                  <a:lnTo>
                    <a:pt x="427466" y="410016"/>
                  </a:lnTo>
                  <a:lnTo>
                    <a:pt x="430319" y="406805"/>
                  </a:lnTo>
                  <a:lnTo>
                    <a:pt x="433115" y="403544"/>
                  </a:lnTo>
                  <a:lnTo>
                    <a:pt x="435854" y="400235"/>
                  </a:lnTo>
                  <a:lnTo>
                    <a:pt x="438534" y="396879"/>
                  </a:lnTo>
                  <a:lnTo>
                    <a:pt x="441155" y="393476"/>
                  </a:lnTo>
                  <a:lnTo>
                    <a:pt x="443716" y="390027"/>
                  </a:lnTo>
                  <a:lnTo>
                    <a:pt x="446216" y="386535"/>
                  </a:lnTo>
                  <a:lnTo>
                    <a:pt x="448655" y="382999"/>
                  </a:lnTo>
                  <a:lnTo>
                    <a:pt x="451032" y="379421"/>
                  </a:lnTo>
                  <a:lnTo>
                    <a:pt x="453345" y="375802"/>
                  </a:lnTo>
                  <a:lnTo>
                    <a:pt x="455595" y="372143"/>
                  </a:lnTo>
                  <a:lnTo>
                    <a:pt x="457781" y="368445"/>
                  </a:lnTo>
                  <a:lnTo>
                    <a:pt x="459901" y="364710"/>
                  </a:lnTo>
                  <a:lnTo>
                    <a:pt x="461956" y="360938"/>
                  </a:lnTo>
                  <a:lnTo>
                    <a:pt x="463945" y="357130"/>
                  </a:lnTo>
                  <a:lnTo>
                    <a:pt x="465866" y="353289"/>
                  </a:lnTo>
                  <a:lnTo>
                    <a:pt x="467720" y="349414"/>
                  </a:lnTo>
                  <a:lnTo>
                    <a:pt x="469506" y="345508"/>
                  </a:lnTo>
                  <a:lnTo>
                    <a:pt x="471223" y="341570"/>
                  </a:lnTo>
                  <a:lnTo>
                    <a:pt x="472872" y="337604"/>
                  </a:lnTo>
                  <a:lnTo>
                    <a:pt x="474450" y="333609"/>
                  </a:lnTo>
                  <a:lnTo>
                    <a:pt x="475958" y="329587"/>
                  </a:lnTo>
                  <a:lnTo>
                    <a:pt x="477396" y="325540"/>
                  </a:lnTo>
                  <a:lnTo>
                    <a:pt x="478762" y="321467"/>
                  </a:lnTo>
                  <a:lnTo>
                    <a:pt x="480058" y="317372"/>
                  </a:lnTo>
                  <a:lnTo>
                    <a:pt x="481281" y="313254"/>
                  </a:lnTo>
                  <a:lnTo>
                    <a:pt x="482432" y="309116"/>
                  </a:lnTo>
                  <a:lnTo>
                    <a:pt x="483510" y="304958"/>
                  </a:lnTo>
                  <a:lnTo>
                    <a:pt x="484516" y="300782"/>
                  </a:lnTo>
                  <a:lnTo>
                    <a:pt x="485448" y="296589"/>
                  </a:lnTo>
                  <a:lnTo>
                    <a:pt x="486307" y="292381"/>
                  </a:lnTo>
                  <a:lnTo>
                    <a:pt x="487092" y="288158"/>
                  </a:lnTo>
                  <a:lnTo>
                    <a:pt x="487803" y="283922"/>
                  </a:lnTo>
                  <a:lnTo>
                    <a:pt x="488439" y="279674"/>
                  </a:lnTo>
                  <a:lnTo>
                    <a:pt x="489001" y="275415"/>
                  </a:lnTo>
                  <a:lnTo>
                    <a:pt x="489489" y="271148"/>
                  </a:lnTo>
                  <a:lnTo>
                    <a:pt x="489902" y="266872"/>
                  </a:lnTo>
                  <a:lnTo>
                    <a:pt x="490240" y="262590"/>
                  </a:lnTo>
                  <a:lnTo>
                    <a:pt x="490503" y="258303"/>
                  </a:lnTo>
                  <a:lnTo>
                    <a:pt x="490691" y="254012"/>
                  </a:lnTo>
                  <a:lnTo>
                    <a:pt x="490803" y="249718"/>
                  </a:lnTo>
                  <a:lnTo>
                    <a:pt x="490841" y="245423"/>
                  </a:lnTo>
                </a:path>
              </a:pathLst>
            </a:custGeom>
            <a:ln w="13550" cap="flat">
              <a:solidFill>
                <a:srgbClr val="7FC5D8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282" name="tx282"/>
            <p:cNvSpPr/>
            <p:nvPr/>
          </p:nvSpPr>
          <p:spPr>
            <a:xfrm>
              <a:off x="4439457" y="1891128"/>
              <a:ext cx="265084" cy="800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283" name="tx283"/>
            <p:cNvSpPr/>
            <p:nvPr/>
          </p:nvSpPr>
          <p:spPr>
            <a:xfrm>
              <a:off x="4430353" y="2453542"/>
              <a:ext cx="283292" cy="82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284" name="tx284"/>
            <p:cNvSpPr/>
            <p:nvPr/>
          </p:nvSpPr>
          <p:spPr>
            <a:xfrm>
              <a:off x="4771573" y="1973688"/>
              <a:ext cx="469984" cy="801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285" name="tx285"/>
            <p:cNvSpPr/>
            <p:nvPr/>
          </p:nvSpPr>
          <p:spPr>
            <a:xfrm>
              <a:off x="4854239" y="2173526"/>
              <a:ext cx="216915" cy="79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286" name="tx286"/>
            <p:cNvSpPr/>
            <p:nvPr/>
          </p:nvSpPr>
          <p:spPr>
            <a:xfrm>
              <a:off x="4771573" y="2370876"/>
              <a:ext cx="488193" cy="82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287" name="pg287"/>
            <p:cNvSpPr/>
            <p:nvPr/>
          </p:nvSpPr>
          <p:spPr>
            <a:xfrm>
              <a:off x="4326583" y="1969152"/>
              <a:ext cx="490841" cy="490846"/>
            </a:xfrm>
            <a:custGeom>
              <a:avLst/>
              <a:pathLst>
                <a:path w="490841" h="490846">
                  <a:moveTo>
                    <a:pt x="490841" y="245423"/>
                  </a:moveTo>
                  <a:lnTo>
                    <a:pt x="490803" y="241127"/>
                  </a:lnTo>
                  <a:lnTo>
                    <a:pt x="490691" y="236833"/>
                  </a:lnTo>
                  <a:lnTo>
                    <a:pt x="490503" y="232542"/>
                  </a:lnTo>
                  <a:lnTo>
                    <a:pt x="490240" y="228255"/>
                  </a:lnTo>
                  <a:lnTo>
                    <a:pt x="489902" y="223973"/>
                  </a:lnTo>
                  <a:lnTo>
                    <a:pt x="489489" y="219697"/>
                  </a:lnTo>
                  <a:lnTo>
                    <a:pt x="489001" y="215430"/>
                  </a:lnTo>
                  <a:lnTo>
                    <a:pt x="488439" y="211171"/>
                  </a:lnTo>
                  <a:lnTo>
                    <a:pt x="487803" y="206924"/>
                  </a:lnTo>
                  <a:lnTo>
                    <a:pt x="487092" y="202687"/>
                  </a:lnTo>
                  <a:lnTo>
                    <a:pt x="486307" y="198464"/>
                  </a:lnTo>
                  <a:lnTo>
                    <a:pt x="485448" y="194256"/>
                  </a:lnTo>
                  <a:lnTo>
                    <a:pt x="484516" y="190063"/>
                  </a:lnTo>
                  <a:lnTo>
                    <a:pt x="483510" y="185887"/>
                  </a:lnTo>
                  <a:lnTo>
                    <a:pt x="482432" y="181729"/>
                  </a:lnTo>
                  <a:lnTo>
                    <a:pt x="481281" y="177591"/>
                  </a:lnTo>
                  <a:lnTo>
                    <a:pt x="480058" y="173473"/>
                  </a:lnTo>
                  <a:lnTo>
                    <a:pt x="478762" y="169378"/>
                  </a:lnTo>
                  <a:lnTo>
                    <a:pt x="477396" y="165306"/>
                  </a:lnTo>
                  <a:lnTo>
                    <a:pt x="475958" y="161258"/>
                  </a:lnTo>
                  <a:lnTo>
                    <a:pt x="474450" y="157236"/>
                  </a:lnTo>
                  <a:lnTo>
                    <a:pt x="472872" y="153241"/>
                  </a:lnTo>
                  <a:lnTo>
                    <a:pt x="471223" y="149275"/>
                  </a:lnTo>
                  <a:lnTo>
                    <a:pt x="469506" y="145338"/>
                  </a:lnTo>
                  <a:lnTo>
                    <a:pt x="467720" y="141431"/>
                  </a:lnTo>
                  <a:lnTo>
                    <a:pt x="465866" y="137556"/>
                  </a:lnTo>
                  <a:lnTo>
                    <a:pt x="463945" y="133715"/>
                  </a:lnTo>
                  <a:lnTo>
                    <a:pt x="461956" y="129907"/>
                  </a:lnTo>
                  <a:lnTo>
                    <a:pt x="459901" y="126135"/>
                  </a:lnTo>
                  <a:lnTo>
                    <a:pt x="457781" y="122400"/>
                  </a:lnTo>
                  <a:lnTo>
                    <a:pt x="455595" y="118702"/>
                  </a:lnTo>
                  <a:lnTo>
                    <a:pt x="453345" y="115043"/>
                  </a:lnTo>
                  <a:lnTo>
                    <a:pt x="451032" y="111424"/>
                  </a:lnTo>
                  <a:lnTo>
                    <a:pt x="448655" y="107846"/>
                  </a:lnTo>
                  <a:lnTo>
                    <a:pt x="446216" y="104310"/>
                  </a:lnTo>
                  <a:lnTo>
                    <a:pt x="443716" y="100818"/>
                  </a:lnTo>
                  <a:lnTo>
                    <a:pt x="441155" y="97370"/>
                  </a:lnTo>
                  <a:lnTo>
                    <a:pt x="438534" y="93967"/>
                  </a:lnTo>
                  <a:lnTo>
                    <a:pt x="435854" y="90610"/>
                  </a:lnTo>
                  <a:lnTo>
                    <a:pt x="433115" y="87301"/>
                  </a:lnTo>
                  <a:lnTo>
                    <a:pt x="430319" y="84040"/>
                  </a:lnTo>
                  <a:lnTo>
                    <a:pt x="427466" y="80829"/>
                  </a:lnTo>
                  <a:lnTo>
                    <a:pt x="424558" y="77668"/>
                  </a:lnTo>
                  <a:lnTo>
                    <a:pt x="421595" y="74558"/>
                  </a:lnTo>
                  <a:lnTo>
                    <a:pt x="418577" y="71501"/>
                  </a:lnTo>
                  <a:lnTo>
                    <a:pt x="415507" y="68497"/>
                  </a:lnTo>
                  <a:lnTo>
                    <a:pt x="412385" y="65548"/>
                  </a:lnTo>
                  <a:lnTo>
                    <a:pt x="409211" y="62653"/>
                  </a:lnTo>
                  <a:lnTo>
                    <a:pt x="405987" y="59815"/>
                  </a:lnTo>
                  <a:lnTo>
                    <a:pt x="402714" y="57033"/>
                  </a:lnTo>
                  <a:lnTo>
                    <a:pt x="399393" y="54309"/>
                  </a:lnTo>
                  <a:lnTo>
                    <a:pt x="396025" y="51643"/>
                  </a:lnTo>
                  <a:lnTo>
                    <a:pt x="392611" y="49037"/>
                  </a:lnTo>
                  <a:lnTo>
                    <a:pt x="389151" y="46491"/>
                  </a:lnTo>
                  <a:lnTo>
                    <a:pt x="385648" y="44006"/>
                  </a:lnTo>
                  <a:lnTo>
                    <a:pt x="382101" y="41583"/>
                  </a:lnTo>
                  <a:lnTo>
                    <a:pt x="378513" y="39222"/>
                  </a:lnTo>
                  <a:lnTo>
                    <a:pt x="374884" y="36924"/>
                  </a:lnTo>
                  <a:lnTo>
                    <a:pt x="371215" y="34690"/>
                  </a:lnTo>
                  <a:lnTo>
                    <a:pt x="367508" y="32521"/>
                  </a:lnTo>
                  <a:lnTo>
                    <a:pt x="363763" y="30417"/>
                  </a:lnTo>
                  <a:lnTo>
                    <a:pt x="359982" y="28378"/>
                  </a:lnTo>
                  <a:lnTo>
                    <a:pt x="356166" y="26407"/>
                  </a:lnTo>
                  <a:lnTo>
                    <a:pt x="352316" y="24502"/>
                  </a:lnTo>
                  <a:lnTo>
                    <a:pt x="348433" y="22665"/>
                  </a:lnTo>
                  <a:lnTo>
                    <a:pt x="344519" y="20896"/>
                  </a:lnTo>
                  <a:lnTo>
                    <a:pt x="340574" y="19196"/>
                  </a:lnTo>
                  <a:lnTo>
                    <a:pt x="336601" y="17565"/>
                  </a:lnTo>
                  <a:lnTo>
                    <a:pt x="332599" y="16004"/>
                  </a:lnTo>
                  <a:lnTo>
                    <a:pt x="328571" y="14514"/>
                  </a:lnTo>
                  <a:lnTo>
                    <a:pt x="324517" y="13094"/>
                  </a:lnTo>
                  <a:lnTo>
                    <a:pt x="320439" y="11745"/>
                  </a:lnTo>
                  <a:lnTo>
                    <a:pt x="316338" y="10468"/>
                  </a:lnTo>
                  <a:lnTo>
                    <a:pt x="312215" y="9263"/>
                  </a:lnTo>
                  <a:lnTo>
                    <a:pt x="308071" y="8130"/>
                  </a:lnTo>
                  <a:lnTo>
                    <a:pt x="303909" y="7070"/>
                  </a:lnTo>
                  <a:lnTo>
                    <a:pt x="299729" y="6082"/>
                  </a:lnTo>
                  <a:lnTo>
                    <a:pt x="295532" y="5169"/>
                  </a:lnTo>
                  <a:lnTo>
                    <a:pt x="291319" y="4328"/>
                  </a:lnTo>
                  <a:lnTo>
                    <a:pt x="287093" y="3562"/>
                  </a:lnTo>
                  <a:lnTo>
                    <a:pt x="282854" y="2869"/>
                  </a:lnTo>
                  <a:lnTo>
                    <a:pt x="278603" y="2251"/>
                  </a:lnTo>
                  <a:lnTo>
                    <a:pt x="274342" y="1708"/>
                  </a:lnTo>
                  <a:lnTo>
                    <a:pt x="270072" y="1239"/>
                  </a:lnTo>
                  <a:lnTo>
                    <a:pt x="265795" y="845"/>
                  </a:lnTo>
                  <a:lnTo>
                    <a:pt x="261512" y="526"/>
                  </a:lnTo>
                  <a:lnTo>
                    <a:pt x="257223" y="281"/>
                  </a:lnTo>
                  <a:lnTo>
                    <a:pt x="252931" y="112"/>
                  </a:lnTo>
                  <a:lnTo>
                    <a:pt x="248637" y="18"/>
                  </a:lnTo>
                  <a:lnTo>
                    <a:pt x="244342" y="0"/>
                  </a:lnTo>
                  <a:lnTo>
                    <a:pt x="240047" y="56"/>
                  </a:lnTo>
                  <a:lnTo>
                    <a:pt x="235753" y="187"/>
                  </a:lnTo>
                  <a:lnTo>
                    <a:pt x="231463" y="394"/>
                  </a:lnTo>
                  <a:lnTo>
                    <a:pt x="227177" y="676"/>
                  </a:lnTo>
                  <a:lnTo>
                    <a:pt x="222896" y="1032"/>
                  </a:lnTo>
                  <a:lnTo>
                    <a:pt x="218623" y="1464"/>
                  </a:lnTo>
                  <a:lnTo>
                    <a:pt x="214357" y="1970"/>
                  </a:lnTo>
                  <a:lnTo>
                    <a:pt x="210101" y="2551"/>
                  </a:lnTo>
                  <a:lnTo>
                    <a:pt x="205856" y="3206"/>
                  </a:lnTo>
                  <a:lnTo>
                    <a:pt x="201623" y="3936"/>
                  </a:lnTo>
                  <a:lnTo>
                    <a:pt x="197404" y="4739"/>
                  </a:lnTo>
                  <a:lnTo>
                    <a:pt x="193199" y="5616"/>
                  </a:lnTo>
                  <a:lnTo>
                    <a:pt x="189010" y="6567"/>
                  </a:lnTo>
                  <a:lnTo>
                    <a:pt x="184838" y="7591"/>
                  </a:lnTo>
                  <a:lnTo>
                    <a:pt x="180685" y="8687"/>
                  </a:lnTo>
                  <a:lnTo>
                    <a:pt x="176552" y="9856"/>
                  </a:lnTo>
                  <a:lnTo>
                    <a:pt x="172440" y="11098"/>
                  </a:lnTo>
                  <a:lnTo>
                    <a:pt x="168350" y="12411"/>
                  </a:lnTo>
                  <a:lnTo>
                    <a:pt x="164284" y="13795"/>
                  </a:lnTo>
                  <a:lnTo>
                    <a:pt x="160243" y="15250"/>
                  </a:lnTo>
                  <a:lnTo>
                    <a:pt x="156228" y="16776"/>
                  </a:lnTo>
                  <a:lnTo>
                    <a:pt x="152240" y="18372"/>
                  </a:lnTo>
                  <a:lnTo>
                    <a:pt x="148281" y="20038"/>
                  </a:lnTo>
                  <a:lnTo>
                    <a:pt x="144351" y="21772"/>
                  </a:lnTo>
                  <a:lnTo>
                    <a:pt x="140452" y="23575"/>
                  </a:lnTo>
                  <a:lnTo>
                    <a:pt x="136586" y="25446"/>
                  </a:lnTo>
                  <a:lnTo>
                    <a:pt x="132753" y="27384"/>
                  </a:lnTo>
                  <a:lnTo>
                    <a:pt x="128954" y="29389"/>
                  </a:lnTo>
                  <a:lnTo>
                    <a:pt x="125191" y="31461"/>
                  </a:lnTo>
                  <a:lnTo>
                    <a:pt x="121465" y="33597"/>
                  </a:lnTo>
                  <a:lnTo>
                    <a:pt x="117777" y="35799"/>
                  </a:lnTo>
                  <a:lnTo>
                    <a:pt x="114128" y="38065"/>
                  </a:lnTo>
                  <a:lnTo>
                    <a:pt x="110519" y="40394"/>
                  </a:lnTo>
                  <a:lnTo>
                    <a:pt x="106951" y="42787"/>
                  </a:lnTo>
                  <a:lnTo>
                    <a:pt x="103426" y="45241"/>
                  </a:lnTo>
                  <a:lnTo>
                    <a:pt x="99945" y="47757"/>
                  </a:lnTo>
                  <a:lnTo>
                    <a:pt x="96507" y="50333"/>
                  </a:lnTo>
                  <a:lnTo>
                    <a:pt x="93116" y="52969"/>
                  </a:lnTo>
                  <a:lnTo>
                    <a:pt x="89771" y="55664"/>
                  </a:lnTo>
                  <a:lnTo>
                    <a:pt x="86474" y="58417"/>
                  </a:lnTo>
                  <a:lnTo>
                    <a:pt x="83226" y="61227"/>
                  </a:lnTo>
                  <a:lnTo>
                    <a:pt x="80027" y="64094"/>
                  </a:lnTo>
                  <a:lnTo>
                    <a:pt x="76879" y="67016"/>
                  </a:lnTo>
                  <a:lnTo>
                    <a:pt x="73782" y="69993"/>
                  </a:lnTo>
                  <a:lnTo>
                    <a:pt x="70738" y="73023"/>
                  </a:lnTo>
                  <a:lnTo>
                    <a:pt x="67748" y="76107"/>
                  </a:lnTo>
                  <a:lnTo>
                    <a:pt x="64812" y="79242"/>
                  </a:lnTo>
                  <a:lnTo>
                    <a:pt x="61931" y="82428"/>
                  </a:lnTo>
                  <a:lnTo>
                    <a:pt x="59107" y="85664"/>
                  </a:lnTo>
                  <a:lnTo>
                    <a:pt x="56339" y="88949"/>
                  </a:lnTo>
                  <a:lnTo>
                    <a:pt x="53630" y="92282"/>
                  </a:lnTo>
                  <a:lnTo>
                    <a:pt x="50979" y="95662"/>
                  </a:lnTo>
                  <a:lnTo>
                    <a:pt x="48388" y="99088"/>
                  </a:lnTo>
                  <a:lnTo>
                    <a:pt x="45857" y="102559"/>
                  </a:lnTo>
                  <a:lnTo>
                    <a:pt x="43387" y="106073"/>
                  </a:lnTo>
                  <a:lnTo>
                    <a:pt x="40980" y="109630"/>
                  </a:lnTo>
                  <a:lnTo>
                    <a:pt x="38634" y="113229"/>
                  </a:lnTo>
                  <a:lnTo>
                    <a:pt x="36353" y="116868"/>
                  </a:lnTo>
                  <a:lnTo>
                    <a:pt x="34135" y="120546"/>
                  </a:lnTo>
                  <a:lnTo>
                    <a:pt x="31982" y="124263"/>
                  </a:lnTo>
                  <a:lnTo>
                    <a:pt x="29894" y="128017"/>
                  </a:lnTo>
                  <a:lnTo>
                    <a:pt x="27872" y="131807"/>
                  </a:lnTo>
                  <a:lnTo>
                    <a:pt x="25917" y="135631"/>
                  </a:lnTo>
                  <a:lnTo>
                    <a:pt x="24029" y="139490"/>
                  </a:lnTo>
                  <a:lnTo>
                    <a:pt x="22209" y="143380"/>
                  </a:lnTo>
                  <a:lnTo>
                    <a:pt x="20458" y="147302"/>
                  </a:lnTo>
                  <a:lnTo>
                    <a:pt x="18775" y="151254"/>
                  </a:lnTo>
                  <a:lnTo>
                    <a:pt x="17162" y="155235"/>
                  </a:lnTo>
                  <a:lnTo>
                    <a:pt x="15618" y="159244"/>
                  </a:lnTo>
                  <a:lnTo>
                    <a:pt x="14145" y="163279"/>
                  </a:lnTo>
                  <a:lnTo>
                    <a:pt x="12743" y="167339"/>
                  </a:lnTo>
                  <a:lnTo>
                    <a:pt x="11412" y="171423"/>
                  </a:lnTo>
                  <a:lnTo>
                    <a:pt x="10153" y="175529"/>
                  </a:lnTo>
                  <a:lnTo>
                    <a:pt x="8966" y="179657"/>
                  </a:lnTo>
                  <a:lnTo>
                    <a:pt x="7851" y="183805"/>
                  </a:lnTo>
                  <a:lnTo>
                    <a:pt x="6809" y="187973"/>
                  </a:lnTo>
                  <a:lnTo>
                    <a:pt x="5840" y="192157"/>
                  </a:lnTo>
                  <a:lnTo>
                    <a:pt x="4944" y="196358"/>
                  </a:lnTo>
                  <a:lnTo>
                    <a:pt x="4123" y="200574"/>
                  </a:lnTo>
                  <a:lnTo>
                    <a:pt x="3375" y="204804"/>
                  </a:lnTo>
                  <a:lnTo>
                    <a:pt x="2701" y="209046"/>
                  </a:lnTo>
                  <a:lnTo>
                    <a:pt x="2101" y="213299"/>
                  </a:lnTo>
                  <a:lnTo>
                    <a:pt x="1577" y="217563"/>
                  </a:lnTo>
                  <a:lnTo>
                    <a:pt x="1126" y="221834"/>
                  </a:lnTo>
                  <a:lnTo>
                    <a:pt x="751" y="226113"/>
                  </a:lnTo>
                  <a:lnTo>
                    <a:pt x="450" y="230398"/>
                  </a:lnTo>
                  <a:lnTo>
                    <a:pt x="225" y="234687"/>
                  </a:lnTo>
                  <a:lnTo>
                    <a:pt x="75" y="238980"/>
                  </a:lnTo>
                  <a:lnTo>
                    <a:pt x="0" y="243275"/>
                  </a:lnTo>
                  <a:lnTo>
                    <a:pt x="0" y="247570"/>
                  </a:lnTo>
                  <a:lnTo>
                    <a:pt x="75" y="251865"/>
                  </a:lnTo>
                  <a:lnTo>
                    <a:pt x="225" y="256158"/>
                  </a:lnTo>
                  <a:lnTo>
                    <a:pt x="450" y="260447"/>
                  </a:lnTo>
                  <a:lnTo>
                    <a:pt x="751" y="264732"/>
                  </a:lnTo>
                  <a:lnTo>
                    <a:pt x="1126" y="269011"/>
                  </a:lnTo>
                  <a:lnTo>
                    <a:pt x="1577" y="273283"/>
                  </a:lnTo>
                  <a:lnTo>
                    <a:pt x="2101" y="277546"/>
                  </a:lnTo>
                  <a:lnTo>
                    <a:pt x="2701" y="281799"/>
                  </a:lnTo>
                  <a:lnTo>
                    <a:pt x="3375" y="286041"/>
                  </a:lnTo>
                  <a:lnTo>
                    <a:pt x="4123" y="290271"/>
                  </a:lnTo>
                  <a:lnTo>
                    <a:pt x="4944" y="294487"/>
                  </a:lnTo>
                  <a:lnTo>
                    <a:pt x="5840" y="298688"/>
                  </a:lnTo>
                  <a:lnTo>
                    <a:pt x="6809" y="302873"/>
                  </a:lnTo>
                  <a:lnTo>
                    <a:pt x="7851" y="307040"/>
                  </a:lnTo>
                  <a:lnTo>
                    <a:pt x="8966" y="311188"/>
                  </a:lnTo>
                  <a:lnTo>
                    <a:pt x="10153" y="315316"/>
                  </a:lnTo>
                  <a:lnTo>
                    <a:pt x="11412" y="319423"/>
                  </a:lnTo>
                  <a:lnTo>
                    <a:pt x="12743" y="323506"/>
                  </a:lnTo>
                  <a:lnTo>
                    <a:pt x="14145" y="327567"/>
                  </a:lnTo>
                  <a:lnTo>
                    <a:pt x="15618" y="331601"/>
                  </a:lnTo>
                  <a:lnTo>
                    <a:pt x="17162" y="335610"/>
                  </a:lnTo>
                  <a:lnTo>
                    <a:pt x="18775" y="339591"/>
                  </a:lnTo>
                  <a:lnTo>
                    <a:pt x="20458" y="343543"/>
                  </a:lnTo>
                  <a:lnTo>
                    <a:pt x="22209" y="347465"/>
                  </a:lnTo>
                  <a:lnTo>
                    <a:pt x="24029" y="351355"/>
                  </a:lnTo>
                  <a:lnTo>
                    <a:pt x="25917" y="355214"/>
                  </a:lnTo>
                  <a:lnTo>
                    <a:pt x="27872" y="359038"/>
                  </a:lnTo>
                  <a:lnTo>
                    <a:pt x="29894" y="362828"/>
                  </a:lnTo>
                  <a:lnTo>
                    <a:pt x="31982" y="366582"/>
                  </a:lnTo>
                  <a:lnTo>
                    <a:pt x="34135" y="370299"/>
                  </a:lnTo>
                  <a:lnTo>
                    <a:pt x="36353" y="373977"/>
                  </a:lnTo>
                  <a:lnTo>
                    <a:pt x="38634" y="377616"/>
                  </a:lnTo>
                  <a:lnTo>
                    <a:pt x="40980" y="381215"/>
                  </a:lnTo>
                  <a:lnTo>
                    <a:pt x="43387" y="384772"/>
                  </a:lnTo>
                  <a:lnTo>
                    <a:pt x="45857" y="388286"/>
                  </a:lnTo>
                  <a:lnTo>
                    <a:pt x="48388" y="391757"/>
                  </a:lnTo>
                  <a:lnTo>
                    <a:pt x="50979" y="395183"/>
                  </a:lnTo>
                  <a:lnTo>
                    <a:pt x="53630" y="398563"/>
                  </a:lnTo>
                  <a:lnTo>
                    <a:pt x="56339" y="401896"/>
                  </a:lnTo>
                  <a:lnTo>
                    <a:pt x="59107" y="405181"/>
                  </a:lnTo>
                  <a:lnTo>
                    <a:pt x="61931" y="408417"/>
                  </a:lnTo>
                  <a:lnTo>
                    <a:pt x="64812" y="411603"/>
                  </a:lnTo>
                  <a:lnTo>
                    <a:pt x="67748" y="414738"/>
                  </a:lnTo>
                  <a:lnTo>
                    <a:pt x="70738" y="417822"/>
                  </a:lnTo>
                  <a:lnTo>
                    <a:pt x="73782" y="420852"/>
                  </a:lnTo>
                  <a:lnTo>
                    <a:pt x="76879" y="423829"/>
                  </a:lnTo>
                  <a:lnTo>
                    <a:pt x="80027" y="426752"/>
                  </a:lnTo>
                  <a:lnTo>
                    <a:pt x="83226" y="429618"/>
                  </a:lnTo>
                  <a:lnTo>
                    <a:pt x="86474" y="432429"/>
                  </a:lnTo>
                  <a:lnTo>
                    <a:pt x="89771" y="435182"/>
                  </a:lnTo>
                  <a:lnTo>
                    <a:pt x="93116" y="437876"/>
                  </a:lnTo>
                  <a:lnTo>
                    <a:pt x="96507" y="440512"/>
                  </a:lnTo>
                  <a:lnTo>
                    <a:pt x="99945" y="443088"/>
                  </a:lnTo>
                  <a:lnTo>
                    <a:pt x="103426" y="445604"/>
                  </a:lnTo>
                  <a:lnTo>
                    <a:pt x="106951" y="448058"/>
                  </a:lnTo>
                  <a:lnTo>
                    <a:pt x="110519" y="450451"/>
                  </a:lnTo>
                  <a:lnTo>
                    <a:pt x="114128" y="452780"/>
                  </a:lnTo>
                  <a:lnTo>
                    <a:pt x="117777" y="455046"/>
                  </a:lnTo>
                  <a:lnTo>
                    <a:pt x="121465" y="457248"/>
                  </a:lnTo>
                  <a:lnTo>
                    <a:pt x="125191" y="459385"/>
                  </a:lnTo>
                  <a:lnTo>
                    <a:pt x="128954" y="461456"/>
                  </a:lnTo>
                  <a:lnTo>
                    <a:pt x="132753" y="463461"/>
                  </a:lnTo>
                  <a:lnTo>
                    <a:pt x="136586" y="465399"/>
                  </a:lnTo>
                  <a:lnTo>
                    <a:pt x="140452" y="467270"/>
                  </a:lnTo>
                  <a:lnTo>
                    <a:pt x="144351" y="469073"/>
                  </a:lnTo>
                  <a:lnTo>
                    <a:pt x="148281" y="470808"/>
                  </a:lnTo>
                  <a:lnTo>
                    <a:pt x="152240" y="472473"/>
                  </a:lnTo>
                  <a:lnTo>
                    <a:pt x="156228" y="474069"/>
                  </a:lnTo>
                  <a:lnTo>
                    <a:pt x="160243" y="475595"/>
                  </a:lnTo>
                  <a:lnTo>
                    <a:pt x="164284" y="477050"/>
                  </a:lnTo>
                  <a:lnTo>
                    <a:pt x="168350" y="478435"/>
                  </a:lnTo>
                  <a:lnTo>
                    <a:pt x="172440" y="479748"/>
                  </a:lnTo>
                  <a:lnTo>
                    <a:pt x="176552" y="480989"/>
                  </a:lnTo>
                  <a:lnTo>
                    <a:pt x="180685" y="482158"/>
                  </a:lnTo>
                  <a:lnTo>
                    <a:pt x="184838" y="483255"/>
                  </a:lnTo>
                  <a:lnTo>
                    <a:pt x="189010" y="484278"/>
                  </a:lnTo>
                  <a:lnTo>
                    <a:pt x="193199" y="485229"/>
                  </a:lnTo>
                  <a:lnTo>
                    <a:pt x="197404" y="486106"/>
                  </a:lnTo>
                  <a:lnTo>
                    <a:pt x="201623" y="486909"/>
                  </a:lnTo>
                  <a:lnTo>
                    <a:pt x="205856" y="487639"/>
                  </a:lnTo>
                  <a:lnTo>
                    <a:pt x="210101" y="488294"/>
                  </a:lnTo>
                  <a:lnTo>
                    <a:pt x="214357" y="488875"/>
                  </a:lnTo>
                  <a:lnTo>
                    <a:pt x="218623" y="489381"/>
                  </a:lnTo>
                  <a:lnTo>
                    <a:pt x="222896" y="489813"/>
                  </a:lnTo>
                  <a:lnTo>
                    <a:pt x="227177" y="490169"/>
                  </a:lnTo>
                  <a:lnTo>
                    <a:pt x="231463" y="490451"/>
                  </a:lnTo>
                  <a:lnTo>
                    <a:pt x="235753" y="490658"/>
                  </a:lnTo>
                  <a:lnTo>
                    <a:pt x="240047" y="490789"/>
                  </a:lnTo>
                  <a:lnTo>
                    <a:pt x="244342" y="490846"/>
                  </a:lnTo>
                  <a:lnTo>
                    <a:pt x="248637" y="490827"/>
                  </a:lnTo>
                  <a:lnTo>
                    <a:pt x="252931" y="490733"/>
                  </a:lnTo>
                  <a:lnTo>
                    <a:pt x="257223" y="490564"/>
                  </a:lnTo>
                  <a:lnTo>
                    <a:pt x="261512" y="490320"/>
                  </a:lnTo>
                  <a:lnTo>
                    <a:pt x="265795" y="490000"/>
                  </a:lnTo>
                  <a:lnTo>
                    <a:pt x="270072" y="489606"/>
                  </a:lnTo>
                  <a:lnTo>
                    <a:pt x="274342" y="489137"/>
                  </a:lnTo>
                  <a:lnTo>
                    <a:pt x="278603" y="488594"/>
                  </a:lnTo>
                  <a:lnTo>
                    <a:pt x="282854" y="487976"/>
                  </a:lnTo>
                  <a:lnTo>
                    <a:pt x="287093" y="487283"/>
                  </a:lnTo>
                  <a:lnTo>
                    <a:pt x="291319" y="486517"/>
                  </a:lnTo>
                  <a:lnTo>
                    <a:pt x="295532" y="485677"/>
                  </a:lnTo>
                  <a:lnTo>
                    <a:pt x="299729" y="484763"/>
                  </a:lnTo>
                  <a:lnTo>
                    <a:pt x="303909" y="483776"/>
                  </a:lnTo>
                  <a:lnTo>
                    <a:pt x="308071" y="482715"/>
                  </a:lnTo>
                  <a:lnTo>
                    <a:pt x="312215" y="481582"/>
                  </a:lnTo>
                  <a:lnTo>
                    <a:pt x="316338" y="480377"/>
                  </a:lnTo>
                  <a:lnTo>
                    <a:pt x="320439" y="479100"/>
                  </a:lnTo>
                  <a:lnTo>
                    <a:pt x="324517" y="477751"/>
                  </a:lnTo>
                  <a:lnTo>
                    <a:pt x="328571" y="476331"/>
                  </a:lnTo>
                  <a:lnTo>
                    <a:pt x="332599" y="474841"/>
                  </a:lnTo>
                  <a:lnTo>
                    <a:pt x="336601" y="473280"/>
                  </a:lnTo>
                  <a:lnTo>
                    <a:pt x="340574" y="471649"/>
                  </a:lnTo>
                  <a:lnTo>
                    <a:pt x="344519" y="469949"/>
                  </a:lnTo>
                  <a:lnTo>
                    <a:pt x="348433" y="468180"/>
                  </a:lnTo>
                  <a:lnTo>
                    <a:pt x="352316" y="466343"/>
                  </a:lnTo>
                  <a:lnTo>
                    <a:pt x="356166" y="464438"/>
                  </a:lnTo>
                  <a:lnTo>
                    <a:pt x="359982" y="462467"/>
                  </a:lnTo>
                  <a:lnTo>
                    <a:pt x="363763" y="460428"/>
                  </a:lnTo>
                  <a:lnTo>
                    <a:pt x="367508" y="458324"/>
                  </a:lnTo>
                  <a:lnTo>
                    <a:pt x="371215" y="456155"/>
                  </a:lnTo>
                  <a:lnTo>
                    <a:pt x="374884" y="453921"/>
                  </a:lnTo>
                  <a:lnTo>
                    <a:pt x="378513" y="451623"/>
                  </a:lnTo>
                  <a:lnTo>
                    <a:pt x="382101" y="449262"/>
                  </a:lnTo>
                  <a:lnTo>
                    <a:pt x="385648" y="446839"/>
                  </a:lnTo>
                  <a:lnTo>
                    <a:pt x="389151" y="444354"/>
                  </a:lnTo>
                  <a:lnTo>
                    <a:pt x="392611" y="441808"/>
                  </a:lnTo>
                  <a:lnTo>
                    <a:pt x="396025" y="439202"/>
                  </a:lnTo>
                  <a:lnTo>
                    <a:pt x="399393" y="436536"/>
                  </a:lnTo>
                  <a:lnTo>
                    <a:pt x="402714" y="433812"/>
                  </a:lnTo>
                  <a:lnTo>
                    <a:pt x="405987" y="431031"/>
                  </a:lnTo>
                  <a:lnTo>
                    <a:pt x="409211" y="428192"/>
                  </a:lnTo>
                  <a:lnTo>
                    <a:pt x="412385" y="425297"/>
                  </a:lnTo>
                  <a:lnTo>
                    <a:pt x="415507" y="422348"/>
                  </a:lnTo>
                  <a:lnTo>
                    <a:pt x="418577" y="419344"/>
                  </a:lnTo>
                  <a:lnTo>
                    <a:pt x="421595" y="416287"/>
                  </a:lnTo>
                  <a:lnTo>
                    <a:pt x="424558" y="413177"/>
                  </a:lnTo>
                  <a:lnTo>
                    <a:pt x="427466" y="410016"/>
                  </a:lnTo>
                  <a:lnTo>
                    <a:pt x="430319" y="406805"/>
                  </a:lnTo>
                  <a:lnTo>
                    <a:pt x="433115" y="403544"/>
                  </a:lnTo>
                  <a:lnTo>
                    <a:pt x="435854" y="400235"/>
                  </a:lnTo>
                  <a:lnTo>
                    <a:pt x="438534" y="396879"/>
                  </a:lnTo>
                  <a:lnTo>
                    <a:pt x="441155" y="393476"/>
                  </a:lnTo>
                  <a:lnTo>
                    <a:pt x="443716" y="390027"/>
                  </a:lnTo>
                  <a:lnTo>
                    <a:pt x="446216" y="386535"/>
                  </a:lnTo>
                  <a:lnTo>
                    <a:pt x="448655" y="382999"/>
                  </a:lnTo>
                  <a:lnTo>
                    <a:pt x="451032" y="379421"/>
                  </a:lnTo>
                  <a:lnTo>
                    <a:pt x="453345" y="375802"/>
                  </a:lnTo>
                  <a:lnTo>
                    <a:pt x="455595" y="372143"/>
                  </a:lnTo>
                  <a:lnTo>
                    <a:pt x="457781" y="368445"/>
                  </a:lnTo>
                  <a:lnTo>
                    <a:pt x="459901" y="364710"/>
                  </a:lnTo>
                  <a:lnTo>
                    <a:pt x="461956" y="360938"/>
                  </a:lnTo>
                  <a:lnTo>
                    <a:pt x="463945" y="357130"/>
                  </a:lnTo>
                  <a:lnTo>
                    <a:pt x="465866" y="353289"/>
                  </a:lnTo>
                  <a:lnTo>
                    <a:pt x="467720" y="349414"/>
                  </a:lnTo>
                  <a:lnTo>
                    <a:pt x="469506" y="345508"/>
                  </a:lnTo>
                  <a:lnTo>
                    <a:pt x="471223" y="341570"/>
                  </a:lnTo>
                  <a:lnTo>
                    <a:pt x="472872" y="337604"/>
                  </a:lnTo>
                  <a:lnTo>
                    <a:pt x="474450" y="333609"/>
                  </a:lnTo>
                  <a:lnTo>
                    <a:pt x="475958" y="329587"/>
                  </a:lnTo>
                  <a:lnTo>
                    <a:pt x="477396" y="325540"/>
                  </a:lnTo>
                  <a:lnTo>
                    <a:pt x="478762" y="321467"/>
                  </a:lnTo>
                  <a:lnTo>
                    <a:pt x="480058" y="317372"/>
                  </a:lnTo>
                  <a:lnTo>
                    <a:pt x="481281" y="313254"/>
                  </a:lnTo>
                  <a:lnTo>
                    <a:pt x="482432" y="309116"/>
                  </a:lnTo>
                  <a:lnTo>
                    <a:pt x="483510" y="304958"/>
                  </a:lnTo>
                  <a:lnTo>
                    <a:pt x="484516" y="300782"/>
                  </a:lnTo>
                  <a:lnTo>
                    <a:pt x="485448" y="296589"/>
                  </a:lnTo>
                  <a:lnTo>
                    <a:pt x="486307" y="292381"/>
                  </a:lnTo>
                  <a:lnTo>
                    <a:pt x="487092" y="288158"/>
                  </a:lnTo>
                  <a:lnTo>
                    <a:pt x="487803" y="283922"/>
                  </a:lnTo>
                  <a:lnTo>
                    <a:pt x="488439" y="279674"/>
                  </a:lnTo>
                  <a:lnTo>
                    <a:pt x="489001" y="275415"/>
                  </a:lnTo>
                  <a:lnTo>
                    <a:pt x="489489" y="271148"/>
                  </a:lnTo>
                  <a:lnTo>
                    <a:pt x="489902" y="266872"/>
                  </a:lnTo>
                  <a:lnTo>
                    <a:pt x="490240" y="262590"/>
                  </a:lnTo>
                  <a:lnTo>
                    <a:pt x="490503" y="258303"/>
                  </a:lnTo>
                  <a:lnTo>
                    <a:pt x="490691" y="254012"/>
                  </a:lnTo>
                  <a:lnTo>
                    <a:pt x="490803" y="249718"/>
                  </a:lnTo>
                  <a:close/>
                </a:path>
              </a:pathLst>
            </a:custGeom>
            <a:solidFill>
              <a:srgbClr val="F5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88" name="pl288"/>
            <p:cNvSpPr/>
            <p:nvPr/>
          </p:nvSpPr>
          <p:spPr>
            <a:xfrm>
              <a:off x="4572000" y="1969150"/>
              <a:ext cx="0" cy="220882"/>
            </a:xfrm>
            <a:custGeom>
              <a:avLst/>
              <a:pathLst>
                <a:path w="0" h="220882">
                  <a:moveTo>
                    <a:pt x="0" y="220882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l289"/>
            <p:cNvSpPr/>
            <p:nvPr/>
          </p:nvSpPr>
          <p:spPr>
            <a:xfrm>
              <a:off x="4589354" y="2041033"/>
              <a:ext cx="156187" cy="156187"/>
            </a:xfrm>
            <a:custGeom>
              <a:avLst/>
              <a:pathLst>
                <a:path w="156187" h="156187">
                  <a:moveTo>
                    <a:pt x="0" y="156187"/>
                  </a:moveTo>
                  <a:lnTo>
                    <a:pt x="156187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l290"/>
            <p:cNvSpPr/>
            <p:nvPr/>
          </p:nvSpPr>
          <p:spPr>
            <a:xfrm>
              <a:off x="4596542" y="2214575"/>
              <a:ext cx="220882" cy="0"/>
            </a:xfrm>
            <a:custGeom>
              <a:avLst/>
              <a:pathLst>
                <a:path w="220882" h="0">
                  <a:moveTo>
                    <a:pt x="0" y="0"/>
                  </a:moveTo>
                  <a:lnTo>
                    <a:pt x="220882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l291"/>
            <p:cNvSpPr/>
            <p:nvPr/>
          </p:nvSpPr>
          <p:spPr>
            <a:xfrm>
              <a:off x="4589354" y="2231929"/>
              <a:ext cx="156187" cy="156187"/>
            </a:xfrm>
            <a:custGeom>
              <a:avLst/>
              <a:pathLst>
                <a:path w="156187" h="156187">
                  <a:moveTo>
                    <a:pt x="0" y="0"/>
                  </a:moveTo>
                  <a:lnTo>
                    <a:pt x="156187" y="156187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l292"/>
            <p:cNvSpPr/>
            <p:nvPr/>
          </p:nvSpPr>
          <p:spPr>
            <a:xfrm>
              <a:off x="4572000" y="2239118"/>
              <a:ext cx="0" cy="220882"/>
            </a:xfrm>
            <a:custGeom>
              <a:avLst/>
              <a:pathLst>
                <a:path w="0" h="220882">
                  <a:moveTo>
                    <a:pt x="0" y="0"/>
                  </a:moveTo>
                  <a:lnTo>
                    <a:pt x="0" y="220882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l293"/>
            <p:cNvSpPr/>
            <p:nvPr/>
          </p:nvSpPr>
          <p:spPr>
            <a:xfrm>
              <a:off x="4398458" y="2231929"/>
              <a:ext cx="156187" cy="156187"/>
            </a:xfrm>
            <a:custGeom>
              <a:avLst/>
              <a:pathLst>
                <a:path w="156187" h="156187">
                  <a:moveTo>
                    <a:pt x="156187" y="0"/>
                  </a:moveTo>
                  <a:lnTo>
                    <a:pt x="0" y="156187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l294"/>
            <p:cNvSpPr/>
            <p:nvPr/>
          </p:nvSpPr>
          <p:spPr>
            <a:xfrm>
              <a:off x="4326574" y="2214575"/>
              <a:ext cx="220882" cy="0"/>
            </a:xfrm>
            <a:custGeom>
              <a:avLst/>
              <a:pathLst>
                <a:path w="220882" h="0">
                  <a:moveTo>
                    <a:pt x="220882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l295"/>
            <p:cNvSpPr/>
            <p:nvPr/>
          </p:nvSpPr>
          <p:spPr>
            <a:xfrm>
              <a:off x="4398458" y="2041033"/>
              <a:ext cx="156187" cy="156187"/>
            </a:xfrm>
            <a:custGeom>
              <a:avLst/>
              <a:pathLst>
                <a:path w="156187" h="156187">
                  <a:moveTo>
                    <a:pt x="156187" y="156187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l296"/>
            <p:cNvSpPr/>
            <p:nvPr/>
          </p:nvSpPr>
          <p:spPr>
            <a:xfrm>
              <a:off x="4513475" y="2139059"/>
              <a:ext cx="134040" cy="100058"/>
            </a:xfrm>
            <a:custGeom>
              <a:avLst/>
              <a:pathLst>
                <a:path w="134040" h="100058">
                  <a:moveTo>
                    <a:pt x="58524" y="0"/>
                  </a:moveTo>
                  <a:lnTo>
                    <a:pt x="123936" y="10103"/>
                  </a:lnTo>
                  <a:lnTo>
                    <a:pt x="134040" y="75515"/>
                  </a:lnTo>
                  <a:lnTo>
                    <a:pt x="75878" y="92869"/>
                  </a:lnTo>
                  <a:lnTo>
                    <a:pt x="58524" y="100058"/>
                  </a:lnTo>
                  <a:lnTo>
                    <a:pt x="41170" y="92869"/>
                  </a:lnTo>
                  <a:lnTo>
                    <a:pt x="0" y="75515"/>
                  </a:lnTo>
                  <a:lnTo>
                    <a:pt x="29155" y="46146"/>
                  </a:lnTo>
                  <a:lnTo>
                    <a:pt x="58524" y="0"/>
                  </a:lnTo>
                </a:path>
              </a:pathLst>
            </a:custGeom>
            <a:ln w="31166" cap="flat">
              <a:solidFill>
                <a:srgbClr val="E7978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t297"/>
            <p:cNvSpPr/>
            <p:nvPr/>
          </p:nvSpPr>
          <p:spPr>
            <a:xfrm>
              <a:off x="4536052" y="2103112"/>
              <a:ext cx="71895" cy="71895"/>
            </a:xfrm>
            <a:prstGeom prst="ellipse">
              <a:avLst/>
            </a:prstGeom>
            <a:solidFill>
              <a:srgbClr val="E79788">
                <a:alpha val="100000"/>
              </a:srgbClr>
            </a:solidFill>
            <a:ln w="12272" cap="rnd">
              <a:solidFill>
                <a:srgbClr val="E7978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t298"/>
            <p:cNvSpPr/>
            <p:nvPr/>
          </p:nvSpPr>
          <p:spPr>
            <a:xfrm>
              <a:off x="4601464" y="2113215"/>
              <a:ext cx="71895" cy="71895"/>
            </a:xfrm>
            <a:prstGeom prst="ellipse">
              <a:avLst/>
            </a:prstGeom>
            <a:solidFill>
              <a:srgbClr val="E79788">
                <a:alpha val="100000"/>
              </a:srgbClr>
            </a:solidFill>
            <a:ln w="12272" cap="rnd">
              <a:solidFill>
                <a:srgbClr val="E7978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t299"/>
            <p:cNvSpPr/>
            <p:nvPr/>
          </p:nvSpPr>
          <p:spPr>
            <a:xfrm>
              <a:off x="4611567" y="2178627"/>
              <a:ext cx="71895" cy="71895"/>
            </a:xfrm>
            <a:prstGeom prst="ellipse">
              <a:avLst/>
            </a:prstGeom>
            <a:solidFill>
              <a:srgbClr val="E79788">
                <a:alpha val="100000"/>
              </a:srgbClr>
            </a:solidFill>
            <a:ln w="12272" cap="rnd">
              <a:solidFill>
                <a:srgbClr val="E7978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t300"/>
            <p:cNvSpPr/>
            <p:nvPr/>
          </p:nvSpPr>
          <p:spPr>
            <a:xfrm>
              <a:off x="4553406" y="2195981"/>
              <a:ext cx="71895" cy="71895"/>
            </a:xfrm>
            <a:prstGeom prst="ellipse">
              <a:avLst/>
            </a:prstGeom>
            <a:solidFill>
              <a:srgbClr val="E79788">
                <a:alpha val="100000"/>
              </a:srgbClr>
            </a:solidFill>
            <a:ln w="12272" cap="rnd">
              <a:solidFill>
                <a:srgbClr val="E7978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t301"/>
            <p:cNvSpPr/>
            <p:nvPr/>
          </p:nvSpPr>
          <p:spPr>
            <a:xfrm>
              <a:off x="4536052" y="2203170"/>
              <a:ext cx="71895" cy="71895"/>
            </a:xfrm>
            <a:prstGeom prst="ellipse">
              <a:avLst/>
            </a:prstGeom>
            <a:solidFill>
              <a:srgbClr val="E79788">
                <a:alpha val="100000"/>
              </a:srgbClr>
            </a:solidFill>
            <a:ln w="12272" cap="rnd">
              <a:solidFill>
                <a:srgbClr val="E7978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t302"/>
            <p:cNvSpPr/>
            <p:nvPr/>
          </p:nvSpPr>
          <p:spPr>
            <a:xfrm>
              <a:off x="4518698" y="2195981"/>
              <a:ext cx="71895" cy="71895"/>
            </a:xfrm>
            <a:prstGeom prst="ellipse">
              <a:avLst/>
            </a:prstGeom>
            <a:solidFill>
              <a:srgbClr val="E79788">
                <a:alpha val="100000"/>
              </a:srgbClr>
            </a:solidFill>
            <a:ln w="12272" cap="rnd">
              <a:solidFill>
                <a:srgbClr val="E7978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t303"/>
            <p:cNvSpPr/>
            <p:nvPr/>
          </p:nvSpPr>
          <p:spPr>
            <a:xfrm>
              <a:off x="4477527" y="2178627"/>
              <a:ext cx="71895" cy="71895"/>
            </a:xfrm>
            <a:prstGeom prst="ellipse">
              <a:avLst/>
            </a:prstGeom>
            <a:solidFill>
              <a:srgbClr val="E79788">
                <a:alpha val="100000"/>
              </a:srgbClr>
            </a:solidFill>
            <a:ln w="12272" cap="rnd">
              <a:solidFill>
                <a:srgbClr val="E7978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t304"/>
            <p:cNvSpPr/>
            <p:nvPr/>
          </p:nvSpPr>
          <p:spPr>
            <a:xfrm>
              <a:off x="4506683" y="2149259"/>
              <a:ext cx="71895" cy="71895"/>
            </a:xfrm>
            <a:prstGeom prst="ellipse">
              <a:avLst/>
            </a:prstGeom>
            <a:solidFill>
              <a:srgbClr val="E79788">
                <a:alpha val="100000"/>
              </a:srgbClr>
            </a:solidFill>
            <a:ln w="12272" cap="rnd">
              <a:solidFill>
                <a:srgbClr val="E7978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t305"/>
            <p:cNvSpPr/>
            <p:nvPr/>
          </p:nvSpPr>
          <p:spPr>
            <a:xfrm>
              <a:off x="4536052" y="2103112"/>
              <a:ext cx="71895" cy="71895"/>
            </a:xfrm>
            <a:prstGeom prst="ellipse">
              <a:avLst/>
            </a:prstGeom>
            <a:solidFill>
              <a:srgbClr val="E79788">
                <a:alpha val="100000"/>
              </a:srgbClr>
            </a:solidFill>
            <a:ln w="12272" cap="rnd">
              <a:solidFill>
                <a:srgbClr val="E7978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tx306"/>
            <p:cNvSpPr/>
            <p:nvPr/>
          </p:nvSpPr>
          <p:spPr>
            <a:xfrm>
              <a:off x="4451360" y="2166122"/>
              <a:ext cx="96096" cy="477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2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2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307" name="tx307"/>
            <p:cNvSpPr/>
            <p:nvPr/>
          </p:nvSpPr>
          <p:spPr>
            <a:xfrm>
              <a:off x="4414383" y="2055681"/>
              <a:ext cx="133074" cy="477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2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2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308" name="tx308"/>
            <p:cNvSpPr/>
            <p:nvPr/>
          </p:nvSpPr>
          <p:spPr>
            <a:xfrm>
              <a:off x="4377405" y="1945239"/>
              <a:ext cx="170051" cy="477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2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2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  <p:sp>
          <p:nvSpPr>
            <p:cNvPr id="309" name="rc309"/>
            <p:cNvSpPr/>
            <p:nvPr/>
          </p:nvSpPr>
          <p:spPr>
            <a:xfrm>
              <a:off x="6072803" y="1749294"/>
              <a:ext cx="3001607" cy="90709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310" name="rc310"/>
            <p:cNvSpPr/>
            <p:nvPr/>
          </p:nvSpPr>
          <p:spPr>
            <a:xfrm>
              <a:off x="6072803" y="1840003"/>
              <a:ext cx="3001607" cy="74914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1" name="rc311"/>
            <p:cNvSpPr/>
            <p:nvPr/>
          </p:nvSpPr>
          <p:spPr>
            <a:xfrm>
              <a:off x="6123413" y="1749294"/>
              <a:ext cx="2900386" cy="90709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2" name="tx312"/>
            <p:cNvSpPr/>
            <p:nvPr/>
          </p:nvSpPr>
          <p:spPr>
            <a:xfrm>
              <a:off x="7147927" y="1708122"/>
              <a:ext cx="851360" cy="1385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Strigiformes</a:t>
              </a:r>
            </a:p>
          </p:txBody>
        </p:sp>
        <p:sp>
          <p:nvSpPr>
            <p:cNvPr id="313" name="rc313"/>
            <p:cNvSpPr/>
            <p:nvPr/>
          </p:nvSpPr>
          <p:spPr>
            <a:xfrm>
              <a:off x="7168655" y="1890613"/>
              <a:ext cx="809903" cy="64792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4" name="tx314"/>
            <p:cNvSpPr/>
            <p:nvPr/>
          </p:nvSpPr>
          <p:spPr>
            <a:xfrm>
              <a:off x="6867844" y="2370876"/>
              <a:ext cx="506189" cy="82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315" name="tx315"/>
            <p:cNvSpPr/>
            <p:nvPr/>
          </p:nvSpPr>
          <p:spPr>
            <a:xfrm>
              <a:off x="7044439" y="2173526"/>
              <a:ext cx="246928" cy="79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316" name="tx316"/>
            <p:cNvSpPr/>
            <p:nvPr/>
          </p:nvSpPr>
          <p:spPr>
            <a:xfrm>
              <a:off x="6886052" y="1973688"/>
              <a:ext cx="487981" cy="801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317" name="pl317"/>
            <p:cNvSpPr/>
            <p:nvPr/>
          </p:nvSpPr>
          <p:spPr>
            <a:xfrm>
              <a:off x="7549065" y="2190033"/>
              <a:ext cx="49084" cy="49084"/>
            </a:xfrm>
            <a:custGeom>
              <a:avLst/>
              <a:pathLst>
                <a:path w="49084" h="49084">
                  <a:moveTo>
                    <a:pt x="49084" y="24542"/>
                  </a:moveTo>
                  <a:lnTo>
                    <a:pt x="49080" y="24112"/>
                  </a:lnTo>
                  <a:lnTo>
                    <a:pt x="49069" y="23683"/>
                  </a:lnTo>
                  <a:lnTo>
                    <a:pt x="49050" y="23254"/>
                  </a:lnTo>
                  <a:lnTo>
                    <a:pt x="49024" y="22825"/>
                  </a:lnTo>
                  <a:lnTo>
                    <a:pt x="48990" y="22397"/>
                  </a:lnTo>
                  <a:lnTo>
                    <a:pt x="48948" y="21969"/>
                  </a:lnTo>
                  <a:lnTo>
                    <a:pt x="48900" y="21543"/>
                  </a:lnTo>
                  <a:lnTo>
                    <a:pt x="48843" y="21117"/>
                  </a:lnTo>
                  <a:lnTo>
                    <a:pt x="48780" y="20692"/>
                  </a:lnTo>
                  <a:lnTo>
                    <a:pt x="48709" y="20268"/>
                  </a:lnTo>
                  <a:lnTo>
                    <a:pt x="48630" y="19846"/>
                  </a:lnTo>
                  <a:lnTo>
                    <a:pt x="48544" y="19425"/>
                  </a:lnTo>
                  <a:lnTo>
                    <a:pt x="48451" y="19006"/>
                  </a:lnTo>
                  <a:lnTo>
                    <a:pt x="48351" y="18588"/>
                  </a:lnTo>
                  <a:lnTo>
                    <a:pt x="48243" y="18172"/>
                  </a:lnTo>
                  <a:lnTo>
                    <a:pt x="48128" y="17759"/>
                  </a:lnTo>
                  <a:lnTo>
                    <a:pt x="48005" y="17347"/>
                  </a:lnTo>
                  <a:lnTo>
                    <a:pt x="47876" y="16937"/>
                  </a:lnTo>
                  <a:lnTo>
                    <a:pt x="47739" y="16530"/>
                  </a:lnTo>
                  <a:lnTo>
                    <a:pt x="47595" y="16125"/>
                  </a:lnTo>
                  <a:lnTo>
                    <a:pt x="47445" y="15723"/>
                  </a:lnTo>
                  <a:lnTo>
                    <a:pt x="47287" y="15324"/>
                  </a:lnTo>
                  <a:lnTo>
                    <a:pt x="47122" y="14927"/>
                  </a:lnTo>
                  <a:lnTo>
                    <a:pt x="46950" y="14533"/>
                  </a:lnTo>
                  <a:lnTo>
                    <a:pt x="46772" y="14143"/>
                  </a:lnTo>
                  <a:lnTo>
                    <a:pt x="46586" y="13755"/>
                  </a:lnTo>
                  <a:lnTo>
                    <a:pt x="46394" y="13371"/>
                  </a:lnTo>
                  <a:lnTo>
                    <a:pt x="46195" y="12990"/>
                  </a:lnTo>
                  <a:lnTo>
                    <a:pt x="45990" y="12613"/>
                  </a:lnTo>
                  <a:lnTo>
                    <a:pt x="45778" y="12240"/>
                  </a:lnTo>
                  <a:lnTo>
                    <a:pt x="45559" y="11870"/>
                  </a:lnTo>
                  <a:lnTo>
                    <a:pt x="45334" y="11504"/>
                  </a:lnTo>
                  <a:lnTo>
                    <a:pt x="45103" y="11142"/>
                  </a:lnTo>
                  <a:lnTo>
                    <a:pt x="44865" y="10784"/>
                  </a:lnTo>
                  <a:lnTo>
                    <a:pt x="44621" y="10431"/>
                  </a:lnTo>
                  <a:lnTo>
                    <a:pt x="44371" y="10081"/>
                  </a:lnTo>
                  <a:lnTo>
                    <a:pt x="44115" y="9737"/>
                  </a:lnTo>
                  <a:lnTo>
                    <a:pt x="43853" y="9396"/>
                  </a:lnTo>
                  <a:lnTo>
                    <a:pt x="43585" y="9061"/>
                  </a:lnTo>
                  <a:lnTo>
                    <a:pt x="43311" y="8730"/>
                  </a:lnTo>
                  <a:lnTo>
                    <a:pt x="43031" y="8404"/>
                  </a:lnTo>
                  <a:lnTo>
                    <a:pt x="42746" y="8082"/>
                  </a:lnTo>
                  <a:lnTo>
                    <a:pt x="42455" y="7766"/>
                  </a:lnTo>
                  <a:lnTo>
                    <a:pt x="42159" y="7455"/>
                  </a:lnTo>
                  <a:lnTo>
                    <a:pt x="41857" y="7150"/>
                  </a:lnTo>
                  <a:lnTo>
                    <a:pt x="41550" y="6849"/>
                  </a:lnTo>
                  <a:lnTo>
                    <a:pt x="41238" y="6554"/>
                  </a:lnTo>
                  <a:lnTo>
                    <a:pt x="40921" y="6265"/>
                  </a:lnTo>
                  <a:lnTo>
                    <a:pt x="40598" y="5981"/>
                  </a:lnTo>
                  <a:lnTo>
                    <a:pt x="40271" y="5703"/>
                  </a:lnTo>
                  <a:lnTo>
                    <a:pt x="39939" y="5430"/>
                  </a:lnTo>
                  <a:lnTo>
                    <a:pt x="39602" y="5164"/>
                  </a:lnTo>
                  <a:lnTo>
                    <a:pt x="39261" y="4903"/>
                  </a:lnTo>
                  <a:lnTo>
                    <a:pt x="38915" y="4649"/>
                  </a:lnTo>
                  <a:lnTo>
                    <a:pt x="38564" y="4400"/>
                  </a:lnTo>
                  <a:lnTo>
                    <a:pt x="38210" y="4158"/>
                  </a:lnTo>
                  <a:lnTo>
                    <a:pt x="37851" y="3922"/>
                  </a:lnTo>
                  <a:lnTo>
                    <a:pt x="37488" y="3692"/>
                  </a:lnTo>
                  <a:lnTo>
                    <a:pt x="37121" y="3469"/>
                  </a:lnTo>
                  <a:lnTo>
                    <a:pt x="36750" y="3252"/>
                  </a:lnTo>
                  <a:lnTo>
                    <a:pt x="36376" y="3041"/>
                  </a:lnTo>
                  <a:lnTo>
                    <a:pt x="35998" y="2837"/>
                  </a:lnTo>
                  <a:lnTo>
                    <a:pt x="35616" y="2640"/>
                  </a:lnTo>
                  <a:lnTo>
                    <a:pt x="35231" y="2450"/>
                  </a:lnTo>
                  <a:lnTo>
                    <a:pt x="34843" y="2266"/>
                  </a:lnTo>
                  <a:lnTo>
                    <a:pt x="34451" y="2089"/>
                  </a:lnTo>
                  <a:lnTo>
                    <a:pt x="34057" y="1919"/>
                  </a:lnTo>
                  <a:lnTo>
                    <a:pt x="33660" y="1756"/>
                  </a:lnTo>
                  <a:lnTo>
                    <a:pt x="33259" y="1600"/>
                  </a:lnTo>
                  <a:lnTo>
                    <a:pt x="32857" y="1451"/>
                  </a:lnTo>
                  <a:lnTo>
                    <a:pt x="32451" y="1309"/>
                  </a:lnTo>
                  <a:lnTo>
                    <a:pt x="32043" y="1174"/>
                  </a:lnTo>
                  <a:lnTo>
                    <a:pt x="31633" y="1046"/>
                  </a:lnTo>
                  <a:lnTo>
                    <a:pt x="31221" y="926"/>
                  </a:lnTo>
                  <a:lnTo>
                    <a:pt x="30807" y="813"/>
                  </a:lnTo>
                  <a:lnTo>
                    <a:pt x="30390" y="707"/>
                  </a:lnTo>
                  <a:lnTo>
                    <a:pt x="29972" y="608"/>
                  </a:lnTo>
                  <a:lnTo>
                    <a:pt x="29553" y="516"/>
                  </a:lnTo>
                  <a:lnTo>
                    <a:pt x="29131" y="432"/>
                  </a:lnTo>
                  <a:lnTo>
                    <a:pt x="28709" y="356"/>
                  </a:lnTo>
                  <a:lnTo>
                    <a:pt x="28285" y="286"/>
                  </a:lnTo>
                  <a:lnTo>
                    <a:pt x="27860" y="225"/>
                  </a:lnTo>
                  <a:lnTo>
                    <a:pt x="27434" y="170"/>
                  </a:lnTo>
                  <a:lnTo>
                    <a:pt x="27007" y="123"/>
                  </a:lnTo>
                  <a:lnTo>
                    <a:pt x="26579" y="84"/>
                  </a:lnTo>
                  <a:lnTo>
                    <a:pt x="26151" y="52"/>
                  </a:lnTo>
                  <a:lnTo>
                    <a:pt x="25722" y="28"/>
                  </a:lnTo>
                  <a:lnTo>
                    <a:pt x="25293" y="11"/>
                  </a:lnTo>
                  <a:lnTo>
                    <a:pt x="24863" y="1"/>
                  </a:lnTo>
                  <a:lnTo>
                    <a:pt x="24434" y="0"/>
                  </a:lnTo>
                  <a:lnTo>
                    <a:pt x="24004" y="5"/>
                  </a:lnTo>
                  <a:lnTo>
                    <a:pt x="23575" y="18"/>
                  </a:lnTo>
                  <a:lnTo>
                    <a:pt x="23146" y="39"/>
                  </a:lnTo>
                  <a:lnTo>
                    <a:pt x="22717" y="67"/>
                  </a:lnTo>
                  <a:lnTo>
                    <a:pt x="22289" y="103"/>
                  </a:lnTo>
                  <a:lnTo>
                    <a:pt x="21862" y="146"/>
                  </a:lnTo>
                  <a:lnTo>
                    <a:pt x="21435" y="197"/>
                  </a:lnTo>
                  <a:lnTo>
                    <a:pt x="21010" y="255"/>
                  </a:lnTo>
                  <a:lnTo>
                    <a:pt x="20585" y="320"/>
                  </a:lnTo>
                  <a:lnTo>
                    <a:pt x="20162" y="393"/>
                  </a:lnTo>
                  <a:lnTo>
                    <a:pt x="19740" y="473"/>
                  </a:lnTo>
                  <a:lnTo>
                    <a:pt x="19319" y="561"/>
                  </a:lnTo>
                  <a:lnTo>
                    <a:pt x="18901" y="656"/>
                  </a:lnTo>
                  <a:lnTo>
                    <a:pt x="18483" y="759"/>
                  </a:lnTo>
                  <a:lnTo>
                    <a:pt x="18068" y="868"/>
                  </a:lnTo>
                  <a:lnTo>
                    <a:pt x="17655" y="985"/>
                  </a:lnTo>
                  <a:lnTo>
                    <a:pt x="17244" y="1109"/>
                  </a:lnTo>
                  <a:lnTo>
                    <a:pt x="16835" y="1241"/>
                  </a:lnTo>
                  <a:lnTo>
                    <a:pt x="16428" y="1379"/>
                  </a:lnTo>
                  <a:lnTo>
                    <a:pt x="16024" y="1525"/>
                  </a:lnTo>
                  <a:lnTo>
                    <a:pt x="15622" y="1677"/>
                  </a:lnTo>
                  <a:lnTo>
                    <a:pt x="15224" y="1837"/>
                  </a:lnTo>
                  <a:lnTo>
                    <a:pt x="14828" y="2003"/>
                  </a:lnTo>
                  <a:lnTo>
                    <a:pt x="14435" y="2177"/>
                  </a:lnTo>
                  <a:lnTo>
                    <a:pt x="14045" y="2357"/>
                  </a:lnTo>
                  <a:lnTo>
                    <a:pt x="13658" y="2544"/>
                  </a:lnTo>
                  <a:lnTo>
                    <a:pt x="13275" y="2738"/>
                  </a:lnTo>
                  <a:lnTo>
                    <a:pt x="12895" y="2938"/>
                  </a:lnTo>
                  <a:lnTo>
                    <a:pt x="12519" y="3146"/>
                  </a:lnTo>
                  <a:lnTo>
                    <a:pt x="12146" y="3359"/>
                  </a:lnTo>
                  <a:lnTo>
                    <a:pt x="11777" y="3579"/>
                  </a:lnTo>
                  <a:lnTo>
                    <a:pt x="11412" y="3806"/>
                  </a:lnTo>
                  <a:lnTo>
                    <a:pt x="11051" y="4039"/>
                  </a:lnTo>
                  <a:lnTo>
                    <a:pt x="10695" y="4278"/>
                  </a:lnTo>
                  <a:lnTo>
                    <a:pt x="10342" y="4524"/>
                  </a:lnTo>
                  <a:lnTo>
                    <a:pt x="9994" y="4775"/>
                  </a:lnTo>
                  <a:lnTo>
                    <a:pt x="9650" y="5033"/>
                  </a:lnTo>
                  <a:lnTo>
                    <a:pt x="9311" y="5296"/>
                  </a:lnTo>
                  <a:lnTo>
                    <a:pt x="8977" y="5566"/>
                  </a:lnTo>
                  <a:lnTo>
                    <a:pt x="8647" y="5841"/>
                  </a:lnTo>
                  <a:lnTo>
                    <a:pt x="8322" y="6122"/>
                  </a:lnTo>
                  <a:lnTo>
                    <a:pt x="8002" y="6409"/>
                  </a:lnTo>
                  <a:lnTo>
                    <a:pt x="7687" y="6701"/>
                  </a:lnTo>
                  <a:lnTo>
                    <a:pt x="7378" y="6999"/>
                  </a:lnTo>
                  <a:lnTo>
                    <a:pt x="7073" y="7302"/>
                  </a:lnTo>
                  <a:lnTo>
                    <a:pt x="6774" y="7610"/>
                  </a:lnTo>
                  <a:lnTo>
                    <a:pt x="6481" y="7924"/>
                  </a:lnTo>
                  <a:lnTo>
                    <a:pt x="6193" y="8242"/>
                  </a:lnTo>
                  <a:lnTo>
                    <a:pt x="5910" y="8566"/>
                  </a:lnTo>
                  <a:lnTo>
                    <a:pt x="5633" y="8894"/>
                  </a:lnTo>
                  <a:lnTo>
                    <a:pt x="5363" y="9228"/>
                  </a:lnTo>
                  <a:lnTo>
                    <a:pt x="5097" y="9566"/>
                  </a:lnTo>
                  <a:lnTo>
                    <a:pt x="4838" y="9908"/>
                  </a:lnTo>
                  <a:lnTo>
                    <a:pt x="4585" y="10255"/>
                  </a:lnTo>
                  <a:lnTo>
                    <a:pt x="4338" y="10607"/>
                  </a:lnTo>
                  <a:lnTo>
                    <a:pt x="4098" y="10963"/>
                  </a:lnTo>
                  <a:lnTo>
                    <a:pt x="3863" y="11322"/>
                  </a:lnTo>
                  <a:lnTo>
                    <a:pt x="3635" y="11686"/>
                  </a:lnTo>
                  <a:lnTo>
                    <a:pt x="3413" y="12054"/>
                  </a:lnTo>
                  <a:lnTo>
                    <a:pt x="3198" y="12426"/>
                  </a:lnTo>
                  <a:lnTo>
                    <a:pt x="2989" y="12801"/>
                  </a:lnTo>
                  <a:lnTo>
                    <a:pt x="2787" y="13180"/>
                  </a:lnTo>
                  <a:lnTo>
                    <a:pt x="2591" y="13563"/>
                  </a:lnTo>
                  <a:lnTo>
                    <a:pt x="2402" y="13949"/>
                  </a:lnTo>
                  <a:lnTo>
                    <a:pt x="2220" y="14338"/>
                  </a:lnTo>
                  <a:lnTo>
                    <a:pt x="2045" y="14730"/>
                  </a:lnTo>
                  <a:lnTo>
                    <a:pt x="1877" y="15125"/>
                  </a:lnTo>
                  <a:lnTo>
                    <a:pt x="1716" y="15523"/>
                  </a:lnTo>
                  <a:lnTo>
                    <a:pt x="1561" y="15924"/>
                  </a:lnTo>
                  <a:lnTo>
                    <a:pt x="1414" y="16327"/>
                  </a:lnTo>
                  <a:lnTo>
                    <a:pt x="1274" y="16733"/>
                  </a:lnTo>
                  <a:lnTo>
                    <a:pt x="1141" y="17142"/>
                  </a:lnTo>
                  <a:lnTo>
                    <a:pt x="1015" y="17552"/>
                  </a:lnTo>
                  <a:lnTo>
                    <a:pt x="896" y="17965"/>
                  </a:lnTo>
                  <a:lnTo>
                    <a:pt x="785" y="18380"/>
                  </a:lnTo>
                  <a:lnTo>
                    <a:pt x="680" y="18797"/>
                  </a:lnTo>
                  <a:lnTo>
                    <a:pt x="584" y="19215"/>
                  </a:lnTo>
                  <a:lnTo>
                    <a:pt x="494" y="19635"/>
                  </a:lnTo>
                  <a:lnTo>
                    <a:pt x="412" y="20057"/>
                  </a:lnTo>
                  <a:lnTo>
                    <a:pt x="337" y="20480"/>
                  </a:lnTo>
                  <a:lnTo>
                    <a:pt x="270" y="20904"/>
                  </a:lnTo>
                  <a:lnTo>
                    <a:pt x="210" y="21329"/>
                  </a:lnTo>
                  <a:lnTo>
                    <a:pt x="157" y="21756"/>
                  </a:lnTo>
                  <a:lnTo>
                    <a:pt x="112" y="22183"/>
                  </a:lnTo>
                  <a:lnTo>
                    <a:pt x="75" y="22611"/>
                  </a:lnTo>
                  <a:lnTo>
                    <a:pt x="45" y="23039"/>
                  </a:lnTo>
                  <a:lnTo>
                    <a:pt x="22" y="23468"/>
                  </a:lnTo>
                  <a:lnTo>
                    <a:pt x="7" y="23898"/>
                  </a:lnTo>
                  <a:lnTo>
                    <a:pt x="0" y="24327"/>
                  </a:lnTo>
                  <a:lnTo>
                    <a:pt x="0" y="24757"/>
                  </a:lnTo>
                  <a:lnTo>
                    <a:pt x="7" y="25186"/>
                  </a:lnTo>
                  <a:lnTo>
                    <a:pt x="22" y="25615"/>
                  </a:lnTo>
                  <a:lnTo>
                    <a:pt x="45" y="26044"/>
                  </a:lnTo>
                  <a:lnTo>
                    <a:pt x="75" y="26473"/>
                  </a:lnTo>
                  <a:lnTo>
                    <a:pt x="112" y="26901"/>
                  </a:lnTo>
                  <a:lnTo>
                    <a:pt x="157" y="27328"/>
                  </a:lnTo>
                  <a:lnTo>
                    <a:pt x="210" y="27754"/>
                  </a:lnTo>
                  <a:lnTo>
                    <a:pt x="270" y="28179"/>
                  </a:lnTo>
                  <a:lnTo>
                    <a:pt x="337" y="28604"/>
                  </a:lnTo>
                  <a:lnTo>
                    <a:pt x="412" y="29027"/>
                  </a:lnTo>
                  <a:lnTo>
                    <a:pt x="494" y="29448"/>
                  </a:lnTo>
                  <a:lnTo>
                    <a:pt x="584" y="29868"/>
                  </a:lnTo>
                  <a:lnTo>
                    <a:pt x="680" y="30287"/>
                  </a:lnTo>
                  <a:lnTo>
                    <a:pt x="785" y="30704"/>
                  </a:lnTo>
                  <a:lnTo>
                    <a:pt x="896" y="31118"/>
                  </a:lnTo>
                  <a:lnTo>
                    <a:pt x="1015" y="31531"/>
                  </a:lnTo>
                  <a:lnTo>
                    <a:pt x="1141" y="31942"/>
                  </a:lnTo>
                  <a:lnTo>
                    <a:pt x="1274" y="32350"/>
                  </a:lnTo>
                  <a:lnTo>
                    <a:pt x="1414" y="32756"/>
                  </a:lnTo>
                  <a:lnTo>
                    <a:pt x="1561" y="33160"/>
                  </a:lnTo>
                  <a:lnTo>
                    <a:pt x="1716" y="33561"/>
                  </a:lnTo>
                  <a:lnTo>
                    <a:pt x="1877" y="33959"/>
                  </a:lnTo>
                  <a:lnTo>
                    <a:pt x="2045" y="34354"/>
                  </a:lnTo>
                  <a:lnTo>
                    <a:pt x="2220" y="34746"/>
                  </a:lnTo>
                  <a:lnTo>
                    <a:pt x="2402" y="35135"/>
                  </a:lnTo>
                  <a:lnTo>
                    <a:pt x="2591" y="35521"/>
                  </a:lnTo>
                  <a:lnTo>
                    <a:pt x="2787" y="35903"/>
                  </a:lnTo>
                  <a:lnTo>
                    <a:pt x="2989" y="36282"/>
                  </a:lnTo>
                  <a:lnTo>
                    <a:pt x="3198" y="36658"/>
                  </a:lnTo>
                  <a:lnTo>
                    <a:pt x="3413" y="37029"/>
                  </a:lnTo>
                  <a:lnTo>
                    <a:pt x="3635" y="37397"/>
                  </a:lnTo>
                  <a:lnTo>
                    <a:pt x="3863" y="37761"/>
                  </a:lnTo>
                  <a:lnTo>
                    <a:pt x="4098" y="38121"/>
                  </a:lnTo>
                  <a:lnTo>
                    <a:pt x="4338" y="38477"/>
                  </a:lnTo>
                  <a:lnTo>
                    <a:pt x="4585" y="38828"/>
                  </a:lnTo>
                  <a:lnTo>
                    <a:pt x="4838" y="39175"/>
                  </a:lnTo>
                  <a:lnTo>
                    <a:pt x="5097" y="39518"/>
                  </a:lnTo>
                  <a:lnTo>
                    <a:pt x="5363" y="39856"/>
                  </a:lnTo>
                  <a:lnTo>
                    <a:pt x="5633" y="40189"/>
                  </a:lnTo>
                  <a:lnTo>
                    <a:pt x="5910" y="40518"/>
                  </a:lnTo>
                  <a:lnTo>
                    <a:pt x="6193" y="40841"/>
                  </a:lnTo>
                  <a:lnTo>
                    <a:pt x="6481" y="41160"/>
                  </a:lnTo>
                  <a:lnTo>
                    <a:pt x="6774" y="41473"/>
                  </a:lnTo>
                  <a:lnTo>
                    <a:pt x="7073" y="41782"/>
                  </a:lnTo>
                  <a:lnTo>
                    <a:pt x="7378" y="42085"/>
                  </a:lnTo>
                  <a:lnTo>
                    <a:pt x="7687" y="42382"/>
                  </a:lnTo>
                  <a:lnTo>
                    <a:pt x="8002" y="42675"/>
                  </a:lnTo>
                  <a:lnTo>
                    <a:pt x="8322" y="42961"/>
                  </a:lnTo>
                  <a:lnTo>
                    <a:pt x="8647" y="43242"/>
                  </a:lnTo>
                  <a:lnTo>
                    <a:pt x="8977" y="43518"/>
                  </a:lnTo>
                  <a:lnTo>
                    <a:pt x="9311" y="43787"/>
                  </a:lnTo>
                  <a:lnTo>
                    <a:pt x="9650" y="44051"/>
                  </a:lnTo>
                  <a:lnTo>
                    <a:pt x="9994" y="44308"/>
                  </a:lnTo>
                  <a:lnTo>
                    <a:pt x="10342" y="44560"/>
                  </a:lnTo>
                  <a:lnTo>
                    <a:pt x="10695" y="44805"/>
                  </a:lnTo>
                  <a:lnTo>
                    <a:pt x="11051" y="45045"/>
                  </a:lnTo>
                  <a:lnTo>
                    <a:pt x="11412" y="45278"/>
                  </a:lnTo>
                  <a:lnTo>
                    <a:pt x="11777" y="45504"/>
                  </a:lnTo>
                  <a:lnTo>
                    <a:pt x="12146" y="45724"/>
                  </a:lnTo>
                  <a:lnTo>
                    <a:pt x="12519" y="45938"/>
                  </a:lnTo>
                  <a:lnTo>
                    <a:pt x="12895" y="46145"/>
                  </a:lnTo>
                  <a:lnTo>
                    <a:pt x="13275" y="46346"/>
                  </a:lnTo>
                  <a:lnTo>
                    <a:pt x="13658" y="46539"/>
                  </a:lnTo>
                  <a:lnTo>
                    <a:pt x="14045" y="46727"/>
                  </a:lnTo>
                  <a:lnTo>
                    <a:pt x="14435" y="46907"/>
                  </a:lnTo>
                  <a:lnTo>
                    <a:pt x="14828" y="47080"/>
                  </a:lnTo>
                  <a:lnTo>
                    <a:pt x="15224" y="47247"/>
                  </a:lnTo>
                  <a:lnTo>
                    <a:pt x="15622" y="47406"/>
                  </a:lnTo>
                  <a:lnTo>
                    <a:pt x="16024" y="47559"/>
                  </a:lnTo>
                  <a:lnTo>
                    <a:pt x="16428" y="47705"/>
                  </a:lnTo>
                  <a:lnTo>
                    <a:pt x="16835" y="47843"/>
                  </a:lnTo>
                  <a:lnTo>
                    <a:pt x="17244" y="47974"/>
                  </a:lnTo>
                  <a:lnTo>
                    <a:pt x="17655" y="48098"/>
                  </a:lnTo>
                  <a:lnTo>
                    <a:pt x="18068" y="48215"/>
                  </a:lnTo>
                  <a:lnTo>
                    <a:pt x="18483" y="48325"/>
                  </a:lnTo>
                  <a:lnTo>
                    <a:pt x="18901" y="48427"/>
                  </a:lnTo>
                  <a:lnTo>
                    <a:pt x="19319" y="48522"/>
                  </a:lnTo>
                  <a:lnTo>
                    <a:pt x="19740" y="48610"/>
                  </a:lnTo>
                  <a:lnTo>
                    <a:pt x="20162" y="48690"/>
                  </a:lnTo>
                  <a:lnTo>
                    <a:pt x="20585" y="48763"/>
                  </a:lnTo>
                  <a:lnTo>
                    <a:pt x="21010" y="48829"/>
                  </a:lnTo>
                  <a:lnTo>
                    <a:pt x="21435" y="48887"/>
                  </a:lnTo>
                  <a:lnTo>
                    <a:pt x="21862" y="48938"/>
                  </a:lnTo>
                  <a:lnTo>
                    <a:pt x="22289" y="48981"/>
                  </a:lnTo>
                  <a:lnTo>
                    <a:pt x="22717" y="49016"/>
                  </a:lnTo>
                  <a:lnTo>
                    <a:pt x="23146" y="49045"/>
                  </a:lnTo>
                  <a:lnTo>
                    <a:pt x="23575" y="49065"/>
                  </a:lnTo>
                  <a:lnTo>
                    <a:pt x="24004" y="49078"/>
                  </a:lnTo>
                  <a:lnTo>
                    <a:pt x="24434" y="49084"/>
                  </a:lnTo>
                  <a:lnTo>
                    <a:pt x="24863" y="49082"/>
                  </a:lnTo>
                  <a:lnTo>
                    <a:pt x="25293" y="49073"/>
                  </a:lnTo>
                  <a:lnTo>
                    <a:pt x="25722" y="49056"/>
                  </a:lnTo>
                  <a:lnTo>
                    <a:pt x="26151" y="49032"/>
                  </a:lnTo>
                  <a:lnTo>
                    <a:pt x="26579" y="49000"/>
                  </a:lnTo>
                  <a:lnTo>
                    <a:pt x="27007" y="48960"/>
                  </a:lnTo>
                  <a:lnTo>
                    <a:pt x="27434" y="48913"/>
                  </a:lnTo>
                  <a:lnTo>
                    <a:pt x="27860" y="48859"/>
                  </a:lnTo>
                  <a:lnTo>
                    <a:pt x="28285" y="48797"/>
                  </a:lnTo>
                  <a:lnTo>
                    <a:pt x="28709" y="48728"/>
                  </a:lnTo>
                  <a:lnTo>
                    <a:pt x="29131" y="48651"/>
                  </a:lnTo>
                  <a:lnTo>
                    <a:pt x="29553" y="48567"/>
                  </a:lnTo>
                  <a:lnTo>
                    <a:pt x="29972" y="48476"/>
                  </a:lnTo>
                  <a:lnTo>
                    <a:pt x="30390" y="48377"/>
                  </a:lnTo>
                  <a:lnTo>
                    <a:pt x="30807" y="48271"/>
                  </a:lnTo>
                  <a:lnTo>
                    <a:pt x="31221" y="48158"/>
                  </a:lnTo>
                  <a:lnTo>
                    <a:pt x="31633" y="48037"/>
                  </a:lnTo>
                  <a:lnTo>
                    <a:pt x="32043" y="47910"/>
                  </a:lnTo>
                  <a:lnTo>
                    <a:pt x="32451" y="47775"/>
                  </a:lnTo>
                  <a:lnTo>
                    <a:pt x="32857" y="47633"/>
                  </a:lnTo>
                  <a:lnTo>
                    <a:pt x="33259" y="47484"/>
                  </a:lnTo>
                  <a:lnTo>
                    <a:pt x="33660" y="47328"/>
                  </a:lnTo>
                  <a:lnTo>
                    <a:pt x="34057" y="47164"/>
                  </a:lnTo>
                  <a:lnTo>
                    <a:pt x="34451" y="46994"/>
                  </a:lnTo>
                  <a:lnTo>
                    <a:pt x="34843" y="46818"/>
                  </a:lnTo>
                  <a:lnTo>
                    <a:pt x="35231" y="46634"/>
                  </a:lnTo>
                  <a:lnTo>
                    <a:pt x="35616" y="46443"/>
                  </a:lnTo>
                  <a:lnTo>
                    <a:pt x="35998" y="46246"/>
                  </a:lnTo>
                  <a:lnTo>
                    <a:pt x="36376" y="46042"/>
                  </a:lnTo>
                  <a:lnTo>
                    <a:pt x="36750" y="45832"/>
                  </a:lnTo>
                  <a:lnTo>
                    <a:pt x="37121" y="45615"/>
                  </a:lnTo>
                  <a:lnTo>
                    <a:pt x="37488" y="45392"/>
                  </a:lnTo>
                  <a:lnTo>
                    <a:pt x="37851" y="45162"/>
                  </a:lnTo>
                  <a:lnTo>
                    <a:pt x="38210" y="44926"/>
                  </a:lnTo>
                  <a:lnTo>
                    <a:pt x="38564" y="44683"/>
                  </a:lnTo>
                  <a:lnTo>
                    <a:pt x="38915" y="44435"/>
                  </a:lnTo>
                  <a:lnTo>
                    <a:pt x="39261" y="44180"/>
                  </a:lnTo>
                  <a:lnTo>
                    <a:pt x="39602" y="43920"/>
                  </a:lnTo>
                  <a:lnTo>
                    <a:pt x="39939" y="43653"/>
                  </a:lnTo>
                  <a:lnTo>
                    <a:pt x="40271" y="43381"/>
                  </a:lnTo>
                  <a:lnTo>
                    <a:pt x="40598" y="43103"/>
                  </a:lnTo>
                  <a:lnTo>
                    <a:pt x="40921" y="42819"/>
                  </a:lnTo>
                  <a:lnTo>
                    <a:pt x="41238" y="42529"/>
                  </a:lnTo>
                  <a:lnTo>
                    <a:pt x="41550" y="42234"/>
                  </a:lnTo>
                  <a:lnTo>
                    <a:pt x="41857" y="41934"/>
                  </a:lnTo>
                  <a:lnTo>
                    <a:pt x="42159" y="41628"/>
                  </a:lnTo>
                  <a:lnTo>
                    <a:pt x="42455" y="41317"/>
                  </a:lnTo>
                  <a:lnTo>
                    <a:pt x="42746" y="41001"/>
                  </a:lnTo>
                  <a:lnTo>
                    <a:pt x="43031" y="40680"/>
                  </a:lnTo>
                  <a:lnTo>
                    <a:pt x="43311" y="40354"/>
                  </a:lnTo>
                  <a:lnTo>
                    <a:pt x="43585" y="40023"/>
                  </a:lnTo>
                  <a:lnTo>
                    <a:pt x="43853" y="39687"/>
                  </a:lnTo>
                  <a:lnTo>
                    <a:pt x="44115" y="39347"/>
                  </a:lnTo>
                  <a:lnTo>
                    <a:pt x="44371" y="39002"/>
                  </a:lnTo>
                  <a:lnTo>
                    <a:pt x="44621" y="38653"/>
                  </a:lnTo>
                  <a:lnTo>
                    <a:pt x="44865" y="38299"/>
                  </a:lnTo>
                  <a:lnTo>
                    <a:pt x="45103" y="37942"/>
                  </a:lnTo>
                  <a:lnTo>
                    <a:pt x="45334" y="37580"/>
                  </a:lnTo>
                  <a:lnTo>
                    <a:pt x="45559" y="37214"/>
                  </a:lnTo>
                  <a:lnTo>
                    <a:pt x="45778" y="36844"/>
                  </a:lnTo>
                  <a:lnTo>
                    <a:pt x="45990" y="36471"/>
                  </a:lnTo>
                  <a:lnTo>
                    <a:pt x="46195" y="36093"/>
                  </a:lnTo>
                  <a:lnTo>
                    <a:pt x="46394" y="35713"/>
                  </a:lnTo>
                  <a:lnTo>
                    <a:pt x="46586" y="35328"/>
                  </a:lnTo>
                  <a:lnTo>
                    <a:pt x="46772" y="34941"/>
                  </a:lnTo>
                  <a:lnTo>
                    <a:pt x="46950" y="34550"/>
                  </a:lnTo>
                  <a:lnTo>
                    <a:pt x="47122" y="34157"/>
                  </a:lnTo>
                  <a:lnTo>
                    <a:pt x="47287" y="33760"/>
                  </a:lnTo>
                  <a:lnTo>
                    <a:pt x="47445" y="33360"/>
                  </a:lnTo>
                  <a:lnTo>
                    <a:pt x="47595" y="32958"/>
                  </a:lnTo>
                  <a:lnTo>
                    <a:pt x="47739" y="32554"/>
                  </a:lnTo>
                  <a:lnTo>
                    <a:pt x="47876" y="32146"/>
                  </a:lnTo>
                  <a:lnTo>
                    <a:pt x="48005" y="31737"/>
                  </a:lnTo>
                  <a:lnTo>
                    <a:pt x="48128" y="31325"/>
                  </a:lnTo>
                  <a:lnTo>
                    <a:pt x="48243" y="30911"/>
                  </a:lnTo>
                  <a:lnTo>
                    <a:pt x="48351" y="30495"/>
                  </a:lnTo>
                  <a:lnTo>
                    <a:pt x="48451" y="30078"/>
                  </a:lnTo>
                  <a:lnTo>
                    <a:pt x="48544" y="29658"/>
                  </a:lnTo>
                  <a:lnTo>
                    <a:pt x="48630" y="29238"/>
                  </a:lnTo>
                  <a:lnTo>
                    <a:pt x="48709" y="28815"/>
                  </a:lnTo>
                  <a:lnTo>
                    <a:pt x="48780" y="28392"/>
                  </a:lnTo>
                  <a:lnTo>
                    <a:pt x="48843" y="27967"/>
                  </a:lnTo>
                  <a:lnTo>
                    <a:pt x="48900" y="27541"/>
                  </a:lnTo>
                  <a:lnTo>
                    <a:pt x="48948" y="27114"/>
                  </a:lnTo>
                  <a:lnTo>
                    <a:pt x="48990" y="26687"/>
                  </a:lnTo>
                  <a:lnTo>
                    <a:pt x="49024" y="26259"/>
                  </a:lnTo>
                  <a:lnTo>
                    <a:pt x="49050" y="25830"/>
                  </a:lnTo>
                  <a:lnTo>
                    <a:pt x="49069" y="25401"/>
                  </a:lnTo>
                  <a:lnTo>
                    <a:pt x="49080" y="24971"/>
                  </a:lnTo>
                  <a:lnTo>
                    <a:pt x="49084" y="24542"/>
                  </a:lnTo>
                </a:path>
              </a:pathLst>
            </a:custGeom>
            <a:ln w="13550" cap="flat">
              <a:solidFill>
                <a:srgbClr val="7FC5D8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318" name="pl318"/>
            <p:cNvSpPr/>
            <p:nvPr/>
          </p:nvSpPr>
          <p:spPr>
            <a:xfrm>
              <a:off x="7438628" y="2079592"/>
              <a:ext cx="269962" cy="269965"/>
            </a:xfrm>
            <a:custGeom>
              <a:avLst/>
              <a:pathLst>
                <a:path w="269962" h="269965">
                  <a:moveTo>
                    <a:pt x="269962" y="134982"/>
                  </a:moveTo>
                  <a:lnTo>
                    <a:pt x="269942" y="132620"/>
                  </a:lnTo>
                  <a:lnTo>
                    <a:pt x="269880" y="130258"/>
                  </a:lnTo>
                  <a:lnTo>
                    <a:pt x="269776" y="127898"/>
                  </a:lnTo>
                  <a:lnTo>
                    <a:pt x="269632" y="125540"/>
                  </a:lnTo>
                  <a:lnTo>
                    <a:pt x="269446" y="123185"/>
                  </a:lnTo>
                  <a:lnTo>
                    <a:pt x="269219" y="120833"/>
                  </a:lnTo>
                  <a:lnTo>
                    <a:pt x="268951" y="118486"/>
                  </a:lnTo>
                  <a:lnTo>
                    <a:pt x="268641" y="116144"/>
                  </a:lnTo>
                  <a:lnTo>
                    <a:pt x="268291" y="113808"/>
                  </a:lnTo>
                  <a:lnTo>
                    <a:pt x="267900" y="111478"/>
                  </a:lnTo>
                  <a:lnTo>
                    <a:pt x="267468" y="109155"/>
                  </a:lnTo>
                  <a:lnTo>
                    <a:pt x="266996" y="106840"/>
                  </a:lnTo>
                  <a:lnTo>
                    <a:pt x="266483" y="104534"/>
                  </a:lnTo>
                  <a:lnTo>
                    <a:pt x="265930" y="102237"/>
                  </a:lnTo>
                  <a:lnTo>
                    <a:pt x="265337" y="99951"/>
                  </a:lnTo>
                  <a:lnTo>
                    <a:pt x="264704" y="97675"/>
                  </a:lnTo>
                  <a:lnTo>
                    <a:pt x="264031" y="95410"/>
                  </a:lnTo>
                  <a:lnTo>
                    <a:pt x="263319" y="93158"/>
                  </a:lnTo>
                  <a:lnTo>
                    <a:pt x="262568" y="90918"/>
                  </a:lnTo>
                  <a:lnTo>
                    <a:pt x="261777" y="88692"/>
                  </a:lnTo>
                  <a:lnTo>
                    <a:pt x="260947" y="86480"/>
                  </a:lnTo>
                  <a:lnTo>
                    <a:pt x="260079" y="84282"/>
                  </a:lnTo>
                  <a:lnTo>
                    <a:pt x="259173" y="82101"/>
                  </a:lnTo>
                  <a:lnTo>
                    <a:pt x="258228" y="79935"/>
                  </a:lnTo>
                  <a:lnTo>
                    <a:pt x="257246" y="77787"/>
                  </a:lnTo>
                  <a:lnTo>
                    <a:pt x="256226" y="75656"/>
                  </a:lnTo>
                  <a:lnTo>
                    <a:pt x="255169" y="73543"/>
                  </a:lnTo>
                  <a:lnTo>
                    <a:pt x="254076" y="71449"/>
                  </a:lnTo>
                  <a:lnTo>
                    <a:pt x="252946" y="69374"/>
                  </a:lnTo>
                  <a:lnTo>
                    <a:pt x="251779" y="67320"/>
                  </a:lnTo>
                  <a:lnTo>
                    <a:pt x="250577" y="65286"/>
                  </a:lnTo>
                  <a:lnTo>
                    <a:pt x="249340" y="63274"/>
                  </a:lnTo>
                  <a:lnTo>
                    <a:pt x="248067" y="61283"/>
                  </a:lnTo>
                  <a:lnTo>
                    <a:pt x="246760" y="59315"/>
                  </a:lnTo>
                  <a:lnTo>
                    <a:pt x="245419" y="57371"/>
                  </a:lnTo>
                  <a:lnTo>
                    <a:pt x="244044" y="55450"/>
                  </a:lnTo>
                  <a:lnTo>
                    <a:pt x="242635" y="53553"/>
                  </a:lnTo>
                  <a:lnTo>
                    <a:pt x="241193" y="51681"/>
                  </a:lnTo>
                  <a:lnTo>
                    <a:pt x="239719" y="49835"/>
                  </a:lnTo>
                  <a:lnTo>
                    <a:pt x="238213" y="48015"/>
                  </a:lnTo>
                  <a:lnTo>
                    <a:pt x="236675" y="46222"/>
                  </a:lnTo>
                  <a:lnTo>
                    <a:pt x="235106" y="44456"/>
                  </a:lnTo>
                  <a:lnTo>
                    <a:pt x="233507" y="42717"/>
                  </a:lnTo>
                  <a:lnTo>
                    <a:pt x="231877" y="41007"/>
                  </a:lnTo>
                  <a:lnTo>
                    <a:pt x="230217" y="39326"/>
                  </a:lnTo>
                  <a:lnTo>
                    <a:pt x="228529" y="37673"/>
                  </a:lnTo>
                  <a:lnTo>
                    <a:pt x="226811" y="36051"/>
                  </a:lnTo>
                  <a:lnTo>
                    <a:pt x="225066" y="34459"/>
                  </a:lnTo>
                  <a:lnTo>
                    <a:pt x="223293" y="32898"/>
                  </a:lnTo>
                  <a:lnTo>
                    <a:pt x="221493" y="31368"/>
                  </a:lnTo>
                  <a:lnTo>
                    <a:pt x="219666" y="29870"/>
                  </a:lnTo>
                  <a:lnTo>
                    <a:pt x="217814" y="28404"/>
                  </a:lnTo>
                  <a:lnTo>
                    <a:pt x="215936" y="26970"/>
                  </a:lnTo>
                  <a:lnTo>
                    <a:pt x="214033" y="25570"/>
                  </a:lnTo>
                  <a:lnTo>
                    <a:pt x="212106" y="24203"/>
                  </a:lnTo>
                  <a:lnTo>
                    <a:pt x="210155" y="22870"/>
                  </a:lnTo>
                  <a:lnTo>
                    <a:pt x="208182" y="21572"/>
                  </a:lnTo>
                  <a:lnTo>
                    <a:pt x="206186" y="20308"/>
                  </a:lnTo>
                  <a:lnTo>
                    <a:pt x="204168" y="19079"/>
                  </a:lnTo>
                  <a:lnTo>
                    <a:pt x="202129" y="17886"/>
                  </a:lnTo>
                  <a:lnTo>
                    <a:pt x="200069" y="16729"/>
                  </a:lnTo>
                  <a:lnTo>
                    <a:pt x="197990" y="15608"/>
                  </a:lnTo>
                  <a:lnTo>
                    <a:pt x="195891" y="14523"/>
                  </a:lnTo>
                  <a:lnTo>
                    <a:pt x="193774" y="13476"/>
                  </a:lnTo>
                  <a:lnTo>
                    <a:pt x="191638" y="12465"/>
                  </a:lnTo>
                  <a:lnTo>
                    <a:pt x="189485" y="11493"/>
                  </a:lnTo>
                  <a:lnTo>
                    <a:pt x="187316" y="10558"/>
                  </a:lnTo>
                  <a:lnTo>
                    <a:pt x="185130" y="9661"/>
                  </a:lnTo>
                  <a:lnTo>
                    <a:pt x="182929" y="8802"/>
                  </a:lnTo>
                  <a:lnTo>
                    <a:pt x="180714" y="7982"/>
                  </a:lnTo>
                  <a:lnTo>
                    <a:pt x="178484" y="7201"/>
                  </a:lnTo>
                  <a:lnTo>
                    <a:pt x="176241" y="6460"/>
                  </a:lnTo>
                  <a:lnTo>
                    <a:pt x="173985" y="5757"/>
                  </a:lnTo>
                  <a:lnTo>
                    <a:pt x="171718" y="5094"/>
                  </a:lnTo>
                  <a:lnTo>
                    <a:pt x="169439" y="4471"/>
                  </a:lnTo>
                  <a:lnTo>
                    <a:pt x="167150" y="3888"/>
                  </a:lnTo>
                  <a:lnTo>
                    <a:pt x="164851" y="3345"/>
                  </a:lnTo>
                  <a:lnTo>
                    <a:pt x="162542" y="2842"/>
                  </a:lnTo>
                  <a:lnTo>
                    <a:pt x="160225" y="2380"/>
                  </a:lnTo>
                  <a:lnTo>
                    <a:pt x="157901" y="1959"/>
                  </a:lnTo>
                  <a:lnTo>
                    <a:pt x="155569" y="1578"/>
                  </a:lnTo>
                  <a:lnTo>
                    <a:pt x="153231" y="1238"/>
                  </a:lnTo>
                  <a:lnTo>
                    <a:pt x="150888" y="939"/>
                  </a:lnTo>
                  <a:lnTo>
                    <a:pt x="148540" y="681"/>
                  </a:lnTo>
                  <a:lnTo>
                    <a:pt x="146187" y="464"/>
                  </a:lnTo>
                  <a:lnTo>
                    <a:pt x="143831" y="289"/>
                  </a:lnTo>
                  <a:lnTo>
                    <a:pt x="141473" y="155"/>
                  </a:lnTo>
                  <a:lnTo>
                    <a:pt x="139112" y="62"/>
                  </a:lnTo>
                  <a:lnTo>
                    <a:pt x="136750" y="10"/>
                  </a:lnTo>
                  <a:lnTo>
                    <a:pt x="134388" y="0"/>
                  </a:lnTo>
                  <a:lnTo>
                    <a:pt x="132025" y="31"/>
                  </a:lnTo>
                  <a:lnTo>
                    <a:pt x="129664" y="103"/>
                  </a:lnTo>
                  <a:lnTo>
                    <a:pt x="127304" y="217"/>
                  </a:lnTo>
                  <a:lnTo>
                    <a:pt x="124947" y="371"/>
                  </a:lnTo>
                  <a:lnTo>
                    <a:pt x="122593" y="568"/>
                  </a:lnTo>
                  <a:lnTo>
                    <a:pt x="120242" y="805"/>
                  </a:lnTo>
                  <a:lnTo>
                    <a:pt x="117896" y="1083"/>
                  </a:lnTo>
                  <a:lnTo>
                    <a:pt x="115556" y="1403"/>
                  </a:lnTo>
                  <a:lnTo>
                    <a:pt x="113221" y="1763"/>
                  </a:lnTo>
                  <a:lnTo>
                    <a:pt x="110893" y="2164"/>
                  </a:lnTo>
                  <a:lnTo>
                    <a:pt x="108572" y="2606"/>
                  </a:lnTo>
                  <a:lnTo>
                    <a:pt x="106259" y="3089"/>
                  </a:lnTo>
                  <a:lnTo>
                    <a:pt x="103955" y="3612"/>
                  </a:lnTo>
                  <a:lnTo>
                    <a:pt x="101661" y="4175"/>
                  </a:lnTo>
                  <a:lnTo>
                    <a:pt x="99377" y="4778"/>
                  </a:lnTo>
                  <a:lnTo>
                    <a:pt x="97104" y="5421"/>
                  </a:lnTo>
                  <a:lnTo>
                    <a:pt x="94842" y="6103"/>
                  </a:lnTo>
                  <a:lnTo>
                    <a:pt x="92592" y="6826"/>
                  </a:lnTo>
                  <a:lnTo>
                    <a:pt x="90356" y="7587"/>
                  </a:lnTo>
                  <a:lnTo>
                    <a:pt x="88133" y="8387"/>
                  </a:lnTo>
                  <a:lnTo>
                    <a:pt x="85925" y="9227"/>
                  </a:lnTo>
                  <a:lnTo>
                    <a:pt x="83732" y="10104"/>
                  </a:lnTo>
                  <a:lnTo>
                    <a:pt x="81554" y="11020"/>
                  </a:lnTo>
                  <a:lnTo>
                    <a:pt x="79393" y="11974"/>
                  </a:lnTo>
                  <a:lnTo>
                    <a:pt x="77249" y="12966"/>
                  </a:lnTo>
                  <a:lnTo>
                    <a:pt x="75122" y="13995"/>
                  </a:lnTo>
                  <a:lnTo>
                    <a:pt x="73014" y="15061"/>
                  </a:lnTo>
                  <a:lnTo>
                    <a:pt x="70924" y="16164"/>
                  </a:lnTo>
                  <a:lnTo>
                    <a:pt x="68855" y="17303"/>
                  </a:lnTo>
                  <a:lnTo>
                    <a:pt x="66805" y="18478"/>
                  </a:lnTo>
                  <a:lnTo>
                    <a:pt x="64777" y="19689"/>
                  </a:lnTo>
                  <a:lnTo>
                    <a:pt x="62770" y="20936"/>
                  </a:lnTo>
                  <a:lnTo>
                    <a:pt x="60785" y="22217"/>
                  </a:lnTo>
                  <a:lnTo>
                    <a:pt x="58823" y="23532"/>
                  </a:lnTo>
                  <a:lnTo>
                    <a:pt x="56884" y="24882"/>
                  </a:lnTo>
                  <a:lnTo>
                    <a:pt x="54969" y="26266"/>
                  </a:lnTo>
                  <a:lnTo>
                    <a:pt x="53079" y="27683"/>
                  </a:lnTo>
                  <a:lnTo>
                    <a:pt x="51214" y="29133"/>
                  </a:lnTo>
                  <a:lnTo>
                    <a:pt x="49374" y="30615"/>
                  </a:lnTo>
                  <a:lnTo>
                    <a:pt x="47560" y="32129"/>
                  </a:lnTo>
                  <a:lnTo>
                    <a:pt x="45774" y="33675"/>
                  </a:lnTo>
                  <a:lnTo>
                    <a:pt x="44015" y="35251"/>
                  </a:lnTo>
                  <a:lnTo>
                    <a:pt x="42283" y="36858"/>
                  </a:lnTo>
                  <a:lnTo>
                    <a:pt x="40580" y="38496"/>
                  </a:lnTo>
                  <a:lnTo>
                    <a:pt x="38906" y="40163"/>
                  </a:lnTo>
                  <a:lnTo>
                    <a:pt x="37261" y="41858"/>
                  </a:lnTo>
                  <a:lnTo>
                    <a:pt x="35646" y="43583"/>
                  </a:lnTo>
                  <a:lnTo>
                    <a:pt x="34062" y="45335"/>
                  </a:lnTo>
                  <a:lnTo>
                    <a:pt x="32508" y="47115"/>
                  </a:lnTo>
                  <a:lnTo>
                    <a:pt x="30986" y="48922"/>
                  </a:lnTo>
                  <a:lnTo>
                    <a:pt x="29496" y="50755"/>
                  </a:lnTo>
                  <a:lnTo>
                    <a:pt x="28038" y="52614"/>
                  </a:lnTo>
                  <a:lnTo>
                    <a:pt x="26613" y="54498"/>
                  </a:lnTo>
                  <a:lnTo>
                    <a:pt x="25221" y="56407"/>
                  </a:lnTo>
                  <a:lnTo>
                    <a:pt x="23863" y="58340"/>
                  </a:lnTo>
                  <a:lnTo>
                    <a:pt x="22539" y="60296"/>
                  </a:lnTo>
                  <a:lnTo>
                    <a:pt x="21249" y="62276"/>
                  </a:lnTo>
                  <a:lnTo>
                    <a:pt x="19994" y="64277"/>
                  </a:lnTo>
                  <a:lnTo>
                    <a:pt x="18774" y="66300"/>
                  </a:lnTo>
                  <a:lnTo>
                    <a:pt x="17590" y="68344"/>
                  </a:lnTo>
                  <a:lnTo>
                    <a:pt x="16441" y="70409"/>
                  </a:lnTo>
                  <a:lnTo>
                    <a:pt x="15329" y="72493"/>
                  </a:lnTo>
                  <a:lnTo>
                    <a:pt x="14254" y="74597"/>
                  </a:lnTo>
                  <a:lnTo>
                    <a:pt x="13216" y="76719"/>
                  </a:lnTo>
                  <a:lnTo>
                    <a:pt x="12215" y="78859"/>
                  </a:lnTo>
                  <a:lnTo>
                    <a:pt x="11251" y="81016"/>
                  </a:lnTo>
                  <a:lnTo>
                    <a:pt x="10326" y="83190"/>
                  </a:lnTo>
                  <a:lnTo>
                    <a:pt x="9439" y="85379"/>
                  </a:lnTo>
                  <a:lnTo>
                    <a:pt x="8590" y="87584"/>
                  </a:lnTo>
                  <a:lnTo>
                    <a:pt x="7780" y="89803"/>
                  </a:lnTo>
                  <a:lnTo>
                    <a:pt x="7008" y="92036"/>
                  </a:lnTo>
                  <a:lnTo>
                    <a:pt x="6276" y="94282"/>
                  </a:lnTo>
                  <a:lnTo>
                    <a:pt x="5584" y="96541"/>
                  </a:lnTo>
                  <a:lnTo>
                    <a:pt x="4931" y="98811"/>
                  </a:lnTo>
                  <a:lnTo>
                    <a:pt x="4318" y="101093"/>
                  </a:lnTo>
                  <a:lnTo>
                    <a:pt x="3745" y="103385"/>
                  </a:lnTo>
                  <a:lnTo>
                    <a:pt x="3212" y="105686"/>
                  </a:lnTo>
                  <a:lnTo>
                    <a:pt x="2719" y="107997"/>
                  </a:lnTo>
                  <a:lnTo>
                    <a:pt x="2267" y="110316"/>
                  </a:lnTo>
                  <a:lnTo>
                    <a:pt x="1856" y="112642"/>
                  </a:lnTo>
                  <a:lnTo>
                    <a:pt x="1485" y="114975"/>
                  </a:lnTo>
                  <a:lnTo>
                    <a:pt x="1156" y="117314"/>
                  </a:lnTo>
                  <a:lnTo>
                    <a:pt x="867" y="119659"/>
                  </a:lnTo>
                  <a:lnTo>
                    <a:pt x="619" y="122009"/>
                  </a:lnTo>
                  <a:lnTo>
                    <a:pt x="413" y="124362"/>
                  </a:lnTo>
                  <a:lnTo>
                    <a:pt x="248" y="126719"/>
                  </a:lnTo>
                  <a:lnTo>
                    <a:pt x="124" y="129078"/>
                  </a:lnTo>
                  <a:lnTo>
                    <a:pt x="41" y="131439"/>
                  </a:lnTo>
                  <a:lnTo>
                    <a:pt x="0" y="133801"/>
                  </a:lnTo>
                  <a:lnTo>
                    <a:pt x="0" y="136163"/>
                  </a:lnTo>
                  <a:lnTo>
                    <a:pt x="41" y="138525"/>
                  </a:lnTo>
                  <a:lnTo>
                    <a:pt x="124" y="140886"/>
                  </a:lnTo>
                  <a:lnTo>
                    <a:pt x="248" y="143246"/>
                  </a:lnTo>
                  <a:lnTo>
                    <a:pt x="413" y="145602"/>
                  </a:lnTo>
                  <a:lnTo>
                    <a:pt x="619" y="147956"/>
                  </a:lnTo>
                  <a:lnTo>
                    <a:pt x="867" y="150305"/>
                  </a:lnTo>
                  <a:lnTo>
                    <a:pt x="1156" y="152650"/>
                  </a:lnTo>
                  <a:lnTo>
                    <a:pt x="1485" y="154989"/>
                  </a:lnTo>
                  <a:lnTo>
                    <a:pt x="1856" y="157322"/>
                  </a:lnTo>
                  <a:lnTo>
                    <a:pt x="2267" y="159649"/>
                  </a:lnTo>
                  <a:lnTo>
                    <a:pt x="2719" y="161968"/>
                  </a:lnTo>
                  <a:lnTo>
                    <a:pt x="3212" y="164278"/>
                  </a:lnTo>
                  <a:lnTo>
                    <a:pt x="3745" y="166580"/>
                  </a:lnTo>
                  <a:lnTo>
                    <a:pt x="4318" y="168872"/>
                  </a:lnTo>
                  <a:lnTo>
                    <a:pt x="4931" y="171153"/>
                  </a:lnTo>
                  <a:lnTo>
                    <a:pt x="5584" y="173424"/>
                  </a:lnTo>
                  <a:lnTo>
                    <a:pt x="6276" y="175682"/>
                  </a:lnTo>
                  <a:lnTo>
                    <a:pt x="7008" y="177928"/>
                  </a:lnTo>
                  <a:lnTo>
                    <a:pt x="7780" y="180161"/>
                  </a:lnTo>
                  <a:lnTo>
                    <a:pt x="8590" y="182381"/>
                  </a:lnTo>
                  <a:lnTo>
                    <a:pt x="9439" y="184585"/>
                  </a:lnTo>
                  <a:lnTo>
                    <a:pt x="10326" y="186775"/>
                  </a:lnTo>
                  <a:lnTo>
                    <a:pt x="11251" y="188948"/>
                  </a:lnTo>
                  <a:lnTo>
                    <a:pt x="12215" y="191105"/>
                  </a:lnTo>
                  <a:lnTo>
                    <a:pt x="13216" y="193245"/>
                  </a:lnTo>
                  <a:lnTo>
                    <a:pt x="14254" y="195367"/>
                  </a:lnTo>
                  <a:lnTo>
                    <a:pt x="15329" y="197471"/>
                  </a:lnTo>
                  <a:lnTo>
                    <a:pt x="16441" y="199555"/>
                  </a:lnTo>
                  <a:lnTo>
                    <a:pt x="17590" y="201620"/>
                  </a:lnTo>
                  <a:lnTo>
                    <a:pt x="18774" y="203664"/>
                  </a:lnTo>
                  <a:lnTo>
                    <a:pt x="19994" y="205687"/>
                  </a:lnTo>
                  <a:lnTo>
                    <a:pt x="21249" y="207689"/>
                  </a:lnTo>
                  <a:lnTo>
                    <a:pt x="22539" y="209668"/>
                  </a:lnTo>
                  <a:lnTo>
                    <a:pt x="23863" y="211624"/>
                  </a:lnTo>
                  <a:lnTo>
                    <a:pt x="25221" y="213557"/>
                  </a:lnTo>
                  <a:lnTo>
                    <a:pt x="26613" y="215466"/>
                  </a:lnTo>
                  <a:lnTo>
                    <a:pt x="28038" y="217350"/>
                  </a:lnTo>
                  <a:lnTo>
                    <a:pt x="29496" y="219209"/>
                  </a:lnTo>
                  <a:lnTo>
                    <a:pt x="30986" y="221042"/>
                  </a:lnTo>
                  <a:lnTo>
                    <a:pt x="32508" y="222849"/>
                  </a:lnTo>
                  <a:lnTo>
                    <a:pt x="34062" y="224629"/>
                  </a:lnTo>
                  <a:lnTo>
                    <a:pt x="35646" y="226381"/>
                  </a:lnTo>
                  <a:lnTo>
                    <a:pt x="37261" y="228106"/>
                  </a:lnTo>
                  <a:lnTo>
                    <a:pt x="38906" y="229802"/>
                  </a:lnTo>
                  <a:lnTo>
                    <a:pt x="40580" y="231469"/>
                  </a:lnTo>
                  <a:lnTo>
                    <a:pt x="42283" y="233106"/>
                  </a:lnTo>
                  <a:lnTo>
                    <a:pt x="44015" y="234713"/>
                  </a:lnTo>
                  <a:lnTo>
                    <a:pt x="45774" y="236290"/>
                  </a:lnTo>
                  <a:lnTo>
                    <a:pt x="47560" y="237835"/>
                  </a:lnTo>
                  <a:lnTo>
                    <a:pt x="49374" y="239350"/>
                  </a:lnTo>
                  <a:lnTo>
                    <a:pt x="51214" y="240832"/>
                  </a:lnTo>
                  <a:lnTo>
                    <a:pt x="53079" y="242282"/>
                  </a:lnTo>
                  <a:lnTo>
                    <a:pt x="54969" y="243698"/>
                  </a:lnTo>
                  <a:lnTo>
                    <a:pt x="56884" y="245082"/>
                  </a:lnTo>
                  <a:lnTo>
                    <a:pt x="58823" y="246432"/>
                  </a:lnTo>
                  <a:lnTo>
                    <a:pt x="60785" y="247748"/>
                  </a:lnTo>
                  <a:lnTo>
                    <a:pt x="62770" y="249029"/>
                  </a:lnTo>
                  <a:lnTo>
                    <a:pt x="64777" y="250275"/>
                  </a:lnTo>
                  <a:lnTo>
                    <a:pt x="66805" y="251486"/>
                  </a:lnTo>
                  <a:lnTo>
                    <a:pt x="68855" y="252661"/>
                  </a:lnTo>
                  <a:lnTo>
                    <a:pt x="70924" y="253800"/>
                  </a:lnTo>
                  <a:lnTo>
                    <a:pt x="73014" y="254903"/>
                  </a:lnTo>
                  <a:lnTo>
                    <a:pt x="75122" y="255969"/>
                  </a:lnTo>
                  <a:lnTo>
                    <a:pt x="77249" y="256998"/>
                  </a:lnTo>
                  <a:lnTo>
                    <a:pt x="79393" y="257990"/>
                  </a:lnTo>
                  <a:lnTo>
                    <a:pt x="81554" y="258944"/>
                  </a:lnTo>
                  <a:lnTo>
                    <a:pt x="83732" y="259860"/>
                  </a:lnTo>
                  <a:lnTo>
                    <a:pt x="85925" y="260738"/>
                  </a:lnTo>
                  <a:lnTo>
                    <a:pt x="88133" y="261577"/>
                  </a:lnTo>
                  <a:lnTo>
                    <a:pt x="90356" y="262377"/>
                  </a:lnTo>
                  <a:lnTo>
                    <a:pt x="92592" y="263139"/>
                  </a:lnTo>
                  <a:lnTo>
                    <a:pt x="94842" y="263861"/>
                  </a:lnTo>
                  <a:lnTo>
                    <a:pt x="97104" y="264544"/>
                  </a:lnTo>
                  <a:lnTo>
                    <a:pt x="99377" y="265187"/>
                  </a:lnTo>
                  <a:lnTo>
                    <a:pt x="101661" y="265790"/>
                  </a:lnTo>
                  <a:lnTo>
                    <a:pt x="103955" y="266353"/>
                  </a:lnTo>
                  <a:lnTo>
                    <a:pt x="106259" y="266876"/>
                  </a:lnTo>
                  <a:lnTo>
                    <a:pt x="108572" y="267358"/>
                  </a:lnTo>
                  <a:lnTo>
                    <a:pt x="110893" y="267800"/>
                  </a:lnTo>
                  <a:lnTo>
                    <a:pt x="113221" y="268201"/>
                  </a:lnTo>
                  <a:lnTo>
                    <a:pt x="115556" y="268561"/>
                  </a:lnTo>
                  <a:lnTo>
                    <a:pt x="117896" y="268881"/>
                  </a:lnTo>
                  <a:lnTo>
                    <a:pt x="120242" y="269159"/>
                  </a:lnTo>
                  <a:lnTo>
                    <a:pt x="122593" y="269397"/>
                  </a:lnTo>
                  <a:lnTo>
                    <a:pt x="124947" y="269593"/>
                  </a:lnTo>
                  <a:lnTo>
                    <a:pt x="127304" y="269748"/>
                  </a:lnTo>
                  <a:lnTo>
                    <a:pt x="129664" y="269862"/>
                  </a:lnTo>
                  <a:lnTo>
                    <a:pt x="132025" y="269934"/>
                  </a:lnTo>
                  <a:lnTo>
                    <a:pt x="134388" y="269965"/>
                  </a:lnTo>
                  <a:lnTo>
                    <a:pt x="136750" y="269955"/>
                  </a:lnTo>
                  <a:lnTo>
                    <a:pt x="139112" y="269903"/>
                  </a:lnTo>
                  <a:lnTo>
                    <a:pt x="141473" y="269810"/>
                  </a:lnTo>
                  <a:lnTo>
                    <a:pt x="143831" y="269676"/>
                  </a:lnTo>
                  <a:lnTo>
                    <a:pt x="146187" y="269500"/>
                  </a:lnTo>
                  <a:lnTo>
                    <a:pt x="148540" y="269283"/>
                  </a:lnTo>
                  <a:lnTo>
                    <a:pt x="150888" y="269025"/>
                  </a:lnTo>
                  <a:lnTo>
                    <a:pt x="153231" y="268726"/>
                  </a:lnTo>
                  <a:lnTo>
                    <a:pt x="155569" y="268386"/>
                  </a:lnTo>
                  <a:lnTo>
                    <a:pt x="157901" y="268006"/>
                  </a:lnTo>
                  <a:lnTo>
                    <a:pt x="160225" y="267584"/>
                  </a:lnTo>
                  <a:lnTo>
                    <a:pt x="162542" y="267122"/>
                  </a:lnTo>
                  <a:lnTo>
                    <a:pt x="164851" y="266619"/>
                  </a:lnTo>
                  <a:lnTo>
                    <a:pt x="167150" y="266076"/>
                  </a:lnTo>
                  <a:lnTo>
                    <a:pt x="169439" y="265493"/>
                  </a:lnTo>
                  <a:lnTo>
                    <a:pt x="171718" y="264870"/>
                  </a:lnTo>
                  <a:lnTo>
                    <a:pt x="173985" y="264207"/>
                  </a:lnTo>
                  <a:lnTo>
                    <a:pt x="176241" y="263505"/>
                  </a:lnTo>
                  <a:lnTo>
                    <a:pt x="178484" y="262763"/>
                  </a:lnTo>
                  <a:lnTo>
                    <a:pt x="180714" y="261982"/>
                  </a:lnTo>
                  <a:lnTo>
                    <a:pt x="182929" y="261162"/>
                  </a:lnTo>
                  <a:lnTo>
                    <a:pt x="185130" y="260304"/>
                  </a:lnTo>
                  <a:lnTo>
                    <a:pt x="187316" y="259407"/>
                  </a:lnTo>
                  <a:lnTo>
                    <a:pt x="189485" y="258472"/>
                  </a:lnTo>
                  <a:lnTo>
                    <a:pt x="191638" y="257499"/>
                  </a:lnTo>
                  <a:lnTo>
                    <a:pt x="193774" y="256489"/>
                  </a:lnTo>
                  <a:lnTo>
                    <a:pt x="195891" y="255441"/>
                  </a:lnTo>
                  <a:lnTo>
                    <a:pt x="197990" y="254356"/>
                  </a:lnTo>
                  <a:lnTo>
                    <a:pt x="200069" y="253235"/>
                  </a:lnTo>
                  <a:lnTo>
                    <a:pt x="202129" y="252078"/>
                  </a:lnTo>
                  <a:lnTo>
                    <a:pt x="204168" y="250885"/>
                  </a:lnTo>
                  <a:lnTo>
                    <a:pt x="206186" y="249656"/>
                  </a:lnTo>
                  <a:lnTo>
                    <a:pt x="208182" y="248393"/>
                  </a:lnTo>
                  <a:lnTo>
                    <a:pt x="210155" y="247094"/>
                  </a:lnTo>
                  <a:lnTo>
                    <a:pt x="212106" y="245761"/>
                  </a:lnTo>
                  <a:lnTo>
                    <a:pt x="214033" y="244394"/>
                  </a:lnTo>
                  <a:lnTo>
                    <a:pt x="215936" y="242994"/>
                  </a:lnTo>
                  <a:lnTo>
                    <a:pt x="217814" y="241561"/>
                  </a:lnTo>
                  <a:lnTo>
                    <a:pt x="219666" y="240095"/>
                  </a:lnTo>
                  <a:lnTo>
                    <a:pt x="221493" y="238597"/>
                  </a:lnTo>
                  <a:lnTo>
                    <a:pt x="223293" y="237067"/>
                  </a:lnTo>
                  <a:lnTo>
                    <a:pt x="225066" y="235505"/>
                  </a:lnTo>
                  <a:lnTo>
                    <a:pt x="226811" y="233913"/>
                  </a:lnTo>
                  <a:lnTo>
                    <a:pt x="228529" y="232291"/>
                  </a:lnTo>
                  <a:lnTo>
                    <a:pt x="230217" y="230639"/>
                  </a:lnTo>
                  <a:lnTo>
                    <a:pt x="231877" y="228957"/>
                  </a:lnTo>
                  <a:lnTo>
                    <a:pt x="233507" y="227247"/>
                  </a:lnTo>
                  <a:lnTo>
                    <a:pt x="235106" y="225509"/>
                  </a:lnTo>
                  <a:lnTo>
                    <a:pt x="236675" y="223743"/>
                  </a:lnTo>
                  <a:lnTo>
                    <a:pt x="238213" y="221949"/>
                  </a:lnTo>
                  <a:lnTo>
                    <a:pt x="239719" y="220129"/>
                  </a:lnTo>
                  <a:lnTo>
                    <a:pt x="241193" y="218283"/>
                  </a:lnTo>
                  <a:lnTo>
                    <a:pt x="242635" y="216411"/>
                  </a:lnTo>
                  <a:lnTo>
                    <a:pt x="244044" y="214515"/>
                  </a:lnTo>
                  <a:lnTo>
                    <a:pt x="245419" y="212594"/>
                  </a:lnTo>
                  <a:lnTo>
                    <a:pt x="246760" y="210649"/>
                  </a:lnTo>
                  <a:lnTo>
                    <a:pt x="248067" y="208681"/>
                  </a:lnTo>
                  <a:lnTo>
                    <a:pt x="249340" y="206691"/>
                  </a:lnTo>
                  <a:lnTo>
                    <a:pt x="250577" y="204678"/>
                  </a:lnTo>
                  <a:lnTo>
                    <a:pt x="251779" y="202645"/>
                  </a:lnTo>
                  <a:lnTo>
                    <a:pt x="252946" y="200590"/>
                  </a:lnTo>
                  <a:lnTo>
                    <a:pt x="254076" y="198516"/>
                  </a:lnTo>
                  <a:lnTo>
                    <a:pt x="255169" y="196421"/>
                  </a:lnTo>
                  <a:lnTo>
                    <a:pt x="256226" y="194309"/>
                  </a:lnTo>
                  <a:lnTo>
                    <a:pt x="257246" y="192178"/>
                  </a:lnTo>
                  <a:lnTo>
                    <a:pt x="258228" y="190029"/>
                  </a:lnTo>
                  <a:lnTo>
                    <a:pt x="259173" y="187864"/>
                  </a:lnTo>
                  <a:lnTo>
                    <a:pt x="260079" y="185682"/>
                  </a:lnTo>
                  <a:lnTo>
                    <a:pt x="260947" y="183485"/>
                  </a:lnTo>
                  <a:lnTo>
                    <a:pt x="261777" y="181273"/>
                  </a:lnTo>
                  <a:lnTo>
                    <a:pt x="262568" y="179047"/>
                  </a:lnTo>
                  <a:lnTo>
                    <a:pt x="263319" y="176807"/>
                  </a:lnTo>
                  <a:lnTo>
                    <a:pt x="264031" y="174554"/>
                  </a:lnTo>
                  <a:lnTo>
                    <a:pt x="264704" y="172290"/>
                  </a:lnTo>
                  <a:lnTo>
                    <a:pt x="265337" y="170014"/>
                  </a:lnTo>
                  <a:lnTo>
                    <a:pt x="265930" y="167727"/>
                  </a:lnTo>
                  <a:lnTo>
                    <a:pt x="266483" y="165430"/>
                  </a:lnTo>
                  <a:lnTo>
                    <a:pt x="266996" y="163124"/>
                  </a:lnTo>
                  <a:lnTo>
                    <a:pt x="267468" y="160809"/>
                  </a:lnTo>
                  <a:lnTo>
                    <a:pt x="267900" y="158487"/>
                  </a:lnTo>
                  <a:lnTo>
                    <a:pt x="268291" y="156157"/>
                  </a:lnTo>
                  <a:lnTo>
                    <a:pt x="268641" y="153820"/>
                  </a:lnTo>
                  <a:lnTo>
                    <a:pt x="268951" y="151478"/>
                  </a:lnTo>
                  <a:lnTo>
                    <a:pt x="269219" y="149131"/>
                  </a:lnTo>
                  <a:lnTo>
                    <a:pt x="269446" y="146779"/>
                  </a:lnTo>
                  <a:lnTo>
                    <a:pt x="269632" y="144424"/>
                  </a:lnTo>
                  <a:lnTo>
                    <a:pt x="269776" y="142066"/>
                  </a:lnTo>
                  <a:lnTo>
                    <a:pt x="269880" y="139706"/>
                  </a:lnTo>
                  <a:lnTo>
                    <a:pt x="269942" y="137345"/>
                  </a:lnTo>
                  <a:lnTo>
                    <a:pt x="269962" y="134982"/>
                  </a:lnTo>
                </a:path>
              </a:pathLst>
            </a:custGeom>
            <a:ln w="13550" cap="flat">
              <a:solidFill>
                <a:srgbClr val="7FC5D8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319" name="pl319"/>
            <p:cNvSpPr/>
            <p:nvPr/>
          </p:nvSpPr>
          <p:spPr>
            <a:xfrm>
              <a:off x="7328191" y="1969152"/>
              <a:ext cx="490841" cy="490846"/>
            </a:xfrm>
            <a:custGeom>
              <a:avLst/>
              <a:pathLst>
                <a:path w="490841" h="490846">
                  <a:moveTo>
                    <a:pt x="490841" y="245423"/>
                  </a:moveTo>
                  <a:lnTo>
                    <a:pt x="490803" y="241127"/>
                  </a:lnTo>
                  <a:lnTo>
                    <a:pt x="490691" y="236833"/>
                  </a:lnTo>
                  <a:lnTo>
                    <a:pt x="490503" y="232542"/>
                  </a:lnTo>
                  <a:lnTo>
                    <a:pt x="490240" y="228255"/>
                  </a:lnTo>
                  <a:lnTo>
                    <a:pt x="489902" y="223973"/>
                  </a:lnTo>
                  <a:lnTo>
                    <a:pt x="489489" y="219697"/>
                  </a:lnTo>
                  <a:lnTo>
                    <a:pt x="489001" y="215430"/>
                  </a:lnTo>
                  <a:lnTo>
                    <a:pt x="488439" y="211171"/>
                  </a:lnTo>
                  <a:lnTo>
                    <a:pt x="487803" y="206924"/>
                  </a:lnTo>
                  <a:lnTo>
                    <a:pt x="487092" y="202687"/>
                  </a:lnTo>
                  <a:lnTo>
                    <a:pt x="486307" y="198464"/>
                  </a:lnTo>
                  <a:lnTo>
                    <a:pt x="485448" y="194256"/>
                  </a:lnTo>
                  <a:lnTo>
                    <a:pt x="484516" y="190063"/>
                  </a:lnTo>
                  <a:lnTo>
                    <a:pt x="483510" y="185887"/>
                  </a:lnTo>
                  <a:lnTo>
                    <a:pt x="482432" y="181729"/>
                  </a:lnTo>
                  <a:lnTo>
                    <a:pt x="481281" y="177591"/>
                  </a:lnTo>
                  <a:lnTo>
                    <a:pt x="480058" y="173473"/>
                  </a:lnTo>
                  <a:lnTo>
                    <a:pt x="478762" y="169378"/>
                  </a:lnTo>
                  <a:lnTo>
                    <a:pt x="477396" y="165306"/>
                  </a:lnTo>
                  <a:lnTo>
                    <a:pt x="475958" y="161258"/>
                  </a:lnTo>
                  <a:lnTo>
                    <a:pt x="474450" y="157236"/>
                  </a:lnTo>
                  <a:lnTo>
                    <a:pt x="472872" y="153241"/>
                  </a:lnTo>
                  <a:lnTo>
                    <a:pt x="471223" y="149275"/>
                  </a:lnTo>
                  <a:lnTo>
                    <a:pt x="469506" y="145338"/>
                  </a:lnTo>
                  <a:lnTo>
                    <a:pt x="467720" y="141431"/>
                  </a:lnTo>
                  <a:lnTo>
                    <a:pt x="465866" y="137556"/>
                  </a:lnTo>
                  <a:lnTo>
                    <a:pt x="463945" y="133715"/>
                  </a:lnTo>
                  <a:lnTo>
                    <a:pt x="461956" y="129907"/>
                  </a:lnTo>
                  <a:lnTo>
                    <a:pt x="459901" y="126135"/>
                  </a:lnTo>
                  <a:lnTo>
                    <a:pt x="457781" y="122400"/>
                  </a:lnTo>
                  <a:lnTo>
                    <a:pt x="455595" y="118702"/>
                  </a:lnTo>
                  <a:lnTo>
                    <a:pt x="453345" y="115043"/>
                  </a:lnTo>
                  <a:lnTo>
                    <a:pt x="451032" y="111424"/>
                  </a:lnTo>
                  <a:lnTo>
                    <a:pt x="448655" y="107846"/>
                  </a:lnTo>
                  <a:lnTo>
                    <a:pt x="446216" y="104310"/>
                  </a:lnTo>
                  <a:lnTo>
                    <a:pt x="443716" y="100818"/>
                  </a:lnTo>
                  <a:lnTo>
                    <a:pt x="441155" y="97370"/>
                  </a:lnTo>
                  <a:lnTo>
                    <a:pt x="438534" y="93967"/>
                  </a:lnTo>
                  <a:lnTo>
                    <a:pt x="435854" y="90610"/>
                  </a:lnTo>
                  <a:lnTo>
                    <a:pt x="433115" y="87301"/>
                  </a:lnTo>
                  <a:lnTo>
                    <a:pt x="430319" y="84040"/>
                  </a:lnTo>
                  <a:lnTo>
                    <a:pt x="427466" y="80829"/>
                  </a:lnTo>
                  <a:lnTo>
                    <a:pt x="424558" y="77668"/>
                  </a:lnTo>
                  <a:lnTo>
                    <a:pt x="421595" y="74558"/>
                  </a:lnTo>
                  <a:lnTo>
                    <a:pt x="418577" y="71501"/>
                  </a:lnTo>
                  <a:lnTo>
                    <a:pt x="415507" y="68497"/>
                  </a:lnTo>
                  <a:lnTo>
                    <a:pt x="412385" y="65548"/>
                  </a:lnTo>
                  <a:lnTo>
                    <a:pt x="409211" y="62653"/>
                  </a:lnTo>
                  <a:lnTo>
                    <a:pt x="405987" y="59815"/>
                  </a:lnTo>
                  <a:lnTo>
                    <a:pt x="402714" y="57033"/>
                  </a:lnTo>
                  <a:lnTo>
                    <a:pt x="399393" y="54309"/>
                  </a:lnTo>
                  <a:lnTo>
                    <a:pt x="396025" y="51643"/>
                  </a:lnTo>
                  <a:lnTo>
                    <a:pt x="392611" y="49037"/>
                  </a:lnTo>
                  <a:lnTo>
                    <a:pt x="389151" y="46491"/>
                  </a:lnTo>
                  <a:lnTo>
                    <a:pt x="385648" y="44006"/>
                  </a:lnTo>
                  <a:lnTo>
                    <a:pt x="382101" y="41583"/>
                  </a:lnTo>
                  <a:lnTo>
                    <a:pt x="378513" y="39222"/>
                  </a:lnTo>
                  <a:lnTo>
                    <a:pt x="374884" y="36924"/>
                  </a:lnTo>
                  <a:lnTo>
                    <a:pt x="371215" y="34690"/>
                  </a:lnTo>
                  <a:lnTo>
                    <a:pt x="367508" y="32521"/>
                  </a:lnTo>
                  <a:lnTo>
                    <a:pt x="363763" y="30417"/>
                  </a:lnTo>
                  <a:lnTo>
                    <a:pt x="359982" y="28378"/>
                  </a:lnTo>
                  <a:lnTo>
                    <a:pt x="356166" y="26407"/>
                  </a:lnTo>
                  <a:lnTo>
                    <a:pt x="352316" y="24502"/>
                  </a:lnTo>
                  <a:lnTo>
                    <a:pt x="348433" y="22665"/>
                  </a:lnTo>
                  <a:lnTo>
                    <a:pt x="344519" y="20896"/>
                  </a:lnTo>
                  <a:lnTo>
                    <a:pt x="340574" y="19196"/>
                  </a:lnTo>
                  <a:lnTo>
                    <a:pt x="336601" y="17565"/>
                  </a:lnTo>
                  <a:lnTo>
                    <a:pt x="332599" y="16004"/>
                  </a:lnTo>
                  <a:lnTo>
                    <a:pt x="328571" y="14514"/>
                  </a:lnTo>
                  <a:lnTo>
                    <a:pt x="324517" y="13094"/>
                  </a:lnTo>
                  <a:lnTo>
                    <a:pt x="320439" y="11745"/>
                  </a:lnTo>
                  <a:lnTo>
                    <a:pt x="316338" y="10468"/>
                  </a:lnTo>
                  <a:lnTo>
                    <a:pt x="312215" y="9263"/>
                  </a:lnTo>
                  <a:lnTo>
                    <a:pt x="308071" y="8130"/>
                  </a:lnTo>
                  <a:lnTo>
                    <a:pt x="303909" y="7070"/>
                  </a:lnTo>
                  <a:lnTo>
                    <a:pt x="299729" y="6082"/>
                  </a:lnTo>
                  <a:lnTo>
                    <a:pt x="295532" y="5169"/>
                  </a:lnTo>
                  <a:lnTo>
                    <a:pt x="291319" y="4328"/>
                  </a:lnTo>
                  <a:lnTo>
                    <a:pt x="287093" y="3562"/>
                  </a:lnTo>
                  <a:lnTo>
                    <a:pt x="282854" y="2869"/>
                  </a:lnTo>
                  <a:lnTo>
                    <a:pt x="278603" y="2251"/>
                  </a:lnTo>
                  <a:lnTo>
                    <a:pt x="274342" y="1708"/>
                  </a:lnTo>
                  <a:lnTo>
                    <a:pt x="270072" y="1239"/>
                  </a:lnTo>
                  <a:lnTo>
                    <a:pt x="265795" y="845"/>
                  </a:lnTo>
                  <a:lnTo>
                    <a:pt x="261512" y="526"/>
                  </a:lnTo>
                  <a:lnTo>
                    <a:pt x="257223" y="281"/>
                  </a:lnTo>
                  <a:lnTo>
                    <a:pt x="252931" y="112"/>
                  </a:lnTo>
                  <a:lnTo>
                    <a:pt x="248637" y="18"/>
                  </a:lnTo>
                  <a:lnTo>
                    <a:pt x="244342" y="0"/>
                  </a:lnTo>
                  <a:lnTo>
                    <a:pt x="240047" y="56"/>
                  </a:lnTo>
                  <a:lnTo>
                    <a:pt x="235753" y="187"/>
                  </a:lnTo>
                  <a:lnTo>
                    <a:pt x="231463" y="394"/>
                  </a:lnTo>
                  <a:lnTo>
                    <a:pt x="227177" y="676"/>
                  </a:lnTo>
                  <a:lnTo>
                    <a:pt x="222896" y="1032"/>
                  </a:lnTo>
                  <a:lnTo>
                    <a:pt x="218623" y="1464"/>
                  </a:lnTo>
                  <a:lnTo>
                    <a:pt x="214357" y="1970"/>
                  </a:lnTo>
                  <a:lnTo>
                    <a:pt x="210101" y="2551"/>
                  </a:lnTo>
                  <a:lnTo>
                    <a:pt x="205856" y="3206"/>
                  </a:lnTo>
                  <a:lnTo>
                    <a:pt x="201623" y="3936"/>
                  </a:lnTo>
                  <a:lnTo>
                    <a:pt x="197404" y="4739"/>
                  </a:lnTo>
                  <a:lnTo>
                    <a:pt x="193199" y="5616"/>
                  </a:lnTo>
                  <a:lnTo>
                    <a:pt x="189010" y="6567"/>
                  </a:lnTo>
                  <a:lnTo>
                    <a:pt x="184838" y="7591"/>
                  </a:lnTo>
                  <a:lnTo>
                    <a:pt x="180685" y="8687"/>
                  </a:lnTo>
                  <a:lnTo>
                    <a:pt x="176552" y="9856"/>
                  </a:lnTo>
                  <a:lnTo>
                    <a:pt x="172440" y="11098"/>
                  </a:lnTo>
                  <a:lnTo>
                    <a:pt x="168350" y="12411"/>
                  </a:lnTo>
                  <a:lnTo>
                    <a:pt x="164284" y="13795"/>
                  </a:lnTo>
                  <a:lnTo>
                    <a:pt x="160243" y="15250"/>
                  </a:lnTo>
                  <a:lnTo>
                    <a:pt x="156228" y="16776"/>
                  </a:lnTo>
                  <a:lnTo>
                    <a:pt x="152240" y="18372"/>
                  </a:lnTo>
                  <a:lnTo>
                    <a:pt x="148281" y="20038"/>
                  </a:lnTo>
                  <a:lnTo>
                    <a:pt x="144351" y="21772"/>
                  </a:lnTo>
                  <a:lnTo>
                    <a:pt x="140452" y="23575"/>
                  </a:lnTo>
                  <a:lnTo>
                    <a:pt x="136586" y="25446"/>
                  </a:lnTo>
                  <a:lnTo>
                    <a:pt x="132753" y="27384"/>
                  </a:lnTo>
                  <a:lnTo>
                    <a:pt x="128954" y="29389"/>
                  </a:lnTo>
                  <a:lnTo>
                    <a:pt x="125191" y="31461"/>
                  </a:lnTo>
                  <a:lnTo>
                    <a:pt x="121465" y="33597"/>
                  </a:lnTo>
                  <a:lnTo>
                    <a:pt x="117777" y="35799"/>
                  </a:lnTo>
                  <a:lnTo>
                    <a:pt x="114128" y="38065"/>
                  </a:lnTo>
                  <a:lnTo>
                    <a:pt x="110519" y="40394"/>
                  </a:lnTo>
                  <a:lnTo>
                    <a:pt x="106951" y="42787"/>
                  </a:lnTo>
                  <a:lnTo>
                    <a:pt x="103426" y="45241"/>
                  </a:lnTo>
                  <a:lnTo>
                    <a:pt x="99945" y="47757"/>
                  </a:lnTo>
                  <a:lnTo>
                    <a:pt x="96507" y="50333"/>
                  </a:lnTo>
                  <a:lnTo>
                    <a:pt x="93116" y="52969"/>
                  </a:lnTo>
                  <a:lnTo>
                    <a:pt x="89771" y="55664"/>
                  </a:lnTo>
                  <a:lnTo>
                    <a:pt x="86474" y="58417"/>
                  </a:lnTo>
                  <a:lnTo>
                    <a:pt x="83226" y="61227"/>
                  </a:lnTo>
                  <a:lnTo>
                    <a:pt x="80027" y="64094"/>
                  </a:lnTo>
                  <a:lnTo>
                    <a:pt x="76879" y="67016"/>
                  </a:lnTo>
                  <a:lnTo>
                    <a:pt x="73782" y="69993"/>
                  </a:lnTo>
                  <a:lnTo>
                    <a:pt x="70738" y="73023"/>
                  </a:lnTo>
                  <a:lnTo>
                    <a:pt x="67748" y="76107"/>
                  </a:lnTo>
                  <a:lnTo>
                    <a:pt x="64812" y="79242"/>
                  </a:lnTo>
                  <a:lnTo>
                    <a:pt x="61931" y="82428"/>
                  </a:lnTo>
                  <a:lnTo>
                    <a:pt x="59107" y="85664"/>
                  </a:lnTo>
                  <a:lnTo>
                    <a:pt x="56339" y="88949"/>
                  </a:lnTo>
                  <a:lnTo>
                    <a:pt x="53630" y="92282"/>
                  </a:lnTo>
                  <a:lnTo>
                    <a:pt x="50979" y="95662"/>
                  </a:lnTo>
                  <a:lnTo>
                    <a:pt x="48388" y="99088"/>
                  </a:lnTo>
                  <a:lnTo>
                    <a:pt x="45857" y="102559"/>
                  </a:lnTo>
                  <a:lnTo>
                    <a:pt x="43387" y="106073"/>
                  </a:lnTo>
                  <a:lnTo>
                    <a:pt x="40980" y="109630"/>
                  </a:lnTo>
                  <a:lnTo>
                    <a:pt x="38634" y="113229"/>
                  </a:lnTo>
                  <a:lnTo>
                    <a:pt x="36353" y="116868"/>
                  </a:lnTo>
                  <a:lnTo>
                    <a:pt x="34135" y="120546"/>
                  </a:lnTo>
                  <a:lnTo>
                    <a:pt x="31982" y="124263"/>
                  </a:lnTo>
                  <a:lnTo>
                    <a:pt x="29894" y="128017"/>
                  </a:lnTo>
                  <a:lnTo>
                    <a:pt x="27872" y="131807"/>
                  </a:lnTo>
                  <a:lnTo>
                    <a:pt x="25917" y="135631"/>
                  </a:lnTo>
                  <a:lnTo>
                    <a:pt x="24029" y="139490"/>
                  </a:lnTo>
                  <a:lnTo>
                    <a:pt x="22209" y="143380"/>
                  </a:lnTo>
                  <a:lnTo>
                    <a:pt x="20458" y="147302"/>
                  </a:lnTo>
                  <a:lnTo>
                    <a:pt x="18775" y="151254"/>
                  </a:lnTo>
                  <a:lnTo>
                    <a:pt x="17162" y="155235"/>
                  </a:lnTo>
                  <a:lnTo>
                    <a:pt x="15618" y="159244"/>
                  </a:lnTo>
                  <a:lnTo>
                    <a:pt x="14145" y="163279"/>
                  </a:lnTo>
                  <a:lnTo>
                    <a:pt x="12743" y="167339"/>
                  </a:lnTo>
                  <a:lnTo>
                    <a:pt x="11412" y="171423"/>
                  </a:lnTo>
                  <a:lnTo>
                    <a:pt x="10153" y="175529"/>
                  </a:lnTo>
                  <a:lnTo>
                    <a:pt x="8966" y="179657"/>
                  </a:lnTo>
                  <a:lnTo>
                    <a:pt x="7851" y="183805"/>
                  </a:lnTo>
                  <a:lnTo>
                    <a:pt x="6809" y="187973"/>
                  </a:lnTo>
                  <a:lnTo>
                    <a:pt x="5840" y="192157"/>
                  </a:lnTo>
                  <a:lnTo>
                    <a:pt x="4944" y="196358"/>
                  </a:lnTo>
                  <a:lnTo>
                    <a:pt x="4123" y="200574"/>
                  </a:lnTo>
                  <a:lnTo>
                    <a:pt x="3375" y="204804"/>
                  </a:lnTo>
                  <a:lnTo>
                    <a:pt x="2701" y="209046"/>
                  </a:lnTo>
                  <a:lnTo>
                    <a:pt x="2101" y="213299"/>
                  </a:lnTo>
                  <a:lnTo>
                    <a:pt x="1577" y="217563"/>
                  </a:lnTo>
                  <a:lnTo>
                    <a:pt x="1126" y="221834"/>
                  </a:lnTo>
                  <a:lnTo>
                    <a:pt x="751" y="226113"/>
                  </a:lnTo>
                  <a:lnTo>
                    <a:pt x="450" y="230398"/>
                  </a:lnTo>
                  <a:lnTo>
                    <a:pt x="225" y="234687"/>
                  </a:lnTo>
                  <a:lnTo>
                    <a:pt x="75" y="238980"/>
                  </a:lnTo>
                  <a:lnTo>
                    <a:pt x="0" y="243275"/>
                  </a:lnTo>
                  <a:lnTo>
                    <a:pt x="0" y="247570"/>
                  </a:lnTo>
                  <a:lnTo>
                    <a:pt x="75" y="251865"/>
                  </a:lnTo>
                  <a:lnTo>
                    <a:pt x="225" y="256158"/>
                  </a:lnTo>
                  <a:lnTo>
                    <a:pt x="450" y="260447"/>
                  </a:lnTo>
                  <a:lnTo>
                    <a:pt x="751" y="264732"/>
                  </a:lnTo>
                  <a:lnTo>
                    <a:pt x="1126" y="269011"/>
                  </a:lnTo>
                  <a:lnTo>
                    <a:pt x="1577" y="273283"/>
                  </a:lnTo>
                  <a:lnTo>
                    <a:pt x="2101" y="277546"/>
                  </a:lnTo>
                  <a:lnTo>
                    <a:pt x="2701" y="281799"/>
                  </a:lnTo>
                  <a:lnTo>
                    <a:pt x="3375" y="286041"/>
                  </a:lnTo>
                  <a:lnTo>
                    <a:pt x="4123" y="290271"/>
                  </a:lnTo>
                  <a:lnTo>
                    <a:pt x="4944" y="294487"/>
                  </a:lnTo>
                  <a:lnTo>
                    <a:pt x="5840" y="298688"/>
                  </a:lnTo>
                  <a:lnTo>
                    <a:pt x="6809" y="302873"/>
                  </a:lnTo>
                  <a:lnTo>
                    <a:pt x="7851" y="307040"/>
                  </a:lnTo>
                  <a:lnTo>
                    <a:pt x="8966" y="311188"/>
                  </a:lnTo>
                  <a:lnTo>
                    <a:pt x="10153" y="315316"/>
                  </a:lnTo>
                  <a:lnTo>
                    <a:pt x="11412" y="319423"/>
                  </a:lnTo>
                  <a:lnTo>
                    <a:pt x="12743" y="323506"/>
                  </a:lnTo>
                  <a:lnTo>
                    <a:pt x="14145" y="327567"/>
                  </a:lnTo>
                  <a:lnTo>
                    <a:pt x="15618" y="331601"/>
                  </a:lnTo>
                  <a:lnTo>
                    <a:pt x="17162" y="335610"/>
                  </a:lnTo>
                  <a:lnTo>
                    <a:pt x="18775" y="339591"/>
                  </a:lnTo>
                  <a:lnTo>
                    <a:pt x="20458" y="343543"/>
                  </a:lnTo>
                  <a:lnTo>
                    <a:pt x="22209" y="347465"/>
                  </a:lnTo>
                  <a:lnTo>
                    <a:pt x="24029" y="351355"/>
                  </a:lnTo>
                  <a:lnTo>
                    <a:pt x="25917" y="355214"/>
                  </a:lnTo>
                  <a:lnTo>
                    <a:pt x="27872" y="359038"/>
                  </a:lnTo>
                  <a:lnTo>
                    <a:pt x="29894" y="362828"/>
                  </a:lnTo>
                  <a:lnTo>
                    <a:pt x="31982" y="366582"/>
                  </a:lnTo>
                  <a:lnTo>
                    <a:pt x="34135" y="370299"/>
                  </a:lnTo>
                  <a:lnTo>
                    <a:pt x="36353" y="373977"/>
                  </a:lnTo>
                  <a:lnTo>
                    <a:pt x="38634" y="377616"/>
                  </a:lnTo>
                  <a:lnTo>
                    <a:pt x="40980" y="381215"/>
                  </a:lnTo>
                  <a:lnTo>
                    <a:pt x="43387" y="384772"/>
                  </a:lnTo>
                  <a:lnTo>
                    <a:pt x="45857" y="388286"/>
                  </a:lnTo>
                  <a:lnTo>
                    <a:pt x="48388" y="391757"/>
                  </a:lnTo>
                  <a:lnTo>
                    <a:pt x="50979" y="395183"/>
                  </a:lnTo>
                  <a:lnTo>
                    <a:pt x="53630" y="398563"/>
                  </a:lnTo>
                  <a:lnTo>
                    <a:pt x="56339" y="401896"/>
                  </a:lnTo>
                  <a:lnTo>
                    <a:pt x="59107" y="405181"/>
                  </a:lnTo>
                  <a:lnTo>
                    <a:pt x="61931" y="408417"/>
                  </a:lnTo>
                  <a:lnTo>
                    <a:pt x="64812" y="411603"/>
                  </a:lnTo>
                  <a:lnTo>
                    <a:pt x="67748" y="414738"/>
                  </a:lnTo>
                  <a:lnTo>
                    <a:pt x="70738" y="417822"/>
                  </a:lnTo>
                  <a:lnTo>
                    <a:pt x="73782" y="420852"/>
                  </a:lnTo>
                  <a:lnTo>
                    <a:pt x="76879" y="423829"/>
                  </a:lnTo>
                  <a:lnTo>
                    <a:pt x="80027" y="426752"/>
                  </a:lnTo>
                  <a:lnTo>
                    <a:pt x="83226" y="429618"/>
                  </a:lnTo>
                  <a:lnTo>
                    <a:pt x="86474" y="432429"/>
                  </a:lnTo>
                  <a:lnTo>
                    <a:pt x="89771" y="435182"/>
                  </a:lnTo>
                  <a:lnTo>
                    <a:pt x="93116" y="437876"/>
                  </a:lnTo>
                  <a:lnTo>
                    <a:pt x="96507" y="440512"/>
                  </a:lnTo>
                  <a:lnTo>
                    <a:pt x="99945" y="443088"/>
                  </a:lnTo>
                  <a:lnTo>
                    <a:pt x="103426" y="445604"/>
                  </a:lnTo>
                  <a:lnTo>
                    <a:pt x="106951" y="448058"/>
                  </a:lnTo>
                  <a:lnTo>
                    <a:pt x="110519" y="450451"/>
                  </a:lnTo>
                  <a:lnTo>
                    <a:pt x="114128" y="452780"/>
                  </a:lnTo>
                  <a:lnTo>
                    <a:pt x="117777" y="455046"/>
                  </a:lnTo>
                  <a:lnTo>
                    <a:pt x="121465" y="457248"/>
                  </a:lnTo>
                  <a:lnTo>
                    <a:pt x="125191" y="459385"/>
                  </a:lnTo>
                  <a:lnTo>
                    <a:pt x="128954" y="461456"/>
                  </a:lnTo>
                  <a:lnTo>
                    <a:pt x="132753" y="463461"/>
                  </a:lnTo>
                  <a:lnTo>
                    <a:pt x="136586" y="465399"/>
                  </a:lnTo>
                  <a:lnTo>
                    <a:pt x="140452" y="467270"/>
                  </a:lnTo>
                  <a:lnTo>
                    <a:pt x="144351" y="469073"/>
                  </a:lnTo>
                  <a:lnTo>
                    <a:pt x="148281" y="470808"/>
                  </a:lnTo>
                  <a:lnTo>
                    <a:pt x="152240" y="472473"/>
                  </a:lnTo>
                  <a:lnTo>
                    <a:pt x="156228" y="474069"/>
                  </a:lnTo>
                  <a:lnTo>
                    <a:pt x="160243" y="475595"/>
                  </a:lnTo>
                  <a:lnTo>
                    <a:pt x="164284" y="477050"/>
                  </a:lnTo>
                  <a:lnTo>
                    <a:pt x="168350" y="478435"/>
                  </a:lnTo>
                  <a:lnTo>
                    <a:pt x="172440" y="479748"/>
                  </a:lnTo>
                  <a:lnTo>
                    <a:pt x="176552" y="480989"/>
                  </a:lnTo>
                  <a:lnTo>
                    <a:pt x="180685" y="482158"/>
                  </a:lnTo>
                  <a:lnTo>
                    <a:pt x="184838" y="483255"/>
                  </a:lnTo>
                  <a:lnTo>
                    <a:pt x="189010" y="484278"/>
                  </a:lnTo>
                  <a:lnTo>
                    <a:pt x="193199" y="485229"/>
                  </a:lnTo>
                  <a:lnTo>
                    <a:pt x="197404" y="486106"/>
                  </a:lnTo>
                  <a:lnTo>
                    <a:pt x="201623" y="486909"/>
                  </a:lnTo>
                  <a:lnTo>
                    <a:pt x="205856" y="487639"/>
                  </a:lnTo>
                  <a:lnTo>
                    <a:pt x="210101" y="488294"/>
                  </a:lnTo>
                  <a:lnTo>
                    <a:pt x="214357" y="488875"/>
                  </a:lnTo>
                  <a:lnTo>
                    <a:pt x="218623" y="489381"/>
                  </a:lnTo>
                  <a:lnTo>
                    <a:pt x="222896" y="489813"/>
                  </a:lnTo>
                  <a:lnTo>
                    <a:pt x="227177" y="490169"/>
                  </a:lnTo>
                  <a:lnTo>
                    <a:pt x="231463" y="490451"/>
                  </a:lnTo>
                  <a:lnTo>
                    <a:pt x="235753" y="490658"/>
                  </a:lnTo>
                  <a:lnTo>
                    <a:pt x="240047" y="490789"/>
                  </a:lnTo>
                  <a:lnTo>
                    <a:pt x="244342" y="490846"/>
                  </a:lnTo>
                  <a:lnTo>
                    <a:pt x="248637" y="490827"/>
                  </a:lnTo>
                  <a:lnTo>
                    <a:pt x="252931" y="490733"/>
                  </a:lnTo>
                  <a:lnTo>
                    <a:pt x="257223" y="490564"/>
                  </a:lnTo>
                  <a:lnTo>
                    <a:pt x="261512" y="490320"/>
                  </a:lnTo>
                  <a:lnTo>
                    <a:pt x="265795" y="490000"/>
                  </a:lnTo>
                  <a:lnTo>
                    <a:pt x="270072" y="489606"/>
                  </a:lnTo>
                  <a:lnTo>
                    <a:pt x="274342" y="489137"/>
                  </a:lnTo>
                  <a:lnTo>
                    <a:pt x="278603" y="488594"/>
                  </a:lnTo>
                  <a:lnTo>
                    <a:pt x="282854" y="487976"/>
                  </a:lnTo>
                  <a:lnTo>
                    <a:pt x="287093" y="487283"/>
                  </a:lnTo>
                  <a:lnTo>
                    <a:pt x="291319" y="486517"/>
                  </a:lnTo>
                  <a:lnTo>
                    <a:pt x="295532" y="485677"/>
                  </a:lnTo>
                  <a:lnTo>
                    <a:pt x="299729" y="484763"/>
                  </a:lnTo>
                  <a:lnTo>
                    <a:pt x="303909" y="483776"/>
                  </a:lnTo>
                  <a:lnTo>
                    <a:pt x="308071" y="482715"/>
                  </a:lnTo>
                  <a:lnTo>
                    <a:pt x="312215" y="481582"/>
                  </a:lnTo>
                  <a:lnTo>
                    <a:pt x="316338" y="480377"/>
                  </a:lnTo>
                  <a:lnTo>
                    <a:pt x="320439" y="479100"/>
                  </a:lnTo>
                  <a:lnTo>
                    <a:pt x="324517" y="477751"/>
                  </a:lnTo>
                  <a:lnTo>
                    <a:pt x="328571" y="476331"/>
                  </a:lnTo>
                  <a:lnTo>
                    <a:pt x="332599" y="474841"/>
                  </a:lnTo>
                  <a:lnTo>
                    <a:pt x="336601" y="473280"/>
                  </a:lnTo>
                  <a:lnTo>
                    <a:pt x="340574" y="471649"/>
                  </a:lnTo>
                  <a:lnTo>
                    <a:pt x="344519" y="469949"/>
                  </a:lnTo>
                  <a:lnTo>
                    <a:pt x="348433" y="468180"/>
                  </a:lnTo>
                  <a:lnTo>
                    <a:pt x="352316" y="466343"/>
                  </a:lnTo>
                  <a:lnTo>
                    <a:pt x="356166" y="464438"/>
                  </a:lnTo>
                  <a:lnTo>
                    <a:pt x="359982" y="462467"/>
                  </a:lnTo>
                  <a:lnTo>
                    <a:pt x="363763" y="460428"/>
                  </a:lnTo>
                  <a:lnTo>
                    <a:pt x="367508" y="458324"/>
                  </a:lnTo>
                  <a:lnTo>
                    <a:pt x="371215" y="456155"/>
                  </a:lnTo>
                  <a:lnTo>
                    <a:pt x="374884" y="453921"/>
                  </a:lnTo>
                  <a:lnTo>
                    <a:pt x="378513" y="451623"/>
                  </a:lnTo>
                  <a:lnTo>
                    <a:pt x="382101" y="449262"/>
                  </a:lnTo>
                  <a:lnTo>
                    <a:pt x="385648" y="446839"/>
                  </a:lnTo>
                  <a:lnTo>
                    <a:pt x="389151" y="444354"/>
                  </a:lnTo>
                  <a:lnTo>
                    <a:pt x="392611" y="441808"/>
                  </a:lnTo>
                  <a:lnTo>
                    <a:pt x="396025" y="439202"/>
                  </a:lnTo>
                  <a:lnTo>
                    <a:pt x="399393" y="436536"/>
                  </a:lnTo>
                  <a:lnTo>
                    <a:pt x="402714" y="433812"/>
                  </a:lnTo>
                  <a:lnTo>
                    <a:pt x="405987" y="431031"/>
                  </a:lnTo>
                  <a:lnTo>
                    <a:pt x="409211" y="428192"/>
                  </a:lnTo>
                  <a:lnTo>
                    <a:pt x="412385" y="425297"/>
                  </a:lnTo>
                  <a:lnTo>
                    <a:pt x="415507" y="422348"/>
                  </a:lnTo>
                  <a:lnTo>
                    <a:pt x="418577" y="419344"/>
                  </a:lnTo>
                  <a:lnTo>
                    <a:pt x="421595" y="416287"/>
                  </a:lnTo>
                  <a:lnTo>
                    <a:pt x="424558" y="413177"/>
                  </a:lnTo>
                  <a:lnTo>
                    <a:pt x="427466" y="410016"/>
                  </a:lnTo>
                  <a:lnTo>
                    <a:pt x="430319" y="406805"/>
                  </a:lnTo>
                  <a:lnTo>
                    <a:pt x="433115" y="403544"/>
                  </a:lnTo>
                  <a:lnTo>
                    <a:pt x="435854" y="400235"/>
                  </a:lnTo>
                  <a:lnTo>
                    <a:pt x="438534" y="396879"/>
                  </a:lnTo>
                  <a:lnTo>
                    <a:pt x="441155" y="393476"/>
                  </a:lnTo>
                  <a:lnTo>
                    <a:pt x="443716" y="390027"/>
                  </a:lnTo>
                  <a:lnTo>
                    <a:pt x="446216" y="386535"/>
                  </a:lnTo>
                  <a:lnTo>
                    <a:pt x="448655" y="382999"/>
                  </a:lnTo>
                  <a:lnTo>
                    <a:pt x="451032" y="379421"/>
                  </a:lnTo>
                  <a:lnTo>
                    <a:pt x="453345" y="375802"/>
                  </a:lnTo>
                  <a:lnTo>
                    <a:pt x="455595" y="372143"/>
                  </a:lnTo>
                  <a:lnTo>
                    <a:pt x="457781" y="368445"/>
                  </a:lnTo>
                  <a:lnTo>
                    <a:pt x="459901" y="364710"/>
                  </a:lnTo>
                  <a:lnTo>
                    <a:pt x="461956" y="360938"/>
                  </a:lnTo>
                  <a:lnTo>
                    <a:pt x="463945" y="357130"/>
                  </a:lnTo>
                  <a:lnTo>
                    <a:pt x="465866" y="353289"/>
                  </a:lnTo>
                  <a:lnTo>
                    <a:pt x="467720" y="349414"/>
                  </a:lnTo>
                  <a:lnTo>
                    <a:pt x="469506" y="345508"/>
                  </a:lnTo>
                  <a:lnTo>
                    <a:pt x="471223" y="341570"/>
                  </a:lnTo>
                  <a:lnTo>
                    <a:pt x="472872" y="337604"/>
                  </a:lnTo>
                  <a:lnTo>
                    <a:pt x="474450" y="333609"/>
                  </a:lnTo>
                  <a:lnTo>
                    <a:pt x="475958" y="329587"/>
                  </a:lnTo>
                  <a:lnTo>
                    <a:pt x="477396" y="325540"/>
                  </a:lnTo>
                  <a:lnTo>
                    <a:pt x="478762" y="321467"/>
                  </a:lnTo>
                  <a:lnTo>
                    <a:pt x="480058" y="317372"/>
                  </a:lnTo>
                  <a:lnTo>
                    <a:pt x="481281" y="313254"/>
                  </a:lnTo>
                  <a:lnTo>
                    <a:pt x="482432" y="309116"/>
                  </a:lnTo>
                  <a:lnTo>
                    <a:pt x="483510" y="304958"/>
                  </a:lnTo>
                  <a:lnTo>
                    <a:pt x="484516" y="300782"/>
                  </a:lnTo>
                  <a:lnTo>
                    <a:pt x="485448" y="296589"/>
                  </a:lnTo>
                  <a:lnTo>
                    <a:pt x="486307" y="292381"/>
                  </a:lnTo>
                  <a:lnTo>
                    <a:pt x="487092" y="288158"/>
                  </a:lnTo>
                  <a:lnTo>
                    <a:pt x="487803" y="283922"/>
                  </a:lnTo>
                  <a:lnTo>
                    <a:pt x="488439" y="279674"/>
                  </a:lnTo>
                  <a:lnTo>
                    <a:pt x="489001" y="275415"/>
                  </a:lnTo>
                  <a:lnTo>
                    <a:pt x="489489" y="271148"/>
                  </a:lnTo>
                  <a:lnTo>
                    <a:pt x="489902" y="266872"/>
                  </a:lnTo>
                  <a:lnTo>
                    <a:pt x="490240" y="262590"/>
                  </a:lnTo>
                  <a:lnTo>
                    <a:pt x="490503" y="258303"/>
                  </a:lnTo>
                  <a:lnTo>
                    <a:pt x="490691" y="254012"/>
                  </a:lnTo>
                  <a:lnTo>
                    <a:pt x="490803" y="249718"/>
                  </a:lnTo>
                  <a:lnTo>
                    <a:pt x="490841" y="245423"/>
                  </a:lnTo>
                </a:path>
              </a:pathLst>
            </a:custGeom>
            <a:ln w="13550" cap="flat">
              <a:solidFill>
                <a:srgbClr val="7FC5D8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320" name="tx320"/>
            <p:cNvSpPr/>
            <p:nvPr/>
          </p:nvSpPr>
          <p:spPr>
            <a:xfrm>
              <a:off x="7441065" y="1891128"/>
              <a:ext cx="265084" cy="800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321" name="tx321"/>
            <p:cNvSpPr/>
            <p:nvPr/>
          </p:nvSpPr>
          <p:spPr>
            <a:xfrm>
              <a:off x="7431960" y="2453542"/>
              <a:ext cx="283292" cy="82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322" name="tx322"/>
            <p:cNvSpPr/>
            <p:nvPr/>
          </p:nvSpPr>
          <p:spPr>
            <a:xfrm>
              <a:off x="7773180" y="1973688"/>
              <a:ext cx="469984" cy="801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323" name="tx323"/>
            <p:cNvSpPr/>
            <p:nvPr/>
          </p:nvSpPr>
          <p:spPr>
            <a:xfrm>
              <a:off x="7855846" y="2173526"/>
              <a:ext cx="216915" cy="79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324" name="tx324"/>
            <p:cNvSpPr/>
            <p:nvPr/>
          </p:nvSpPr>
          <p:spPr>
            <a:xfrm>
              <a:off x="7773180" y="2370876"/>
              <a:ext cx="488193" cy="82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325" name="pg325"/>
            <p:cNvSpPr/>
            <p:nvPr/>
          </p:nvSpPr>
          <p:spPr>
            <a:xfrm>
              <a:off x="7328191" y="1969152"/>
              <a:ext cx="490841" cy="490846"/>
            </a:xfrm>
            <a:custGeom>
              <a:avLst/>
              <a:pathLst>
                <a:path w="490841" h="490846">
                  <a:moveTo>
                    <a:pt x="490841" y="245423"/>
                  </a:moveTo>
                  <a:lnTo>
                    <a:pt x="490803" y="241127"/>
                  </a:lnTo>
                  <a:lnTo>
                    <a:pt x="490691" y="236833"/>
                  </a:lnTo>
                  <a:lnTo>
                    <a:pt x="490503" y="232542"/>
                  </a:lnTo>
                  <a:lnTo>
                    <a:pt x="490240" y="228255"/>
                  </a:lnTo>
                  <a:lnTo>
                    <a:pt x="489902" y="223973"/>
                  </a:lnTo>
                  <a:lnTo>
                    <a:pt x="489489" y="219697"/>
                  </a:lnTo>
                  <a:lnTo>
                    <a:pt x="489001" y="215430"/>
                  </a:lnTo>
                  <a:lnTo>
                    <a:pt x="488439" y="211171"/>
                  </a:lnTo>
                  <a:lnTo>
                    <a:pt x="487803" y="206924"/>
                  </a:lnTo>
                  <a:lnTo>
                    <a:pt x="487092" y="202687"/>
                  </a:lnTo>
                  <a:lnTo>
                    <a:pt x="486307" y="198464"/>
                  </a:lnTo>
                  <a:lnTo>
                    <a:pt x="485448" y="194256"/>
                  </a:lnTo>
                  <a:lnTo>
                    <a:pt x="484516" y="190063"/>
                  </a:lnTo>
                  <a:lnTo>
                    <a:pt x="483510" y="185887"/>
                  </a:lnTo>
                  <a:lnTo>
                    <a:pt x="482432" y="181729"/>
                  </a:lnTo>
                  <a:lnTo>
                    <a:pt x="481281" y="177591"/>
                  </a:lnTo>
                  <a:lnTo>
                    <a:pt x="480058" y="173473"/>
                  </a:lnTo>
                  <a:lnTo>
                    <a:pt x="478762" y="169378"/>
                  </a:lnTo>
                  <a:lnTo>
                    <a:pt x="477396" y="165306"/>
                  </a:lnTo>
                  <a:lnTo>
                    <a:pt x="475958" y="161258"/>
                  </a:lnTo>
                  <a:lnTo>
                    <a:pt x="474450" y="157236"/>
                  </a:lnTo>
                  <a:lnTo>
                    <a:pt x="472872" y="153241"/>
                  </a:lnTo>
                  <a:lnTo>
                    <a:pt x="471223" y="149275"/>
                  </a:lnTo>
                  <a:lnTo>
                    <a:pt x="469506" y="145338"/>
                  </a:lnTo>
                  <a:lnTo>
                    <a:pt x="467720" y="141431"/>
                  </a:lnTo>
                  <a:lnTo>
                    <a:pt x="465866" y="137556"/>
                  </a:lnTo>
                  <a:lnTo>
                    <a:pt x="463945" y="133715"/>
                  </a:lnTo>
                  <a:lnTo>
                    <a:pt x="461956" y="129907"/>
                  </a:lnTo>
                  <a:lnTo>
                    <a:pt x="459901" y="126135"/>
                  </a:lnTo>
                  <a:lnTo>
                    <a:pt x="457781" y="122400"/>
                  </a:lnTo>
                  <a:lnTo>
                    <a:pt x="455595" y="118702"/>
                  </a:lnTo>
                  <a:lnTo>
                    <a:pt x="453345" y="115043"/>
                  </a:lnTo>
                  <a:lnTo>
                    <a:pt x="451032" y="111424"/>
                  </a:lnTo>
                  <a:lnTo>
                    <a:pt x="448655" y="107846"/>
                  </a:lnTo>
                  <a:lnTo>
                    <a:pt x="446216" y="104310"/>
                  </a:lnTo>
                  <a:lnTo>
                    <a:pt x="443716" y="100818"/>
                  </a:lnTo>
                  <a:lnTo>
                    <a:pt x="441155" y="97370"/>
                  </a:lnTo>
                  <a:lnTo>
                    <a:pt x="438534" y="93967"/>
                  </a:lnTo>
                  <a:lnTo>
                    <a:pt x="435854" y="90610"/>
                  </a:lnTo>
                  <a:lnTo>
                    <a:pt x="433115" y="87301"/>
                  </a:lnTo>
                  <a:lnTo>
                    <a:pt x="430319" y="84040"/>
                  </a:lnTo>
                  <a:lnTo>
                    <a:pt x="427466" y="80829"/>
                  </a:lnTo>
                  <a:lnTo>
                    <a:pt x="424558" y="77668"/>
                  </a:lnTo>
                  <a:lnTo>
                    <a:pt x="421595" y="74558"/>
                  </a:lnTo>
                  <a:lnTo>
                    <a:pt x="418577" y="71501"/>
                  </a:lnTo>
                  <a:lnTo>
                    <a:pt x="415507" y="68497"/>
                  </a:lnTo>
                  <a:lnTo>
                    <a:pt x="412385" y="65548"/>
                  </a:lnTo>
                  <a:lnTo>
                    <a:pt x="409211" y="62653"/>
                  </a:lnTo>
                  <a:lnTo>
                    <a:pt x="405987" y="59815"/>
                  </a:lnTo>
                  <a:lnTo>
                    <a:pt x="402714" y="57033"/>
                  </a:lnTo>
                  <a:lnTo>
                    <a:pt x="399393" y="54309"/>
                  </a:lnTo>
                  <a:lnTo>
                    <a:pt x="396025" y="51643"/>
                  </a:lnTo>
                  <a:lnTo>
                    <a:pt x="392611" y="49037"/>
                  </a:lnTo>
                  <a:lnTo>
                    <a:pt x="389151" y="46491"/>
                  </a:lnTo>
                  <a:lnTo>
                    <a:pt x="385648" y="44006"/>
                  </a:lnTo>
                  <a:lnTo>
                    <a:pt x="382101" y="41583"/>
                  </a:lnTo>
                  <a:lnTo>
                    <a:pt x="378513" y="39222"/>
                  </a:lnTo>
                  <a:lnTo>
                    <a:pt x="374884" y="36924"/>
                  </a:lnTo>
                  <a:lnTo>
                    <a:pt x="371215" y="34690"/>
                  </a:lnTo>
                  <a:lnTo>
                    <a:pt x="367508" y="32521"/>
                  </a:lnTo>
                  <a:lnTo>
                    <a:pt x="363763" y="30417"/>
                  </a:lnTo>
                  <a:lnTo>
                    <a:pt x="359982" y="28378"/>
                  </a:lnTo>
                  <a:lnTo>
                    <a:pt x="356166" y="26407"/>
                  </a:lnTo>
                  <a:lnTo>
                    <a:pt x="352316" y="24502"/>
                  </a:lnTo>
                  <a:lnTo>
                    <a:pt x="348433" y="22665"/>
                  </a:lnTo>
                  <a:lnTo>
                    <a:pt x="344519" y="20896"/>
                  </a:lnTo>
                  <a:lnTo>
                    <a:pt x="340574" y="19196"/>
                  </a:lnTo>
                  <a:lnTo>
                    <a:pt x="336601" y="17565"/>
                  </a:lnTo>
                  <a:lnTo>
                    <a:pt x="332599" y="16004"/>
                  </a:lnTo>
                  <a:lnTo>
                    <a:pt x="328571" y="14514"/>
                  </a:lnTo>
                  <a:lnTo>
                    <a:pt x="324517" y="13094"/>
                  </a:lnTo>
                  <a:lnTo>
                    <a:pt x="320439" y="11745"/>
                  </a:lnTo>
                  <a:lnTo>
                    <a:pt x="316338" y="10468"/>
                  </a:lnTo>
                  <a:lnTo>
                    <a:pt x="312215" y="9263"/>
                  </a:lnTo>
                  <a:lnTo>
                    <a:pt x="308071" y="8130"/>
                  </a:lnTo>
                  <a:lnTo>
                    <a:pt x="303909" y="7070"/>
                  </a:lnTo>
                  <a:lnTo>
                    <a:pt x="299729" y="6082"/>
                  </a:lnTo>
                  <a:lnTo>
                    <a:pt x="295532" y="5169"/>
                  </a:lnTo>
                  <a:lnTo>
                    <a:pt x="291319" y="4328"/>
                  </a:lnTo>
                  <a:lnTo>
                    <a:pt x="287093" y="3562"/>
                  </a:lnTo>
                  <a:lnTo>
                    <a:pt x="282854" y="2869"/>
                  </a:lnTo>
                  <a:lnTo>
                    <a:pt x="278603" y="2251"/>
                  </a:lnTo>
                  <a:lnTo>
                    <a:pt x="274342" y="1708"/>
                  </a:lnTo>
                  <a:lnTo>
                    <a:pt x="270072" y="1239"/>
                  </a:lnTo>
                  <a:lnTo>
                    <a:pt x="265795" y="845"/>
                  </a:lnTo>
                  <a:lnTo>
                    <a:pt x="261512" y="526"/>
                  </a:lnTo>
                  <a:lnTo>
                    <a:pt x="257223" y="281"/>
                  </a:lnTo>
                  <a:lnTo>
                    <a:pt x="252931" y="112"/>
                  </a:lnTo>
                  <a:lnTo>
                    <a:pt x="248637" y="18"/>
                  </a:lnTo>
                  <a:lnTo>
                    <a:pt x="244342" y="0"/>
                  </a:lnTo>
                  <a:lnTo>
                    <a:pt x="240047" y="56"/>
                  </a:lnTo>
                  <a:lnTo>
                    <a:pt x="235753" y="187"/>
                  </a:lnTo>
                  <a:lnTo>
                    <a:pt x="231463" y="394"/>
                  </a:lnTo>
                  <a:lnTo>
                    <a:pt x="227177" y="676"/>
                  </a:lnTo>
                  <a:lnTo>
                    <a:pt x="222896" y="1032"/>
                  </a:lnTo>
                  <a:lnTo>
                    <a:pt x="218623" y="1464"/>
                  </a:lnTo>
                  <a:lnTo>
                    <a:pt x="214357" y="1970"/>
                  </a:lnTo>
                  <a:lnTo>
                    <a:pt x="210101" y="2551"/>
                  </a:lnTo>
                  <a:lnTo>
                    <a:pt x="205856" y="3206"/>
                  </a:lnTo>
                  <a:lnTo>
                    <a:pt x="201623" y="3936"/>
                  </a:lnTo>
                  <a:lnTo>
                    <a:pt x="197404" y="4739"/>
                  </a:lnTo>
                  <a:lnTo>
                    <a:pt x="193199" y="5616"/>
                  </a:lnTo>
                  <a:lnTo>
                    <a:pt x="189010" y="6567"/>
                  </a:lnTo>
                  <a:lnTo>
                    <a:pt x="184838" y="7591"/>
                  </a:lnTo>
                  <a:lnTo>
                    <a:pt x="180685" y="8687"/>
                  </a:lnTo>
                  <a:lnTo>
                    <a:pt x="176552" y="9856"/>
                  </a:lnTo>
                  <a:lnTo>
                    <a:pt x="172440" y="11098"/>
                  </a:lnTo>
                  <a:lnTo>
                    <a:pt x="168350" y="12411"/>
                  </a:lnTo>
                  <a:lnTo>
                    <a:pt x="164284" y="13795"/>
                  </a:lnTo>
                  <a:lnTo>
                    <a:pt x="160243" y="15250"/>
                  </a:lnTo>
                  <a:lnTo>
                    <a:pt x="156228" y="16776"/>
                  </a:lnTo>
                  <a:lnTo>
                    <a:pt x="152240" y="18372"/>
                  </a:lnTo>
                  <a:lnTo>
                    <a:pt x="148281" y="20038"/>
                  </a:lnTo>
                  <a:lnTo>
                    <a:pt x="144351" y="21772"/>
                  </a:lnTo>
                  <a:lnTo>
                    <a:pt x="140452" y="23575"/>
                  </a:lnTo>
                  <a:lnTo>
                    <a:pt x="136586" y="25446"/>
                  </a:lnTo>
                  <a:lnTo>
                    <a:pt x="132753" y="27384"/>
                  </a:lnTo>
                  <a:lnTo>
                    <a:pt x="128954" y="29389"/>
                  </a:lnTo>
                  <a:lnTo>
                    <a:pt x="125191" y="31461"/>
                  </a:lnTo>
                  <a:lnTo>
                    <a:pt x="121465" y="33597"/>
                  </a:lnTo>
                  <a:lnTo>
                    <a:pt x="117777" y="35799"/>
                  </a:lnTo>
                  <a:lnTo>
                    <a:pt x="114128" y="38065"/>
                  </a:lnTo>
                  <a:lnTo>
                    <a:pt x="110519" y="40394"/>
                  </a:lnTo>
                  <a:lnTo>
                    <a:pt x="106951" y="42787"/>
                  </a:lnTo>
                  <a:lnTo>
                    <a:pt x="103426" y="45241"/>
                  </a:lnTo>
                  <a:lnTo>
                    <a:pt x="99945" y="47757"/>
                  </a:lnTo>
                  <a:lnTo>
                    <a:pt x="96507" y="50333"/>
                  </a:lnTo>
                  <a:lnTo>
                    <a:pt x="93116" y="52969"/>
                  </a:lnTo>
                  <a:lnTo>
                    <a:pt x="89771" y="55664"/>
                  </a:lnTo>
                  <a:lnTo>
                    <a:pt x="86474" y="58417"/>
                  </a:lnTo>
                  <a:lnTo>
                    <a:pt x="83226" y="61227"/>
                  </a:lnTo>
                  <a:lnTo>
                    <a:pt x="80027" y="64094"/>
                  </a:lnTo>
                  <a:lnTo>
                    <a:pt x="76879" y="67016"/>
                  </a:lnTo>
                  <a:lnTo>
                    <a:pt x="73782" y="69993"/>
                  </a:lnTo>
                  <a:lnTo>
                    <a:pt x="70738" y="73023"/>
                  </a:lnTo>
                  <a:lnTo>
                    <a:pt x="67748" y="76107"/>
                  </a:lnTo>
                  <a:lnTo>
                    <a:pt x="64812" y="79242"/>
                  </a:lnTo>
                  <a:lnTo>
                    <a:pt x="61931" y="82428"/>
                  </a:lnTo>
                  <a:lnTo>
                    <a:pt x="59107" y="85664"/>
                  </a:lnTo>
                  <a:lnTo>
                    <a:pt x="56339" y="88949"/>
                  </a:lnTo>
                  <a:lnTo>
                    <a:pt x="53630" y="92282"/>
                  </a:lnTo>
                  <a:lnTo>
                    <a:pt x="50979" y="95662"/>
                  </a:lnTo>
                  <a:lnTo>
                    <a:pt x="48388" y="99088"/>
                  </a:lnTo>
                  <a:lnTo>
                    <a:pt x="45857" y="102559"/>
                  </a:lnTo>
                  <a:lnTo>
                    <a:pt x="43387" y="106073"/>
                  </a:lnTo>
                  <a:lnTo>
                    <a:pt x="40980" y="109630"/>
                  </a:lnTo>
                  <a:lnTo>
                    <a:pt x="38634" y="113229"/>
                  </a:lnTo>
                  <a:lnTo>
                    <a:pt x="36353" y="116868"/>
                  </a:lnTo>
                  <a:lnTo>
                    <a:pt x="34135" y="120546"/>
                  </a:lnTo>
                  <a:lnTo>
                    <a:pt x="31982" y="124263"/>
                  </a:lnTo>
                  <a:lnTo>
                    <a:pt x="29894" y="128017"/>
                  </a:lnTo>
                  <a:lnTo>
                    <a:pt x="27872" y="131807"/>
                  </a:lnTo>
                  <a:lnTo>
                    <a:pt x="25917" y="135631"/>
                  </a:lnTo>
                  <a:lnTo>
                    <a:pt x="24029" y="139490"/>
                  </a:lnTo>
                  <a:lnTo>
                    <a:pt x="22209" y="143380"/>
                  </a:lnTo>
                  <a:lnTo>
                    <a:pt x="20458" y="147302"/>
                  </a:lnTo>
                  <a:lnTo>
                    <a:pt x="18775" y="151254"/>
                  </a:lnTo>
                  <a:lnTo>
                    <a:pt x="17162" y="155235"/>
                  </a:lnTo>
                  <a:lnTo>
                    <a:pt x="15618" y="159244"/>
                  </a:lnTo>
                  <a:lnTo>
                    <a:pt x="14145" y="163279"/>
                  </a:lnTo>
                  <a:lnTo>
                    <a:pt x="12743" y="167339"/>
                  </a:lnTo>
                  <a:lnTo>
                    <a:pt x="11412" y="171423"/>
                  </a:lnTo>
                  <a:lnTo>
                    <a:pt x="10153" y="175529"/>
                  </a:lnTo>
                  <a:lnTo>
                    <a:pt x="8966" y="179657"/>
                  </a:lnTo>
                  <a:lnTo>
                    <a:pt x="7851" y="183805"/>
                  </a:lnTo>
                  <a:lnTo>
                    <a:pt x="6809" y="187973"/>
                  </a:lnTo>
                  <a:lnTo>
                    <a:pt x="5840" y="192157"/>
                  </a:lnTo>
                  <a:lnTo>
                    <a:pt x="4944" y="196358"/>
                  </a:lnTo>
                  <a:lnTo>
                    <a:pt x="4123" y="200574"/>
                  </a:lnTo>
                  <a:lnTo>
                    <a:pt x="3375" y="204804"/>
                  </a:lnTo>
                  <a:lnTo>
                    <a:pt x="2701" y="209046"/>
                  </a:lnTo>
                  <a:lnTo>
                    <a:pt x="2101" y="213299"/>
                  </a:lnTo>
                  <a:lnTo>
                    <a:pt x="1577" y="217563"/>
                  </a:lnTo>
                  <a:lnTo>
                    <a:pt x="1126" y="221834"/>
                  </a:lnTo>
                  <a:lnTo>
                    <a:pt x="751" y="226113"/>
                  </a:lnTo>
                  <a:lnTo>
                    <a:pt x="450" y="230398"/>
                  </a:lnTo>
                  <a:lnTo>
                    <a:pt x="225" y="234687"/>
                  </a:lnTo>
                  <a:lnTo>
                    <a:pt x="75" y="238980"/>
                  </a:lnTo>
                  <a:lnTo>
                    <a:pt x="0" y="243275"/>
                  </a:lnTo>
                  <a:lnTo>
                    <a:pt x="0" y="247570"/>
                  </a:lnTo>
                  <a:lnTo>
                    <a:pt x="75" y="251865"/>
                  </a:lnTo>
                  <a:lnTo>
                    <a:pt x="225" y="256158"/>
                  </a:lnTo>
                  <a:lnTo>
                    <a:pt x="450" y="260447"/>
                  </a:lnTo>
                  <a:lnTo>
                    <a:pt x="751" y="264732"/>
                  </a:lnTo>
                  <a:lnTo>
                    <a:pt x="1126" y="269011"/>
                  </a:lnTo>
                  <a:lnTo>
                    <a:pt x="1577" y="273283"/>
                  </a:lnTo>
                  <a:lnTo>
                    <a:pt x="2101" y="277546"/>
                  </a:lnTo>
                  <a:lnTo>
                    <a:pt x="2701" y="281799"/>
                  </a:lnTo>
                  <a:lnTo>
                    <a:pt x="3375" y="286041"/>
                  </a:lnTo>
                  <a:lnTo>
                    <a:pt x="4123" y="290271"/>
                  </a:lnTo>
                  <a:lnTo>
                    <a:pt x="4944" y="294487"/>
                  </a:lnTo>
                  <a:lnTo>
                    <a:pt x="5840" y="298688"/>
                  </a:lnTo>
                  <a:lnTo>
                    <a:pt x="6809" y="302873"/>
                  </a:lnTo>
                  <a:lnTo>
                    <a:pt x="7851" y="307040"/>
                  </a:lnTo>
                  <a:lnTo>
                    <a:pt x="8966" y="311188"/>
                  </a:lnTo>
                  <a:lnTo>
                    <a:pt x="10153" y="315316"/>
                  </a:lnTo>
                  <a:lnTo>
                    <a:pt x="11412" y="319423"/>
                  </a:lnTo>
                  <a:lnTo>
                    <a:pt x="12743" y="323506"/>
                  </a:lnTo>
                  <a:lnTo>
                    <a:pt x="14145" y="327567"/>
                  </a:lnTo>
                  <a:lnTo>
                    <a:pt x="15618" y="331601"/>
                  </a:lnTo>
                  <a:lnTo>
                    <a:pt x="17162" y="335610"/>
                  </a:lnTo>
                  <a:lnTo>
                    <a:pt x="18775" y="339591"/>
                  </a:lnTo>
                  <a:lnTo>
                    <a:pt x="20458" y="343543"/>
                  </a:lnTo>
                  <a:lnTo>
                    <a:pt x="22209" y="347465"/>
                  </a:lnTo>
                  <a:lnTo>
                    <a:pt x="24029" y="351355"/>
                  </a:lnTo>
                  <a:lnTo>
                    <a:pt x="25917" y="355214"/>
                  </a:lnTo>
                  <a:lnTo>
                    <a:pt x="27872" y="359038"/>
                  </a:lnTo>
                  <a:lnTo>
                    <a:pt x="29894" y="362828"/>
                  </a:lnTo>
                  <a:lnTo>
                    <a:pt x="31982" y="366582"/>
                  </a:lnTo>
                  <a:lnTo>
                    <a:pt x="34135" y="370299"/>
                  </a:lnTo>
                  <a:lnTo>
                    <a:pt x="36353" y="373977"/>
                  </a:lnTo>
                  <a:lnTo>
                    <a:pt x="38634" y="377616"/>
                  </a:lnTo>
                  <a:lnTo>
                    <a:pt x="40980" y="381215"/>
                  </a:lnTo>
                  <a:lnTo>
                    <a:pt x="43387" y="384772"/>
                  </a:lnTo>
                  <a:lnTo>
                    <a:pt x="45857" y="388286"/>
                  </a:lnTo>
                  <a:lnTo>
                    <a:pt x="48388" y="391757"/>
                  </a:lnTo>
                  <a:lnTo>
                    <a:pt x="50979" y="395183"/>
                  </a:lnTo>
                  <a:lnTo>
                    <a:pt x="53630" y="398563"/>
                  </a:lnTo>
                  <a:lnTo>
                    <a:pt x="56339" y="401896"/>
                  </a:lnTo>
                  <a:lnTo>
                    <a:pt x="59107" y="405181"/>
                  </a:lnTo>
                  <a:lnTo>
                    <a:pt x="61931" y="408417"/>
                  </a:lnTo>
                  <a:lnTo>
                    <a:pt x="64812" y="411603"/>
                  </a:lnTo>
                  <a:lnTo>
                    <a:pt x="67748" y="414738"/>
                  </a:lnTo>
                  <a:lnTo>
                    <a:pt x="70738" y="417822"/>
                  </a:lnTo>
                  <a:lnTo>
                    <a:pt x="73782" y="420852"/>
                  </a:lnTo>
                  <a:lnTo>
                    <a:pt x="76879" y="423829"/>
                  </a:lnTo>
                  <a:lnTo>
                    <a:pt x="80027" y="426752"/>
                  </a:lnTo>
                  <a:lnTo>
                    <a:pt x="83226" y="429618"/>
                  </a:lnTo>
                  <a:lnTo>
                    <a:pt x="86474" y="432429"/>
                  </a:lnTo>
                  <a:lnTo>
                    <a:pt x="89771" y="435182"/>
                  </a:lnTo>
                  <a:lnTo>
                    <a:pt x="93116" y="437876"/>
                  </a:lnTo>
                  <a:lnTo>
                    <a:pt x="96507" y="440512"/>
                  </a:lnTo>
                  <a:lnTo>
                    <a:pt x="99945" y="443088"/>
                  </a:lnTo>
                  <a:lnTo>
                    <a:pt x="103426" y="445604"/>
                  </a:lnTo>
                  <a:lnTo>
                    <a:pt x="106951" y="448058"/>
                  </a:lnTo>
                  <a:lnTo>
                    <a:pt x="110519" y="450451"/>
                  </a:lnTo>
                  <a:lnTo>
                    <a:pt x="114128" y="452780"/>
                  </a:lnTo>
                  <a:lnTo>
                    <a:pt x="117777" y="455046"/>
                  </a:lnTo>
                  <a:lnTo>
                    <a:pt x="121465" y="457248"/>
                  </a:lnTo>
                  <a:lnTo>
                    <a:pt x="125191" y="459385"/>
                  </a:lnTo>
                  <a:lnTo>
                    <a:pt x="128954" y="461456"/>
                  </a:lnTo>
                  <a:lnTo>
                    <a:pt x="132753" y="463461"/>
                  </a:lnTo>
                  <a:lnTo>
                    <a:pt x="136586" y="465399"/>
                  </a:lnTo>
                  <a:lnTo>
                    <a:pt x="140452" y="467270"/>
                  </a:lnTo>
                  <a:lnTo>
                    <a:pt x="144351" y="469073"/>
                  </a:lnTo>
                  <a:lnTo>
                    <a:pt x="148281" y="470808"/>
                  </a:lnTo>
                  <a:lnTo>
                    <a:pt x="152240" y="472473"/>
                  </a:lnTo>
                  <a:lnTo>
                    <a:pt x="156228" y="474069"/>
                  </a:lnTo>
                  <a:lnTo>
                    <a:pt x="160243" y="475595"/>
                  </a:lnTo>
                  <a:lnTo>
                    <a:pt x="164284" y="477050"/>
                  </a:lnTo>
                  <a:lnTo>
                    <a:pt x="168350" y="478435"/>
                  </a:lnTo>
                  <a:lnTo>
                    <a:pt x="172440" y="479748"/>
                  </a:lnTo>
                  <a:lnTo>
                    <a:pt x="176552" y="480989"/>
                  </a:lnTo>
                  <a:lnTo>
                    <a:pt x="180685" y="482158"/>
                  </a:lnTo>
                  <a:lnTo>
                    <a:pt x="184838" y="483255"/>
                  </a:lnTo>
                  <a:lnTo>
                    <a:pt x="189010" y="484278"/>
                  </a:lnTo>
                  <a:lnTo>
                    <a:pt x="193199" y="485229"/>
                  </a:lnTo>
                  <a:lnTo>
                    <a:pt x="197404" y="486106"/>
                  </a:lnTo>
                  <a:lnTo>
                    <a:pt x="201623" y="486909"/>
                  </a:lnTo>
                  <a:lnTo>
                    <a:pt x="205856" y="487639"/>
                  </a:lnTo>
                  <a:lnTo>
                    <a:pt x="210101" y="488294"/>
                  </a:lnTo>
                  <a:lnTo>
                    <a:pt x="214357" y="488875"/>
                  </a:lnTo>
                  <a:lnTo>
                    <a:pt x="218623" y="489381"/>
                  </a:lnTo>
                  <a:lnTo>
                    <a:pt x="222896" y="489813"/>
                  </a:lnTo>
                  <a:lnTo>
                    <a:pt x="227177" y="490169"/>
                  </a:lnTo>
                  <a:lnTo>
                    <a:pt x="231463" y="490451"/>
                  </a:lnTo>
                  <a:lnTo>
                    <a:pt x="235753" y="490658"/>
                  </a:lnTo>
                  <a:lnTo>
                    <a:pt x="240047" y="490789"/>
                  </a:lnTo>
                  <a:lnTo>
                    <a:pt x="244342" y="490846"/>
                  </a:lnTo>
                  <a:lnTo>
                    <a:pt x="248637" y="490827"/>
                  </a:lnTo>
                  <a:lnTo>
                    <a:pt x="252931" y="490733"/>
                  </a:lnTo>
                  <a:lnTo>
                    <a:pt x="257223" y="490564"/>
                  </a:lnTo>
                  <a:lnTo>
                    <a:pt x="261512" y="490320"/>
                  </a:lnTo>
                  <a:lnTo>
                    <a:pt x="265795" y="490000"/>
                  </a:lnTo>
                  <a:lnTo>
                    <a:pt x="270072" y="489606"/>
                  </a:lnTo>
                  <a:lnTo>
                    <a:pt x="274342" y="489137"/>
                  </a:lnTo>
                  <a:lnTo>
                    <a:pt x="278603" y="488594"/>
                  </a:lnTo>
                  <a:lnTo>
                    <a:pt x="282854" y="487976"/>
                  </a:lnTo>
                  <a:lnTo>
                    <a:pt x="287093" y="487283"/>
                  </a:lnTo>
                  <a:lnTo>
                    <a:pt x="291319" y="486517"/>
                  </a:lnTo>
                  <a:lnTo>
                    <a:pt x="295532" y="485677"/>
                  </a:lnTo>
                  <a:lnTo>
                    <a:pt x="299729" y="484763"/>
                  </a:lnTo>
                  <a:lnTo>
                    <a:pt x="303909" y="483776"/>
                  </a:lnTo>
                  <a:lnTo>
                    <a:pt x="308071" y="482715"/>
                  </a:lnTo>
                  <a:lnTo>
                    <a:pt x="312215" y="481582"/>
                  </a:lnTo>
                  <a:lnTo>
                    <a:pt x="316338" y="480377"/>
                  </a:lnTo>
                  <a:lnTo>
                    <a:pt x="320439" y="479100"/>
                  </a:lnTo>
                  <a:lnTo>
                    <a:pt x="324517" y="477751"/>
                  </a:lnTo>
                  <a:lnTo>
                    <a:pt x="328571" y="476331"/>
                  </a:lnTo>
                  <a:lnTo>
                    <a:pt x="332599" y="474841"/>
                  </a:lnTo>
                  <a:lnTo>
                    <a:pt x="336601" y="473280"/>
                  </a:lnTo>
                  <a:lnTo>
                    <a:pt x="340574" y="471649"/>
                  </a:lnTo>
                  <a:lnTo>
                    <a:pt x="344519" y="469949"/>
                  </a:lnTo>
                  <a:lnTo>
                    <a:pt x="348433" y="468180"/>
                  </a:lnTo>
                  <a:lnTo>
                    <a:pt x="352316" y="466343"/>
                  </a:lnTo>
                  <a:lnTo>
                    <a:pt x="356166" y="464438"/>
                  </a:lnTo>
                  <a:lnTo>
                    <a:pt x="359982" y="462467"/>
                  </a:lnTo>
                  <a:lnTo>
                    <a:pt x="363763" y="460428"/>
                  </a:lnTo>
                  <a:lnTo>
                    <a:pt x="367508" y="458324"/>
                  </a:lnTo>
                  <a:lnTo>
                    <a:pt x="371215" y="456155"/>
                  </a:lnTo>
                  <a:lnTo>
                    <a:pt x="374884" y="453921"/>
                  </a:lnTo>
                  <a:lnTo>
                    <a:pt x="378513" y="451623"/>
                  </a:lnTo>
                  <a:lnTo>
                    <a:pt x="382101" y="449262"/>
                  </a:lnTo>
                  <a:lnTo>
                    <a:pt x="385648" y="446839"/>
                  </a:lnTo>
                  <a:lnTo>
                    <a:pt x="389151" y="444354"/>
                  </a:lnTo>
                  <a:lnTo>
                    <a:pt x="392611" y="441808"/>
                  </a:lnTo>
                  <a:lnTo>
                    <a:pt x="396025" y="439202"/>
                  </a:lnTo>
                  <a:lnTo>
                    <a:pt x="399393" y="436536"/>
                  </a:lnTo>
                  <a:lnTo>
                    <a:pt x="402714" y="433812"/>
                  </a:lnTo>
                  <a:lnTo>
                    <a:pt x="405987" y="431031"/>
                  </a:lnTo>
                  <a:lnTo>
                    <a:pt x="409211" y="428192"/>
                  </a:lnTo>
                  <a:lnTo>
                    <a:pt x="412385" y="425297"/>
                  </a:lnTo>
                  <a:lnTo>
                    <a:pt x="415507" y="422348"/>
                  </a:lnTo>
                  <a:lnTo>
                    <a:pt x="418577" y="419344"/>
                  </a:lnTo>
                  <a:lnTo>
                    <a:pt x="421595" y="416287"/>
                  </a:lnTo>
                  <a:lnTo>
                    <a:pt x="424558" y="413177"/>
                  </a:lnTo>
                  <a:lnTo>
                    <a:pt x="427466" y="410016"/>
                  </a:lnTo>
                  <a:lnTo>
                    <a:pt x="430319" y="406805"/>
                  </a:lnTo>
                  <a:lnTo>
                    <a:pt x="433115" y="403544"/>
                  </a:lnTo>
                  <a:lnTo>
                    <a:pt x="435854" y="400235"/>
                  </a:lnTo>
                  <a:lnTo>
                    <a:pt x="438534" y="396879"/>
                  </a:lnTo>
                  <a:lnTo>
                    <a:pt x="441155" y="393476"/>
                  </a:lnTo>
                  <a:lnTo>
                    <a:pt x="443716" y="390027"/>
                  </a:lnTo>
                  <a:lnTo>
                    <a:pt x="446216" y="386535"/>
                  </a:lnTo>
                  <a:lnTo>
                    <a:pt x="448655" y="382999"/>
                  </a:lnTo>
                  <a:lnTo>
                    <a:pt x="451032" y="379421"/>
                  </a:lnTo>
                  <a:lnTo>
                    <a:pt x="453345" y="375802"/>
                  </a:lnTo>
                  <a:lnTo>
                    <a:pt x="455595" y="372143"/>
                  </a:lnTo>
                  <a:lnTo>
                    <a:pt x="457781" y="368445"/>
                  </a:lnTo>
                  <a:lnTo>
                    <a:pt x="459901" y="364710"/>
                  </a:lnTo>
                  <a:lnTo>
                    <a:pt x="461956" y="360938"/>
                  </a:lnTo>
                  <a:lnTo>
                    <a:pt x="463945" y="357130"/>
                  </a:lnTo>
                  <a:lnTo>
                    <a:pt x="465866" y="353289"/>
                  </a:lnTo>
                  <a:lnTo>
                    <a:pt x="467720" y="349414"/>
                  </a:lnTo>
                  <a:lnTo>
                    <a:pt x="469506" y="345508"/>
                  </a:lnTo>
                  <a:lnTo>
                    <a:pt x="471223" y="341570"/>
                  </a:lnTo>
                  <a:lnTo>
                    <a:pt x="472872" y="337604"/>
                  </a:lnTo>
                  <a:lnTo>
                    <a:pt x="474450" y="333609"/>
                  </a:lnTo>
                  <a:lnTo>
                    <a:pt x="475958" y="329587"/>
                  </a:lnTo>
                  <a:lnTo>
                    <a:pt x="477396" y="325540"/>
                  </a:lnTo>
                  <a:lnTo>
                    <a:pt x="478762" y="321467"/>
                  </a:lnTo>
                  <a:lnTo>
                    <a:pt x="480058" y="317372"/>
                  </a:lnTo>
                  <a:lnTo>
                    <a:pt x="481281" y="313254"/>
                  </a:lnTo>
                  <a:lnTo>
                    <a:pt x="482432" y="309116"/>
                  </a:lnTo>
                  <a:lnTo>
                    <a:pt x="483510" y="304958"/>
                  </a:lnTo>
                  <a:lnTo>
                    <a:pt x="484516" y="300782"/>
                  </a:lnTo>
                  <a:lnTo>
                    <a:pt x="485448" y="296589"/>
                  </a:lnTo>
                  <a:lnTo>
                    <a:pt x="486307" y="292381"/>
                  </a:lnTo>
                  <a:lnTo>
                    <a:pt x="487092" y="288158"/>
                  </a:lnTo>
                  <a:lnTo>
                    <a:pt x="487803" y="283922"/>
                  </a:lnTo>
                  <a:lnTo>
                    <a:pt x="488439" y="279674"/>
                  </a:lnTo>
                  <a:lnTo>
                    <a:pt x="489001" y="275415"/>
                  </a:lnTo>
                  <a:lnTo>
                    <a:pt x="489489" y="271148"/>
                  </a:lnTo>
                  <a:lnTo>
                    <a:pt x="489902" y="266872"/>
                  </a:lnTo>
                  <a:lnTo>
                    <a:pt x="490240" y="262590"/>
                  </a:lnTo>
                  <a:lnTo>
                    <a:pt x="490503" y="258303"/>
                  </a:lnTo>
                  <a:lnTo>
                    <a:pt x="490691" y="254012"/>
                  </a:lnTo>
                  <a:lnTo>
                    <a:pt x="490803" y="249718"/>
                  </a:lnTo>
                  <a:close/>
                </a:path>
              </a:pathLst>
            </a:custGeom>
            <a:solidFill>
              <a:srgbClr val="F5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26" name="pl326"/>
            <p:cNvSpPr/>
            <p:nvPr/>
          </p:nvSpPr>
          <p:spPr>
            <a:xfrm>
              <a:off x="7573607" y="1969150"/>
              <a:ext cx="0" cy="220882"/>
            </a:xfrm>
            <a:custGeom>
              <a:avLst/>
              <a:pathLst>
                <a:path w="0" h="220882">
                  <a:moveTo>
                    <a:pt x="0" y="220882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l327"/>
            <p:cNvSpPr/>
            <p:nvPr/>
          </p:nvSpPr>
          <p:spPr>
            <a:xfrm>
              <a:off x="7590961" y="2041033"/>
              <a:ext cx="156187" cy="156187"/>
            </a:xfrm>
            <a:custGeom>
              <a:avLst/>
              <a:pathLst>
                <a:path w="156187" h="156187">
                  <a:moveTo>
                    <a:pt x="0" y="156187"/>
                  </a:moveTo>
                  <a:lnTo>
                    <a:pt x="156187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l328"/>
            <p:cNvSpPr/>
            <p:nvPr/>
          </p:nvSpPr>
          <p:spPr>
            <a:xfrm>
              <a:off x="7598149" y="2214575"/>
              <a:ext cx="220882" cy="0"/>
            </a:xfrm>
            <a:custGeom>
              <a:avLst/>
              <a:pathLst>
                <a:path w="220882" h="0">
                  <a:moveTo>
                    <a:pt x="0" y="0"/>
                  </a:moveTo>
                  <a:lnTo>
                    <a:pt x="220882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l329"/>
            <p:cNvSpPr/>
            <p:nvPr/>
          </p:nvSpPr>
          <p:spPr>
            <a:xfrm>
              <a:off x="7590961" y="2231929"/>
              <a:ext cx="156187" cy="156187"/>
            </a:xfrm>
            <a:custGeom>
              <a:avLst/>
              <a:pathLst>
                <a:path w="156187" h="156187">
                  <a:moveTo>
                    <a:pt x="0" y="0"/>
                  </a:moveTo>
                  <a:lnTo>
                    <a:pt x="156187" y="156187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l330"/>
            <p:cNvSpPr/>
            <p:nvPr/>
          </p:nvSpPr>
          <p:spPr>
            <a:xfrm>
              <a:off x="7573607" y="2239118"/>
              <a:ext cx="0" cy="220882"/>
            </a:xfrm>
            <a:custGeom>
              <a:avLst/>
              <a:pathLst>
                <a:path w="0" h="220882">
                  <a:moveTo>
                    <a:pt x="0" y="0"/>
                  </a:moveTo>
                  <a:lnTo>
                    <a:pt x="0" y="220882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l331"/>
            <p:cNvSpPr/>
            <p:nvPr/>
          </p:nvSpPr>
          <p:spPr>
            <a:xfrm>
              <a:off x="7400065" y="2231929"/>
              <a:ext cx="156187" cy="156187"/>
            </a:xfrm>
            <a:custGeom>
              <a:avLst/>
              <a:pathLst>
                <a:path w="156187" h="156187">
                  <a:moveTo>
                    <a:pt x="156187" y="0"/>
                  </a:moveTo>
                  <a:lnTo>
                    <a:pt x="0" y="156187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l332"/>
            <p:cNvSpPr/>
            <p:nvPr/>
          </p:nvSpPr>
          <p:spPr>
            <a:xfrm>
              <a:off x="7328181" y="2214575"/>
              <a:ext cx="220882" cy="0"/>
            </a:xfrm>
            <a:custGeom>
              <a:avLst/>
              <a:pathLst>
                <a:path w="220882" h="0">
                  <a:moveTo>
                    <a:pt x="220882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l333"/>
            <p:cNvSpPr/>
            <p:nvPr/>
          </p:nvSpPr>
          <p:spPr>
            <a:xfrm>
              <a:off x="7400065" y="2041033"/>
              <a:ext cx="156187" cy="156187"/>
            </a:xfrm>
            <a:custGeom>
              <a:avLst/>
              <a:pathLst>
                <a:path w="156187" h="156187">
                  <a:moveTo>
                    <a:pt x="156187" y="156187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l334"/>
            <p:cNvSpPr/>
            <p:nvPr/>
          </p:nvSpPr>
          <p:spPr>
            <a:xfrm>
              <a:off x="7532073" y="2139059"/>
              <a:ext cx="134040" cy="116898"/>
            </a:xfrm>
            <a:custGeom>
              <a:avLst/>
              <a:pathLst>
                <a:path w="134040" h="116898">
                  <a:moveTo>
                    <a:pt x="41533" y="0"/>
                  </a:moveTo>
                  <a:lnTo>
                    <a:pt x="94931" y="22117"/>
                  </a:lnTo>
                  <a:lnTo>
                    <a:pt x="134040" y="75515"/>
                  </a:lnTo>
                  <a:lnTo>
                    <a:pt x="58887" y="92869"/>
                  </a:lnTo>
                  <a:lnTo>
                    <a:pt x="41533" y="100058"/>
                  </a:lnTo>
                  <a:lnTo>
                    <a:pt x="150" y="116898"/>
                  </a:lnTo>
                  <a:lnTo>
                    <a:pt x="0" y="75515"/>
                  </a:lnTo>
                  <a:lnTo>
                    <a:pt x="24179" y="58161"/>
                  </a:lnTo>
                  <a:lnTo>
                    <a:pt x="41533" y="0"/>
                  </a:lnTo>
                </a:path>
              </a:pathLst>
            </a:custGeom>
            <a:ln w="31166" cap="flat">
              <a:solidFill>
                <a:srgbClr val="DA9F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t335"/>
            <p:cNvSpPr/>
            <p:nvPr/>
          </p:nvSpPr>
          <p:spPr>
            <a:xfrm>
              <a:off x="7537659" y="2103112"/>
              <a:ext cx="71895" cy="71895"/>
            </a:xfrm>
            <a:prstGeom prst="ellipse">
              <a:avLst/>
            </a:prstGeom>
            <a:solidFill>
              <a:srgbClr val="DA9F6D">
                <a:alpha val="100000"/>
              </a:srgbClr>
            </a:solidFill>
            <a:ln w="12272" cap="rnd">
              <a:solidFill>
                <a:srgbClr val="DA9F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t336"/>
            <p:cNvSpPr/>
            <p:nvPr/>
          </p:nvSpPr>
          <p:spPr>
            <a:xfrm>
              <a:off x="7591057" y="2125230"/>
              <a:ext cx="71895" cy="71895"/>
            </a:xfrm>
            <a:prstGeom prst="ellipse">
              <a:avLst/>
            </a:prstGeom>
            <a:solidFill>
              <a:srgbClr val="DA9F6D">
                <a:alpha val="100000"/>
              </a:srgbClr>
            </a:solidFill>
            <a:ln w="12272" cap="rnd">
              <a:solidFill>
                <a:srgbClr val="DA9F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t337"/>
            <p:cNvSpPr/>
            <p:nvPr/>
          </p:nvSpPr>
          <p:spPr>
            <a:xfrm>
              <a:off x="7630166" y="2178627"/>
              <a:ext cx="71895" cy="71895"/>
            </a:xfrm>
            <a:prstGeom prst="ellipse">
              <a:avLst/>
            </a:prstGeom>
            <a:solidFill>
              <a:srgbClr val="DA9F6D">
                <a:alpha val="100000"/>
              </a:srgbClr>
            </a:solidFill>
            <a:ln w="12272" cap="rnd">
              <a:solidFill>
                <a:srgbClr val="DA9F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t338"/>
            <p:cNvSpPr/>
            <p:nvPr/>
          </p:nvSpPr>
          <p:spPr>
            <a:xfrm>
              <a:off x="7555013" y="2195981"/>
              <a:ext cx="71895" cy="71895"/>
            </a:xfrm>
            <a:prstGeom prst="ellipse">
              <a:avLst/>
            </a:prstGeom>
            <a:solidFill>
              <a:srgbClr val="DA9F6D">
                <a:alpha val="100000"/>
              </a:srgbClr>
            </a:solidFill>
            <a:ln w="12272" cap="rnd">
              <a:solidFill>
                <a:srgbClr val="DA9F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t339"/>
            <p:cNvSpPr/>
            <p:nvPr/>
          </p:nvSpPr>
          <p:spPr>
            <a:xfrm>
              <a:off x="7537659" y="2203170"/>
              <a:ext cx="71895" cy="71895"/>
            </a:xfrm>
            <a:prstGeom prst="ellipse">
              <a:avLst/>
            </a:prstGeom>
            <a:solidFill>
              <a:srgbClr val="DA9F6D">
                <a:alpha val="100000"/>
              </a:srgbClr>
            </a:solidFill>
            <a:ln w="12272" cap="rnd">
              <a:solidFill>
                <a:srgbClr val="DA9F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t340"/>
            <p:cNvSpPr/>
            <p:nvPr/>
          </p:nvSpPr>
          <p:spPr>
            <a:xfrm>
              <a:off x="7496276" y="2220010"/>
              <a:ext cx="71895" cy="71895"/>
            </a:xfrm>
            <a:prstGeom prst="ellipse">
              <a:avLst/>
            </a:prstGeom>
            <a:solidFill>
              <a:srgbClr val="DA9F6D">
                <a:alpha val="100000"/>
              </a:srgbClr>
            </a:solidFill>
            <a:ln w="12272" cap="rnd">
              <a:solidFill>
                <a:srgbClr val="DA9F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t341"/>
            <p:cNvSpPr/>
            <p:nvPr/>
          </p:nvSpPr>
          <p:spPr>
            <a:xfrm>
              <a:off x="7496126" y="2178627"/>
              <a:ext cx="71895" cy="71895"/>
            </a:xfrm>
            <a:prstGeom prst="ellipse">
              <a:avLst/>
            </a:prstGeom>
            <a:solidFill>
              <a:srgbClr val="DA9F6D">
                <a:alpha val="100000"/>
              </a:srgbClr>
            </a:solidFill>
            <a:ln w="12272" cap="rnd">
              <a:solidFill>
                <a:srgbClr val="DA9F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t342"/>
            <p:cNvSpPr/>
            <p:nvPr/>
          </p:nvSpPr>
          <p:spPr>
            <a:xfrm>
              <a:off x="7520305" y="2161273"/>
              <a:ext cx="71895" cy="71895"/>
            </a:xfrm>
            <a:prstGeom prst="ellipse">
              <a:avLst/>
            </a:prstGeom>
            <a:solidFill>
              <a:srgbClr val="DA9F6D">
                <a:alpha val="100000"/>
              </a:srgbClr>
            </a:solidFill>
            <a:ln w="12272" cap="rnd">
              <a:solidFill>
                <a:srgbClr val="DA9F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t343"/>
            <p:cNvSpPr/>
            <p:nvPr/>
          </p:nvSpPr>
          <p:spPr>
            <a:xfrm>
              <a:off x="7537659" y="2103112"/>
              <a:ext cx="71895" cy="71895"/>
            </a:xfrm>
            <a:prstGeom prst="ellipse">
              <a:avLst/>
            </a:prstGeom>
            <a:solidFill>
              <a:srgbClr val="DA9F6D">
                <a:alpha val="100000"/>
              </a:srgbClr>
            </a:solidFill>
            <a:ln w="12272" cap="rnd">
              <a:solidFill>
                <a:srgbClr val="DA9F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tx344"/>
            <p:cNvSpPr/>
            <p:nvPr/>
          </p:nvSpPr>
          <p:spPr>
            <a:xfrm>
              <a:off x="7452968" y="2166122"/>
              <a:ext cx="96096" cy="477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2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2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345" name="tx345"/>
            <p:cNvSpPr/>
            <p:nvPr/>
          </p:nvSpPr>
          <p:spPr>
            <a:xfrm>
              <a:off x="7415990" y="2055681"/>
              <a:ext cx="133074" cy="477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2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2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346" name="tx346"/>
            <p:cNvSpPr/>
            <p:nvPr/>
          </p:nvSpPr>
          <p:spPr>
            <a:xfrm>
              <a:off x="7379012" y="1945239"/>
              <a:ext cx="170051" cy="477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2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2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  <p:sp>
          <p:nvSpPr>
            <p:cNvPr id="347" name="rc347"/>
            <p:cNvSpPr/>
            <p:nvPr/>
          </p:nvSpPr>
          <p:spPr>
            <a:xfrm>
              <a:off x="69589" y="2589147"/>
              <a:ext cx="3001607" cy="90709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348" name="rc348"/>
            <p:cNvSpPr/>
            <p:nvPr/>
          </p:nvSpPr>
          <p:spPr>
            <a:xfrm>
              <a:off x="69589" y="2679856"/>
              <a:ext cx="3001607" cy="74914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9" name="rc349"/>
            <p:cNvSpPr/>
            <p:nvPr/>
          </p:nvSpPr>
          <p:spPr>
            <a:xfrm>
              <a:off x="120199" y="2589147"/>
              <a:ext cx="2900386" cy="90709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0" name="tx350"/>
            <p:cNvSpPr/>
            <p:nvPr/>
          </p:nvSpPr>
          <p:spPr>
            <a:xfrm>
              <a:off x="1172766" y="2577052"/>
              <a:ext cx="795252" cy="1094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Galliformes</a:t>
              </a:r>
            </a:p>
          </p:txBody>
        </p:sp>
        <p:sp>
          <p:nvSpPr>
            <p:cNvPr id="351" name="rc351"/>
            <p:cNvSpPr/>
            <p:nvPr/>
          </p:nvSpPr>
          <p:spPr>
            <a:xfrm>
              <a:off x="1165440" y="2730466"/>
              <a:ext cx="809903" cy="64792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2" name="tx352"/>
            <p:cNvSpPr/>
            <p:nvPr/>
          </p:nvSpPr>
          <p:spPr>
            <a:xfrm>
              <a:off x="864629" y="3210729"/>
              <a:ext cx="506189" cy="82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353" name="tx353"/>
            <p:cNvSpPr/>
            <p:nvPr/>
          </p:nvSpPr>
          <p:spPr>
            <a:xfrm>
              <a:off x="1041225" y="3013379"/>
              <a:ext cx="246928" cy="79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354" name="tx354"/>
            <p:cNvSpPr/>
            <p:nvPr/>
          </p:nvSpPr>
          <p:spPr>
            <a:xfrm>
              <a:off x="882838" y="2813541"/>
              <a:ext cx="487981" cy="801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355" name="pl355"/>
            <p:cNvSpPr/>
            <p:nvPr/>
          </p:nvSpPr>
          <p:spPr>
            <a:xfrm>
              <a:off x="1545851" y="3029885"/>
              <a:ext cx="49084" cy="49084"/>
            </a:xfrm>
            <a:custGeom>
              <a:avLst/>
              <a:pathLst>
                <a:path w="49084" h="49084">
                  <a:moveTo>
                    <a:pt x="49084" y="24542"/>
                  </a:moveTo>
                  <a:lnTo>
                    <a:pt x="49080" y="24112"/>
                  </a:lnTo>
                  <a:lnTo>
                    <a:pt x="49069" y="23683"/>
                  </a:lnTo>
                  <a:lnTo>
                    <a:pt x="49050" y="23254"/>
                  </a:lnTo>
                  <a:lnTo>
                    <a:pt x="49024" y="22825"/>
                  </a:lnTo>
                  <a:lnTo>
                    <a:pt x="48990" y="22397"/>
                  </a:lnTo>
                  <a:lnTo>
                    <a:pt x="48948" y="21969"/>
                  </a:lnTo>
                  <a:lnTo>
                    <a:pt x="48900" y="21543"/>
                  </a:lnTo>
                  <a:lnTo>
                    <a:pt x="48843" y="21117"/>
                  </a:lnTo>
                  <a:lnTo>
                    <a:pt x="48780" y="20692"/>
                  </a:lnTo>
                  <a:lnTo>
                    <a:pt x="48709" y="20268"/>
                  </a:lnTo>
                  <a:lnTo>
                    <a:pt x="48630" y="19846"/>
                  </a:lnTo>
                  <a:lnTo>
                    <a:pt x="48544" y="19425"/>
                  </a:lnTo>
                  <a:lnTo>
                    <a:pt x="48451" y="19006"/>
                  </a:lnTo>
                  <a:lnTo>
                    <a:pt x="48351" y="18588"/>
                  </a:lnTo>
                  <a:lnTo>
                    <a:pt x="48243" y="18172"/>
                  </a:lnTo>
                  <a:lnTo>
                    <a:pt x="48128" y="17759"/>
                  </a:lnTo>
                  <a:lnTo>
                    <a:pt x="48005" y="17347"/>
                  </a:lnTo>
                  <a:lnTo>
                    <a:pt x="47876" y="16937"/>
                  </a:lnTo>
                  <a:lnTo>
                    <a:pt x="47739" y="16530"/>
                  </a:lnTo>
                  <a:lnTo>
                    <a:pt x="47595" y="16125"/>
                  </a:lnTo>
                  <a:lnTo>
                    <a:pt x="47445" y="15723"/>
                  </a:lnTo>
                  <a:lnTo>
                    <a:pt x="47287" y="15324"/>
                  </a:lnTo>
                  <a:lnTo>
                    <a:pt x="47122" y="14927"/>
                  </a:lnTo>
                  <a:lnTo>
                    <a:pt x="46950" y="14533"/>
                  </a:lnTo>
                  <a:lnTo>
                    <a:pt x="46772" y="14143"/>
                  </a:lnTo>
                  <a:lnTo>
                    <a:pt x="46586" y="13755"/>
                  </a:lnTo>
                  <a:lnTo>
                    <a:pt x="46394" y="13371"/>
                  </a:lnTo>
                  <a:lnTo>
                    <a:pt x="46195" y="12990"/>
                  </a:lnTo>
                  <a:lnTo>
                    <a:pt x="45990" y="12613"/>
                  </a:lnTo>
                  <a:lnTo>
                    <a:pt x="45778" y="12240"/>
                  </a:lnTo>
                  <a:lnTo>
                    <a:pt x="45559" y="11870"/>
                  </a:lnTo>
                  <a:lnTo>
                    <a:pt x="45334" y="11504"/>
                  </a:lnTo>
                  <a:lnTo>
                    <a:pt x="45103" y="11142"/>
                  </a:lnTo>
                  <a:lnTo>
                    <a:pt x="44865" y="10784"/>
                  </a:lnTo>
                  <a:lnTo>
                    <a:pt x="44621" y="10431"/>
                  </a:lnTo>
                  <a:lnTo>
                    <a:pt x="44371" y="10081"/>
                  </a:lnTo>
                  <a:lnTo>
                    <a:pt x="44115" y="9737"/>
                  </a:lnTo>
                  <a:lnTo>
                    <a:pt x="43853" y="9396"/>
                  </a:lnTo>
                  <a:lnTo>
                    <a:pt x="43585" y="9061"/>
                  </a:lnTo>
                  <a:lnTo>
                    <a:pt x="43311" y="8730"/>
                  </a:lnTo>
                  <a:lnTo>
                    <a:pt x="43031" y="8404"/>
                  </a:lnTo>
                  <a:lnTo>
                    <a:pt x="42746" y="8082"/>
                  </a:lnTo>
                  <a:lnTo>
                    <a:pt x="42455" y="7766"/>
                  </a:lnTo>
                  <a:lnTo>
                    <a:pt x="42159" y="7455"/>
                  </a:lnTo>
                  <a:lnTo>
                    <a:pt x="41857" y="7150"/>
                  </a:lnTo>
                  <a:lnTo>
                    <a:pt x="41550" y="6849"/>
                  </a:lnTo>
                  <a:lnTo>
                    <a:pt x="41238" y="6554"/>
                  </a:lnTo>
                  <a:lnTo>
                    <a:pt x="40921" y="6265"/>
                  </a:lnTo>
                  <a:lnTo>
                    <a:pt x="40598" y="5981"/>
                  </a:lnTo>
                  <a:lnTo>
                    <a:pt x="40271" y="5703"/>
                  </a:lnTo>
                  <a:lnTo>
                    <a:pt x="39939" y="5430"/>
                  </a:lnTo>
                  <a:lnTo>
                    <a:pt x="39602" y="5164"/>
                  </a:lnTo>
                  <a:lnTo>
                    <a:pt x="39261" y="4903"/>
                  </a:lnTo>
                  <a:lnTo>
                    <a:pt x="38915" y="4649"/>
                  </a:lnTo>
                  <a:lnTo>
                    <a:pt x="38564" y="4400"/>
                  </a:lnTo>
                  <a:lnTo>
                    <a:pt x="38210" y="4158"/>
                  </a:lnTo>
                  <a:lnTo>
                    <a:pt x="37851" y="3922"/>
                  </a:lnTo>
                  <a:lnTo>
                    <a:pt x="37488" y="3692"/>
                  </a:lnTo>
                  <a:lnTo>
                    <a:pt x="37121" y="3469"/>
                  </a:lnTo>
                  <a:lnTo>
                    <a:pt x="36750" y="3252"/>
                  </a:lnTo>
                  <a:lnTo>
                    <a:pt x="36376" y="3041"/>
                  </a:lnTo>
                  <a:lnTo>
                    <a:pt x="35998" y="2837"/>
                  </a:lnTo>
                  <a:lnTo>
                    <a:pt x="35616" y="2640"/>
                  </a:lnTo>
                  <a:lnTo>
                    <a:pt x="35231" y="2450"/>
                  </a:lnTo>
                  <a:lnTo>
                    <a:pt x="34843" y="2266"/>
                  </a:lnTo>
                  <a:lnTo>
                    <a:pt x="34451" y="2089"/>
                  </a:lnTo>
                  <a:lnTo>
                    <a:pt x="34057" y="1919"/>
                  </a:lnTo>
                  <a:lnTo>
                    <a:pt x="33660" y="1756"/>
                  </a:lnTo>
                  <a:lnTo>
                    <a:pt x="33259" y="1600"/>
                  </a:lnTo>
                  <a:lnTo>
                    <a:pt x="32857" y="1451"/>
                  </a:lnTo>
                  <a:lnTo>
                    <a:pt x="32451" y="1309"/>
                  </a:lnTo>
                  <a:lnTo>
                    <a:pt x="32043" y="1174"/>
                  </a:lnTo>
                  <a:lnTo>
                    <a:pt x="31633" y="1046"/>
                  </a:lnTo>
                  <a:lnTo>
                    <a:pt x="31221" y="926"/>
                  </a:lnTo>
                  <a:lnTo>
                    <a:pt x="30807" y="813"/>
                  </a:lnTo>
                  <a:lnTo>
                    <a:pt x="30390" y="707"/>
                  </a:lnTo>
                  <a:lnTo>
                    <a:pt x="29972" y="608"/>
                  </a:lnTo>
                  <a:lnTo>
                    <a:pt x="29553" y="516"/>
                  </a:lnTo>
                  <a:lnTo>
                    <a:pt x="29131" y="432"/>
                  </a:lnTo>
                  <a:lnTo>
                    <a:pt x="28709" y="356"/>
                  </a:lnTo>
                  <a:lnTo>
                    <a:pt x="28285" y="286"/>
                  </a:lnTo>
                  <a:lnTo>
                    <a:pt x="27860" y="225"/>
                  </a:lnTo>
                  <a:lnTo>
                    <a:pt x="27434" y="170"/>
                  </a:lnTo>
                  <a:lnTo>
                    <a:pt x="27007" y="123"/>
                  </a:lnTo>
                  <a:lnTo>
                    <a:pt x="26579" y="84"/>
                  </a:lnTo>
                  <a:lnTo>
                    <a:pt x="26151" y="52"/>
                  </a:lnTo>
                  <a:lnTo>
                    <a:pt x="25722" y="28"/>
                  </a:lnTo>
                  <a:lnTo>
                    <a:pt x="25293" y="11"/>
                  </a:lnTo>
                  <a:lnTo>
                    <a:pt x="24863" y="1"/>
                  </a:lnTo>
                  <a:lnTo>
                    <a:pt x="24434" y="0"/>
                  </a:lnTo>
                  <a:lnTo>
                    <a:pt x="24004" y="5"/>
                  </a:lnTo>
                  <a:lnTo>
                    <a:pt x="23575" y="18"/>
                  </a:lnTo>
                  <a:lnTo>
                    <a:pt x="23146" y="39"/>
                  </a:lnTo>
                  <a:lnTo>
                    <a:pt x="22717" y="67"/>
                  </a:lnTo>
                  <a:lnTo>
                    <a:pt x="22289" y="103"/>
                  </a:lnTo>
                  <a:lnTo>
                    <a:pt x="21862" y="146"/>
                  </a:lnTo>
                  <a:lnTo>
                    <a:pt x="21435" y="197"/>
                  </a:lnTo>
                  <a:lnTo>
                    <a:pt x="21010" y="255"/>
                  </a:lnTo>
                  <a:lnTo>
                    <a:pt x="20585" y="320"/>
                  </a:lnTo>
                  <a:lnTo>
                    <a:pt x="20162" y="393"/>
                  </a:lnTo>
                  <a:lnTo>
                    <a:pt x="19740" y="473"/>
                  </a:lnTo>
                  <a:lnTo>
                    <a:pt x="19319" y="561"/>
                  </a:lnTo>
                  <a:lnTo>
                    <a:pt x="18901" y="656"/>
                  </a:lnTo>
                  <a:lnTo>
                    <a:pt x="18483" y="759"/>
                  </a:lnTo>
                  <a:lnTo>
                    <a:pt x="18068" y="868"/>
                  </a:lnTo>
                  <a:lnTo>
                    <a:pt x="17655" y="985"/>
                  </a:lnTo>
                  <a:lnTo>
                    <a:pt x="17244" y="1109"/>
                  </a:lnTo>
                  <a:lnTo>
                    <a:pt x="16835" y="1241"/>
                  </a:lnTo>
                  <a:lnTo>
                    <a:pt x="16428" y="1379"/>
                  </a:lnTo>
                  <a:lnTo>
                    <a:pt x="16024" y="1525"/>
                  </a:lnTo>
                  <a:lnTo>
                    <a:pt x="15622" y="1677"/>
                  </a:lnTo>
                  <a:lnTo>
                    <a:pt x="15224" y="1837"/>
                  </a:lnTo>
                  <a:lnTo>
                    <a:pt x="14828" y="2003"/>
                  </a:lnTo>
                  <a:lnTo>
                    <a:pt x="14435" y="2177"/>
                  </a:lnTo>
                  <a:lnTo>
                    <a:pt x="14045" y="2357"/>
                  </a:lnTo>
                  <a:lnTo>
                    <a:pt x="13658" y="2544"/>
                  </a:lnTo>
                  <a:lnTo>
                    <a:pt x="13275" y="2738"/>
                  </a:lnTo>
                  <a:lnTo>
                    <a:pt x="12895" y="2938"/>
                  </a:lnTo>
                  <a:lnTo>
                    <a:pt x="12519" y="3146"/>
                  </a:lnTo>
                  <a:lnTo>
                    <a:pt x="12146" y="3359"/>
                  </a:lnTo>
                  <a:lnTo>
                    <a:pt x="11777" y="3579"/>
                  </a:lnTo>
                  <a:lnTo>
                    <a:pt x="11412" y="3806"/>
                  </a:lnTo>
                  <a:lnTo>
                    <a:pt x="11051" y="4039"/>
                  </a:lnTo>
                  <a:lnTo>
                    <a:pt x="10695" y="4278"/>
                  </a:lnTo>
                  <a:lnTo>
                    <a:pt x="10342" y="4524"/>
                  </a:lnTo>
                  <a:lnTo>
                    <a:pt x="9994" y="4775"/>
                  </a:lnTo>
                  <a:lnTo>
                    <a:pt x="9650" y="5033"/>
                  </a:lnTo>
                  <a:lnTo>
                    <a:pt x="9311" y="5296"/>
                  </a:lnTo>
                  <a:lnTo>
                    <a:pt x="8977" y="5566"/>
                  </a:lnTo>
                  <a:lnTo>
                    <a:pt x="8647" y="5841"/>
                  </a:lnTo>
                  <a:lnTo>
                    <a:pt x="8322" y="6122"/>
                  </a:lnTo>
                  <a:lnTo>
                    <a:pt x="8002" y="6409"/>
                  </a:lnTo>
                  <a:lnTo>
                    <a:pt x="7687" y="6701"/>
                  </a:lnTo>
                  <a:lnTo>
                    <a:pt x="7378" y="6999"/>
                  </a:lnTo>
                  <a:lnTo>
                    <a:pt x="7073" y="7302"/>
                  </a:lnTo>
                  <a:lnTo>
                    <a:pt x="6774" y="7610"/>
                  </a:lnTo>
                  <a:lnTo>
                    <a:pt x="6481" y="7924"/>
                  </a:lnTo>
                  <a:lnTo>
                    <a:pt x="6193" y="8242"/>
                  </a:lnTo>
                  <a:lnTo>
                    <a:pt x="5910" y="8566"/>
                  </a:lnTo>
                  <a:lnTo>
                    <a:pt x="5633" y="8894"/>
                  </a:lnTo>
                  <a:lnTo>
                    <a:pt x="5363" y="9228"/>
                  </a:lnTo>
                  <a:lnTo>
                    <a:pt x="5097" y="9566"/>
                  </a:lnTo>
                  <a:lnTo>
                    <a:pt x="4838" y="9908"/>
                  </a:lnTo>
                  <a:lnTo>
                    <a:pt x="4585" y="10255"/>
                  </a:lnTo>
                  <a:lnTo>
                    <a:pt x="4338" y="10607"/>
                  </a:lnTo>
                  <a:lnTo>
                    <a:pt x="4098" y="10963"/>
                  </a:lnTo>
                  <a:lnTo>
                    <a:pt x="3863" y="11322"/>
                  </a:lnTo>
                  <a:lnTo>
                    <a:pt x="3635" y="11686"/>
                  </a:lnTo>
                  <a:lnTo>
                    <a:pt x="3413" y="12054"/>
                  </a:lnTo>
                  <a:lnTo>
                    <a:pt x="3198" y="12426"/>
                  </a:lnTo>
                  <a:lnTo>
                    <a:pt x="2989" y="12801"/>
                  </a:lnTo>
                  <a:lnTo>
                    <a:pt x="2787" y="13180"/>
                  </a:lnTo>
                  <a:lnTo>
                    <a:pt x="2591" y="13563"/>
                  </a:lnTo>
                  <a:lnTo>
                    <a:pt x="2402" y="13949"/>
                  </a:lnTo>
                  <a:lnTo>
                    <a:pt x="2220" y="14338"/>
                  </a:lnTo>
                  <a:lnTo>
                    <a:pt x="2045" y="14730"/>
                  </a:lnTo>
                  <a:lnTo>
                    <a:pt x="1877" y="15125"/>
                  </a:lnTo>
                  <a:lnTo>
                    <a:pt x="1716" y="15523"/>
                  </a:lnTo>
                  <a:lnTo>
                    <a:pt x="1561" y="15924"/>
                  </a:lnTo>
                  <a:lnTo>
                    <a:pt x="1414" y="16327"/>
                  </a:lnTo>
                  <a:lnTo>
                    <a:pt x="1274" y="16733"/>
                  </a:lnTo>
                  <a:lnTo>
                    <a:pt x="1141" y="17142"/>
                  </a:lnTo>
                  <a:lnTo>
                    <a:pt x="1015" y="17552"/>
                  </a:lnTo>
                  <a:lnTo>
                    <a:pt x="896" y="17965"/>
                  </a:lnTo>
                  <a:lnTo>
                    <a:pt x="785" y="18380"/>
                  </a:lnTo>
                  <a:lnTo>
                    <a:pt x="680" y="18797"/>
                  </a:lnTo>
                  <a:lnTo>
                    <a:pt x="584" y="19215"/>
                  </a:lnTo>
                  <a:lnTo>
                    <a:pt x="494" y="19635"/>
                  </a:lnTo>
                  <a:lnTo>
                    <a:pt x="412" y="20057"/>
                  </a:lnTo>
                  <a:lnTo>
                    <a:pt x="337" y="20480"/>
                  </a:lnTo>
                  <a:lnTo>
                    <a:pt x="270" y="20904"/>
                  </a:lnTo>
                  <a:lnTo>
                    <a:pt x="210" y="21329"/>
                  </a:lnTo>
                  <a:lnTo>
                    <a:pt x="157" y="21756"/>
                  </a:lnTo>
                  <a:lnTo>
                    <a:pt x="112" y="22183"/>
                  </a:lnTo>
                  <a:lnTo>
                    <a:pt x="75" y="22611"/>
                  </a:lnTo>
                  <a:lnTo>
                    <a:pt x="45" y="23039"/>
                  </a:lnTo>
                  <a:lnTo>
                    <a:pt x="22" y="23468"/>
                  </a:lnTo>
                  <a:lnTo>
                    <a:pt x="7" y="23898"/>
                  </a:lnTo>
                  <a:lnTo>
                    <a:pt x="0" y="24327"/>
                  </a:lnTo>
                  <a:lnTo>
                    <a:pt x="0" y="24757"/>
                  </a:lnTo>
                  <a:lnTo>
                    <a:pt x="7" y="25186"/>
                  </a:lnTo>
                  <a:lnTo>
                    <a:pt x="22" y="25615"/>
                  </a:lnTo>
                  <a:lnTo>
                    <a:pt x="45" y="26044"/>
                  </a:lnTo>
                  <a:lnTo>
                    <a:pt x="75" y="26473"/>
                  </a:lnTo>
                  <a:lnTo>
                    <a:pt x="112" y="26901"/>
                  </a:lnTo>
                  <a:lnTo>
                    <a:pt x="157" y="27328"/>
                  </a:lnTo>
                  <a:lnTo>
                    <a:pt x="210" y="27754"/>
                  </a:lnTo>
                  <a:lnTo>
                    <a:pt x="270" y="28179"/>
                  </a:lnTo>
                  <a:lnTo>
                    <a:pt x="337" y="28604"/>
                  </a:lnTo>
                  <a:lnTo>
                    <a:pt x="412" y="29027"/>
                  </a:lnTo>
                  <a:lnTo>
                    <a:pt x="494" y="29448"/>
                  </a:lnTo>
                  <a:lnTo>
                    <a:pt x="584" y="29868"/>
                  </a:lnTo>
                  <a:lnTo>
                    <a:pt x="680" y="30287"/>
                  </a:lnTo>
                  <a:lnTo>
                    <a:pt x="785" y="30704"/>
                  </a:lnTo>
                  <a:lnTo>
                    <a:pt x="896" y="31118"/>
                  </a:lnTo>
                  <a:lnTo>
                    <a:pt x="1015" y="31531"/>
                  </a:lnTo>
                  <a:lnTo>
                    <a:pt x="1141" y="31942"/>
                  </a:lnTo>
                  <a:lnTo>
                    <a:pt x="1274" y="32350"/>
                  </a:lnTo>
                  <a:lnTo>
                    <a:pt x="1414" y="32756"/>
                  </a:lnTo>
                  <a:lnTo>
                    <a:pt x="1561" y="33160"/>
                  </a:lnTo>
                  <a:lnTo>
                    <a:pt x="1716" y="33561"/>
                  </a:lnTo>
                  <a:lnTo>
                    <a:pt x="1877" y="33959"/>
                  </a:lnTo>
                  <a:lnTo>
                    <a:pt x="2045" y="34354"/>
                  </a:lnTo>
                  <a:lnTo>
                    <a:pt x="2220" y="34746"/>
                  </a:lnTo>
                  <a:lnTo>
                    <a:pt x="2402" y="35135"/>
                  </a:lnTo>
                  <a:lnTo>
                    <a:pt x="2591" y="35521"/>
                  </a:lnTo>
                  <a:lnTo>
                    <a:pt x="2787" y="35903"/>
                  </a:lnTo>
                  <a:lnTo>
                    <a:pt x="2989" y="36282"/>
                  </a:lnTo>
                  <a:lnTo>
                    <a:pt x="3198" y="36658"/>
                  </a:lnTo>
                  <a:lnTo>
                    <a:pt x="3413" y="37029"/>
                  </a:lnTo>
                  <a:lnTo>
                    <a:pt x="3635" y="37397"/>
                  </a:lnTo>
                  <a:lnTo>
                    <a:pt x="3863" y="37761"/>
                  </a:lnTo>
                  <a:lnTo>
                    <a:pt x="4098" y="38121"/>
                  </a:lnTo>
                  <a:lnTo>
                    <a:pt x="4338" y="38477"/>
                  </a:lnTo>
                  <a:lnTo>
                    <a:pt x="4585" y="38828"/>
                  </a:lnTo>
                  <a:lnTo>
                    <a:pt x="4838" y="39175"/>
                  </a:lnTo>
                  <a:lnTo>
                    <a:pt x="5097" y="39518"/>
                  </a:lnTo>
                  <a:lnTo>
                    <a:pt x="5363" y="39856"/>
                  </a:lnTo>
                  <a:lnTo>
                    <a:pt x="5633" y="40189"/>
                  </a:lnTo>
                  <a:lnTo>
                    <a:pt x="5910" y="40518"/>
                  </a:lnTo>
                  <a:lnTo>
                    <a:pt x="6193" y="40841"/>
                  </a:lnTo>
                  <a:lnTo>
                    <a:pt x="6481" y="41160"/>
                  </a:lnTo>
                  <a:lnTo>
                    <a:pt x="6774" y="41473"/>
                  </a:lnTo>
                  <a:lnTo>
                    <a:pt x="7073" y="41782"/>
                  </a:lnTo>
                  <a:lnTo>
                    <a:pt x="7378" y="42085"/>
                  </a:lnTo>
                  <a:lnTo>
                    <a:pt x="7687" y="42382"/>
                  </a:lnTo>
                  <a:lnTo>
                    <a:pt x="8002" y="42675"/>
                  </a:lnTo>
                  <a:lnTo>
                    <a:pt x="8322" y="42961"/>
                  </a:lnTo>
                  <a:lnTo>
                    <a:pt x="8647" y="43242"/>
                  </a:lnTo>
                  <a:lnTo>
                    <a:pt x="8977" y="43518"/>
                  </a:lnTo>
                  <a:lnTo>
                    <a:pt x="9311" y="43787"/>
                  </a:lnTo>
                  <a:lnTo>
                    <a:pt x="9650" y="44051"/>
                  </a:lnTo>
                  <a:lnTo>
                    <a:pt x="9994" y="44308"/>
                  </a:lnTo>
                  <a:lnTo>
                    <a:pt x="10342" y="44560"/>
                  </a:lnTo>
                  <a:lnTo>
                    <a:pt x="10695" y="44805"/>
                  </a:lnTo>
                  <a:lnTo>
                    <a:pt x="11051" y="45045"/>
                  </a:lnTo>
                  <a:lnTo>
                    <a:pt x="11412" y="45278"/>
                  </a:lnTo>
                  <a:lnTo>
                    <a:pt x="11777" y="45504"/>
                  </a:lnTo>
                  <a:lnTo>
                    <a:pt x="12146" y="45724"/>
                  </a:lnTo>
                  <a:lnTo>
                    <a:pt x="12519" y="45938"/>
                  </a:lnTo>
                  <a:lnTo>
                    <a:pt x="12895" y="46145"/>
                  </a:lnTo>
                  <a:lnTo>
                    <a:pt x="13275" y="46346"/>
                  </a:lnTo>
                  <a:lnTo>
                    <a:pt x="13658" y="46539"/>
                  </a:lnTo>
                  <a:lnTo>
                    <a:pt x="14045" y="46727"/>
                  </a:lnTo>
                  <a:lnTo>
                    <a:pt x="14435" y="46907"/>
                  </a:lnTo>
                  <a:lnTo>
                    <a:pt x="14828" y="47080"/>
                  </a:lnTo>
                  <a:lnTo>
                    <a:pt x="15224" y="47247"/>
                  </a:lnTo>
                  <a:lnTo>
                    <a:pt x="15622" y="47406"/>
                  </a:lnTo>
                  <a:lnTo>
                    <a:pt x="16024" y="47559"/>
                  </a:lnTo>
                  <a:lnTo>
                    <a:pt x="16428" y="47705"/>
                  </a:lnTo>
                  <a:lnTo>
                    <a:pt x="16835" y="47843"/>
                  </a:lnTo>
                  <a:lnTo>
                    <a:pt x="17244" y="47974"/>
                  </a:lnTo>
                  <a:lnTo>
                    <a:pt x="17655" y="48098"/>
                  </a:lnTo>
                  <a:lnTo>
                    <a:pt x="18068" y="48215"/>
                  </a:lnTo>
                  <a:lnTo>
                    <a:pt x="18483" y="48325"/>
                  </a:lnTo>
                  <a:lnTo>
                    <a:pt x="18901" y="48427"/>
                  </a:lnTo>
                  <a:lnTo>
                    <a:pt x="19319" y="48522"/>
                  </a:lnTo>
                  <a:lnTo>
                    <a:pt x="19740" y="48610"/>
                  </a:lnTo>
                  <a:lnTo>
                    <a:pt x="20162" y="48690"/>
                  </a:lnTo>
                  <a:lnTo>
                    <a:pt x="20585" y="48763"/>
                  </a:lnTo>
                  <a:lnTo>
                    <a:pt x="21010" y="48829"/>
                  </a:lnTo>
                  <a:lnTo>
                    <a:pt x="21435" y="48887"/>
                  </a:lnTo>
                  <a:lnTo>
                    <a:pt x="21862" y="48938"/>
                  </a:lnTo>
                  <a:lnTo>
                    <a:pt x="22289" y="48981"/>
                  </a:lnTo>
                  <a:lnTo>
                    <a:pt x="22717" y="49016"/>
                  </a:lnTo>
                  <a:lnTo>
                    <a:pt x="23146" y="49045"/>
                  </a:lnTo>
                  <a:lnTo>
                    <a:pt x="23575" y="49065"/>
                  </a:lnTo>
                  <a:lnTo>
                    <a:pt x="24004" y="49078"/>
                  </a:lnTo>
                  <a:lnTo>
                    <a:pt x="24434" y="49084"/>
                  </a:lnTo>
                  <a:lnTo>
                    <a:pt x="24863" y="49082"/>
                  </a:lnTo>
                  <a:lnTo>
                    <a:pt x="25293" y="49073"/>
                  </a:lnTo>
                  <a:lnTo>
                    <a:pt x="25722" y="49056"/>
                  </a:lnTo>
                  <a:lnTo>
                    <a:pt x="26151" y="49032"/>
                  </a:lnTo>
                  <a:lnTo>
                    <a:pt x="26579" y="49000"/>
                  </a:lnTo>
                  <a:lnTo>
                    <a:pt x="27007" y="48960"/>
                  </a:lnTo>
                  <a:lnTo>
                    <a:pt x="27434" y="48913"/>
                  </a:lnTo>
                  <a:lnTo>
                    <a:pt x="27860" y="48859"/>
                  </a:lnTo>
                  <a:lnTo>
                    <a:pt x="28285" y="48797"/>
                  </a:lnTo>
                  <a:lnTo>
                    <a:pt x="28709" y="48728"/>
                  </a:lnTo>
                  <a:lnTo>
                    <a:pt x="29131" y="48651"/>
                  </a:lnTo>
                  <a:lnTo>
                    <a:pt x="29553" y="48567"/>
                  </a:lnTo>
                  <a:lnTo>
                    <a:pt x="29972" y="48476"/>
                  </a:lnTo>
                  <a:lnTo>
                    <a:pt x="30390" y="48377"/>
                  </a:lnTo>
                  <a:lnTo>
                    <a:pt x="30807" y="48271"/>
                  </a:lnTo>
                  <a:lnTo>
                    <a:pt x="31221" y="48158"/>
                  </a:lnTo>
                  <a:lnTo>
                    <a:pt x="31633" y="48037"/>
                  </a:lnTo>
                  <a:lnTo>
                    <a:pt x="32043" y="47910"/>
                  </a:lnTo>
                  <a:lnTo>
                    <a:pt x="32451" y="47775"/>
                  </a:lnTo>
                  <a:lnTo>
                    <a:pt x="32857" y="47633"/>
                  </a:lnTo>
                  <a:lnTo>
                    <a:pt x="33259" y="47484"/>
                  </a:lnTo>
                  <a:lnTo>
                    <a:pt x="33660" y="47328"/>
                  </a:lnTo>
                  <a:lnTo>
                    <a:pt x="34057" y="47164"/>
                  </a:lnTo>
                  <a:lnTo>
                    <a:pt x="34451" y="46994"/>
                  </a:lnTo>
                  <a:lnTo>
                    <a:pt x="34843" y="46818"/>
                  </a:lnTo>
                  <a:lnTo>
                    <a:pt x="35231" y="46634"/>
                  </a:lnTo>
                  <a:lnTo>
                    <a:pt x="35616" y="46443"/>
                  </a:lnTo>
                  <a:lnTo>
                    <a:pt x="35998" y="46246"/>
                  </a:lnTo>
                  <a:lnTo>
                    <a:pt x="36376" y="46042"/>
                  </a:lnTo>
                  <a:lnTo>
                    <a:pt x="36750" y="45832"/>
                  </a:lnTo>
                  <a:lnTo>
                    <a:pt x="37121" y="45615"/>
                  </a:lnTo>
                  <a:lnTo>
                    <a:pt x="37488" y="45392"/>
                  </a:lnTo>
                  <a:lnTo>
                    <a:pt x="37851" y="45162"/>
                  </a:lnTo>
                  <a:lnTo>
                    <a:pt x="38210" y="44926"/>
                  </a:lnTo>
                  <a:lnTo>
                    <a:pt x="38564" y="44683"/>
                  </a:lnTo>
                  <a:lnTo>
                    <a:pt x="38915" y="44435"/>
                  </a:lnTo>
                  <a:lnTo>
                    <a:pt x="39261" y="44180"/>
                  </a:lnTo>
                  <a:lnTo>
                    <a:pt x="39602" y="43920"/>
                  </a:lnTo>
                  <a:lnTo>
                    <a:pt x="39939" y="43653"/>
                  </a:lnTo>
                  <a:lnTo>
                    <a:pt x="40271" y="43381"/>
                  </a:lnTo>
                  <a:lnTo>
                    <a:pt x="40598" y="43103"/>
                  </a:lnTo>
                  <a:lnTo>
                    <a:pt x="40921" y="42819"/>
                  </a:lnTo>
                  <a:lnTo>
                    <a:pt x="41238" y="42529"/>
                  </a:lnTo>
                  <a:lnTo>
                    <a:pt x="41550" y="42234"/>
                  </a:lnTo>
                  <a:lnTo>
                    <a:pt x="41857" y="41934"/>
                  </a:lnTo>
                  <a:lnTo>
                    <a:pt x="42159" y="41628"/>
                  </a:lnTo>
                  <a:lnTo>
                    <a:pt x="42455" y="41317"/>
                  </a:lnTo>
                  <a:lnTo>
                    <a:pt x="42746" y="41001"/>
                  </a:lnTo>
                  <a:lnTo>
                    <a:pt x="43031" y="40680"/>
                  </a:lnTo>
                  <a:lnTo>
                    <a:pt x="43311" y="40354"/>
                  </a:lnTo>
                  <a:lnTo>
                    <a:pt x="43585" y="40023"/>
                  </a:lnTo>
                  <a:lnTo>
                    <a:pt x="43853" y="39687"/>
                  </a:lnTo>
                  <a:lnTo>
                    <a:pt x="44115" y="39347"/>
                  </a:lnTo>
                  <a:lnTo>
                    <a:pt x="44371" y="39002"/>
                  </a:lnTo>
                  <a:lnTo>
                    <a:pt x="44621" y="38653"/>
                  </a:lnTo>
                  <a:lnTo>
                    <a:pt x="44865" y="38299"/>
                  </a:lnTo>
                  <a:lnTo>
                    <a:pt x="45103" y="37942"/>
                  </a:lnTo>
                  <a:lnTo>
                    <a:pt x="45334" y="37580"/>
                  </a:lnTo>
                  <a:lnTo>
                    <a:pt x="45559" y="37214"/>
                  </a:lnTo>
                  <a:lnTo>
                    <a:pt x="45778" y="36844"/>
                  </a:lnTo>
                  <a:lnTo>
                    <a:pt x="45990" y="36471"/>
                  </a:lnTo>
                  <a:lnTo>
                    <a:pt x="46195" y="36093"/>
                  </a:lnTo>
                  <a:lnTo>
                    <a:pt x="46394" y="35713"/>
                  </a:lnTo>
                  <a:lnTo>
                    <a:pt x="46586" y="35328"/>
                  </a:lnTo>
                  <a:lnTo>
                    <a:pt x="46772" y="34941"/>
                  </a:lnTo>
                  <a:lnTo>
                    <a:pt x="46950" y="34550"/>
                  </a:lnTo>
                  <a:lnTo>
                    <a:pt x="47122" y="34157"/>
                  </a:lnTo>
                  <a:lnTo>
                    <a:pt x="47287" y="33760"/>
                  </a:lnTo>
                  <a:lnTo>
                    <a:pt x="47445" y="33360"/>
                  </a:lnTo>
                  <a:lnTo>
                    <a:pt x="47595" y="32958"/>
                  </a:lnTo>
                  <a:lnTo>
                    <a:pt x="47739" y="32554"/>
                  </a:lnTo>
                  <a:lnTo>
                    <a:pt x="47876" y="32146"/>
                  </a:lnTo>
                  <a:lnTo>
                    <a:pt x="48005" y="31737"/>
                  </a:lnTo>
                  <a:lnTo>
                    <a:pt x="48128" y="31325"/>
                  </a:lnTo>
                  <a:lnTo>
                    <a:pt x="48243" y="30911"/>
                  </a:lnTo>
                  <a:lnTo>
                    <a:pt x="48351" y="30495"/>
                  </a:lnTo>
                  <a:lnTo>
                    <a:pt x="48451" y="30078"/>
                  </a:lnTo>
                  <a:lnTo>
                    <a:pt x="48544" y="29658"/>
                  </a:lnTo>
                  <a:lnTo>
                    <a:pt x="48630" y="29238"/>
                  </a:lnTo>
                  <a:lnTo>
                    <a:pt x="48709" y="28815"/>
                  </a:lnTo>
                  <a:lnTo>
                    <a:pt x="48780" y="28392"/>
                  </a:lnTo>
                  <a:lnTo>
                    <a:pt x="48843" y="27967"/>
                  </a:lnTo>
                  <a:lnTo>
                    <a:pt x="48900" y="27541"/>
                  </a:lnTo>
                  <a:lnTo>
                    <a:pt x="48948" y="27114"/>
                  </a:lnTo>
                  <a:lnTo>
                    <a:pt x="48990" y="26687"/>
                  </a:lnTo>
                  <a:lnTo>
                    <a:pt x="49024" y="26259"/>
                  </a:lnTo>
                  <a:lnTo>
                    <a:pt x="49050" y="25830"/>
                  </a:lnTo>
                  <a:lnTo>
                    <a:pt x="49069" y="25401"/>
                  </a:lnTo>
                  <a:lnTo>
                    <a:pt x="49080" y="24971"/>
                  </a:lnTo>
                  <a:lnTo>
                    <a:pt x="49084" y="24542"/>
                  </a:lnTo>
                </a:path>
              </a:pathLst>
            </a:custGeom>
            <a:ln w="13550" cap="flat">
              <a:solidFill>
                <a:srgbClr val="7FC5D8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356" name="pl356"/>
            <p:cNvSpPr/>
            <p:nvPr/>
          </p:nvSpPr>
          <p:spPr>
            <a:xfrm>
              <a:off x="1435413" y="2919445"/>
              <a:ext cx="269962" cy="269965"/>
            </a:xfrm>
            <a:custGeom>
              <a:avLst/>
              <a:pathLst>
                <a:path w="269962" h="269965">
                  <a:moveTo>
                    <a:pt x="269962" y="134982"/>
                  </a:moveTo>
                  <a:lnTo>
                    <a:pt x="269942" y="132620"/>
                  </a:lnTo>
                  <a:lnTo>
                    <a:pt x="269880" y="130258"/>
                  </a:lnTo>
                  <a:lnTo>
                    <a:pt x="269776" y="127898"/>
                  </a:lnTo>
                  <a:lnTo>
                    <a:pt x="269632" y="125540"/>
                  </a:lnTo>
                  <a:lnTo>
                    <a:pt x="269446" y="123185"/>
                  </a:lnTo>
                  <a:lnTo>
                    <a:pt x="269219" y="120833"/>
                  </a:lnTo>
                  <a:lnTo>
                    <a:pt x="268951" y="118486"/>
                  </a:lnTo>
                  <a:lnTo>
                    <a:pt x="268641" y="116144"/>
                  </a:lnTo>
                  <a:lnTo>
                    <a:pt x="268291" y="113808"/>
                  </a:lnTo>
                  <a:lnTo>
                    <a:pt x="267900" y="111478"/>
                  </a:lnTo>
                  <a:lnTo>
                    <a:pt x="267468" y="109155"/>
                  </a:lnTo>
                  <a:lnTo>
                    <a:pt x="266996" y="106840"/>
                  </a:lnTo>
                  <a:lnTo>
                    <a:pt x="266483" y="104534"/>
                  </a:lnTo>
                  <a:lnTo>
                    <a:pt x="265930" y="102237"/>
                  </a:lnTo>
                  <a:lnTo>
                    <a:pt x="265337" y="99951"/>
                  </a:lnTo>
                  <a:lnTo>
                    <a:pt x="264704" y="97675"/>
                  </a:lnTo>
                  <a:lnTo>
                    <a:pt x="264031" y="95410"/>
                  </a:lnTo>
                  <a:lnTo>
                    <a:pt x="263319" y="93158"/>
                  </a:lnTo>
                  <a:lnTo>
                    <a:pt x="262568" y="90918"/>
                  </a:lnTo>
                  <a:lnTo>
                    <a:pt x="261777" y="88692"/>
                  </a:lnTo>
                  <a:lnTo>
                    <a:pt x="260947" y="86480"/>
                  </a:lnTo>
                  <a:lnTo>
                    <a:pt x="260079" y="84282"/>
                  </a:lnTo>
                  <a:lnTo>
                    <a:pt x="259173" y="82101"/>
                  </a:lnTo>
                  <a:lnTo>
                    <a:pt x="258228" y="79935"/>
                  </a:lnTo>
                  <a:lnTo>
                    <a:pt x="257246" y="77787"/>
                  </a:lnTo>
                  <a:lnTo>
                    <a:pt x="256226" y="75656"/>
                  </a:lnTo>
                  <a:lnTo>
                    <a:pt x="255169" y="73543"/>
                  </a:lnTo>
                  <a:lnTo>
                    <a:pt x="254076" y="71449"/>
                  </a:lnTo>
                  <a:lnTo>
                    <a:pt x="252946" y="69374"/>
                  </a:lnTo>
                  <a:lnTo>
                    <a:pt x="251779" y="67320"/>
                  </a:lnTo>
                  <a:lnTo>
                    <a:pt x="250577" y="65286"/>
                  </a:lnTo>
                  <a:lnTo>
                    <a:pt x="249340" y="63274"/>
                  </a:lnTo>
                  <a:lnTo>
                    <a:pt x="248067" y="61283"/>
                  </a:lnTo>
                  <a:lnTo>
                    <a:pt x="246760" y="59315"/>
                  </a:lnTo>
                  <a:lnTo>
                    <a:pt x="245419" y="57371"/>
                  </a:lnTo>
                  <a:lnTo>
                    <a:pt x="244044" y="55450"/>
                  </a:lnTo>
                  <a:lnTo>
                    <a:pt x="242635" y="53553"/>
                  </a:lnTo>
                  <a:lnTo>
                    <a:pt x="241193" y="51681"/>
                  </a:lnTo>
                  <a:lnTo>
                    <a:pt x="239719" y="49835"/>
                  </a:lnTo>
                  <a:lnTo>
                    <a:pt x="238213" y="48015"/>
                  </a:lnTo>
                  <a:lnTo>
                    <a:pt x="236675" y="46222"/>
                  </a:lnTo>
                  <a:lnTo>
                    <a:pt x="235106" y="44456"/>
                  </a:lnTo>
                  <a:lnTo>
                    <a:pt x="233507" y="42717"/>
                  </a:lnTo>
                  <a:lnTo>
                    <a:pt x="231877" y="41007"/>
                  </a:lnTo>
                  <a:lnTo>
                    <a:pt x="230217" y="39326"/>
                  </a:lnTo>
                  <a:lnTo>
                    <a:pt x="228529" y="37673"/>
                  </a:lnTo>
                  <a:lnTo>
                    <a:pt x="226811" y="36051"/>
                  </a:lnTo>
                  <a:lnTo>
                    <a:pt x="225066" y="34459"/>
                  </a:lnTo>
                  <a:lnTo>
                    <a:pt x="223293" y="32898"/>
                  </a:lnTo>
                  <a:lnTo>
                    <a:pt x="221493" y="31368"/>
                  </a:lnTo>
                  <a:lnTo>
                    <a:pt x="219666" y="29870"/>
                  </a:lnTo>
                  <a:lnTo>
                    <a:pt x="217814" y="28404"/>
                  </a:lnTo>
                  <a:lnTo>
                    <a:pt x="215936" y="26970"/>
                  </a:lnTo>
                  <a:lnTo>
                    <a:pt x="214033" y="25570"/>
                  </a:lnTo>
                  <a:lnTo>
                    <a:pt x="212106" y="24203"/>
                  </a:lnTo>
                  <a:lnTo>
                    <a:pt x="210155" y="22870"/>
                  </a:lnTo>
                  <a:lnTo>
                    <a:pt x="208182" y="21572"/>
                  </a:lnTo>
                  <a:lnTo>
                    <a:pt x="206186" y="20308"/>
                  </a:lnTo>
                  <a:lnTo>
                    <a:pt x="204168" y="19079"/>
                  </a:lnTo>
                  <a:lnTo>
                    <a:pt x="202129" y="17886"/>
                  </a:lnTo>
                  <a:lnTo>
                    <a:pt x="200069" y="16729"/>
                  </a:lnTo>
                  <a:lnTo>
                    <a:pt x="197990" y="15608"/>
                  </a:lnTo>
                  <a:lnTo>
                    <a:pt x="195891" y="14523"/>
                  </a:lnTo>
                  <a:lnTo>
                    <a:pt x="193774" y="13476"/>
                  </a:lnTo>
                  <a:lnTo>
                    <a:pt x="191638" y="12465"/>
                  </a:lnTo>
                  <a:lnTo>
                    <a:pt x="189485" y="11493"/>
                  </a:lnTo>
                  <a:lnTo>
                    <a:pt x="187316" y="10558"/>
                  </a:lnTo>
                  <a:lnTo>
                    <a:pt x="185130" y="9661"/>
                  </a:lnTo>
                  <a:lnTo>
                    <a:pt x="182929" y="8802"/>
                  </a:lnTo>
                  <a:lnTo>
                    <a:pt x="180714" y="7982"/>
                  </a:lnTo>
                  <a:lnTo>
                    <a:pt x="178484" y="7201"/>
                  </a:lnTo>
                  <a:lnTo>
                    <a:pt x="176241" y="6460"/>
                  </a:lnTo>
                  <a:lnTo>
                    <a:pt x="173985" y="5757"/>
                  </a:lnTo>
                  <a:lnTo>
                    <a:pt x="171718" y="5094"/>
                  </a:lnTo>
                  <a:lnTo>
                    <a:pt x="169439" y="4471"/>
                  </a:lnTo>
                  <a:lnTo>
                    <a:pt x="167150" y="3888"/>
                  </a:lnTo>
                  <a:lnTo>
                    <a:pt x="164851" y="3345"/>
                  </a:lnTo>
                  <a:lnTo>
                    <a:pt x="162542" y="2842"/>
                  </a:lnTo>
                  <a:lnTo>
                    <a:pt x="160225" y="2380"/>
                  </a:lnTo>
                  <a:lnTo>
                    <a:pt x="157901" y="1959"/>
                  </a:lnTo>
                  <a:lnTo>
                    <a:pt x="155569" y="1578"/>
                  </a:lnTo>
                  <a:lnTo>
                    <a:pt x="153231" y="1238"/>
                  </a:lnTo>
                  <a:lnTo>
                    <a:pt x="150888" y="939"/>
                  </a:lnTo>
                  <a:lnTo>
                    <a:pt x="148540" y="681"/>
                  </a:lnTo>
                  <a:lnTo>
                    <a:pt x="146187" y="464"/>
                  </a:lnTo>
                  <a:lnTo>
                    <a:pt x="143831" y="289"/>
                  </a:lnTo>
                  <a:lnTo>
                    <a:pt x="141473" y="155"/>
                  </a:lnTo>
                  <a:lnTo>
                    <a:pt x="139112" y="62"/>
                  </a:lnTo>
                  <a:lnTo>
                    <a:pt x="136750" y="10"/>
                  </a:lnTo>
                  <a:lnTo>
                    <a:pt x="134388" y="0"/>
                  </a:lnTo>
                  <a:lnTo>
                    <a:pt x="132025" y="31"/>
                  </a:lnTo>
                  <a:lnTo>
                    <a:pt x="129664" y="103"/>
                  </a:lnTo>
                  <a:lnTo>
                    <a:pt x="127304" y="217"/>
                  </a:lnTo>
                  <a:lnTo>
                    <a:pt x="124947" y="371"/>
                  </a:lnTo>
                  <a:lnTo>
                    <a:pt x="122593" y="568"/>
                  </a:lnTo>
                  <a:lnTo>
                    <a:pt x="120242" y="805"/>
                  </a:lnTo>
                  <a:lnTo>
                    <a:pt x="117896" y="1083"/>
                  </a:lnTo>
                  <a:lnTo>
                    <a:pt x="115556" y="1403"/>
                  </a:lnTo>
                  <a:lnTo>
                    <a:pt x="113221" y="1763"/>
                  </a:lnTo>
                  <a:lnTo>
                    <a:pt x="110893" y="2164"/>
                  </a:lnTo>
                  <a:lnTo>
                    <a:pt x="108572" y="2606"/>
                  </a:lnTo>
                  <a:lnTo>
                    <a:pt x="106259" y="3089"/>
                  </a:lnTo>
                  <a:lnTo>
                    <a:pt x="103955" y="3612"/>
                  </a:lnTo>
                  <a:lnTo>
                    <a:pt x="101661" y="4175"/>
                  </a:lnTo>
                  <a:lnTo>
                    <a:pt x="99377" y="4778"/>
                  </a:lnTo>
                  <a:lnTo>
                    <a:pt x="97104" y="5421"/>
                  </a:lnTo>
                  <a:lnTo>
                    <a:pt x="94842" y="6103"/>
                  </a:lnTo>
                  <a:lnTo>
                    <a:pt x="92592" y="6826"/>
                  </a:lnTo>
                  <a:lnTo>
                    <a:pt x="90356" y="7587"/>
                  </a:lnTo>
                  <a:lnTo>
                    <a:pt x="88133" y="8387"/>
                  </a:lnTo>
                  <a:lnTo>
                    <a:pt x="85925" y="9227"/>
                  </a:lnTo>
                  <a:lnTo>
                    <a:pt x="83732" y="10104"/>
                  </a:lnTo>
                  <a:lnTo>
                    <a:pt x="81554" y="11020"/>
                  </a:lnTo>
                  <a:lnTo>
                    <a:pt x="79393" y="11974"/>
                  </a:lnTo>
                  <a:lnTo>
                    <a:pt x="77249" y="12966"/>
                  </a:lnTo>
                  <a:lnTo>
                    <a:pt x="75122" y="13995"/>
                  </a:lnTo>
                  <a:lnTo>
                    <a:pt x="73014" y="15061"/>
                  </a:lnTo>
                  <a:lnTo>
                    <a:pt x="70924" y="16164"/>
                  </a:lnTo>
                  <a:lnTo>
                    <a:pt x="68855" y="17303"/>
                  </a:lnTo>
                  <a:lnTo>
                    <a:pt x="66805" y="18478"/>
                  </a:lnTo>
                  <a:lnTo>
                    <a:pt x="64777" y="19689"/>
                  </a:lnTo>
                  <a:lnTo>
                    <a:pt x="62770" y="20936"/>
                  </a:lnTo>
                  <a:lnTo>
                    <a:pt x="60785" y="22217"/>
                  </a:lnTo>
                  <a:lnTo>
                    <a:pt x="58823" y="23532"/>
                  </a:lnTo>
                  <a:lnTo>
                    <a:pt x="56884" y="24882"/>
                  </a:lnTo>
                  <a:lnTo>
                    <a:pt x="54969" y="26266"/>
                  </a:lnTo>
                  <a:lnTo>
                    <a:pt x="53079" y="27683"/>
                  </a:lnTo>
                  <a:lnTo>
                    <a:pt x="51214" y="29133"/>
                  </a:lnTo>
                  <a:lnTo>
                    <a:pt x="49374" y="30615"/>
                  </a:lnTo>
                  <a:lnTo>
                    <a:pt x="47560" y="32129"/>
                  </a:lnTo>
                  <a:lnTo>
                    <a:pt x="45774" y="33675"/>
                  </a:lnTo>
                  <a:lnTo>
                    <a:pt x="44015" y="35251"/>
                  </a:lnTo>
                  <a:lnTo>
                    <a:pt x="42283" y="36858"/>
                  </a:lnTo>
                  <a:lnTo>
                    <a:pt x="40580" y="38496"/>
                  </a:lnTo>
                  <a:lnTo>
                    <a:pt x="38906" y="40163"/>
                  </a:lnTo>
                  <a:lnTo>
                    <a:pt x="37261" y="41858"/>
                  </a:lnTo>
                  <a:lnTo>
                    <a:pt x="35646" y="43583"/>
                  </a:lnTo>
                  <a:lnTo>
                    <a:pt x="34062" y="45335"/>
                  </a:lnTo>
                  <a:lnTo>
                    <a:pt x="32508" y="47115"/>
                  </a:lnTo>
                  <a:lnTo>
                    <a:pt x="30986" y="48922"/>
                  </a:lnTo>
                  <a:lnTo>
                    <a:pt x="29496" y="50755"/>
                  </a:lnTo>
                  <a:lnTo>
                    <a:pt x="28038" y="52614"/>
                  </a:lnTo>
                  <a:lnTo>
                    <a:pt x="26613" y="54498"/>
                  </a:lnTo>
                  <a:lnTo>
                    <a:pt x="25221" y="56407"/>
                  </a:lnTo>
                  <a:lnTo>
                    <a:pt x="23863" y="58340"/>
                  </a:lnTo>
                  <a:lnTo>
                    <a:pt x="22539" y="60296"/>
                  </a:lnTo>
                  <a:lnTo>
                    <a:pt x="21249" y="62276"/>
                  </a:lnTo>
                  <a:lnTo>
                    <a:pt x="19994" y="64277"/>
                  </a:lnTo>
                  <a:lnTo>
                    <a:pt x="18774" y="66300"/>
                  </a:lnTo>
                  <a:lnTo>
                    <a:pt x="17590" y="68344"/>
                  </a:lnTo>
                  <a:lnTo>
                    <a:pt x="16441" y="70409"/>
                  </a:lnTo>
                  <a:lnTo>
                    <a:pt x="15329" y="72493"/>
                  </a:lnTo>
                  <a:lnTo>
                    <a:pt x="14254" y="74597"/>
                  </a:lnTo>
                  <a:lnTo>
                    <a:pt x="13216" y="76719"/>
                  </a:lnTo>
                  <a:lnTo>
                    <a:pt x="12215" y="78859"/>
                  </a:lnTo>
                  <a:lnTo>
                    <a:pt x="11251" y="81016"/>
                  </a:lnTo>
                  <a:lnTo>
                    <a:pt x="10326" y="83190"/>
                  </a:lnTo>
                  <a:lnTo>
                    <a:pt x="9439" y="85379"/>
                  </a:lnTo>
                  <a:lnTo>
                    <a:pt x="8590" y="87584"/>
                  </a:lnTo>
                  <a:lnTo>
                    <a:pt x="7780" y="89803"/>
                  </a:lnTo>
                  <a:lnTo>
                    <a:pt x="7008" y="92036"/>
                  </a:lnTo>
                  <a:lnTo>
                    <a:pt x="6276" y="94282"/>
                  </a:lnTo>
                  <a:lnTo>
                    <a:pt x="5584" y="96541"/>
                  </a:lnTo>
                  <a:lnTo>
                    <a:pt x="4931" y="98811"/>
                  </a:lnTo>
                  <a:lnTo>
                    <a:pt x="4318" y="101093"/>
                  </a:lnTo>
                  <a:lnTo>
                    <a:pt x="3745" y="103385"/>
                  </a:lnTo>
                  <a:lnTo>
                    <a:pt x="3212" y="105686"/>
                  </a:lnTo>
                  <a:lnTo>
                    <a:pt x="2719" y="107997"/>
                  </a:lnTo>
                  <a:lnTo>
                    <a:pt x="2267" y="110316"/>
                  </a:lnTo>
                  <a:lnTo>
                    <a:pt x="1856" y="112642"/>
                  </a:lnTo>
                  <a:lnTo>
                    <a:pt x="1485" y="114975"/>
                  </a:lnTo>
                  <a:lnTo>
                    <a:pt x="1156" y="117314"/>
                  </a:lnTo>
                  <a:lnTo>
                    <a:pt x="867" y="119659"/>
                  </a:lnTo>
                  <a:lnTo>
                    <a:pt x="619" y="122009"/>
                  </a:lnTo>
                  <a:lnTo>
                    <a:pt x="413" y="124362"/>
                  </a:lnTo>
                  <a:lnTo>
                    <a:pt x="248" y="126719"/>
                  </a:lnTo>
                  <a:lnTo>
                    <a:pt x="124" y="129078"/>
                  </a:lnTo>
                  <a:lnTo>
                    <a:pt x="41" y="131439"/>
                  </a:lnTo>
                  <a:lnTo>
                    <a:pt x="0" y="133801"/>
                  </a:lnTo>
                  <a:lnTo>
                    <a:pt x="0" y="136163"/>
                  </a:lnTo>
                  <a:lnTo>
                    <a:pt x="41" y="138525"/>
                  </a:lnTo>
                  <a:lnTo>
                    <a:pt x="124" y="140886"/>
                  </a:lnTo>
                  <a:lnTo>
                    <a:pt x="248" y="143246"/>
                  </a:lnTo>
                  <a:lnTo>
                    <a:pt x="413" y="145602"/>
                  </a:lnTo>
                  <a:lnTo>
                    <a:pt x="619" y="147956"/>
                  </a:lnTo>
                  <a:lnTo>
                    <a:pt x="867" y="150305"/>
                  </a:lnTo>
                  <a:lnTo>
                    <a:pt x="1156" y="152650"/>
                  </a:lnTo>
                  <a:lnTo>
                    <a:pt x="1485" y="154989"/>
                  </a:lnTo>
                  <a:lnTo>
                    <a:pt x="1856" y="157322"/>
                  </a:lnTo>
                  <a:lnTo>
                    <a:pt x="2267" y="159649"/>
                  </a:lnTo>
                  <a:lnTo>
                    <a:pt x="2719" y="161968"/>
                  </a:lnTo>
                  <a:lnTo>
                    <a:pt x="3212" y="164278"/>
                  </a:lnTo>
                  <a:lnTo>
                    <a:pt x="3745" y="166580"/>
                  </a:lnTo>
                  <a:lnTo>
                    <a:pt x="4318" y="168872"/>
                  </a:lnTo>
                  <a:lnTo>
                    <a:pt x="4931" y="171153"/>
                  </a:lnTo>
                  <a:lnTo>
                    <a:pt x="5584" y="173424"/>
                  </a:lnTo>
                  <a:lnTo>
                    <a:pt x="6276" y="175682"/>
                  </a:lnTo>
                  <a:lnTo>
                    <a:pt x="7008" y="177928"/>
                  </a:lnTo>
                  <a:lnTo>
                    <a:pt x="7780" y="180161"/>
                  </a:lnTo>
                  <a:lnTo>
                    <a:pt x="8590" y="182381"/>
                  </a:lnTo>
                  <a:lnTo>
                    <a:pt x="9439" y="184585"/>
                  </a:lnTo>
                  <a:lnTo>
                    <a:pt x="10326" y="186775"/>
                  </a:lnTo>
                  <a:lnTo>
                    <a:pt x="11251" y="188948"/>
                  </a:lnTo>
                  <a:lnTo>
                    <a:pt x="12215" y="191105"/>
                  </a:lnTo>
                  <a:lnTo>
                    <a:pt x="13216" y="193245"/>
                  </a:lnTo>
                  <a:lnTo>
                    <a:pt x="14254" y="195367"/>
                  </a:lnTo>
                  <a:lnTo>
                    <a:pt x="15329" y="197471"/>
                  </a:lnTo>
                  <a:lnTo>
                    <a:pt x="16441" y="199555"/>
                  </a:lnTo>
                  <a:lnTo>
                    <a:pt x="17590" y="201620"/>
                  </a:lnTo>
                  <a:lnTo>
                    <a:pt x="18774" y="203664"/>
                  </a:lnTo>
                  <a:lnTo>
                    <a:pt x="19994" y="205687"/>
                  </a:lnTo>
                  <a:lnTo>
                    <a:pt x="21249" y="207689"/>
                  </a:lnTo>
                  <a:lnTo>
                    <a:pt x="22539" y="209668"/>
                  </a:lnTo>
                  <a:lnTo>
                    <a:pt x="23863" y="211624"/>
                  </a:lnTo>
                  <a:lnTo>
                    <a:pt x="25221" y="213557"/>
                  </a:lnTo>
                  <a:lnTo>
                    <a:pt x="26613" y="215466"/>
                  </a:lnTo>
                  <a:lnTo>
                    <a:pt x="28038" y="217350"/>
                  </a:lnTo>
                  <a:lnTo>
                    <a:pt x="29496" y="219209"/>
                  </a:lnTo>
                  <a:lnTo>
                    <a:pt x="30986" y="221042"/>
                  </a:lnTo>
                  <a:lnTo>
                    <a:pt x="32508" y="222849"/>
                  </a:lnTo>
                  <a:lnTo>
                    <a:pt x="34062" y="224629"/>
                  </a:lnTo>
                  <a:lnTo>
                    <a:pt x="35646" y="226381"/>
                  </a:lnTo>
                  <a:lnTo>
                    <a:pt x="37261" y="228106"/>
                  </a:lnTo>
                  <a:lnTo>
                    <a:pt x="38906" y="229802"/>
                  </a:lnTo>
                  <a:lnTo>
                    <a:pt x="40580" y="231469"/>
                  </a:lnTo>
                  <a:lnTo>
                    <a:pt x="42283" y="233106"/>
                  </a:lnTo>
                  <a:lnTo>
                    <a:pt x="44015" y="234713"/>
                  </a:lnTo>
                  <a:lnTo>
                    <a:pt x="45774" y="236290"/>
                  </a:lnTo>
                  <a:lnTo>
                    <a:pt x="47560" y="237835"/>
                  </a:lnTo>
                  <a:lnTo>
                    <a:pt x="49374" y="239350"/>
                  </a:lnTo>
                  <a:lnTo>
                    <a:pt x="51214" y="240832"/>
                  </a:lnTo>
                  <a:lnTo>
                    <a:pt x="53079" y="242282"/>
                  </a:lnTo>
                  <a:lnTo>
                    <a:pt x="54969" y="243698"/>
                  </a:lnTo>
                  <a:lnTo>
                    <a:pt x="56884" y="245082"/>
                  </a:lnTo>
                  <a:lnTo>
                    <a:pt x="58823" y="246432"/>
                  </a:lnTo>
                  <a:lnTo>
                    <a:pt x="60785" y="247748"/>
                  </a:lnTo>
                  <a:lnTo>
                    <a:pt x="62770" y="249029"/>
                  </a:lnTo>
                  <a:lnTo>
                    <a:pt x="64777" y="250275"/>
                  </a:lnTo>
                  <a:lnTo>
                    <a:pt x="66805" y="251486"/>
                  </a:lnTo>
                  <a:lnTo>
                    <a:pt x="68855" y="252661"/>
                  </a:lnTo>
                  <a:lnTo>
                    <a:pt x="70924" y="253800"/>
                  </a:lnTo>
                  <a:lnTo>
                    <a:pt x="73014" y="254903"/>
                  </a:lnTo>
                  <a:lnTo>
                    <a:pt x="75122" y="255969"/>
                  </a:lnTo>
                  <a:lnTo>
                    <a:pt x="77249" y="256998"/>
                  </a:lnTo>
                  <a:lnTo>
                    <a:pt x="79393" y="257990"/>
                  </a:lnTo>
                  <a:lnTo>
                    <a:pt x="81554" y="258944"/>
                  </a:lnTo>
                  <a:lnTo>
                    <a:pt x="83732" y="259860"/>
                  </a:lnTo>
                  <a:lnTo>
                    <a:pt x="85925" y="260738"/>
                  </a:lnTo>
                  <a:lnTo>
                    <a:pt x="88133" y="261577"/>
                  </a:lnTo>
                  <a:lnTo>
                    <a:pt x="90356" y="262377"/>
                  </a:lnTo>
                  <a:lnTo>
                    <a:pt x="92592" y="263139"/>
                  </a:lnTo>
                  <a:lnTo>
                    <a:pt x="94842" y="263861"/>
                  </a:lnTo>
                  <a:lnTo>
                    <a:pt x="97104" y="264544"/>
                  </a:lnTo>
                  <a:lnTo>
                    <a:pt x="99377" y="265187"/>
                  </a:lnTo>
                  <a:lnTo>
                    <a:pt x="101661" y="265790"/>
                  </a:lnTo>
                  <a:lnTo>
                    <a:pt x="103955" y="266353"/>
                  </a:lnTo>
                  <a:lnTo>
                    <a:pt x="106259" y="266876"/>
                  </a:lnTo>
                  <a:lnTo>
                    <a:pt x="108572" y="267358"/>
                  </a:lnTo>
                  <a:lnTo>
                    <a:pt x="110893" y="267800"/>
                  </a:lnTo>
                  <a:lnTo>
                    <a:pt x="113221" y="268201"/>
                  </a:lnTo>
                  <a:lnTo>
                    <a:pt x="115556" y="268561"/>
                  </a:lnTo>
                  <a:lnTo>
                    <a:pt x="117896" y="268881"/>
                  </a:lnTo>
                  <a:lnTo>
                    <a:pt x="120242" y="269159"/>
                  </a:lnTo>
                  <a:lnTo>
                    <a:pt x="122593" y="269397"/>
                  </a:lnTo>
                  <a:lnTo>
                    <a:pt x="124947" y="269593"/>
                  </a:lnTo>
                  <a:lnTo>
                    <a:pt x="127304" y="269748"/>
                  </a:lnTo>
                  <a:lnTo>
                    <a:pt x="129664" y="269862"/>
                  </a:lnTo>
                  <a:lnTo>
                    <a:pt x="132025" y="269934"/>
                  </a:lnTo>
                  <a:lnTo>
                    <a:pt x="134388" y="269965"/>
                  </a:lnTo>
                  <a:lnTo>
                    <a:pt x="136750" y="269955"/>
                  </a:lnTo>
                  <a:lnTo>
                    <a:pt x="139112" y="269903"/>
                  </a:lnTo>
                  <a:lnTo>
                    <a:pt x="141473" y="269810"/>
                  </a:lnTo>
                  <a:lnTo>
                    <a:pt x="143831" y="269676"/>
                  </a:lnTo>
                  <a:lnTo>
                    <a:pt x="146187" y="269500"/>
                  </a:lnTo>
                  <a:lnTo>
                    <a:pt x="148540" y="269283"/>
                  </a:lnTo>
                  <a:lnTo>
                    <a:pt x="150888" y="269025"/>
                  </a:lnTo>
                  <a:lnTo>
                    <a:pt x="153231" y="268726"/>
                  </a:lnTo>
                  <a:lnTo>
                    <a:pt x="155569" y="268386"/>
                  </a:lnTo>
                  <a:lnTo>
                    <a:pt x="157901" y="268006"/>
                  </a:lnTo>
                  <a:lnTo>
                    <a:pt x="160225" y="267584"/>
                  </a:lnTo>
                  <a:lnTo>
                    <a:pt x="162542" y="267122"/>
                  </a:lnTo>
                  <a:lnTo>
                    <a:pt x="164851" y="266619"/>
                  </a:lnTo>
                  <a:lnTo>
                    <a:pt x="167150" y="266076"/>
                  </a:lnTo>
                  <a:lnTo>
                    <a:pt x="169439" y="265493"/>
                  </a:lnTo>
                  <a:lnTo>
                    <a:pt x="171718" y="264870"/>
                  </a:lnTo>
                  <a:lnTo>
                    <a:pt x="173985" y="264207"/>
                  </a:lnTo>
                  <a:lnTo>
                    <a:pt x="176241" y="263505"/>
                  </a:lnTo>
                  <a:lnTo>
                    <a:pt x="178484" y="262763"/>
                  </a:lnTo>
                  <a:lnTo>
                    <a:pt x="180714" y="261982"/>
                  </a:lnTo>
                  <a:lnTo>
                    <a:pt x="182929" y="261162"/>
                  </a:lnTo>
                  <a:lnTo>
                    <a:pt x="185130" y="260304"/>
                  </a:lnTo>
                  <a:lnTo>
                    <a:pt x="187316" y="259407"/>
                  </a:lnTo>
                  <a:lnTo>
                    <a:pt x="189485" y="258472"/>
                  </a:lnTo>
                  <a:lnTo>
                    <a:pt x="191638" y="257499"/>
                  </a:lnTo>
                  <a:lnTo>
                    <a:pt x="193774" y="256489"/>
                  </a:lnTo>
                  <a:lnTo>
                    <a:pt x="195891" y="255441"/>
                  </a:lnTo>
                  <a:lnTo>
                    <a:pt x="197990" y="254356"/>
                  </a:lnTo>
                  <a:lnTo>
                    <a:pt x="200069" y="253235"/>
                  </a:lnTo>
                  <a:lnTo>
                    <a:pt x="202129" y="252078"/>
                  </a:lnTo>
                  <a:lnTo>
                    <a:pt x="204168" y="250885"/>
                  </a:lnTo>
                  <a:lnTo>
                    <a:pt x="206186" y="249656"/>
                  </a:lnTo>
                  <a:lnTo>
                    <a:pt x="208182" y="248393"/>
                  </a:lnTo>
                  <a:lnTo>
                    <a:pt x="210155" y="247094"/>
                  </a:lnTo>
                  <a:lnTo>
                    <a:pt x="212106" y="245761"/>
                  </a:lnTo>
                  <a:lnTo>
                    <a:pt x="214033" y="244394"/>
                  </a:lnTo>
                  <a:lnTo>
                    <a:pt x="215936" y="242994"/>
                  </a:lnTo>
                  <a:lnTo>
                    <a:pt x="217814" y="241561"/>
                  </a:lnTo>
                  <a:lnTo>
                    <a:pt x="219666" y="240095"/>
                  </a:lnTo>
                  <a:lnTo>
                    <a:pt x="221493" y="238597"/>
                  </a:lnTo>
                  <a:lnTo>
                    <a:pt x="223293" y="237067"/>
                  </a:lnTo>
                  <a:lnTo>
                    <a:pt x="225066" y="235505"/>
                  </a:lnTo>
                  <a:lnTo>
                    <a:pt x="226811" y="233913"/>
                  </a:lnTo>
                  <a:lnTo>
                    <a:pt x="228529" y="232291"/>
                  </a:lnTo>
                  <a:lnTo>
                    <a:pt x="230217" y="230639"/>
                  </a:lnTo>
                  <a:lnTo>
                    <a:pt x="231877" y="228957"/>
                  </a:lnTo>
                  <a:lnTo>
                    <a:pt x="233507" y="227247"/>
                  </a:lnTo>
                  <a:lnTo>
                    <a:pt x="235106" y="225509"/>
                  </a:lnTo>
                  <a:lnTo>
                    <a:pt x="236675" y="223743"/>
                  </a:lnTo>
                  <a:lnTo>
                    <a:pt x="238213" y="221949"/>
                  </a:lnTo>
                  <a:lnTo>
                    <a:pt x="239719" y="220129"/>
                  </a:lnTo>
                  <a:lnTo>
                    <a:pt x="241193" y="218283"/>
                  </a:lnTo>
                  <a:lnTo>
                    <a:pt x="242635" y="216411"/>
                  </a:lnTo>
                  <a:lnTo>
                    <a:pt x="244044" y="214515"/>
                  </a:lnTo>
                  <a:lnTo>
                    <a:pt x="245419" y="212594"/>
                  </a:lnTo>
                  <a:lnTo>
                    <a:pt x="246760" y="210649"/>
                  </a:lnTo>
                  <a:lnTo>
                    <a:pt x="248067" y="208681"/>
                  </a:lnTo>
                  <a:lnTo>
                    <a:pt x="249340" y="206691"/>
                  </a:lnTo>
                  <a:lnTo>
                    <a:pt x="250577" y="204678"/>
                  </a:lnTo>
                  <a:lnTo>
                    <a:pt x="251779" y="202645"/>
                  </a:lnTo>
                  <a:lnTo>
                    <a:pt x="252946" y="200590"/>
                  </a:lnTo>
                  <a:lnTo>
                    <a:pt x="254076" y="198516"/>
                  </a:lnTo>
                  <a:lnTo>
                    <a:pt x="255169" y="196421"/>
                  </a:lnTo>
                  <a:lnTo>
                    <a:pt x="256226" y="194309"/>
                  </a:lnTo>
                  <a:lnTo>
                    <a:pt x="257246" y="192178"/>
                  </a:lnTo>
                  <a:lnTo>
                    <a:pt x="258228" y="190029"/>
                  </a:lnTo>
                  <a:lnTo>
                    <a:pt x="259173" y="187864"/>
                  </a:lnTo>
                  <a:lnTo>
                    <a:pt x="260079" y="185682"/>
                  </a:lnTo>
                  <a:lnTo>
                    <a:pt x="260947" y="183485"/>
                  </a:lnTo>
                  <a:lnTo>
                    <a:pt x="261777" y="181273"/>
                  </a:lnTo>
                  <a:lnTo>
                    <a:pt x="262568" y="179047"/>
                  </a:lnTo>
                  <a:lnTo>
                    <a:pt x="263319" y="176807"/>
                  </a:lnTo>
                  <a:lnTo>
                    <a:pt x="264031" y="174554"/>
                  </a:lnTo>
                  <a:lnTo>
                    <a:pt x="264704" y="172290"/>
                  </a:lnTo>
                  <a:lnTo>
                    <a:pt x="265337" y="170014"/>
                  </a:lnTo>
                  <a:lnTo>
                    <a:pt x="265930" y="167727"/>
                  </a:lnTo>
                  <a:lnTo>
                    <a:pt x="266483" y="165430"/>
                  </a:lnTo>
                  <a:lnTo>
                    <a:pt x="266996" y="163124"/>
                  </a:lnTo>
                  <a:lnTo>
                    <a:pt x="267468" y="160809"/>
                  </a:lnTo>
                  <a:lnTo>
                    <a:pt x="267900" y="158487"/>
                  </a:lnTo>
                  <a:lnTo>
                    <a:pt x="268291" y="156157"/>
                  </a:lnTo>
                  <a:lnTo>
                    <a:pt x="268641" y="153820"/>
                  </a:lnTo>
                  <a:lnTo>
                    <a:pt x="268951" y="151478"/>
                  </a:lnTo>
                  <a:lnTo>
                    <a:pt x="269219" y="149131"/>
                  </a:lnTo>
                  <a:lnTo>
                    <a:pt x="269446" y="146779"/>
                  </a:lnTo>
                  <a:lnTo>
                    <a:pt x="269632" y="144424"/>
                  </a:lnTo>
                  <a:lnTo>
                    <a:pt x="269776" y="142066"/>
                  </a:lnTo>
                  <a:lnTo>
                    <a:pt x="269880" y="139706"/>
                  </a:lnTo>
                  <a:lnTo>
                    <a:pt x="269942" y="137345"/>
                  </a:lnTo>
                  <a:lnTo>
                    <a:pt x="269962" y="134982"/>
                  </a:lnTo>
                </a:path>
              </a:pathLst>
            </a:custGeom>
            <a:ln w="13550" cap="flat">
              <a:solidFill>
                <a:srgbClr val="7FC5D8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357" name="pl357"/>
            <p:cNvSpPr/>
            <p:nvPr/>
          </p:nvSpPr>
          <p:spPr>
            <a:xfrm>
              <a:off x="1324976" y="2809005"/>
              <a:ext cx="490841" cy="490846"/>
            </a:xfrm>
            <a:custGeom>
              <a:avLst/>
              <a:pathLst>
                <a:path w="490841" h="490846">
                  <a:moveTo>
                    <a:pt x="490841" y="245423"/>
                  </a:moveTo>
                  <a:lnTo>
                    <a:pt x="490803" y="241127"/>
                  </a:lnTo>
                  <a:lnTo>
                    <a:pt x="490691" y="236833"/>
                  </a:lnTo>
                  <a:lnTo>
                    <a:pt x="490503" y="232542"/>
                  </a:lnTo>
                  <a:lnTo>
                    <a:pt x="490240" y="228255"/>
                  </a:lnTo>
                  <a:lnTo>
                    <a:pt x="489902" y="223973"/>
                  </a:lnTo>
                  <a:lnTo>
                    <a:pt x="489489" y="219697"/>
                  </a:lnTo>
                  <a:lnTo>
                    <a:pt x="489001" y="215430"/>
                  </a:lnTo>
                  <a:lnTo>
                    <a:pt x="488439" y="211171"/>
                  </a:lnTo>
                  <a:lnTo>
                    <a:pt x="487803" y="206924"/>
                  </a:lnTo>
                  <a:lnTo>
                    <a:pt x="487092" y="202687"/>
                  </a:lnTo>
                  <a:lnTo>
                    <a:pt x="486307" y="198464"/>
                  </a:lnTo>
                  <a:lnTo>
                    <a:pt x="485448" y="194256"/>
                  </a:lnTo>
                  <a:lnTo>
                    <a:pt x="484516" y="190063"/>
                  </a:lnTo>
                  <a:lnTo>
                    <a:pt x="483510" y="185887"/>
                  </a:lnTo>
                  <a:lnTo>
                    <a:pt x="482432" y="181729"/>
                  </a:lnTo>
                  <a:lnTo>
                    <a:pt x="481281" y="177591"/>
                  </a:lnTo>
                  <a:lnTo>
                    <a:pt x="480058" y="173473"/>
                  </a:lnTo>
                  <a:lnTo>
                    <a:pt x="478762" y="169378"/>
                  </a:lnTo>
                  <a:lnTo>
                    <a:pt x="477396" y="165306"/>
                  </a:lnTo>
                  <a:lnTo>
                    <a:pt x="475958" y="161258"/>
                  </a:lnTo>
                  <a:lnTo>
                    <a:pt x="474450" y="157236"/>
                  </a:lnTo>
                  <a:lnTo>
                    <a:pt x="472872" y="153241"/>
                  </a:lnTo>
                  <a:lnTo>
                    <a:pt x="471223" y="149275"/>
                  </a:lnTo>
                  <a:lnTo>
                    <a:pt x="469506" y="145338"/>
                  </a:lnTo>
                  <a:lnTo>
                    <a:pt x="467720" y="141431"/>
                  </a:lnTo>
                  <a:lnTo>
                    <a:pt x="465866" y="137556"/>
                  </a:lnTo>
                  <a:lnTo>
                    <a:pt x="463945" y="133715"/>
                  </a:lnTo>
                  <a:lnTo>
                    <a:pt x="461956" y="129907"/>
                  </a:lnTo>
                  <a:lnTo>
                    <a:pt x="459901" y="126135"/>
                  </a:lnTo>
                  <a:lnTo>
                    <a:pt x="457781" y="122400"/>
                  </a:lnTo>
                  <a:lnTo>
                    <a:pt x="455595" y="118702"/>
                  </a:lnTo>
                  <a:lnTo>
                    <a:pt x="453345" y="115043"/>
                  </a:lnTo>
                  <a:lnTo>
                    <a:pt x="451032" y="111424"/>
                  </a:lnTo>
                  <a:lnTo>
                    <a:pt x="448655" y="107846"/>
                  </a:lnTo>
                  <a:lnTo>
                    <a:pt x="446216" y="104310"/>
                  </a:lnTo>
                  <a:lnTo>
                    <a:pt x="443716" y="100818"/>
                  </a:lnTo>
                  <a:lnTo>
                    <a:pt x="441155" y="97370"/>
                  </a:lnTo>
                  <a:lnTo>
                    <a:pt x="438534" y="93967"/>
                  </a:lnTo>
                  <a:lnTo>
                    <a:pt x="435854" y="90610"/>
                  </a:lnTo>
                  <a:lnTo>
                    <a:pt x="433115" y="87301"/>
                  </a:lnTo>
                  <a:lnTo>
                    <a:pt x="430319" y="84040"/>
                  </a:lnTo>
                  <a:lnTo>
                    <a:pt x="427466" y="80829"/>
                  </a:lnTo>
                  <a:lnTo>
                    <a:pt x="424558" y="77668"/>
                  </a:lnTo>
                  <a:lnTo>
                    <a:pt x="421595" y="74558"/>
                  </a:lnTo>
                  <a:lnTo>
                    <a:pt x="418577" y="71501"/>
                  </a:lnTo>
                  <a:lnTo>
                    <a:pt x="415507" y="68497"/>
                  </a:lnTo>
                  <a:lnTo>
                    <a:pt x="412385" y="65548"/>
                  </a:lnTo>
                  <a:lnTo>
                    <a:pt x="409211" y="62653"/>
                  </a:lnTo>
                  <a:lnTo>
                    <a:pt x="405987" y="59815"/>
                  </a:lnTo>
                  <a:lnTo>
                    <a:pt x="402714" y="57033"/>
                  </a:lnTo>
                  <a:lnTo>
                    <a:pt x="399393" y="54309"/>
                  </a:lnTo>
                  <a:lnTo>
                    <a:pt x="396025" y="51643"/>
                  </a:lnTo>
                  <a:lnTo>
                    <a:pt x="392611" y="49037"/>
                  </a:lnTo>
                  <a:lnTo>
                    <a:pt x="389151" y="46491"/>
                  </a:lnTo>
                  <a:lnTo>
                    <a:pt x="385648" y="44006"/>
                  </a:lnTo>
                  <a:lnTo>
                    <a:pt x="382101" y="41583"/>
                  </a:lnTo>
                  <a:lnTo>
                    <a:pt x="378513" y="39222"/>
                  </a:lnTo>
                  <a:lnTo>
                    <a:pt x="374884" y="36924"/>
                  </a:lnTo>
                  <a:lnTo>
                    <a:pt x="371215" y="34690"/>
                  </a:lnTo>
                  <a:lnTo>
                    <a:pt x="367508" y="32521"/>
                  </a:lnTo>
                  <a:lnTo>
                    <a:pt x="363763" y="30417"/>
                  </a:lnTo>
                  <a:lnTo>
                    <a:pt x="359982" y="28378"/>
                  </a:lnTo>
                  <a:lnTo>
                    <a:pt x="356166" y="26407"/>
                  </a:lnTo>
                  <a:lnTo>
                    <a:pt x="352316" y="24502"/>
                  </a:lnTo>
                  <a:lnTo>
                    <a:pt x="348433" y="22665"/>
                  </a:lnTo>
                  <a:lnTo>
                    <a:pt x="344519" y="20896"/>
                  </a:lnTo>
                  <a:lnTo>
                    <a:pt x="340574" y="19196"/>
                  </a:lnTo>
                  <a:lnTo>
                    <a:pt x="336601" y="17565"/>
                  </a:lnTo>
                  <a:lnTo>
                    <a:pt x="332599" y="16004"/>
                  </a:lnTo>
                  <a:lnTo>
                    <a:pt x="328571" y="14514"/>
                  </a:lnTo>
                  <a:lnTo>
                    <a:pt x="324517" y="13094"/>
                  </a:lnTo>
                  <a:lnTo>
                    <a:pt x="320439" y="11745"/>
                  </a:lnTo>
                  <a:lnTo>
                    <a:pt x="316338" y="10468"/>
                  </a:lnTo>
                  <a:lnTo>
                    <a:pt x="312215" y="9263"/>
                  </a:lnTo>
                  <a:lnTo>
                    <a:pt x="308071" y="8130"/>
                  </a:lnTo>
                  <a:lnTo>
                    <a:pt x="303909" y="7070"/>
                  </a:lnTo>
                  <a:lnTo>
                    <a:pt x="299729" y="6082"/>
                  </a:lnTo>
                  <a:lnTo>
                    <a:pt x="295532" y="5169"/>
                  </a:lnTo>
                  <a:lnTo>
                    <a:pt x="291319" y="4328"/>
                  </a:lnTo>
                  <a:lnTo>
                    <a:pt x="287093" y="3562"/>
                  </a:lnTo>
                  <a:lnTo>
                    <a:pt x="282854" y="2869"/>
                  </a:lnTo>
                  <a:lnTo>
                    <a:pt x="278603" y="2251"/>
                  </a:lnTo>
                  <a:lnTo>
                    <a:pt x="274342" y="1708"/>
                  </a:lnTo>
                  <a:lnTo>
                    <a:pt x="270072" y="1239"/>
                  </a:lnTo>
                  <a:lnTo>
                    <a:pt x="265795" y="845"/>
                  </a:lnTo>
                  <a:lnTo>
                    <a:pt x="261512" y="526"/>
                  </a:lnTo>
                  <a:lnTo>
                    <a:pt x="257223" y="281"/>
                  </a:lnTo>
                  <a:lnTo>
                    <a:pt x="252931" y="112"/>
                  </a:lnTo>
                  <a:lnTo>
                    <a:pt x="248637" y="18"/>
                  </a:lnTo>
                  <a:lnTo>
                    <a:pt x="244342" y="0"/>
                  </a:lnTo>
                  <a:lnTo>
                    <a:pt x="240047" y="56"/>
                  </a:lnTo>
                  <a:lnTo>
                    <a:pt x="235753" y="187"/>
                  </a:lnTo>
                  <a:lnTo>
                    <a:pt x="231463" y="394"/>
                  </a:lnTo>
                  <a:lnTo>
                    <a:pt x="227177" y="676"/>
                  </a:lnTo>
                  <a:lnTo>
                    <a:pt x="222896" y="1032"/>
                  </a:lnTo>
                  <a:lnTo>
                    <a:pt x="218623" y="1464"/>
                  </a:lnTo>
                  <a:lnTo>
                    <a:pt x="214357" y="1970"/>
                  </a:lnTo>
                  <a:lnTo>
                    <a:pt x="210101" y="2551"/>
                  </a:lnTo>
                  <a:lnTo>
                    <a:pt x="205856" y="3206"/>
                  </a:lnTo>
                  <a:lnTo>
                    <a:pt x="201623" y="3936"/>
                  </a:lnTo>
                  <a:lnTo>
                    <a:pt x="197404" y="4739"/>
                  </a:lnTo>
                  <a:lnTo>
                    <a:pt x="193199" y="5616"/>
                  </a:lnTo>
                  <a:lnTo>
                    <a:pt x="189010" y="6567"/>
                  </a:lnTo>
                  <a:lnTo>
                    <a:pt x="184838" y="7591"/>
                  </a:lnTo>
                  <a:lnTo>
                    <a:pt x="180685" y="8687"/>
                  </a:lnTo>
                  <a:lnTo>
                    <a:pt x="176552" y="9856"/>
                  </a:lnTo>
                  <a:lnTo>
                    <a:pt x="172440" y="11098"/>
                  </a:lnTo>
                  <a:lnTo>
                    <a:pt x="168350" y="12411"/>
                  </a:lnTo>
                  <a:lnTo>
                    <a:pt x="164284" y="13795"/>
                  </a:lnTo>
                  <a:lnTo>
                    <a:pt x="160243" y="15250"/>
                  </a:lnTo>
                  <a:lnTo>
                    <a:pt x="156228" y="16776"/>
                  </a:lnTo>
                  <a:lnTo>
                    <a:pt x="152240" y="18372"/>
                  </a:lnTo>
                  <a:lnTo>
                    <a:pt x="148281" y="20038"/>
                  </a:lnTo>
                  <a:lnTo>
                    <a:pt x="144351" y="21772"/>
                  </a:lnTo>
                  <a:lnTo>
                    <a:pt x="140452" y="23575"/>
                  </a:lnTo>
                  <a:lnTo>
                    <a:pt x="136586" y="25446"/>
                  </a:lnTo>
                  <a:lnTo>
                    <a:pt x="132753" y="27384"/>
                  </a:lnTo>
                  <a:lnTo>
                    <a:pt x="128954" y="29389"/>
                  </a:lnTo>
                  <a:lnTo>
                    <a:pt x="125191" y="31461"/>
                  </a:lnTo>
                  <a:lnTo>
                    <a:pt x="121465" y="33597"/>
                  </a:lnTo>
                  <a:lnTo>
                    <a:pt x="117777" y="35799"/>
                  </a:lnTo>
                  <a:lnTo>
                    <a:pt x="114128" y="38065"/>
                  </a:lnTo>
                  <a:lnTo>
                    <a:pt x="110519" y="40394"/>
                  </a:lnTo>
                  <a:lnTo>
                    <a:pt x="106951" y="42787"/>
                  </a:lnTo>
                  <a:lnTo>
                    <a:pt x="103426" y="45241"/>
                  </a:lnTo>
                  <a:lnTo>
                    <a:pt x="99945" y="47757"/>
                  </a:lnTo>
                  <a:lnTo>
                    <a:pt x="96507" y="50333"/>
                  </a:lnTo>
                  <a:lnTo>
                    <a:pt x="93116" y="52969"/>
                  </a:lnTo>
                  <a:lnTo>
                    <a:pt x="89771" y="55664"/>
                  </a:lnTo>
                  <a:lnTo>
                    <a:pt x="86474" y="58417"/>
                  </a:lnTo>
                  <a:lnTo>
                    <a:pt x="83226" y="61227"/>
                  </a:lnTo>
                  <a:lnTo>
                    <a:pt x="80027" y="64094"/>
                  </a:lnTo>
                  <a:lnTo>
                    <a:pt x="76879" y="67016"/>
                  </a:lnTo>
                  <a:lnTo>
                    <a:pt x="73782" y="69993"/>
                  </a:lnTo>
                  <a:lnTo>
                    <a:pt x="70738" y="73023"/>
                  </a:lnTo>
                  <a:lnTo>
                    <a:pt x="67748" y="76107"/>
                  </a:lnTo>
                  <a:lnTo>
                    <a:pt x="64812" y="79242"/>
                  </a:lnTo>
                  <a:lnTo>
                    <a:pt x="61931" y="82428"/>
                  </a:lnTo>
                  <a:lnTo>
                    <a:pt x="59107" y="85664"/>
                  </a:lnTo>
                  <a:lnTo>
                    <a:pt x="56339" y="88949"/>
                  </a:lnTo>
                  <a:lnTo>
                    <a:pt x="53630" y="92282"/>
                  </a:lnTo>
                  <a:lnTo>
                    <a:pt x="50979" y="95662"/>
                  </a:lnTo>
                  <a:lnTo>
                    <a:pt x="48388" y="99088"/>
                  </a:lnTo>
                  <a:lnTo>
                    <a:pt x="45857" y="102559"/>
                  </a:lnTo>
                  <a:lnTo>
                    <a:pt x="43387" y="106073"/>
                  </a:lnTo>
                  <a:lnTo>
                    <a:pt x="40980" y="109630"/>
                  </a:lnTo>
                  <a:lnTo>
                    <a:pt x="38634" y="113229"/>
                  </a:lnTo>
                  <a:lnTo>
                    <a:pt x="36353" y="116868"/>
                  </a:lnTo>
                  <a:lnTo>
                    <a:pt x="34135" y="120546"/>
                  </a:lnTo>
                  <a:lnTo>
                    <a:pt x="31982" y="124263"/>
                  </a:lnTo>
                  <a:lnTo>
                    <a:pt x="29894" y="128017"/>
                  </a:lnTo>
                  <a:lnTo>
                    <a:pt x="27872" y="131807"/>
                  </a:lnTo>
                  <a:lnTo>
                    <a:pt x="25917" y="135631"/>
                  </a:lnTo>
                  <a:lnTo>
                    <a:pt x="24029" y="139490"/>
                  </a:lnTo>
                  <a:lnTo>
                    <a:pt x="22209" y="143380"/>
                  </a:lnTo>
                  <a:lnTo>
                    <a:pt x="20458" y="147302"/>
                  </a:lnTo>
                  <a:lnTo>
                    <a:pt x="18775" y="151254"/>
                  </a:lnTo>
                  <a:lnTo>
                    <a:pt x="17162" y="155235"/>
                  </a:lnTo>
                  <a:lnTo>
                    <a:pt x="15618" y="159244"/>
                  </a:lnTo>
                  <a:lnTo>
                    <a:pt x="14145" y="163279"/>
                  </a:lnTo>
                  <a:lnTo>
                    <a:pt x="12743" y="167339"/>
                  </a:lnTo>
                  <a:lnTo>
                    <a:pt x="11412" y="171423"/>
                  </a:lnTo>
                  <a:lnTo>
                    <a:pt x="10153" y="175529"/>
                  </a:lnTo>
                  <a:lnTo>
                    <a:pt x="8966" y="179657"/>
                  </a:lnTo>
                  <a:lnTo>
                    <a:pt x="7851" y="183805"/>
                  </a:lnTo>
                  <a:lnTo>
                    <a:pt x="6809" y="187973"/>
                  </a:lnTo>
                  <a:lnTo>
                    <a:pt x="5840" y="192157"/>
                  </a:lnTo>
                  <a:lnTo>
                    <a:pt x="4944" y="196358"/>
                  </a:lnTo>
                  <a:lnTo>
                    <a:pt x="4123" y="200574"/>
                  </a:lnTo>
                  <a:lnTo>
                    <a:pt x="3375" y="204804"/>
                  </a:lnTo>
                  <a:lnTo>
                    <a:pt x="2701" y="209046"/>
                  </a:lnTo>
                  <a:lnTo>
                    <a:pt x="2101" y="213299"/>
                  </a:lnTo>
                  <a:lnTo>
                    <a:pt x="1577" y="217563"/>
                  </a:lnTo>
                  <a:lnTo>
                    <a:pt x="1126" y="221834"/>
                  </a:lnTo>
                  <a:lnTo>
                    <a:pt x="751" y="226113"/>
                  </a:lnTo>
                  <a:lnTo>
                    <a:pt x="450" y="230398"/>
                  </a:lnTo>
                  <a:lnTo>
                    <a:pt x="225" y="234687"/>
                  </a:lnTo>
                  <a:lnTo>
                    <a:pt x="75" y="238980"/>
                  </a:lnTo>
                  <a:lnTo>
                    <a:pt x="0" y="243275"/>
                  </a:lnTo>
                  <a:lnTo>
                    <a:pt x="0" y="247570"/>
                  </a:lnTo>
                  <a:lnTo>
                    <a:pt x="75" y="251865"/>
                  </a:lnTo>
                  <a:lnTo>
                    <a:pt x="225" y="256158"/>
                  </a:lnTo>
                  <a:lnTo>
                    <a:pt x="450" y="260447"/>
                  </a:lnTo>
                  <a:lnTo>
                    <a:pt x="751" y="264732"/>
                  </a:lnTo>
                  <a:lnTo>
                    <a:pt x="1126" y="269011"/>
                  </a:lnTo>
                  <a:lnTo>
                    <a:pt x="1577" y="273283"/>
                  </a:lnTo>
                  <a:lnTo>
                    <a:pt x="2101" y="277546"/>
                  </a:lnTo>
                  <a:lnTo>
                    <a:pt x="2701" y="281799"/>
                  </a:lnTo>
                  <a:lnTo>
                    <a:pt x="3375" y="286041"/>
                  </a:lnTo>
                  <a:lnTo>
                    <a:pt x="4123" y="290271"/>
                  </a:lnTo>
                  <a:lnTo>
                    <a:pt x="4944" y="294487"/>
                  </a:lnTo>
                  <a:lnTo>
                    <a:pt x="5840" y="298688"/>
                  </a:lnTo>
                  <a:lnTo>
                    <a:pt x="6809" y="302873"/>
                  </a:lnTo>
                  <a:lnTo>
                    <a:pt x="7851" y="307040"/>
                  </a:lnTo>
                  <a:lnTo>
                    <a:pt x="8966" y="311188"/>
                  </a:lnTo>
                  <a:lnTo>
                    <a:pt x="10153" y="315316"/>
                  </a:lnTo>
                  <a:lnTo>
                    <a:pt x="11412" y="319423"/>
                  </a:lnTo>
                  <a:lnTo>
                    <a:pt x="12743" y="323506"/>
                  </a:lnTo>
                  <a:lnTo>
                    <a:pt x="14145" y="327567"/>
                  </a:lnTo>
                  <a:lnTo>
                    <a:pt x="15618" y="331601"/>
                  </a:lnTo>
                  <a:lnTo>
                    <a:pt x="17162" y="335610"/>
                  </a:lnTo>
                  <a:lnTo>
                    <a:pt x="18775" y="339591"/>
                  </a:lnTo>
                  <a:lnTo>
                    <a:pt x="20458" y="343543"/>
                  </a:lnTo>
                  <a:lnTo>
                    <a:pt x="22209" y="347465"/>
                  </a:lnTo>
                  <a:lnTo>
                    <a:pt x="24029" y="351355"/>
                  </a:lnTo>
                  <a:lnTo>
                    <a:pt x="25917" y="355214"/>
                  </a:lnTo>
                  <a:lnTo>
                    <a:pt x="27872" y="359038"/>
                  </a:lnTo>
                  <a:lnTo>
                    <a:pt x="29894" y="362828"/>
                  </a:lnTo>
                  <a:lnTo>
                    <a:pt x="31982" y="366582"/>
                  </a:lnTo>
                  <a:lnTo>
                    <a:pt x="34135" y="370299"/>
                  </a:lnTo>
                  <a:lnTo>
                    <a:pt x="36353" y="373977"/>
                  </a:lnTo>
                  <a:lnTo>
                    <a:pt x="38634" y="377616"/>
                  </a:lnTo>
                  <a:lnTo>
                    <a:pt x="40980" y="381215"/>
                  </a:lnTo>
                  <a:lnTo>
                    <a:pt x="43387" y="384772"/>
                  </a:lnTo>
                  <a:lnTo>
                    <a:pt x="45857" y="388286"/>
                  </a:lnTo>
                  <a:lnTo>
                    <a:pt x="48388" y="391757"/>
                  </a:lnTo>
                  <a:lnTo>
                    <a:pt x="50979" y="395183"/>
                  </a:lnTo>
                  <a:lnTo>
                    <a:pt x="53630" y="398563"/>
                  </a:lnTo>
                  <a:lnTo>
                    <a:pt x="56339" y="401896"/>
                  </a:lnTo>
                  <a:lnTo>
                    <a:pt x="59107" y="405181"/>
                  </a:lnTo>
                  <a:lnTo>
                    <a:pt x="61931" y="408417"/>
                  </a:lnTo>
                  <a:lnTo>
                    <a:pt x="64812" y="411603"/>
                  </a:lnTo>
                  <a:lnTo>
                    <a:pt x="67748" y="414738"/>
                  </a:lnTo>
                  <a:lnTo>
                    <a:pt x="70738" y="417822"/>
                  </a:lnTo>
                  <a:lnTo>
                    <a:pt x="73782" y="420852"/>
                  </a:lnTo>
                  <a:lnTo>
                    <a:pt x="76879" y="423829"/>
                  </a:lnTo>
                  <a:lnTo>
                    <a:pt x="80027" y="426752"/>
                  </a:lnTo>
                  <a:lnTo>
                    <a:pt x="83226" y="429618"/>
                  </a:lnTo>
                  <a:lnTo>
                    <a:pt x="86474" y="432429"/>
                  </a:lnTo>
                  <a:lnTo>
                    <a:pt x="89771" y="435182"/>
                  </a:lnTo>
                  <a:lnTo>
                    <a:pt x="93116" y="437876"/>
                  </a:lnTo>
                  <a:lnTo>
                    <a:pt x="96507" y="440512"/>
                  </a:lnTo>
                  <a:lnTo>
                    <a:pt x="99945" y="443088"/>
                  </a:lnTo>
                  <a:lnTo>
                    <a:pt x="103426" y="445604"/>
                  </a:lnTo>
                  <a:lnTo>
                    <a:pt x="106951" y="448058"/>
                  </a:lnTo>
                  <a:lnTo>
                    <a:pt x="110519" y="450451"/>
                  </a:lnTo>
                  <a:lnTo>
                    <a:pt x="114128" y="452780"/>
                  </a:lnTo>
                  <a:lnTo>
                    <a:pt x="117777" y="455046"/>
                  </a:lnTo>
                  <a:lnTo>
                    <a:pt x="121465" y="457248"/>
                  </a:lnTo>
                  <a:lnTo>
                    <a:pt x="125191" y="459385"/>
                  </a:lnTo>
                  <a:lnTo>
                    <a:pt x="128954" y="461456"/>
                  </a:lnTo>
                  <a:lnTo>
                    <a:pt x="132753" y="463461"/>
                  </a:lnTo>
                  <a:lnTo>
                    <a:pt x="136586" y="465399"/>
                  </a:lnTo>
                  <a:lnTo>
                    <a:pt x="140452" y="467270"/>
                  </a:lnTo>
                  <a:lnTo>
                    <a:pt x="144351" y="469073"/>
                  </a:lnTo>
                  <a:lnTo>
                    <a:pt x="148281" y="470808"/>
                  </a:lnTo>
                  <a:lnTo>
                    <a:pt x="152240" y="472473"/>
                  </a:lnTo>
                  <a:lnTo>
                    <a:pt x="156228" y="474069"/>
                  </a:lnTo>
                  <a:lnTo>
                    <a:pt x="160243" y="475595"/>
                  </a:lnTo>
                  <a:lnTo>
                    <a:pt x="164284" y="477050"/>
                  </a:lnTo>
                  <a:lnTo>
                    <a:pt x="168350" y="478435"/>
                  </a:lnTo>
                  <a:lnTo>
                    <a:pt x="172440" y="479748"/>
                  </a:lnTo>
                  <a:lnTo>
                    <a:pt x="176552" y="480989"/>
                  </a:lnTo>
                  <a:lnTo>
                    <a:pt x="180685" y="482158"/>
                  </a:lnTo>
                  <a:lnTo>
                    <a:pt x="184838" y="483255"/>
                  </a:lnTo>
                  <a:lnTo>
                    <a:pt x="189010" y="484278"/>
                  </a:lnTo>
                  <a:lnTo>
                    <a:pt x="193199" y="485229"/>
                  </a:lnTo>
                  <a:lnTo>
                    <a:pt x="197404" y="486106"/>
                  </a:lnTo>
                  <a:lnTo>
                    <a:pt x="201623" y="486909"/>
                  </a:lnTo>
                  <a:lnTo>
                    <a:pt x="205856" y="487639"/>
                  </a:lnTo>
                  <a:lnTo>
                    <a:pt x="210101" y="488294"/>
                  </a:lnTo>
                  <a:lnTo>
                    <a:pt x="214357" y="488875"/>
                  </a:lnTo>
                  <a:lnTo>
                    <a:pt x="218623" y="489381"/>
                  </a:lnTo>
                  <a:lnTo>
                    <a:pt x="222896" y="489813"/>
                  </a:lnTo>
                  <a:lnTo>
                    <a:pt x="227177" y="490169"/>
                  </a:lnTo>
                  <a:lnTo>
                    <a:pt x="231463" y="490451"/>
                  </a:lnTo>
                  <a:lnTo>
                    <a:pt x="235753" y="490658"/>
                  </a:lnTo>
                  <a:lnTo>
                    <a:pt x="240047" y="490789"/>
                  </a:lnTo>
                  <a:lnTo>
                    <a:pt x="244342" y="490846"/>
                  </a:lnTo>
                  <a:lnTo>
                    <a:pt x="248637" y="490827"/>
                  </a:lnTo>
                  <a:lnTo>
                    <a:pt x="252931" y="490733"/>
                  </a:lnTo>
                  <a:lnTo>
                    <a:pt x="257223" y="490564"/>
                  </a:lnTo>
                  <a:lnTo>
                    <a:pt x="261512" y="490320"/>
                  </a:lnTo>
                  <a:lnTo>
                    <a:pt x="265795" y="490000"/>
                  </a:lnTo>
                  <a:lnTo>
                    <a:pt x="270072" y="489606"/>
                  </a:lnTo>
                  <a:lnTo>
                    <a:pt x="274342" y="489137"/>
                  </a:lnTo>
                  <a:lnTo>
                    <a:pt x="278603" y="488594"/>
                  </a:lnTo>
                  <a:lnTo>
                    <a:pt x="282854" y="487976"/>
                  </a:lnTo>
                  <a:lnTo>
                    <a:pt x="287093" y="487283"/>
                  </a:lnTo>
                  <a:lnTo>
                    <a:pt x="291319" y="486517"/>
                  </a:lnTo>
                  <a:lnTo>
                    <a:pt x="295532" y="485677"/>
                  </a:lnTo>
                  <a:lnTo>
                    <a:pt x="299729" y="484763"/>
                  </a:lnTo>
                  <a:lnTo>
                    <a:pt x="303909" y="483776"/>
                  </a:lnTo>
                  <a:lnTo>
                    <a:pt x="308071" y="482715"/>
                  </a:lnTo>
                  <a:lnTo>
                    <a:pt x="312215" y="481582"/>
                  </a:lnTo>
                  <a:lnTo>
                    <a:pt x="316338" y="480377"/>
                  </a:lnTo>
                  <a:lnTo>
                    <a:pt x="320439" y="479100"/>
                  </a:lnTo>
                  <a:lnTo>
                    <a:pt x="324517" y="477751"/>
                  </a:lnTo>
                  <a:lnTo>
                    <a:pt x="328571" y="476331"/>
                  </a:lnTo>
                  <a:lnTo>
                    <a:pt x="332599" y="474841"/>
                  </a:lnTo>
                  <a:lnTo>
                    <a:pt x="336601" y="473280"/>
                  </a:lnTo>
                  <a:lnTo>
                    <a:pt x="340574" y="471649"/>
                  </a:lnTo>
                  <a:lnTo>
                    <a:pt x="344519" y="469949"/>
                  </a:lnTo>
                  <a:lnTo>
                    <a:pt x="348433" y="468180"/>
                  </a:lnTo>
                  <a:lnTo>
                    <a:pt x="352316" y="466343"/>
                  </a:lnTo>
                  <a:lnTo>
                    <a:pt x="356166" y="464438"/>
                  </a:lnTo>
                  <a:lnTo>
                    <a:pt x="359982" y="462467"/>
                  </a:lnTo>
                  <a:lnTo>
                    <a:pt x="363763" y="460428"/>
                  </a:lnTo>
                  <a:lnTo>
                    <a:pt x="367508" y="458324"/>
                  </a:lnTo>
                  <a:lnTo>
                    <a:pt x="371215" y="456155"/>
                  </a:lnTo>
                  <a:lnTo>
                    <a:pt x="374884" y="453921"/>
                  </a:lnTo>
                  <a:lnTo>
                    <a:pt x="378513" y="451623"/>
                  </a:lnTo>
                  <a:lnTo>
                    <a:pt x="382101" y="449262"/>
                  </a:lnTo>
                  <a:lnTo>
                    <a:pt x="385648" y="446839"/>
                  </a:lnTo>
                  <a:lnTo>
                    <a:pt x="389151" y="444354"/>
                  </a:lnTo>
                  <a:lnTo>
                    <a:pt x="392611" y="441808"/>
                  </a:lnTo>
                  <a:lnTo>
                    <a:pt x="396025" y="439202"/>
                  </a:lnTo>
                  <a:lnTo>
                    <a:pt x="399393" y="436536"/>
                  </a:lnTo>
                  <a:lnTo>
                    <a:pt x="402714" y="433812"/>
                  </a:lnTo>
                  <a:lnTo>
                    <a:pt x="405987" y="431031"/>
                  </a:lnTo>
                  <a:lnTo>
                    <a:pt x="409211" y="428192"/>
                  </a:lnTo>
                  <a:lnTo>
                    <a:pt x="412385" y="425297"/>
                  </a:lnTo>
                  <a:lnTo>
                    <a:pt x="415507" y="422348"/>
                  </a:lnTo>
                  <a:lnTo>
                    <a:pt x="418577" y="419344"/>
                  </a:lnTo>
                  <a:lnTo>
                    <a:pt x="421595" y="416287"/>
                  </a:lnTo>
                  <a:lnTo>
                    <a:pt x="424558" y="413177"/>
                  </a:lnTo>
                  <a:lnTo>
                    <a:pt x="427466" y="410016"/>
                  </a:lnTo>
                  <a:lnTo>
                    <a:pt x="430319" y="406805"/>
                  </a:lnTo>
                  <a:lnTo>
                    <a:pt x="433115" y="403544"/>
                  </a:lnTo>
                  <a:lnTo>
                    <a:pt x="435854" y="400235"/>
                  </a:lnTo>
                  <a:lnTo>
                    <a:pt x="438534" y="396879"/>
                  </a:lnTo>
                  <a:lnTo>
                    <a:pt x="441155" y="393476"/>
                  </a:lnTo>
                  <a:lnTo>
                    <a:pt x="443716" y="390027"/>
                  </a:lnTo>
                  <a:lnTo>
                    <a:pt x="446216" y="386535"/>
                  </a:lnTo>
                  <a:lnTo>
                    <a:pt x="448655" y="382999"/>
                  </a:lnTo>
                  <a:lnTo>
                    <a:pt x="451032" y="379421"/>
                  </a:lnTo>
                  <a:lnTo>
                    <a:pt x="453345" y="375802"/>
                  </a:lnTo>
                  <a:lnTo>
                    <a:pt x="455595" y="372143"/>
                  </a:lnTo>
                  <a:lnTo>
                    <a:pt x="457781" y="368445"/>
                  </a:lnTo>
                  <a:lnTo>
                    <a:pt x="459901" y="364710"/>
                  </a:lnTo>
                  <a:lnTo>
                    <a:pt x="461956" y="360938"/>
                  </a:lnTo>
                  <a:lnTo>
                    <a:pt x="463945" y="357130"/>
                  </a:lnTo>
                  <a:lnTo>
                    <a:pt x="465866" y="353289"/>
                  </a:lnTo>
                  <a:lnTo>
                    <a:pt x="467720" y="349414"/>
                  </a:lnTo>
                  <a:lnTo>
                    <a:pt x="469506" y="345508"/>
                  </a:lnTo>
                  <a:lnTo>
                    <a:pt x="471223" y="341570"/>
                  </a:lnTo>
                  <a:lnTo>
                    <a:pt x="472872" y="337604"/>
                  </a:lnTo>
                  <a:lnTo>
                    <a:pt x="474450" y="333609"/>
                  </a:lnTo>
                  <a:lnTo>
                    <a:pt x="475958" y="329587"/>
                  </a:lnTo>
                  <a:lnTo>
                    <a:pt x="477396" y="325540"/>
                  </a:lnTo>
                  <a:lnTo>
                    <a:pt x="478762" y="321467"/>
                  </a:lnTo>
                  <a:lnTo>
                    <a:pt x="480058" y="317372"/>
                  </a:lnTo>
                  <a:lnTo>
                    <a:pt x="481281" y="313254"/>
                  </a:lnTo>
                  <a:lnTo>
                    <a:pt x="482432" y="309116"/>
                  </a:lnTo>
                  <a:lnTo>
                    <a:pt x="483510" y="304958"/>
                  </a:lnTo>
                  <a:lnTo>
                    <a:pt x="484516" y="300782"/>
                  </a:lnTo>
                  <a:lnTo>
                    <a:pt x="485448" y="296589"/>
                  </a:lnTo>
                  <a:lnTo>
                    <a:pt x="486307" y="292381"/>
                  </a:lnTo>
                  <a:lnTo>
                    <a:pt x="487092" y="288158"/>
                  </a:lnTo>
                  <a:lnTo>
                    <a:pt x="487803" y="283922"/>
                  </a:lnTo>
                  <a:lnTo>
                    <a:pt x="488439" y="279674"/>
                  </a:lnTo>
                  <a:lnTo>
                    <a:pt x="489001" y="275415"/>
                  </a:lnTo>
                  <a:lnTo>
                    <a:pt x="489489" y="271148"/>
                  </a:lnTo>
                  <a:lnTo>
                    <a:pt x="489902" y="266872"/>
                  </a:lnTo>
                  <a:lnTo>
                    <a:pt x="490240" y="262590"/>
                  </a:lnTo>
                  <a:lnTo>
                    <a:pt x="490503" y="258303"/>
                  </a:lnTo>
                  <a:lnTo>
                    <a:pt x="490691" y="254012"/>
                  </a:lnTo>
                  <a:lnTo>
                    <a:pt x="490803" y="249718"/>
                  </a:lnTo>
                  <a:lnTo>
                    <a:pt x="490841" y="245423"/>
                  </a:lnTo>
                </a:path>
              </a:pathLst>
            </a:custGeom>
            <a:ln w="13550" cap="flat">
              <a:solidFill>
                <a:srgbClr val="7FC5D8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358" name="tx358"/>
            <p:cNvSpPr/>
            <p:nvPr/>
          </p:nvSpPr>
          <p:spPr>
            <a:xfrm>
              <a:off x="1437850" y="2730981"/>
              <a:ext cx="265084" cy="800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359" name="tx359"/>
            <p:cNvSpPr/>
            <p:nvPr/>
          </p:nvSpPr>
          <p:spPr>
            <a:xfrm>
              <a:off x="1428746" y="3293395"/>
              <a:ext cx="283292" cy="82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360" name="tx360"/>
            <p:cNvSpPr/>
            <p:nvPr/>
          </p:nvSpPr>
          <p:spPr>
            <a:xfrm>
              <a:off x="1769965" y="2813541"/>
              <a:ext cx="469984" cy="801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361" name="tx361"/>
            <p:cNvSpPr/>
            <p:nvPr/>
          </p:nvSpPr>
          <p:spPr>
            <a:xfrm>
              <a:off x="1852631" y="3013379"/>
              <a:ext cx="216915" cy="79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362" name="tx362"/>
            <p:cNvSpPr/>
            <p:nvPr/>
          </p:nvSpPr>
          <p:spPr>
            <a:xfrm>
              <a:off x="1769965" y="3210729"/>
              <a:ext cx="488193" cy="82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363" name="pg363"/>
            <p:cNvSpPr/>
            <p:nvPr/>
          </p:nvSpPr>
          <p:spPr>
            <a:xfrm>
              <a:off x="1324976" y="2809005"/>
              <a:ext cx="490841" cy="490846"/>
            </a:xfrm>
            <a:custGeom>
              <a:avLst/>
              <a:pathLst>
                <a:path w="490841" h="490846">
                  <a:moveTo>
                    <a:pt x="490841" y="245423"/>
                  </a:moveTo>
                  <a:lnTo>
                    <a:pt x="490803" y="241127"/>
                  </a:lnTo>
                  <a:lnTo>
                    <a:pt x="490691" y="236833"/>
                  </a:lnTo>
                  <a:lnTo>
                    <a:pt x="490503" y="232542"/>
                  </a:lnTo>
                  <a:lnTo>
                    <a:pt x="490240" y="228255"/>
                  </a:lnTo>
                  <a:lnTo>
                    <a:pt x="489902" y="223973"/>
                  </a:lnTo>
                  <a:lnTo>
                    <a:pt x="489489" y="219697"/>
                  </a:lnTo>
                  <a:lnTo>
                    <a:pt x="489001" y="215430"/>
                  </a:lnTo>
                  <a:lnTo>
                    <a:pt x="488439" y="211171"/>
                  </a:lnTo>
                  <a:lnTo>
                    <a:pt x="487803" y="206924"/>
                  </a:lnTo>
                  <a:lnTo>
                    <a:pt x="487092" y="202687"/>
                  </a:lnTo>
                  <a:lnTo>
                    <a:pt x="486307" y="198464"/>
                  </a:lnTo>
                  <a:lnTo>
                    <a:pt x="485448" y="194256"/>
                  </a:lnTo>
                  <a:lnTo>
                    <a:pt x="484516" y="190063"/>
                  </a:lnTo>
                  <a:lnTo>
                    <a:pt x="483510" y="185887"/>
                  </a:lnTo>
                  <a:lnTo>
                    <a:pt x="482432" y="181729"/>
                  </a:lnTo>
                  <a:lnTo>
                    <a:pt x="481281" y="177591"/>
                  </a:lnTo>
                  <a:lnTo>
                    <a:pt x="480058" y="173473"/>
                  </a:lnTo>
                  <a:lnTo>
                    <a:pt x="478762" y="169378"/>
                  </a:lnTo>
                  <a:lnTo>
                    <a:pt x="477396" y="165306"/>
                  </a:lnTo>
                  <a:lnTo>
                    <a:pt x="475958" y="161258"/>
                  </a:lnTo>
                  <a:lnTo>
                    <a:pt x="474450" y="157236"/>
                  </a:lnTo>
                  <a:lnTo>
                    <a:pt x="472872" y="153241"/>
                  </a:lnTo>
                  <a:lnTo>
                    <a:pt x="471223" y="149275"/>
                  </a:lnTo>
                  <a:lnTo>
                    <a:pt x="469506" y="145338"/>
                  </a:lnTo>
                  <a:lnTo>
                    <a:pt x="467720" y="141431"/>
                  </a:lnTo>
                  <a:lnTo>
                    <a:pt x="465866" y="137556"/>
                  </a:lnTo>
                  <a:lnTo>
                    <a:pt x="463945" y="133715"/>
                  </a:lnTo>
                  <a:lnTo>
                    <a:pt x="461956" y="129907"/>
                  </a:lnTo>
                  <a:lnTo>
                    <a:pt x="459901" y="126135"/>
                  </a:lnTo>
                  <a:lnTo>
                    <a:pt x="457781" y="122400"/>
                  </a:lnTo>
                  <a:lnTo>
                    <a:pt x="455595" y="118702"/>
                  </a:lnTo>
                  <a:lnTo>
                    <a:pt x="453345" y="115043"/>
                  </a:lnTo>
                  <a:lnTo>
                    <a:pt x="451032" y="111424"/>
                  </a:lnTo>
                  <a:lnTo>
                    <a:pt x="448655" y="107846"/>
                  </a:lnTo>
                  <a:lnTo>
                    <a:pt x="446216" y="104310"/>
                  </a:lnTo>
                  <a:lnTo>
                    <a:pt x="443716" y="100818"/>
                  </a:lnTo>
                  <a:lnTo>
                    <a:pt x="441155" y="97370"/>
                  </a:lnTo>
                  <a:lnTo>
                    <a:pt x="438534" y="93967"/>
                  </a:lnTo>
                  <a:lnTo>
                    <a:pt x="435854" y="90610"/>
                  </a:lnTo>
                  <a:lnTo>
                    <a:pt x="433115" y="87301"/>
                  </a:lnTo>
                  <a:lnTo>
                    <a:pt x="430319" y="84040"/>
                  </a:lnTo>
                  <a:lnTo>
                    <a:pt x="427466" y="80829"/>
                  </a:lnTo>
                  <a:lnTo>
                    <a:pt x="424558" y="77668"/>
                  </a:lnTo>
                  <a:lnTo>
                    <a:pt x="421595" y="74558"/>
                  </a:lnTo>
                  <a:lnTo>
                    <a:pt x="418577" y="71501"/>
                  </a:lnTo>
                  <a:lnTo>
                    <a:pt x="415507" y="68497"/>
                  </a:lnTo>
                  <a:lnTo>
                    <a:pt x="412385" y="65548"/>
                  </a:lnTo>
                  <a:lnTo>
                    <a:pt x="409211" y="62653"/>
                  </a:lnTo>
                  <a:lnTo>
                    <a:pt x="405987" y="59815"/>
                  </a:lnTo>
                  <a:lnTo>
                    <a:pt x="402714" y="57033"/>
                  </a:lnTo>
                  <a:lnTo>
                    <a:pt x="399393" y="54309"/>
                  </a:lnTo>
                  <a:lnTo>
                    <a:pt x="396025" y="51643"/>
                  </a:lnTo>
                  <a:lnTo>
                    <a:pt x="392611" y="49037"/>
                  </a:lnTo>
                  <a:lnTo>
                    <a:pt x="389151" y="46491"/>
                  </a:lnTo>
                  <a:lnTo>
                    <a:pt x="385648" y="44006"/>
                  </a:lnTo>
                  <a:lnTo>
                    <a:pt x="382101" y="41583"/>
                  </a:lnTo>
                  <a:lnTo>
                    <a:pt x="378513" y="39222"/>
                  </a:lnTo>
                  <a:lnTo>
                    <a:pt x="374884" y="36924"/>
                  </a:lnTo>
                  <a:lnTo>
                    <a:pt x="371215" y="34690"/>
                  </a:lnTo>
                  <a:lnTo>
                    <a:pt x="367508" y="32521"/>
                  </a:lnTo>
                  <a:lnTo>
                    <a:pt x="363763" y="30417"/>
                  </a:lnTo>
                  <a:lnTo>
                    <a:pt x="359982" y="28378"/>
                  </a:lnTo>
                  <a:lnTo>
                    <a:pt x="356166" y="26407"/>
                  </a:lnTo>
                  <a:lnTo>
                    <a:pt x="352316" y="24502"/>
                  </a:lnTo>
                  <a:lnTo>
                    <a:pt x="348433" y="22665"/>
                  </a:lnTo>
                  <a:lnTo>
                    <a:pt x="344519" y="20896"/>
                  </a:lnTo>
                  <a:lnTo>
                    <a:pt x="340574" y="19196"/>
                  </a:lnTo>
                  <a:lnTo>
                    <a:pt x="336601" y="17565"/>
                  </a:lnTo>
                  <a:lnTo>
                    <a:pt x="332599" y="16004"/>
                  </a:lnTo>
                  <a:lnTo>
                    <a:pt x="328571" y="14514"/>
                  </a:lnTo>
                  <a:lnTo>
                    <a:pt x="324517" y="13094"/>
                  </a:lnTo>
                  <a:lnTo>
                    <a:pt x="320439" y="11745"/>
                  </a:lnTo>
                  <a:lnTo>
                    <a:pt x="316338" y="10468"/>
                  </a:lnTo>
                  <a:lnTo>
                    <a:pt x="312215" y="9263"/>
                  </a:lnTo>
                  <a:lnTo>
                    <a:pt x="308071" y="8130"/>
                  </a:lnTo>
                  <a:lnTo>
                    <a:pt x="303909" y="7070"/>
                  </a:lnTo>
                  <a:lnTo>
                    <a:pt x="299729" y="6082"/>
                  </a:lnTo>
                  <a:lnTo>
                    <a:pt x="295532" y="5169"/>
                  </a:lnTo>
                  <a:lnTo>
                    <a:pt x="291319" y="4328"/>
                  </a:lnTo>
                  <a:lnTo>
                    <a:pt x="287093" y="3562"/>
                  </a:lnTo>
                  <a:lnTo>
                    <a:pt x="282854" y="2869"/>
                  </a:lnTo>
                  <a:lnTo>
                    <a:pt x="278603" y="2251"/>
                  </a:lnTo>
                  <a:lnTo>
                    <a:pt x="274342" y="1708"/>
                  </a:lnTo>
                  <a:lnTo>
                    <a:pt x="270072" y="1239"/>
                  </a:lnTo>
                  <a:lnTo>
                    <a:pt x="265795" y="845"/>
                  </a:lnTo>
                  <a:lnTo>
                    <a:pt x="261512" y="526"/>
                  </a:lnTo>
                  <a:lnTo>
                    <a:pt x="257223" y="281"/>
                  </a:lnTo>
                  <a:lnTo>
                    <a:pt x="252931" y="112"/>
                  </a:lnTo>
                  <a:lnTo>
                    <a:pt x="248637" y="18"/>
                  </a:lnTo>
                  <a:lnTo>
                    <a:pt x="244342" y="0"/>
                  </a:lnTo>
                  <a:lnTo>
                    <a:pt x="240047" y="56"/>
                  </a:lnTo>
                  <a:lnTo>
                    <a:pt x="235753" y="187"/>
                  </a:lnTo>
                  <a:lnTo>
                    <a:pt x="231463" y="394"/>
                  </a:lnTo>
                  <a:lnTo>
                    <a:pt x="227177" y="676"/>
                  </a:lnTo>
                  <a:lnTo>
                    <a:pt x="222896" y="1032"/>
                  </a:lnTo>
                  <a:lnTo>
                    <a:pt x="218623" y="1464"/>
                  </a:lnTo>
                  <a:lnTo>
                    <a:pt x="214357" y="1970"/>
                  </a:lnTo>
                  <a:lnTo>
                    <a:pt x="210101" y="2551"/>
                  </a:lnTo>
                  <a:lnTo>
                    <a:pt x="205856" y="3206"/>
                  </a:lnTo>
                  <a:lnTo>
                    <a:pt x="201623" y="3936"/>
                  </a:lnTo>
                  <a:lnTo>
                    <a:pt x="197404" y="4739"/>
                  </a:lnTo>
                  <a:lnTo>
                    <a:pt x="193199" y="5616"/>
                  </a:lnTo>
                  <a:lnTo>
                    <a:pt x="189010" y="6567"/>
                  </a:lnTo>
                  <a:lnTo>
                    <a:pt x="184838" y="7591"/>
                  </a:lnTo>
                  <a:lnTo>
                    <a:pt x="180685" y="8687"/>
                  </a:lnTo>
                  <a:lnTo>
                    <a:pt x="176552" y="9856"/>
                  </a:lnTo>
                  <a:lnTo>
                    <a:pt x="172440" y="11098"/>
                  </a:lnTo>
                  <a:lnTo>
                    <a:pt x="168350" y="12411"/>
                  </a:lnTo>
                  <a:lnTo>
                    <a:pt x="164284" y="13795"/>
                  </a:lnTo>
                  <a:lnTo>
                    <a:pt x="160243" y="15250"/>
                  </a:lnTo>
                  <a:lnTo>
                    <a:pt x="156228" y="16776"/>
                  </a:lnTo>
                  <a:lnTo>
                    <a:pt x="152240" y="18372"/>
                  </a:lnTo>
                  <a:lnTo>
                    <a:pt x="148281" y="20038"/>
                  </a:lnTo>
                  <a:lnTo>
                    <a:pt x="144351" y="21772"/>
                  </a:lnTo>
                  <a:lnTo>
                    <a:pt x="140452" y="23575"/>
                  </a:lnTo>
                  <a:lnTo>
                    <a:pt x="136586" y="25446"/>
                  </a:lnTo>
                  <a:lnTo>
                    <a:pt x="132753" y="27384"/>
                  </a:lnTo>
                  <a:lnTo>
                    <a:pt x="128954" y="29389"/>
                  </a:lnTo>
                  <a:lnTo>
                    <a:pt x="125191" y="31461"/>
                  </a:lnTo>
                  <a:lnTo>
                    <a:pt x="121465" y="33597"/>
                  </a:lnTo>
                  <a:lnTo>
                    <a:pt x="117777" y="35799"/>
                  </a:lnTo>
                  <a:lnTo>
                    <a:pt x="114128" y="38065"/>
                  </a:lnTo>
                  <a:lnTo>
                    <a:pt x="110519" y="40394"/>
                  </a:lnTo>
                  <a:lnTo>
                    <a:pt x="106951" y="42787"/>
                  </a:lnTo>
                  <a:lnTo>
                    <a:pt x="103426" y="45241"/>
                  </a:lnTo>
                  <a:lnTo>
                    <a:pt x="99945" y="47757"/>
                  </a:lnTo>
                  <a:lnTo>
                    <a:pt x="96507" y="50333"/>
                  </a:lnTo>
                  <a:lnTo>
                    <a:pt x="93116" y="52969"/>
                  </a:lnTo>
                  <a:lnTo>
                    <a:pt x="89771" y="55664"/>
                  </a:lnTo>
                  <a:lnTo>
                    <a:pt x="86474" y="58417"/>
                  </a:lnTo>
                  <a:lnTo>
                    <a:pt x="83226" y="61227"/>
                  </a:lnTo>
                  <a:lnTo>
                    <a:pt x="80027" y="64094"/>
                  </a:lnTo>
                  <a:lnTo>
                    <a:pt x="76879" y="67016"/>
                  </a:lnTo>
                  <a:lnTo>
                    <a:pt x="73782" y="69993"/>
                  </a:lnTo>
                  <a:lnTo>
                    <a:pt x="70738" y="73023"/>
                  </a:lnTo>
                  <a:lnTo>
                    <a:pt x="67748" y="76107"/>
                  </a:lnTo>
                  <a:lnTo>
                    <a:pt x="64812" y="79242"/>
                  </a:lnTo>
                  <a:lnTo>
                    <a:pt x="61931" y="82428"/>
                  </a:lnTo>
                  <a:lnTo>
                    <a:pt x="59107" y="85664"/>
                  </a:lnTo>
                  <a:lnTo>
                    <a:pt x="56339" y="88949"/>
                  </a:lnTo>
                  <a:lnTo>
                    <a:pt x="53630" y="92282"/>
                  </a:lnTo>
                  <a:lnTo>
                    <a:pt x="50979" y="95662"/>
                  </a:lnTo>
                  <a:lnTo>
                    <a:pt x="48388" y="99088"/>
                  </a:lnTo>
                  <a:lnTo>
                    <a:pt x="45857" y="102559"/>
                  </a:lnTo>
                  <a:lnTo>
                    <a:pt x="43387" y="106073"/>
                  </a:lnTo>
                  <a:lnTo>
                    <a:pt x="40980" y="109630"/>
                  </a:lnTo>
                  <a:lnTo>
                    <a:pt x="38634" y="113229"/>
                  </a:lnTo>
                  <a:lnTo>
                    <a:pt x="36353" y="116868"/>
                  </a:lnTo>
                  <a:lnTo>
                    <a:pt x="34135" y="120546"/>
                  </a:lnTo>
                  <a:lnTo>
                    <a:pt x="31982" y="124263"/>
                  </a:lnTo>
                  <a:lnTo>
                    <a:pt x="29894" y="128017"/>
                  </a:lnTo>
                  <a:lnTo>
                    <a:pt x="27872" y="131807"/>
                  </a:lnTo>
                  <a:lnTo>
                    <a:pt x="25917" y="135631"/>
                  </a:lnTo>
                  <a:lnTo>
                    <a:pt x="24029" y="139490"/>
                  </a:lnTo>
                  <a:lnTo>
                    <a:pt x="22209" y="143380"/>
                  </a:lnTo>
                  <a:lnTo>
                    <a:pt x="20458" y="147302"/>
                  </a:lnTo>
                  <a:lnTo>
                    <a:pt x="18775" y="151254"/>
                  </a:lnTo>
                  <a:lnTo>
                    <a:pt x="17162" y="155235"/>
                  </a:lnTo>
                  <a:lnTo>
                    <a:pt x="15618" y="159244"/>
                  </a:lnTo>
                  <a:lnTo>
                    <a:pt x="14145" y="163279"/>
                  </a:lnTo>
                  <a:lnTo>
                    <a:pt x="12743" y="167339"/>
                  </a:lnTo>
                  <a:lnTo>
                    <a:pt x="11412" y="171423"/>
                  </a:lnTo>
                  <a:lnTo>
                    <a:pt x="10153" y="175529"/>
                  </a:lnTo>
                  <a:lnTo>
                    <a:pt x="8966" y="179657"/>
                  </a:lnTo>
                  <a:lnTo>
                    <a:pt x="7851" y="183805"/>
                  </a:lnTo>
                  <a:lnTo>
                    <a:pt x="6809" y="187973"/>
                  </a:lnTo>
                  <a:lnTo>
                    <a:pt x="5840" y="192157"/>
                  </a:lnTo>
                  <a:lnTo>
                    <a:pt x="4944" y="196358"/>
                  </a:lnTo>
                  <a:lnTo>
                    <a:pt x="4123" y="200574"/>
                  </a:lnTo>
                  <a:lnTo>
                    <a:pt x="3375" y="204804"/>
                  </a:lnTo>
                  <a:lnTo>
                    <a:pt x="2701" y="209046"/>
                  </a:lnTo>
                  <a:lnTo>
                    <a:pt x="2101" y="213299"/>
                  </a:lnTo>
                  <a:lnTo>
                    <a:pt x="1577" y="217563"/>
                  </a:lnTo>
                  <a:lnTo>
                    <a:pt x="1126" y="221834"/>
                  </a:lnTo>
                  <a:lnTo>
                    <a:pt x="751" y="226113"/>
                  </a:lnTo>
                  <a:lnTo>
                    <a:pt x="450" y="230398"/>
                  </a:lnTo>
                  <a:lnTo>
                    <a:pt x="225" y="234687"/>
                  </a:lnTo>
                  <a:lnTo>
                    <a:pt x="75" y="238980"/>
                  </a:lnTo>
                  <a:lnTo>
                    <a:pt x="0" y="243275"/>
                  </a:lnTo>
                  <a:lnTo>
                    <a:pt x="0" y="247570"/>
                  </a:lnTo>
                  <a:lnTo>
                    <a:pt x="75" y="251865"/>
                  </a:lnTo>
                  <a:lnTo>
                    <a:pt x="225" y="256158"/>
                  </a:lnTo>
                  <a:lnTo>
                    <a:pt x="450" y="260447"/>
                  </a:lnTo>
                  <a:lnTo>
                    <a:pt x="751" y="264732"/>
                  </a:lnTo>
                  <a:lnTo>
                    <a:pt x="1126" y="269011"/>
                  </a:lnTo>
                  <a:lnTo>
                    <a:pt x="1577" y="273283"/>
                  </a:lnTo>
                  <a:lnTo>
                    <a:pt x="2101" y="277546"/>
                  </a:lnTo>
                  <a:lnTo>
                    <a:pt x="2701" y="281799"/>
                  </a:lnTo>
                  <a:lnTo>
                    <a:pt x="3375" y="286041"/>
                  </a:lnTo>
                  <a:lnTo>
                    <a:pt x="4123" y="290271"/>
                  </a:lnTo>
                  <a:lnTo>
                    <a:pt x="4944" y="294487"/>
                  </a:lnTo>
                  <a:lnTo>
                    <a:pt x="5840" y="298688"/>
                  </a:lnTo>
                  <a:lnTo>
                    <a:pt x="6809" y="302873"/>
                  </a:lnTo>
                  <a:lnTo>
                    <a:pt x="7851" y="307040"/>
                  </a:lnTo>
                  <a:lnTo>
                    <a:pt x="8966" y="311188"/>
                  </a:lnTo>
                  <a:lnTo>
                    <a:pt x="10153" y="315316"/>
                  </a:lnTo>
                  <a:lnTo>
                    <a:pt x="11412" y="319423"/>
                  </a:lnTo>
                  <a:lnTo>
                    <a:pt x="12743" y="323506"/>
                  </a:lnTo>
                  <a:lnTo>
                    <a:pt x="14145" y="327567"/>
                  </a:lnTo>
                  <a:lnTo>
                    <a:pt x="15618" y="331601"/>
                  </a:lnTo>
                  <a:lnTo>
                    <a:pt x="17162" y="335610"/>
                  </a:lnTo>
                  <a:lnTo>
                    <a:pt x="18775" y="339591"/>
                  </a:lnTo>
                  <a:lnTo>
                    <a:pt x="20458" y="343543"/>
                  </a:lnTo>
                  <a:lnTo>
                    <a:pt x="22209" y="347465"/>
                  </a:lnTo>
                  <a:lnTo>
                    <a:pt x="24029" y="351355"/>
                  </a:lnTo>
                  <a:lnTo>
                    <a:pt x="25917" y="355214"/>
                  </a:lnTo>
                  <a:lnTo>
                    <a:pt x="27872" y="359038"/>
                  </a:lnTo>
                  <a:lnTo>
                    <a:pt x="29894" y="362828"/>
                  </a:lnTo>
                  <a:lnTo>
                    <a:pt x="31982" y="366582"/>
                  </a:lnTo>
                  <a:lnTo>
                    <a:pt x="34135" y="370299"/>
                  </a:lnTo>
                  <a:lnTo>
                    <a:pt x="36353" y="373977"/>
                  </a:lnTo>
                  <a:lnTo>
                    <a:pt x="38634" y="377616"/>
                  </a:lnTo>
                  <a:lnTo>
                    <a:pt x="40980" y="381215"/>
                  </a:lnTo>
                  <a:lnTo>
                    <a:pt x="43387" y="384772"/>
                  </a:lnTo>
                  <a:lnTo>
                    <a:pt x="45857" y="388286"/>
                  </a:lnTo>
                  <a:lnTo>
                    <a:pt x="48388" y="391757"/>
                  </a:lnTo>
                  <a:lnTo>
                    <a:pt x="50979" y="395183"/>
                  </a:lnTo>
                  <a:lnTo>
                    <a:pt x="53630" y="398563"/>
                  </a:lnTo>
                  <a:lnTo>
                    <a:pt x="56339" y="401896"/>
                  </a:lnTo>
                  <a:lnTo>
                    <a:pt x="59107" y="405181"/>
                  </a:lnTo>
                  <a:lnTo>
                    <a:pt x="61931" y="408417"/>
                  </a:lnTo>
                  <a:lnTo>
                    <a:pt x="64812" y="411603"/>
                  </a:lnTo>
                  <a:lnTo>
                    <a:pt x="67748" y="414738"/>
                  </a:lnTo>
                  <a:lnTo>
                    <a:pt x="70738" y="417822"/>
                  </a:lnTo>
                  <a:lnTo>
                    <a:pt x="73782" y="420852"/>
                  </a:lnTo>
                  <a:lnTo>
                    <a:pt x="76879" y="423829"/>
                  </a:lnTo>
                  <a:lnTo>
                    <a:pt x="80027" y="426752"/>
                  </a:lnTo>
                  <a:lnTo>
                    <a:pt x="83226" y="429618"/>
                  </a:lnTo>
                  <a:lnTo>
                    <a:pt x="86474" y="432429"/>
                  </a:lnTo>
                  <a:lnTo>
                    <a:pt x="89771" y="435182"/>
                  </a:lnTo>
                  <a:lnTo>
                    <a:pt x="93116" y="437876"/>
                  </a:lnTo>
                  <a:lnTo>
                    <a:pt x="96507" y="440512"/>
                  </a:lnTo>
                  <a:lnTo>
                    <a:pt x="99945" y="443088"/>
                  </a:lnTo>
                  <a:lnTo>
                    <a:pt x="103426" y="445604"/>
                  </a:lnTo>
                  <a:lnTo>
                    <a:pt x="106951" y="448058"/>
                  </a:lnTo>
                  <a:lnTo>
                    <a:pt x="110519" y="450451"/>
                  </a:lnTo>
                  <a:lnTo>
                    <a:pt x="114128" y="452780"/>
                  </a:lnTo>
                  <a:lnTo>
                    <a:pt x="117777" y="455046"/>
                  </a:lnTo>
                  <a:lnTo>
                    <a:pt x="121465" y="457248"/>
                  </a:lnTo>
                  <a:lnTo>
                    <a:pt x="125191" y="459385"/>
                  </a:lnTo>
                  <a:lnTo>
                    <a:pt x="128954" y="461456"/>
                  </a:lnTo>
                  <a:lnTo>
                    <a:pt x="132753" y="463461"/>
                  </a:lnTo>
                  <a:lnTo>
                    <a:pt x="136586" y="465399"/>
                  </a:lnTo>
                  <a:lnTo>
                    <a:pt x="140452" y="467270"/>
                  </a:lnTo>
                  <a:lnTo>
                    <a:pt x="144351" y="469073"/>
                  </a:lnTo>
                  <a:lnTo>
                    <a:pt x="148281" y="470808"/>
                  </a:lnTo>
                  <a:lnTo>
                    <a:pt x="152240" y="472473"/>
                  </a:lnTo>
                  <a:lnTo>
                    <a:pt x="156228" y="474069"/>
                  </a:lnTo>
                  <a:lnTo>
                    <a:pt x="160243" y="475595"/>
                  </a:lnTo>
                  <a:lnTo>
                    <a:pt x="164284" y="477050"/>
                  </a:lnTo>
                  <a:lnTo>
                    <a:pt x="168350" y="478435"/>
                  </a:lnTo>
                  <a:lnTo>
                    <a:pt x="172440" y="479748"/>
                  </a:lnTo>
                  <a:lnTo>
                    <a:pt x="176552" y="480989"/>
                  </a:lnTo>
                  <a:lnTo>
                    <a:pt x="180685" y="482158"/>
                  </a:lnTo>
                  <a:lnTo>
                    <a:pt x="184838" y="483255"/>
                  </a:lnTo>
                  <a:lnTo>
                    <a:pt x="189010" y="484278"/>
                  </a:lnTo>
                  <a:lnTo>
                    <a:pt x="193199" y="485229"/>
                  </a:lnTo>
                  <a:lnTo>
                    <a:pt x="197404" y="486106"/>
                  </a:lnTo>
                  <a:lnTo>
                    <a:pt x="201623" y="486909"/>
                  </a:lnTo>
                  <a:lnTo>
                    <a:pt x="205856" y="487639"/>
                  </a:lnTo>
                  <a:lnTo>
                    <a:pt x="210101" y="488294"/>
                  </a:lnTo>
                  <a:lnTo>
                    <a:pt x="214357" y="488875"/>
                  </a:lnTo>
                  <a:lnTo>
                    <a:pt x="218623" y="489381"/>
                  </a:lnTo>
                  <a:lnTo>
                    <a:pt x="222896" y="489813"/>
                  </a:lnTo>
                  <a:lnTo>
                    <a:pt x="227177" y="490169"/>
                  </a:lnTo>
                  <a:lnTo>
                    <a:pt x="231463" y="490451"/>
                  </a:lnTo>
                  <a:lnTo>
                    <a:pt x="235753" y="490658"/>
                  </a:lnTo>
                  <a:lnTo>
                    <a:pt x="240047" y="490789"/>
                  </a:lnTo>
                  <a:lnTo>
                    <a:pt x="244342" y="490846"/>
                  </a:lnTo>
                  <a:lnTo>
                    <a:pt x="248637" y="490827"/>
                  </a:lnTo>
                  <a:lnTo>
                    <a:pt x="252931" y="490733"/>
                  </a:lnTo>
                  <a:lnTo>
                    <a:pt x="257223" y="490564"/>
                  </a:lnTo>
                  <a:lnTo>
                    <a:pt x="261512" y="490320"/>
                  </a:lnTo>
                  <a:lnTo>
                    <a:pt x="265795" y="490000"/>
                  </a:lnTo>
                  <a:lnTo>
                    <a:pt x="270072" y="489606"/>
                  </a:lnTo>
                  <a:lnTo>
                    <a:pt x="274342" y="489137"/>
                  </a:lnTo>
                  <a:lnTo>
                    <a:pt x="278603" y="488594"/>
                  </a:lnTo>
                  <a:lnTo>
                    <a:pt x="282854" y="487976"/>
                  </a:lnTo>
                  <a:lnTo>
                    <a:pt x="287093" y="487283"/>
                  </a:lnTo>
                  <a:lnTo>
                    <a:pt x="291319" y="486517"/>
                  </a:lnTo>
                  <a:lnTo>
                    <a:pt x="295532" y="485677"/>
                  </a:lnTo>
                  <a:lnTo>
                    <a:pt x="299729" y="484763"/>
                  </a:lnTo>
                  <a:lnTo>
                    <a:pt x="303909" y="483776"/>
                  </a:lnTo>
                  <a:lnTo>
                    <a:pt x="308071" y="482715"/>
                  </a:lnTo>
                  <a:lnTo>
                    <a:pt x="312215" y="481582"/>
                  </a:lnTo>
                  <a:lnTo>
                    <a:pt x="316338" y="480377"/>
                  </a:lnTo>
                  <a:lnTo>
                    <a:pt x="320439" y="479100"/>
                  </a:lnTo>
                  <a:lnTo>
                    <a:pt x="324517" y="477751"/>
                  </a:lnTo>
                  <a:lnTo>
                    <a:pt x="328571" y="476331"/>
                  </a:lnTo>
                  <a:lnTo>
                    <a:pt x="332599" y="474841"/>
                  </a:lnTo>
                  <a:lnTo>
                    <a:pt x="336601" y="473280"/>
                  </a:lnTo>
                  <a:lnTo>
                    <a:pt x="340574" y="471649"/>
                  </a:lnTo>
                  <a:lnTo>
                    <a:pt x="344519" y="469949"/>
                  </a:lnTo>
                  <a:lnTo>
                    <a:pt x="348433" y="468180"/>
                  </a:lnTo>
                  <a:lnTo>
                    <a:pt x="352316" y="466343"/>
                  </a:lnTo>
                  <a:lnTo>
                    <a:pt x="356166" y="464438"/>
                  </a:lnTo>
                  <a:lnTo>
                    <a:pt x="359982" y="462467"/>
                  </a:lnTo>
                  <a:lnTo>
                    <a:pt x="363763" y="460428"/>
                  </a:lnTo>
                  <a:lnTo>
                    <a:pt x="367508" y="458324"/>
                  </a:lnTo>
                  <a:lnTo>
                    <a:pt x="371215" y="456155"/>
                  </a:lnTo>
                  <a:lnTo>
                    <a:pt x="374884" y="453921"/>
                  </a:lnTo>
                  <a:lnTo>
                    <a:pt x="378513" y="451623"/>
                  </a:lnTo>
                  <a:lnTo>
                    <a:pt x="382101" y="449262"/>
                  </a:lnTo>
                  <a:lnTo>
                    <a:pt x="385648" y="446839"/>
                  </a:lnTo>
                  <a:lnTo>
                    <a:pt x="389151" y="444354"/>
                  </a:lnTo>
                  <a:lnTo>
                    <a:pt x="392611" y="441808"/>
                  </a:lnTo>
                  <a:lnTo>
                    <a:pt x="396025" y="439202"/>
                  </a:lnTo>
                  <a:lnTo>
                    <a:pt x="399393" y="436536"/>
                  </a:lnTo>
                  <a:lnTo>
                    <a:pt x="402714" y="433812"/>
                  </a:lnTo>
                  <a:lnTo>
                    <a:pt x="405987" y="431031"/>
                  </a:lnTo>
                  <a:lnTo>
                    <a:pt x="409211" y="428192"/>
                  </a:lnTo>
                  <a:lnTo>
                    <a:pt x="412385" y="425297"/>
                  </a:lnTo>
                  <a:lnTo>
                    <a:pt x="415507" y="422348"/>
                  </a:lnTo>
                  <a:lnTo>
                    <a:pt x="418577" y="419344"/>
                  </a:lnTo>
                  <a:lnTo>
                    <a:pt x="421595" y="416287"/>
                  </a:lnTo>
                  <a:lnTo>
                    <a:pt x="424558" y="413177"/>
                  </a:lnTo>
                  <a:lnTo>
                    <a:pt x="427466" y="410016"/>
                  </a:lnTo>
                  <a:lnTo>
                    <a:pt x="430319" y="406805"/>
                  </a:lnTo>
                  <a:lnTo>
                    <a:pt x="433115" y="403544"/>
                  </a:lnTo>
                  <a:lnTo>
                    <a:pt x="435854" y="400235"/>
                  </a:lnTo>
                  <a:lnTo>
                    <a:pt x="438534" y="396879"/>
                  </a:lnTo>
                  <a:lnTo>
                    <a:pt x="441155" y="393476"/>
                  </a:lnTo>
                  <a:lnTo>
                    <a:pt x="443716" y="390027"/>
                  </a:lnTo>
                  <a:lnTo>
                    <a:pt x="446216" y="386535"/>
                  </a:lnTo>
                  <a:lnTo>
                    <a:pt x="448655" y="382999"/>
                  </a:lnTo>
                  <a:lnTo>
                    <a:pt x="451032" y="379421"/>
                  </a:lnTo>
                  <a:lnTo>
                    <a:pt x="453345" y="375802"/>
                  </a:lnTo>
                  <a:lnTo>
                    <a:pt x="455595" y="372143"/>
                  </a:lnTo>
                  <a:lnTo>
                    <a:pt x="457781" y="368445"/>
                  </a:lnTo>
                  <a:lnTo>
                    <a:pt x="459901" y="364710"/>
                  </a:lnTo>
                  <a:lnTo>
                    <a:pt x="461956" y="360938"/>
                  </a:lnTo>
                  <a:lnTo>
                    <a:pt x="463945" y="357130"/>
                  </a:lnTo>
                  <a:lnTo>
                    <a:pt x="465866" y="353289"/>
                  </a:lnTo>
                  <a:lnTo>
                    <a:pt x="467720" y="349414"/>
                  </a:lnTo>
                  <a:lnTo>
                    <a:pt x="469506" y="345508"/>
                  </a:lnTo>
                  <a:lnTo>
                    <a:pt x="471223" y="341570"/>
                  </a:lnTo>
                  <a:lnTo>
                    <a:pt x="472872" y="337604"/>
                  </a:lnTo>
                  <a:lnTo>
                    <a:pt x="474450" y="333609"/>
                  </a:lnTo>
                  <a:lnTo>
                    <a:pt x="475958" y="329587"/>
                  </a:lnTo>
                  <a:lnTo>
                    <a:pt x="477396" y="325540"/>
                  </a:lnTo>
                  <a:lnTo>
                    <a:pt x="478762" y="321467"/>
                  </a:lnTo>
                  <a:lnTo>
                    <a:pt x="480058" y="317372"/>
                  </a:lnTo>
                  <a:lnTo>
                    <a:pt x="481281" y="313254"/>
                  </a:lnTo>
                  <a:lnTo>
                    <a:pt x="482432" y="309116"/>
                  </a:lnTo>
                  <a:lnTo>
                    <a:pt x="483510" y="304958"/>
                  </a:lnTo>
                  <a:lnTo>
                    <a:pt x="484516" y="300782"/>
                  </a:lnTo>
                  <a:lnTo>
                    <a:pt x="485448" y="296589"/>
                  </a:lnTo>
                  <a:lnTo>
                    <a:pt x="486307" y="292381"/>
                  </a:lnTo>
                  <a:lnTo>
                    <a:pt x="487092" y="288158"/>
                  </a:lnTo>
                  <a:lnTo>
                    <a:pt x="487803" y="283922"/>
                  </a:lnTo>
                  <a:lnTo>
                    <a:pt x="488439" y="279674"/>
                  </a:lnTo>
                  <a:lnTo>
                    <a:pt x="489001" y="275415"/>
                  </a:lnTo>
                  <a:lnTo>
                    <a:pt x="489489" y="271148"/>
                  </a:lnTo>
                  <a:lnTo>
                    <a:pt x="489902" y="266872"/>
                  </a:lnTo>
                  <a:lnTo>
                    <a:pt x="490240" y="262590"/>
                  </a:lnTo>
                  <a:lnTo>
                    <a:pt x="490503" y="258303"/>
                  </a:lnTo>
                  <a:lnTo>
                    <a:pt x="490691" y="254012"/>
                  </a:lnTo>
                  <a:lnTo>
                    <a:pt x="490803" y="249718"/>
                  </a:lnTo>
                  <a:close/>
                </a:path>
              </a:pathLst>
            </a:custGeom>
            <a:solidFill>
              <a:srgbClr val="F5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64" name="pl364"/>
            <p:cNvSpPr/>
            <p:nvPr/>
          </p:nvSpPr>
          <p:spPr>
            <a:xfrm>
              <a:off x="1570392" y="2809002"/>
              <a:ext cx="0" cy="220882"/>
            </a:xfrm>
            <a:custGeom>
              <a:avLst/>
              <a:pathLst>
                <a:path w="0" h="220882">
                  <a:moveTo>
                    <a:pt x="0" y="220882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l365"/>
            <p:cNvSpPr/>
            <p:nvPr/>
          </p:nvSpPr>
          <p:spPr>
            <a:xfrm>
              <a:off x="1587746" y="2880886"/>
              <a:ext cx="156187" cy="156187"/>
            </a:xfrm>
            <a:custGeom>
              <a:avLst/>
              <a:pathLst>
                <a:path w="156187" h="156187">
                  <a:moveTo>
                    <a:pt x="0" y="156187"/>
                  </a:moveTo>
                  <a:lnTo>
                    <a:pt x="156187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l366"/>
            <p:cNvSpPr/>
            <p:nvPr/>
          </p:nvSpPr>
          <p:spPr>
            <a:xfrm>
              <a:off x="1594935" y="3054428"/>
              <a:ext cx="220882" cy="0"/>
            </a:xfrm>
            <a:custGeom>
              <a:avLst/>
              <a:pathLst>
                <a:path w="220882" h="0">
                  <a:moveTo>
                    <a:pt x="0" y="0"/>
                  </a:moveTo>
                  <a:lnTo>
                    <a:pt x="220882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l367"/>
            <p:cNvSpPr/>
            <p:nvPr/>
          </p:nvSpPr>
          <p:spPr>
            <a:xfrm>
              <a:off x="1587746" y="3071782"/>
              <a:ext cx="156187" cy="156187"/>
            </a:xfrm>
            <a:custGeom>
              <a:avLst/>
              <a:pathLst>
                <a:path w="156187" h="156187">
                  <a:moveTo>
                    <a:pt x="0" y="0"/>
                  </a:moveTo>
                  <a:lnTo>
                    <a:pt x="156187" y="156187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l368"/>
            <p:cNvSpPr/>
            <p:nvPr/>
          </p:nvSpPr>
          <p:spPr>
            <a:xfrm>
              <a:off x="1570392" y="3078970"/>
              <a:ext cx="0" cy="220882"/>
            </a:xfrm>
            <a:custGeom>
              <a:avLst/>
              <a:pathLst>
                <a:path w="0" h="220882">
                  <a:moveTo>
                    <a:pt x="0" y="0"/>
                  </a:moveTo>
                  <a:lnTo>
                    <a:pt x="0" y="220882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l369"/>
            <p:cNvSpPr/>
            <p:nvPr/>
          </p:nvSpPr>
          <p:spPr>
            <a:xfrm>
              <a:off x="1396850" y="3071782"/>
              <a:ext cx="156187" cy="156187"/>
            </a:xfrm>
            <a:custGeom>
              <a:avLst/>
              <a:pathLst>
                <a:path w="156187" h="156187">
                  <a:moveTo>
                    <a:pt x="156187" y="0"/>
                  </a:moveTo>
                  <a:lnTo>
                    <a:pt x="0" y="156187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l370"/>
            <p:cNvSpPr/>
            <p:nvPr/>
          </p:nvSpPr>
          <p:spPr>
            <a:xfrm>
              <a:off x="1324967" y="3054428"/>
              <a:ext cx="220882" cy="0"/>
            </a:xfrm>
            <a:custGeom>
              <a:avLst/>
              <a:pathLst>
                <a:path w="220882" h="0">
                  <a:moveTo>
                    <a:pt x="220882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l371"/>
            <p:cNvSpPr/>
            <p:nvPr/>
          </p:nvSpPr>
          <p:spPr>
            <a:xfrm>
              <a:off x="1396850" y="2880886"/>
              <a:ext cx="156187" cy="156187"/>
            </a:xfrm>
            <a:custGeom>
              <a:avLst/>
              <a:pathLst>
                <a:path w="156187" h="156187">
                  <a:moveTo>
                    <a:pt x="156187" y="156187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l372"/>
            <p:cNvSpPr/>
            <p:nvPr/>
          </p:nvSpPr>
          <p:spPr>
            <a:xfrm>
              <a:off x="1538839" y="2980278"/>
              <a:ext cx="116336" cy="138852"/>
            </a:xfrm>
            <a:custGeom>
              <a:avLst/>
              <a:pathLst>
                <a:path w="116336" h="138852">
                  <a:moveTo>
                    <a:pt x="31553" y="49607"/>
                  </a:moveTo>
                  <a:lnTo>
                    <a:pt x="105702" y="0"/>
                  </a:lnTo>
                  <a:lnTo>
                    <a:pt x="116336" y="74149"/>
                  </a:lnTo>
                  <a:lnTo>
                    <a:pt x="63106" y="105702"/>
                  </a:lnTo>
                  <a:lnTo>
                    <a:pt x="31553" y="138852"/>
                  </a:lnTo>
                  <a:lnTo>
                    <a:pt x="14198" y="91503"/>
                  </a:lnTo>
                  <a:lnTo>
                    <a:pt x="7010" y="74149"/>
                  </a:lnTo>
                  <a:lnTo>
                    <a:pt x="0" y="42596"/>
                  </a:lnTo>
                  <a:lnTo>
                    <a:pt x="31553" y="49607"/>
                  </a:lnTo>
                </a:path>
              </a:pathLst>
            </a:custGeom>
            <a:ln w="31166" cap="flat">
              <a:solidFill>
                <a:srgbClr val="C8A75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t373"/>
            <p:cNvSpPr/>
            <p:nvPr/>
          </p:nvSpPr>
          <p:spPr>
            <a:xfrm>
              <a:off x="1534444" y="2993937"/>
              <a:ext cx="71895" cy="71895"/>
            </a:xfrm>
            <a:prstGeom prst="ellipse">
              <a:avLst/>
            </a:prstGeom>
            <a:solidFill>
              <a:srgbClr val="C8A757">
                <a:alpha val="100000"/>
              </a:srgbClr>
            </a:solidFill>
            <a:ln w="12272" cap="rnd">
              <a:solidFill>
                <a:srgbClr val="C8A75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t374"/>
            <p:cNvSpPr/>
            <p:nvPr/>
          </p:nvSpPr>
          <p:spPr>
            <a:xfrm>
              <a:off x="1608594" y="2944330"/>
              <a:ext cx="71895" cy="71895"/>
            </a:xfrm>
            <a:prstGeom prst="ellipse">
              <a:avLst/>
            </a:prstGeom>
            <a:solidFill>
              <a:srgbClr val="C8A757">
                <a:alpha val="100000"/>
              </a:srgbClr>
            </a:solidFill>
            <a:ln w="12272" cap="rnd">
              <a:solidFill>
                <a:srgbClr val="C8A75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t375"/>
            <p:cNvSpPr/>
            <p:nvPr/>
          </p:nvSpPr>
          <p:spPr>
            <a:xfrm>
              <a:off x="1619228" y="3018480"/>
              <a:ext cx="71895" cy="71895"/>
            </a:xfrm>
            <a:prstGeom prst="ellipse">
              <a:avLst/>
            </a:prstGeom>
            <a:solidFill>
              <a:srgbClr val="C8A757">
                <a:alpha val="100000"/>
              </a:srgbClr>
            </a:solidFill>
            <a:ln w="12272" cap="rnd">
              <a:solidFill>
                <a:srgbClr val="C8A75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t376"/>
            <p:cNvSpPr/>
            <p:nvPr/>
          </p:nvSpPr>
          <p:spPr>
            <a:xfrm>
              <a:off x="1565998" y="3050033"/>
              <a:ext cx="71895" cy="71895"/>
            </a:xfrm>
            <a:prstGeom prst="ellipse">
              <a:avLst/>
            </a:prstGeom>
            <a:solidFill>
              <a:srgbClr val="C8A757">
                <a:alpha val="100000"/>
              </a:srgbClr>
            </a:solidFill>
            <a:ln w="12272" cap="rnd">
              <a:solidFill>
                <a:srgbClr val="C8A75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t377"/>
            <p:cNvSpPr/>
            <p:nvPr/>
          </p:nvSpPr>
          <p:spPr>
            <a:xfrm>
              <a:off x="1534444" y="3083183"/>
              <a:ext cx="71895" cy="71895"/>
            </a:xfrm>
            <a:prstGeom prst="ellipse">
              <a:avLst/>
            </a:prstGeom>
            <a:solidFill>
              <a:srgbClr val="C8A757">
                <a:alpha val="100000"/>
              </a:srgbClr>
            </a:solidFill>
            <a:ln w="12272" cap="rnd">
              <a:solidFill>
                <a:srgbClr val="C8A75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t378"/>
            <p:cNvSpPr/>
            <p:nvPr/>
          </p:nvSpPr>
          <p:spPr>
            <a:xfrm>
              <a:off x="1517090" y="3035834"/>
              <a:ext cx="71895" cy="71895"/>
            </a:xfrm>
            <a:prstGeom prst="ellipse">
              <a:avLst/>
            </a:prstGeom>
            <a:solidFill>
              <a:srgbClr val="C8A757">
                <a:alpha val="100000"/>
              </a:srgbClr>
            </a:solidFill>
            <a:ln w="12272" cap="rnd">
              <a:solidFill>
                <a:srgbClr val="C8A75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t379"/>
            <p:cNvSpPr/>
            <p:nvPr/>
          </p:nvSpPr>
          <p:spPr>
            <a:xfrm>
              <a:off x="1509902" y="3018480"/>
              <a:ext cx="71895" cy="71895"/>
            </a:xfrm>
            <a:prstGeom prst="ellipse">
              <a:avLst/>
            </a:prstGeom>
            <a:solidFill>
              <a:srgbClr val="C8A757">
                <a:alpha val="100000"/>
              </a:srgbClr>
            </a:solidFill>
            <a:ln w="12272" cap="rnd">
              <a:solidFill>
                <a:srgbClr val="C8A75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t380"/>
            <p:cNvSpPr/>
            <p:nvPr/>
          </p:nvSpPr>
          <p:spPr>
            <a:xfrm>
              <a:off x="1502891" y="2986927"/>
              <a:ext cx="71895" cy="71895"/>
            </a:xfrm>
            <a:prstGeom prst="ellipse">
              <a:avLst/>
            </a:prstGeom>
            <a:solidFill>
              <a:srgbClr val="C8A757">
                <a:alpha val="100000"/>
              </a:srgbClr>
            </a:solidFill>
            <a:ln w="12272" cap="rnd">
              <a:solidFill>
                <a:srgbClr val="C8A75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t381"/>
            <p:cNvSpPr/>
            <p:nvPr/>
          </p:nvSpPr>
          <p:spPr>
            <a:xfrm>
              <a:off x="1534444" y="2993937"/>
              <a:ext cx="71895" cy="71895"/>
            </a:xfrm>
            <a:prstGeom prst="ellipse">
              <a:avLst/>
            </a:prstGeom>
            <a:solidFill>
              <a:srgbClr val="C8A757">
                <a:alpha val="100000"/>
              </a:srgbClr>
            </a:solidFill>
            <a:ln w="12272" cap="rnd">
              <a:solidFill>
                <a:srgbClr val="C8A75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tx382"/>
            <p:cNvSpPr/>
            <p:nvPr/>
          </p:nvSpPr>
          <p:spPr>
            <a:xfrm>
              <a:off x="1449753" y="3005975"/>
              <a:ext cx="96096" cy="477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2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2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383" name="tx383"/>
            <p:cNvSpPr/>
            <p:nvPr/>
          </p:nvSpPr>
          <p:spPr>
            <a:xfrm>
              <a:off x="1412775" y="2895533"/>
              <a:ext cx="133074" cy="477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2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2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384" name="tx384"/>
            <p:cNvSpPr/>
            <p:nvPr/>
          </p:nvSpPr>
          <p:spPr>
            <a:xfrm>
              <a:off x="1375798" y="2785092"/>
              <a:ext cx="170051" cy="477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2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2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  <p:sp>
          <p:nvSpPr>
            <p:cNvPr id="385" name="rc385"/>
            <p:cNvSpPr/>
            <p:nvPr/>
          </p:nvSpPr>
          <p:spPr>
            <a:xfrm>
              <a:off x="3071196" y="2589147"/>
              <a:ext cx="3001607" cy="90709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386" name="rc386"/>
            <p:cNvSpPr/>
            <p:nvPr/>
          </p:nvSpPr>
          <p:spPr>
            <a:xfrm>
              <a:off x="3071196" y="2679856"/>
              <a:ext cx="3001607" cy="74914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7" name="rc387"/>
            <p:cNvSpPr/>
            <p:nvPr/>
          </p:nvSpPr>
          <p:spPr>
            <a:xfrm>
              <a:off x="3121806" y="2589147"/>
              <a:ext cx="2900386" cy="90709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8" name="tx388"/>
            <p:cNvSpPr/>
            <p:nvPr/>
          </p:nvSpPr>
          <p:spPr>
            <a:xfrm>
              <a:off x="4110184" y="2577617"/>
              <a:ext cx="923630" cy="1088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Cuculiformes</a:t>
              </a:r>
            </a:p>
          </p:txBody>
        </p:sp>
        <p:sp>
          <p:nvSpPr>
            <p:cNvPr id="389" name="rc389"/>
            <p:cNvSpPr/>
            <p:nvPr/>
          </p:nvSpPr>
          <p:spPr>
            <a:xfrm>
              <a:off x="4167048" y="2730466"/>
              <a:ext cx="809903" cy="64792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0" name="tx390"/>
            <p:cNvSpPr/>
            <p:nvPr/>
          </p:nvSpPr>
          <p:spPr>
            <a:xfrm>
              <a:off x="3866236" y="3210729"/>
              <a:ext cx="506189" cy="82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391" name="tx391"/>
            <p:cNvSpPr/>
            <p:nvPr/>
          </p:nvSpPr>
          <p:spPr>
            <a:xfrm>
              <a:off x="4042832" y="3013379"/>
              <a:ext cx="246928" cy="79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392" name="tx392"/>
            <p:cNvSpPr/>
            <p:nvPr/>
          </p:nvSpPr>
          <p:spPr>
            <a:xfrm>
              <a:off x="3884445" y="2813541"/>
              <a:ext cx="487981" cy="801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393" name="pl393"/>
            <p:cNvSpPr/>
            <p:nvPr/>
          </p:nvSpPr>
          <p:spPr>
            <a:xfrm>
              <a:off x="4547458" y="3029885"/>
              <a:ext cx="49084" cy="49084"/>
            </a:xfrm>
            <a:custGeom>
              <a:avLst/>
              <a:pathLst>
                <a:path w="49084" h="49084">
                  <a:moveTo>
                    <a:pt x="49084" y="24542"/>
                  </a:moveTo>
                  <a:lnTo>
                    <a:pt x="49080" y="24112"/>
                  </a:lnTo>
                  <a:lnTo>
                    <a:pt x="49069" y="23683"/>
                  </a:lnTo>
                  <a:lnTo>
                    <a:pt x="49050" y="23254"/>
                  </a:lnTo>
                  <a:lnTo>
                    <a:pt x="49024" y="22825"/>
                  </a:lnTo>
                  <a:lnTo>
                    <a:pt x="48990" y="22397"/>
                  </a:lnTo>
                  <a:lnTo>
                    <a:pt x="48948" y="21969"/>
                  </a:lnTo>
                  <a:lnTo>
                    <a:pt x="48900" y="21543"/>
                  </a:lnTo>
                  <a:lnTo>
                    <a:pt x="48843" y="21117"/>
                  </a:lnTo>
                  <a:lnTo>
                    <a:pt x="48780" y="20692"/>
                  </a:lnTo>
                  <a:lnTo>
                    <a:pt x="48709" y="20268"/>
                  </a:lnTo>
                  <a:lnTo>
                    <a:pt x="48630" y="19846"/>
                  </a:lnTo>
                  <a:lnTo>
                    <a:pt x="48544" y="19425"/>
                  </a:lnTo>
                  <a:lnTo>
                    <a:pt x="48451" y="19006"/>
                  </a:lnTo>
                  <a:lnTo>
                    <a:pt x="48351" y="18588"/>
                  </a:lnTo>
                  <a:lnTo>
                    <a:pt x="48243" y="18172"/>
                  </a:lnTo>
                  <a:lnTo>
                    <a:pt x="48128" y="17759"/>
                  </a:lnTo>
                  <a:lnTo>
                    <a:pt x="48005" y="17347"/>
                  </a:lnTo>
                  <a:lnTo>
                    <a:pt x="47876" y="16937"/>
                  </a:lnTo>
                  <a:lnTo>
                    <a:pt x="47739" y="16530"/>
                  </a:lnTo>
                  <a:lnTo>
                    <a:pt x="47595" y="16125"/>
                  </a:lnTo>
                  <a:lnTo>
                    <a:pt x="47445" y="15723"/>
                  </a:lnTo>
                  <a:lnTo>
                    <a:pt x="47287" y="15324"/>
                  </a:lnTo>
                  <a:lnTo>
                    <a:pt x="47122" y="14927"/>
                  </a:lnTo>
                  <a:lnTo>
                    <a:pt x="46950" y="14533"/>
                  </a:lnTo>
                  <a:lnTo>
                    <a:pt x="46772" y="14143"/>
                  </a:lnTo>
                  <a:lnTo>
                    <a:pt x="46586" y="13755"/>
                  </a:lnTo>
                  <a:lnTo>
                    <a:pt x="46394" y="13371"/>
                  </a:lnTo>
                  <a:lnTo>
                    <a:pt x="46195" y="12990"/>
                  </a:lnTo>
                  <a:lnTo>
                    <a:pt x="45990" y="12613"/>
                  </a:lnTo>
                  <a:lnTo>
                    <a:pt x="45778" y="12240"/>
                  </a:lnTo>
                  <a:lnTo>
                    <a:pt x="45559" y="11870"/>
                  </a:lnTo>
                  <a:lnTo>
                    <a:pt x="45334" y="11504"/>
                  </a:lnTo>
                  <a:lnTo>
                    <a:pt x="45103" y="11142"/>
                  </a:lnTo>
                  <a:lnTo>
                    <a:pt x="44865" y="10784"/>
                  </a:lnTo>
                  <a:lnTo>
                    <a:pt x="44621" y="10431"/>
                  </a:lnTo>
                  <a:lnTo>
                    <a:pt x="44371" y="10081"/>
                  </a:lnTo>
                  <a:lnTo>
                    <a:pt x="44115" y="9737"/>
                  </a:lnTo>
                  <a:lnTo>
                    <a:pt x="43853" y="9396"/>
                  </a:lnTo>
                  <a:lnTo>
                    <a:pt x="43585" y="9061"/>
                  </a:lnTo>
                  <a:lnTo>
                    <a:pt x="43311" y="8730"/>
                  </a:lnTo>
                  <a:lnTo>
                    <a:pt x="43031" y="8404"/>
                  </a:lnTo>
                  <a:lnTo>
                    <a:pt x="42746" y="8082"/>
                  </a:lnTo>
                  <a:lnTo>
                    <a:pt x="42455" y="7766"/>
                  </a:lnTo>
                  <a:lnTo>
                    <a:pt x="42159" y="7455"/>
                  </a:lnTo>
                  <a:lnTo>
                    <a:pt x="41857" y="7150"/>
                  </a:lnTo>
                  <a:lnTo>
                    <a:pt x="41550" y="6849"/>
                  </a:lnTo>
                  <a:lnTo>
                    <a:pt x="41238" y="6554"/>
                  </a:lnTo>
                  <a:lnTo>
                    <a:pt x="40921" y="6265"/>
                  </a:lnTo>
                  <a:lnTo>
                    <a:pt x="40598" y="5981"/>
                  </a:lnTo>
                  <a:lnTo>
                    <a:pt x="40271" y="5703"/>
                  </a:lnTo>
                  <a:lnTo>
                    <a:pt x="39939" y="5430"/>
                  </a:lnTo>
                  <a:lnTo>
                    <a:pt x="39602" y="5164"/>
                  </a:lnTo>
                  <a:lnTo>
                    <a:pt x="39261" y="4903"/>
                  </a:lnTo>
                  <a:lnTo>
                    <a:pt x="38915" y="4649"/>
                  </a:lnTo>
                  <a:lnTo>
                    <a:pt x="38564" y="4400"/>
                  </a:lnTo>
                  <a:lnTo>
                    <a:pt x="38210" y="4158"/>
                  </a:lnTo>
                  <a:lnTo>
                    <a:pt x="37851" y="3922"/>
                  </a:lnTo>
                  <a:lnTo>
                    <a:pt x="37488" y="3692"/>
                  </a:lnTo>
                  <a:lnTo>
                    <a:pt x="37121" y="3469"/>
                  </a:lnTo>
                  <a:lnTo>
                    <a:pt x="36750" y="3252"/>
                  </a:lnTo>
                  <a:lnTo>
                    <a:pt x="36376" y="3041"/>
                  </a:lnTo>
                  <a:lnTo>
                    <a:pt x="35998" y="2837"/>
                  </a:lnTo>
                  <a:lnTo>
                    <a:pt x="35616" y="2640"/>
                  </a:lnTo>
                  <a:lnTo>
                    <a:pt x="35231" y="2450"/>
                  </a:lnTo>
                  <a:lnTo>
                    <a:pt x="34843" y="2266"/>
                  </a:lnTo>
                  <a:lnTo>
                    <a:pt x="34451" y="2089"/>
                  </a:lnTo>
                  <a:lnTo>
                    <a:pt x="34057" y="1919"/>
                  </a:lnTo>
                  <a:lnTo>
                    <a:pt x="33660" y="1756"/>
                  </a:lnTo>
                  <a:lnTo>
                    <a:pt x="33259" y="1600"/>
                  </a:lnTo>
                  <a:lnTo>
                    <a:pt x="32857" y="1451"/>
                  </a:lnTo>
                  <a:lnTo>
                    <a:pt x="32451" y="1309"/>
                  </a:lnTo>
                  <a:lnTo>
                    <a:pt x="32043" y="1174"/>
                  </a:lnTo>
                  <a:lnTo>
                    <a:pt x="31633" y="1046"/>
                  </a:lnTo>
                  <a:lnTo>
                    <a:pt x="31221" y="926"/>
                  </a:lnTo>
                  <a:lnTo>
                    <a:pt x="30807" y="813"/>
                  </a:lnTo>
                  <a:lnTo>
                    <a:pt x="30390" y="707"/>
                  </a:lnTo>
                  <a:lnTo>
                    <a:pt x="29972" y="608"/>
                  </a:lnTo>
                  <a:lnTo>
                    <a:pt x="29553" y="516"/>
                  </a:lnTo>
                  <a:lnTo>
                    <a:pt x="29131" y="432"/>
                  </a:lnTo>
                  <a:lnTo>
                    <a:pt x="28709" y="356"/>
                  </a:lnTo>
                  <a:lnTo>
                    <a:pt x="28285" y="286"/>
                  </a:lnTo>
                  <a:lnTo>
                    <a:pt x="27860" y="225"/>
                  </a:lnTo>
                  <a:lnTo>
                    <a:pt x="27434" y="170"/>
                  </a:lnTo>
                  <a:lnTo>
                    <a:pt x="27007" y="123"/>
                  </a:lnTo>
                  <a:lnTo>
                    <a:pt x="26579" y="84"/>
                  </a:lnTo>
                  <a:lnTo>
                    <a:pt x="26151" y="52"/>
                  </a:lnTo>
                  <a:lnTo>
                    <a:pt x="25722" y="28"/>
                  </a:lnTo>
                  <a:lnTo>
                    <a:pt x="25293" y="11"/>
                  </a:lnTo>
                  <a:lnTo>
                    <a:pt x="24863" y="1"/>
                  </a:lnTo>
                  <a:lnTo>
                    <a:pt x="24434" y="0"/>
                  </a:lnTo>
                  <a:lnTo>
                    <a:pt x="24004" y="5"/>
                  </a:lnTo>
                  <a:lnTo>
                    <a:pt x="23575" y="18"/>
                  </a:lnTo>
                  <a:lnTo>
                    <a:pt x="23146" y="39"/>
                  </a:lnTo>
                  <a:lnTo>
                    <a:pt x="22717" y="67"/>
                  </a:lnTo>
                  <a:lnTo>
                    <a:pt x="22289" y="103"/>
                  </a:lnTo>
                  <a:lnTo>
                    <a:pt x="21862" y="146"/>
                  </a:lnTo>
                  <a:lnTo>
                    <a:pt x="21435" y="197"/>
                  </a:lnTo>
                  <a:lnTo>
                    <a:pt x="21010" y="255"/>
                  </a:lnTo>
                  <a:lnTo>
                    <a:pt x="20585" y="320"/>
                  </a:lnTo>
                  <a:lnTo>
                    <a:pt x="20162" y="393"/>
                  </a:lnTo>
                  <a:lnTo>
                    <a:pt x="19740" y="473"/>
                  </a:lnTo>
                  <a:lnTo>
                    <a:pt x="19319" y="561"/>
                  </a:lnTo>
                  <a:lnTo>
                    <a:pt x="18901" y="656"/>
                  </a:lnTo>
                  <a:lnTo>
                    <a:pt x="18483" y="759"/>
                  </a:lnTo>
                  <a:lnTo>
                    <a:pt x="18068" y="868"/>
                  </a:lnTo>
                  <a:lnTo>
                    <a:pt x="17655" y="985"/>
                  </a:lnTo>
                  <a:lnTo>
                    <a:pt x="17244" y="1109"/>
                  </a:lnTo>
                  <a:lnTo>
                    <a:pt x="16835" y="1241"/>
                  </a:lnTo>
                  <a:lnTo>
                    <a:pt x="16428" y="1379"/>
                  </a:lnTo>
                  <a:lnTo>
                    <a:pt x="16024" y="1525"/>
                  </a:lnTo>
                  <a:lnTo>
                    <a:pt x="15622" y="1677"/>
                  </a:lnTo>
                  <a:lnTo>
                    <a:pt x="15224" y="1837"/>
                  </a:lnTo>
                  <a:lnTo>
                    <a:pt x="14828" y="2003"/>
                  </a:lnTo>
                  <a:lnTo>
                    <a:pt x="14435" y="2177"/>
                  </a:lnTo>
                  <a:lnTo>
                    <a:pt x="14045" y="2357"/>
                  </a:lnTo>
                  <a:lnTo>
                    <a:pt x="13658" y="2544"/>
                  </a:lnTo>
                  <a:lnTo>
                    <a:pt x="13275" y="2738"/>
                  </a:lnTo>
                  <a:lnTo>
                    <a:pt x="12895" y="2938"/>
                  </a:lnTo>
                  <a:lnTo>
                    <a:pt x="12519" y="3146"/>
                  </a:lnTo>
                  <a:lnTo>
                    <a:pt x="12146" y="3359"/>
                  </a:lnTo>
                  <a:lnTo>
                    <a:pt x="11777" y="3579"/>
                  </a:lnTo>
                  <a:lnTo>
                    <a:pt x="11412" y="3806"/>
                  </a:lnTo>
                  <a:lnTo>
                    <a:pt x="11051" y="4039"/>
                  </a:lnTo>
                  <a:lnTo>
                    <a:pt x="10695" y="4278"/>
                  </a:lnTo>
                  <a:lnTo>
                    <a:pt x="10342" y="4524"/>
                  </a:lnTo>
                  <a:lnTo>
                    <a:pt x="9994" y="4775"/>
                  </a:lnTo>
                  <a:lnTo>
                    <a:pt x="9650" y="5033"/>
                  </a:lnTo>
                  <a:lnTo>
                    <a:pt x="9311" y="5296"/>
                  </a:lnTo>
                  <a:lnTo>
                    <a:pt x="8977" y="5566"/>
                  </a:lnTo>
                  <a:lnTo>
                    <a:pt x="8647" y="5841"/>
                  </a:lnTo>
                  <a:lnTo>
                    <a:pt x="8322" y="6122"/>
                  </a:lnTo>
                  <a:lnTo>
                    <a:pt x="8002" y="6409"/>
                  </a:lnTo>
                  <a:lnTo>
                    <a:pt x="7687" y="6701"/>
                  </a:lnTo>
                  <a:lnTo>
                    <a:pt x="7378" y="6999"/>
                  </a:lnTo>
                  <a:lnTo>
                    <a:pt x="7073" y="7302"/>
                  </a:lnTo>
                  <a:lnTo>
                    <a:pt x="6774" y="7610"/>
                  </a:lnTo>
                  <a:lnTo>
                    <a:pt x="6481" y="7924"/>
                  </a:lnTo>
                  <a:lnTo>
                    <a:pt x="6193" y="8242"/>
                  </a:lnTo>
                  <a:lnTo>
                    <a:pt x="5910" y="8566"/>
                  </a:lnTo>
                  <a:lnTo>
                    <a:pt x="5633" y="8894"/>
                  </a:lnTo>
                  <a:lnTo>
                    <a:pt x="5363" y="9228"/>
                  </a:lnTo>
                  <a:lnTo>
                    <a:pt x="5097" y="9566"/>
                  </a:lnTo>
                  <a:lnTo>
                    <a:pt x="4838" y="9908"/>
                  </a:lnTo>
                  <a:lnTo>
                    <a:pt x="4585" y="10255"/>
                  </a:lnTo>
                  <a:lnTo>
                    <a:pt x="4338" y="10607"/>
                  </a:lnTo>
                  <a:lnTo>
                    <a:pt x="4098" y="10963"/>
                  </a:lnTo>
                  <a:lnTo>
                    <a:pt x="3863" y="11322"/>
                  </a:lnTo>
                  <a:lnTo>
                    <a:pt x="3635" y="11686"/>
                  </a:lnTo>
                  <a:lnTo>
                    <a:pt x="3413" y="12054"/>
                  </a:lnTo>
                  <a:lnTo>
                    <a:pt x="3198" y="12426"/>
                  </a:lnTo>
                  <a:lnTo>
                    <a:pt x="2989" y="12801"/>
                  </a:lnTo>
                  <a:lnTo>
                    <a:pt x="2787" y="13180"/>
                  </a:lnTo>
                  <a:lnTo>
                    <a:pt x="2591" y="13563"/>
                  </a:lnTo>
                  <a:lnTo>
                    <a:pt x="2402" y="13949"/>
                  </a:lnTo>
                  <a:lnTo>
                    <a:pt x="2220" y="14338"/>
                  </a:lnTo>
                  <a:lnTo>
                    <a:pt x="2045" y="14730"/>
                  </a:lnTo>
                  <a:lnTo>
                    <a:pt x="1877" y="15125"/>
                  </a:lnTo>
                  <a:lnTo>
                    <a:pt x="1716" y="15523"/>
                  </a:lnTo>
                  <a:lnTo>
                    <a:pt x="1561" y="15924"/>
                  </a:lnTo>
                  <a:lnTo>
                    <a:pt x="1414" y="16327"/>
                  </a:lnTo>
                  <a:lnTo>
                    <a:pt x="1274" y="16733"/>
                  </a:lnTo>
                  <a:lnTo>
                    <a:pt x="1141" y="17142"/>
                  </a:lnTo>
                  <a:lnTo>
                    <a:pt x="1015" y="17552"/>
                  </a:lnTo>
                  <a:lnTo>
                    <a:pt x="896" y="17965"/>
                  </a:lnTo>
                  <a:lnTo>
                    <a:pt x="785" y="18380"/>
                  </a:lnTo>
                  <a:lnTo>
                    <a:pt x="680" y="18797"/>
                  </a:lnTo>
                  <a:lnTo>
                    <a:pt x="584" y="19215"/>
                  </a:lnTo>
                  <a:lnTo>
                    <a:pt x="494" y="19635"/>
                  </a:lnTo>
                  <a:lnTo>
                    <a:pt x="412" y="20057"/>
                  </a:lnTo>
                  <a:lnTo>
                    <a:pt x="337" y="20480"/>
                  </a:lnTo>
                  <a:lnTo>
                    <a:pt x="270" y="20904"/>
                  </a:lnTo>
                  <a:lnTo>
                    <a:pt x="210" y="21329"/>
                  </a:lnTo>
                  <a:lnTo>
                    <a:pt x="157" y="21756"/>
                  </a:lnTo>
                  <a:lnTo>
                    <a:pt x="112" y="22183"/>
                  </a:lnTo>
                  <a:lnTo>
                    <a:pt x="75" y="22611"/>
                  </a:lnTo>
                  <a:lnTo>
                    <a:pt x="45" y="23039"/>
                  </a:lnTo>
                  <a:lnTo>
                    <a:pt x="22" y="23468"/>
                  </a:lnTo>
                  <a:lnTo>
                    <a:pt x="7" y="23898"/>
                  </a:lnTo>
                  <a:lnTo>
                    <a:pt x="0" y="24327"/>
                  </a:lnTo>
                  <a:lnTo>
                    <a:pt x="0" y="24757"/>
                  </a:lnTo>
                  <a:lnTo>
                    <a:pt x="7" y="25186"/>
                  </a:lnTo>
                  <a:lnTo>
                    <a:pt x="22" y="25615"/>
                  </a:lnTo>
                  <a:lnTo>
                    <a:pt x="45" y="26044"/>
                  </a:lnTo>
                  <a:lnTo>
                    <a:pt x="75" y="26473"/>
                  </a:lnTo>
                  <a:lnTo>
                    <a:pt x="112" y="26901"/>
                  </a:lnTo>
                  <a:lnTo>
                    <a:pt x="157" y="27328"/>
                  </a:lnTo>
                  <a:lnTo>
                    <a:pt x="210" y="27754"/>
                  </a:lnTo>
                  <a:lnTo>
                    <a:pt x="270" y="28179"/>
                  </a:lnTo>
                  <a:lnTo>
                    <a:pt x="337" y="28604"/>
                  </a:lnTo>
                  <a:lnTo>
                    <a:pt x="412" y="29027"/>
                  </a:lnTo>
                  <a:lnTo>
                    <a:pt x="494" y="29448"/>
                  </a:lnTo>
                  <a:lnTo>
                    <a:pt x="584" y="29868"/>
                  </a:lnTo>
                  <a:lnTo>
                    <a:pt x="680" y="30287"/>
                  </a:lnTo>
                  <a:lnTo>
                    <a:pt x="785" y="30704"/>
                  </a:lnTo>
                  <a:lnTo>
                    <a:pt x="896" y="31118"/>
                  </a:lnTo>
                  <a:lnTo>
                    <a:pt x="1015" y="31531"/>
                  </a:lnTo>
                  <a:lnTo>
                    <a:pt x="1141" y="31942"/>
                  </a:lnTo>
                  <a:lnTo>
                    <a:pt x="1274" y="32350"/>
                  </a:lnTo>
                  <a:lnTo>
                    <a:pt x="1414" y="32756"/>
                  </a:lnTo>
                  <a:lnTo>
                    <a:pt x="1561" y="33160"/>
                  </a:lnTo>
                  <a:lnTo>
                    <a:pt x="1716" y="33561"/>
                  </a:lnTo>
                  <a:lnTo>
                    <a:pt x="1877" y="33959"/>
                  </a:lnTo>
                  <a:lnTo>
                    <a:pt x="2045" y="34354"/>
                  </a:lnTo>
                  <a:lnTo>
                    <a:pt x="2220" y="34746"/>
                  </a:lnTo>
                  <a:lnTo>
                    <a:pt x="2402" y="35135"/>
                  </a:lnTo>
                  <a:lnTo>
                    <a:pt x="2591" y="35521"/>
                  </a:lnTo>
                  <a:lnTo>
                    <a:pt x="2787" y="35903"/>
                  </a:lnTo>
                  <a:lnTo>
                    <a:pt x="2989" y="36282"/>
                  </a:lnTo>
                  <a:lnTo>
                    <a:pt x="3198" y="36658"/>
                  </a:lnTo>
                  <a:lnTo>
                    <a:pt x="3413" y="37029"/>
                  </a:lnTo>
                  <a:lnTo>
                    <a:pt x="3635" y="37397"/>
                  </a:lnTo>
                  <a:lnTo>
                    <a:pt x="3863" y="37761"/>
                  </a:lnTo>
                  <a:lnTo>
                    <a:pt x="4098" y="38121"/>
                  </a:lnTo>
                  <a:lnTo>
                    <a:pt x="4338" y="38477"/>
                  </a:lnTo>
                  <a:lnTo>
                    <a:pt x="4585" y="38828"/>
                  </a:lnTo>
                  <a:lnTo>
                    <a:pt x="4838" y="39175"/>
                  </a:lnTo>
                  <a:lnTo>
                    <a:pt x="5097" y="39518"/>
                  </a:lnTo>
                  <a:lnTo>
                    <a:pt x="5363" y="39856"/>
                  </a:lnTo>
                  <a:lnTo>
                    <a:pt x="5633" y="40189"/>
                  </a:lnTo>
                  <a:lnTo>
                    <a:pt x="5910" y="40518"/>
                  </a:lnTo>
                  <a:lnTo>
                    <a:pt x="6193" y="40841"/>
                  </a:lnTo>
                  <a:lnTo>
                    <a:pt x="6481" y="41160"/>
                  </a:lnTo>
                  <a:lnTo>
                    <a:pt x="6774" y="41473"/>
                  </a:lnTo>
                  <a:lnTo>
                    <a:pt x="7073" y="41782"/>
                  </a:lnTo>
                  <a:lnTo>
                    <a:pt x="7378" y="42085"/>
                  </a:lnTo>
                  <a:lnTo>
                    <a:pt x="7687" y="42382"/>
                  </a:lnTo>
                  <a:lnTo>
                    <a:pt x="8002" y="42675"/>
                  </a:lnTo>
                  <a:lnTo>
                    <a:pt x="8322" y="42961"/>
                  </a:lnTo>
                  <a:lnTo>
                    <a:pt x="8647" y="43242"/>
                  </a:lnTo>
                  <a:lnTo>
                    <a:pt x="8977" y="43518"/>
                  </a:lnTo>
                  <a:lnTo>
                    <a:pt x="9311" y="43787"/>
                  </a:lnTo>
                  <a:lnTo>
                    <a:pt x="9650" y="44051"/>
                  </a:lnTo>
                  <a:lnTo>
                    <a:pt x="9994" y="44308"/>
                  </a:lnTo>
                  <a:lnTo>
                    <a:pt x="10342" y="44560"/>
                  </a:lnTo>
                  <a:lnTo>
                    <a:pt x="10695" y="44805"/>
                  </a:lnTo>
                  <a:lnTo>
                    <a:pt x="11051" y="45045"/>
                  </a:lnTo>
                  <a:lnTo>
                    <a:pt x="11412" y="45278"/>
                  </a:lnTo>
                  <a:lnTo>
                    <a:pt x="11777" y="45504"/>
                  </a:lnTo>
                  <a:lnTo>
                    <a:pt x="12146" y="45724"/>
                  </a:lnTo>
                  <a:lnTo>
                    <a:pt x="12519" y="45938"/>
                  </a:lnTo>
                  <a:lnTo>
                    <a:pt x="12895" y="46145"/>
                  </a:lnTo>
                  <a:lnTo>
                    <a:pt x="13275" y="46346"/>
                  </a:lnTo>
                  <a:lnTo>
                    <a:pt x="13658" y="46539"/>
                  </a:lnTo>
                  <a:lnTo>
                    <a:pt x="14045" y="46727"/>
                  </a:lnTo>
                  <a:lnTo>
                    <a:pt x="14435" y="46907"/>
                  </a:lnTo>
                  <a:lnTo>
                    <a:pt x="14828" y="47080"/>
                  </a:lnTo>
                  <a:lnTo>
                    <a:pt x="15224" y="47247"/>
                  </a:lnTo>
                  <a:lnTo>
                    <a:pt x="15622" y="47406"/>
                  </a:lnTo>
                  <a:lnTo>
                    <a:pt x="16024" y="47559"/>
                  </a:lnTo>
                  <a:lnTo>
                    <a:pt x="16428" y="47705"/>
                  </a:lnTo>
                  <a:lnTo>
                    <a:pt x="16835" y="47843"/>
                  </a:lnTo>
                  <a:lnTo>
                    <a:pt x="17244" y="47974"/>
                  </a:lnTo>
                  <a:lnTo>
                    <a:pt x="17655" y="48098"/>
                  </a:lnTo>
                  <a:lnTo>
                    <a:pt x="18068" y="48215"/>
                  </a:lnTo>
                  <a:lnTo>
                    <a:pt x="18483" y="48325"/>
                  </a:lnTo>
                  <a:lnTo>
                    <a:pt x="18901" y="48427"/>
                  </a:lnTo>
                  <a:lnTo>
                    <a:pt x="19319" y="48522"/>
                  </a:lnTo>
                  <a:lnTo>
                    <a:pt x="19740" y="48610"/>
                  </a:lnTo>
                  <a:lnTo>
                    <a:pt x="20162" y="48690"/>
                  </a:lnTo>
                  <a:lnTo>
                    <a:pt x="20585" y="48763"/>
                  </a:lnTo>
                  <a:lnTo>
                    <a:pt x="21010" y="48829"/>
                  </a:lnTo>
                  <a:lnTo>
                    <a:pt x="21435" y="48887"/>
                  </a:lnTo>
                  <a:lnTo>
                    <a:pt x="21862" y="48938"/>
                  </a:lnTo>
                  <a:lnTo>
                    <a:pt x="22289" y="48981"/>
                  </a:lnTo>
                  <a:lnTo>
                    <a:pt x="22717" y="49016"/>
                  </a:lnTo>
                  <a:lnTo>
                    <a:pt x="23146" y="49045"/>
                  </a:lnTo>
                  <a:lnTo>
                    <a:pt x="23575" y="49065"/>
                  </a:lnTo>
                  <a:lnTo>
                    <a:pt x="24004" y="49078"/>
                  </a:lnTo>
                  <a:lnTo>
                    <a:pt x="24434" y="49084"/>
                  </a:lnTo>
                  <a:lnTo>
                    <a:pt x="24863" y="49082"/>
                  </a:lnTo>
                  <a:lnTo>
                    <a:pt x="25293" y="49073"/>
                  </a:lnTo>
                  <a:lnTo>
                    <a:pt x="25722" y="49056"/>
                  </a:lnTo>
                  <a:lnTo>
                    <a:pt x="26151" y="49032"/>
                  </a:lnTo>
                  <a:lnTo>
                    <a:pt x="26579" y="49000"/>
                  </a:lnTo>
                  <a:lnTo>
                    <a:pt x="27007" y="48960"/>
                  </a:lnTo>
                  <a:lnTo>
                    <a:pt x="27434" y="48913"/>
                  </a:lnTo>
                  <a:lnTo>
                    <a:pt x="27860" y="48859"/>
                  </a:lnTo>
                  <a:lnTo>
                    <a:pt x="28285" y="48797"/>
                  </a:lnTo>
                  <a:lnTo>
                    <a:pt x="28709" y="48728"/>
                  </a:lnTo>
                  <a:lnTo>
                    <a:pt x="29131" y="48651"/>
                  </a:lnTo>
                  <a:lnTo>
                    <a:pt x="29553" y="48567"/>
                  </a:lnTo>
                  <a:lnTo>
                    <a:pt x="29972" y="48476"/>
                  </a:lnTo>
                  <a:lnTo>
                    <a:pt x="30390" y="48377"/>
                  </a:lnTo>
                  <a:lnTo>
                    <a:pt x="30807" y="48271"/>
                  </a:lnTo>
                  <a:lnTo>
                    <a:pt x="31221" y="48158"/>
                  </a:lnTo>
                  <a:lnTo>
                    <a:pt x="31633" y="48037"/>
                  </a:lnTo>
                  <a:lnTo>
                    <a:pt x="32043" y="47910"/>
                  </a:lnTo>
                  <a:lnTo>
                    <a:pt x="32451" y="47775"/>
                  </a:lnTo>
                  <a:lnTo>
                    <a:pt x="32857" y="47633"/>
                  </a:lnTo>
                  <a:lnTo>
                    <a:pt x="33259" y="47484"/>
                  </a:lnTo>
                  <a:lnTo>
                    <a:pt x="33660" y="47328"/>
                  </a:lnTo>
                  <a:lnTo>
                    <a:pt x="34057" y="47164"/>
                  </a:lnTo>
                  <a:lnTo>
                    <a:pt x="34451" y="46994"/>
                  </a:lnTo>
                  <a:lnTo>
                    <a:pt x="34843" y="46818"/>
                  </a:lnTo>
                  <a:lnTo>
                    <a:pt x="35231" y="46634"/>
                  </a:lnTo>
                  <a:lnTo>
                    <a:pt x="35616" y="46443"/>
                  </a:lnTo>
                  <a:lnTo>
                    <a:pt x="35998" y="46246"/>
                  </a:lnTo>
                  <a:lnTo>
                    <a:pt x="36376" y="46042"/>
                  </a:lnTo>
                  <a:lnTo>
                    <a:pt x="36750" y="45832"/>
                  </a:lnTo>
                  <a:lnTo>
                    <a:pt x="37121" y="45615"/>
                  </a:lnTo>
                  <a:lnTo>
                    <a:pt x="37488" y="45392"/>
                  </a:lnTo>
                  <a:lnTo>
                    <a:pt x="37851" y="45162"/>
                  </a:lnTo>
                  <a:lnTo>
                    <a:pt x="38210" y="44926"/>
                  </a:lnTo>
                  <a:lnTo>
                    <a:pt x="38564" y="44683"/>
                  </a:lnTo>
                  <a:lnTo>
                    <a:pt x="38915" y="44435"/>
                  </a:lnTo>
                  <a:lnTo>
                    <a:pt x="39261" y="44180"/>
                  </a:lnTo>
                  <a:lnTo>
                    <a:pt x="39602" y="43920"/>
                  </a:lnTo>
                  <a:lnTo>
                    <a:pt x="39939" y="43653"/>
                  </a:lnTo>
                  <a:lnTo>
                    <a:pt x="40271" y="43381"/>
                  </a:lnTo>
                  <a:lnTo>
                    <a:pt x="40598" y="43103"/>
                  </a:lnTo>
                  <a:lnTo>
                    <a:pt x="40921" y="42819"/>
                  </a:lnTo>
                  <a:lnTo>
                    <a:pt x="41238" y="42529"/>
                  </a:lnTo>
                  <a:lnTo>
                    <a:pt x="41550" y="42234"/>
                  </a:lnTo>
                  <a:lnTo>
                    <a:pt x="41857" y="41934"/>
                  </a:lnTo>
                  <a:lnTo>
                    <a:pt x="42159" y="41628"/>
                  </a:lnTo>
                  <a:lnTo>
                    <a:pt x="42455" y="41317"/>
                  </a:lnTo>
                  <a:lnTo>
                    <a:pt x="42746" y="41001"/>
                  </a:lnTo>
                  <a:lnTo>
                    <a:pt x="43031" y="40680"/>
                  </a:lnTo>
                  <a:lnTo>
                    <a:pt x="43311" y="40354"/>
                  </a:lnTo>
                  <a:lnTo>
                    <a:pt x="43585" y="40023"/>
                  </a:lnTo>
                  <a:lnTo>
                    <a:pt x="43853" y="39687"/>
                  </a:lnTo>
                  <a:lnTo>
                    <a:pt x="44115" y="39347"/>
                  </a:lnTo>
                  <a:lnTo>
                    <a:pt x="44371" y="39002"/>
                  </a:lnTo>
                  <a:lnTo>
                    <a:pt x="44621" y="38653"/>
                  </a:lnTo>
                  <a:lnTo>
                    <a:pt x="44865" y="38299"/>
                  </a:lnTo>
                  <a:lnTo>
                    <a:pt x="45103" y="37942"/>
                  </a:lnTo>
                  <a:lnTo>
                    <a:pt x="45334" y="37580"/>
                  </a:lnTo>
                  <a:lnTo>
                    <a:pt x="45559" y="37214"/>
                  </a:lnTo>
                  <a:lnTo>
                    <a:pt x="45778" y="36844"/>
                  </a:lnTo>
                  <a:lnTo>
                    <a:pt x="45990" y="36471"/>
                  </a:lnTo>
                  <a:lnTo>
                    <a:pt x="46195" y="36093"/>
                  </a:lnTo>
                  <a:lnTo>
                    <a:pt x="46394" y="35713"/>
                  </a:lnTo>
                  <a:lnTo>
                    <a:pt x="46586" y="35328"/>
                  </a:lnTo>
                  <a:lnTo>
                    <a:pt x="46772" y="34941"/>
                  </a:lnTo>
                  <a:lnTo>
                    <a:pt x="46950" y="34550"/>
                  </a:lnTo>
                  <a:lnTo>
                    <a:pt x="47122" y="34157"/>
                  </a:lnTo>
                  <a:lnTo>
                    <a:pt x="47287" y="33760"/>
                  </a:lnTo>
                  <a:lnTo>
                    <a:pt x="47445" y="33360"/>
                  </a:lnTo>
                  <a:lnTo>
                    <a:pt x="47595" y="32958"/>
                  </a:lnTo>
                  <a:lnTo>
                    <a:pt x="47739" y="32554"/>
                  </a:lnTo>
                  <a:lnTo>
                    <a:pt x="47876" y="32146"/>
                  </a:lnTo>
                  <a:lnTo>
                    <a:pt x="48005" y="31737"/>
                  </a:lnTo>
                  <a:lnTo>
                    <a:pt x="48128" y="31325"/>
                  </a:lnTo>
                  <a:lnTo>
                    <a:pt x="48243" y="30911"/>
                  </a:lnTo>
                  <a:lnTo>
                    <a:pt x="48351" y="30495"/>
                  </a:lnTo>
                  <a:lnTo>
                    <a:pt x="48451" y="30078"/>
                  </a:lnTo>
                  <a:lnTo>
                    <a:pt x="48544" y="29658"/>
                  </a:lnTo>
                  <a:lnTo>
                    <a:pt x="48630" y="29238"/>
                  </a:lnTo>
                  <a:lnTo>
                    <a:pt x="48709" y="28815"/>
                  </a:lnTo>
                  <a:lnTo>
                    <a:pt x="48780" y="28392"/>
                  </a:lnTo>
                  <a:lnTo>
                    <a:pt x="48843" y="27967"/>
                  </a:lnTo>
                  <a:lnTo>
                    <a:pt x="48900" y="27541"/>
                  </a:lnTo>
                  <a:lnTo>
                    <a:pt x="48948" y="27114"/>
                  </a:lnTo>
                  <a:lnTo>
                    <a:pt x="48990" y="26687"/>
                  </a:lnTo>
                  <a:lnTo>
                    <a:pt x="49024" y="26259"/>
                  </a:lnTo>
                  <a:lnTo>
                    <a:pt x="49050" y="25830"/>
                  </a:lnTo>
                  <a:lnTo>
                    <a:pt x="49069" y="25401"/>
                  </a:lnTo>
                  <a:lnTo>
                    <a:pt x="49080" y="24971"/>
                  </a:lnTo>
                  <a:lnTo>
                    <a:pt x="49084" y="24542"/>
                  </a:lnTo>
                </a:path>
              </a:pathLst>
            </a:custGeom>
            <a:ln w="13550" cap="flat">
              <a:solidFill>
                <a:srgbClr val="7FC5D8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394" name="pl394"/>
            <p:cNvSpPr/>
            <p:nvPr/>
          </p:nvSpPr>
          <p:spPr>
            <a:xfrm>
              <a:off x="4437021" y="2919445"/>
              <a:ext cx="269962" cy="269965"/>
            </a:xfrm>
            <a:custGeom>
              <a:avLst/>
              <a:pathLst>
                <a:path w="269962" h="269965">
                  <a:moveTo>
                    <a:pt x="269962" y="134982"/>
                  </a:moveTo>
                  <a:lnTo>
                    <a:pt x="269942" y="132620"/>
                  </a:lnTo>
                  <a:lnTo>
                    <a:pt x="269880" y="130258"/>
                  </a:lnTo>
                  <a:lnTo>
                    <a:pt x="269776" y="127898"/>
                  </a:lnTo>
                  <a:lnTo>
                    <a:pt x="269632" y="125540"/>
                  </a:lnTo>
                  <a:lnTo>
                    <a:pt x="269446" y="123185"/>
                  </a:lnTo>
                  <a:lnTo>
                    <a:pt x="269219" y="120833"/>
                  </a:lnTo>
                  <a:lnTo>
                    <a:pt x="268951" y="118486"/>
                  </a:lnTo>
                  <a:lnTo>
                    <a:pt x="268641" y="116144"/>
                  </a:lnTo>
                  <a:lnTo>
                    <a:pt x="268291" y="113808"/>
                  </a:lnTo>
                  <a:lnTo>
                    <a:pt x="267900" y="111478"/>
                  </a:lnTo>
                  <a:lnTo>
                    <a:pt x="267468" y="109155"/>
                  </a:lnTo>
                  <a:lnTo>
                    <a:pt x="266996" y="106840"/>
                  </a:lnTo>
                  <a:lnTo>
                    <a:pt x="266483" y="104534"/>
                  </a:lnTo>
                  <a:lnTo>
                    <a:pt x="265930" y="102237"/>
                  </a:lnTo>
                  <a:lnTo>
                    <a:pt x="265337" y="99951"/>
                  </a:lnTo>
                  <a:lnTo>
                    <a:pt x="264704" y="97675"/>
                  </a:lnTo>
                  <a:lnTo>
                    <a:pt x="264031" y="95410"/>
                  </a:lnTo>
                  <a:lnTo>
                    <a:pt x="263319" y="93158"/>
                  </a:lnTo>
                  <a:lnTo>
                    <a:pt x="262568" y="90918"/>
                  </a:lnTo>
                  <a:lnTo>
                    <a:pt x="261777" y="88692"/>
                  </a:lnTo>
                  <a:lnTo>
                    <a:pt x="260947" y="86480"/>
                  </a:lnTo>
                  <a:lnTo>
                    <a:pt x="260079" y="84282"/>
                  </a:lnTo>
                  <a:lnTo>
                    <a:pt x="259173" y="82101"/>
                  </a:lnTo>
                  <a:lnTo>
                    <a:pt x="258228" y="79935"/>
                  </a:lnTo>
                  <a:lnTo>
                    <a:pt x="257246" y="77787"/>
                  </a:lnTo>
                  <a:lnTo>
                    <a:pt x="256226" y="75656"/>
                  </a:lnTo>
                  <a:lnTo>
                    <a:pt x="255169" y="73543"/>
                  </a:lnTo>
                  <a:lnTo>
                    <a:pt x="254076" y="71449"/>
                  </a:lnTo>
                  <a:lnTo>
                    <a:pt x="252946" y="69374"/>
                  </a:lnTo>
                  <a:lnTo>
                    <a:pt x="251779" y="67320"/>
                  </a:lnTo>
                  <a:lnTo>
                    <a:pt x="250577" y="65286"/>
                  </a:lnTo>
                  <a:lnTo>
                    <a:pt x="249340" y="63274"/>
                  </a:lnTo>
                  <a:lnTo>
                    <a:pt x="248067" y="61283"/>
                  </a:lnTo>
                  <a:lnTo>
                    <a:pt x="246760" y="59315"/>
                  </a:lnTo>
                  <a:lnTo>
                    <a:pt x="245419" y="57371"/>
                  </a:lnTo>
                  <a:lnTo>
                    <a:pt x="244044" y="55450"/>
                  </a:lnTo>
                  <a:lnTo>
                    <a:pt x="242635" y="53553"/>
                  </a:lnTo>
                  <a:lnTo>
                    <a:pt x="241193" y="51681"/>
                  </a:lnTo>
                  <a:lnTo>
                    <a:pt x="239719" y="49835"/>
                  </a:lnTo>
                  <a:lnTo>
                    <a:pt x="238213" y="48015"/>
                  </a:lnTo>
                  <a:lnTo>
                    <a:pt x="236675" y="46222"/>
                  </a:lnTo>
                  <a:lnTo>
                    <a:pt x="235106" y="44456"/>
                  </a:lnTo>
                  <a:lnTo>
                    <a:pt x="233507" y="42717"/>
                  </a:lnTo>
                  <a:lnTo>
                    <a:pt x="231877" y="41007"/>
                  </a:lnTo>
                  <a:lnTo>
                    <a:pt x="230217" y="39326"/>
                  </a:lnTo>
                  <a:lnTo>
                    <a:pt x="228529" y="37673"/>
                  </a:lnTo>
                  <a:lnTo>
                    <a:pt x="226811" y="36051"/>
                  </a:lnTo>
                  <a:lnTo>
                    <a:pt x="225066" y="34459"/>
                  </a:lnTo>
                  <a:lnTo>
                    <a:pt x="223293" y="32898"/>
                  </a:lnTo>
                  <a:lnTo>
                    <a:pt x="221493" y="31368"/>
                  </a:lnTo>
                  <a:lnTo>
                    <a:pt x="219666" y="29870"/>
                  </a:lnTo>
                  <a:lnTo>
                    <a:pt x="217814" y="28404"/>
                  </a:lnTo>
                  <a:lnTo>
                    <a:pt x="215936" y="26970"/>
                  </a:lnTo>
                  <a:lnTo>
                    <a:pt x="214033" y="25570"/>
                  </a:lnTo>
                  <a:lnTo>
                    <a:pt x="212106" y="24203"/>
                  </a:lnTo>
                  <a:lnTo>
                    <a:pt x="210155" y="22870"/>
                  </a:lnTo>
                  <a:lnTo>
                    <a:pt x="208182" y="21572"/>
                  </a:lnTo>
                  <a:lnTo>
                    <a:pt x="206186" y="20308"/>
                  </a:lnTo>
                  <a:lnTo>
                    <a:pt x="204168" y="19079"/>
                  </a:lnTo>
                  <a:lnTo>
                    <a:pt x="202129" y="17886"/>
                  </a:lnTo>
                  <a:lnTo>
                    <a:pt x="200069" y="16729"/>
                  </a:lnTo>
                  <a:lnTo>
                    <a:pt x="197990" y="15608"/>
                  </a:lnTo>
                  <a:lnTo>
                    <a:pt x="195891" y="14523"/>
                  </a:lnTo>
                  <a:lnTo>
                    <a:pt x="193774" y="13476"/>
                  </a:lnTo>
                  <a:lnTo>
                    <a:pt x="191638" y="12465"/>
                  </a:lnTo>
                  <a:lnTo>
                    <a:pt x="189485" y="11493"/>
                  </a:lnTo>
                  <a:lnTo>
                    <a:pt x="187316" y="10558"/>
                  </a:lnTo>
                  <a:lnTo>
                    <a:pt x="185130" y="9661"/>
                  </a:lnTo>
                  <a:lnTo>
                    <a:pt x="182929" y="8802"/>
                  </a:lnTo>
                  <a:lnTo>
                    <a:pt x="180714" y="7982"/>
                  </a:lnTo>
                  <a:lnTo>
                    <a:pt x="178484" y="7201"/>
                  </a:lnTo>
                  <a:lnTo>
                    <a:pt x="176241" y="6460"/>
                  </a:lnTo>
                  <a:lnTo>
                    <a:pt x="173985" y="5757"/>
                  </a:lnTo>
                  <a:lnTo>
                    <a:pt x="171718" y="5094"/>
                  </a:lnTo>
                  <a:lnTo>
                    <a:pt x="169439" y="4471"/>
                  </a:lnTo>
                  <a:lnTo>
                    <a:pt x="167150" y="3888"/>
                  </a:lnTo>
                  <a:lnTo>
                    <a:pt x="164851" y="3345"/>
                  </a:lnTo>
                  <a:lnTo>
                    <a:pt x="162542" y="2842"/>
                  </a:lnTo>
                  <a:lnTo>
                    <a:pt x="160225" y="2380"/>
                  </a:lnTo>
                  <a:lnTo>
                    <a:pt x="157901" y="1959"/>
                  </a:lnTo>
                  <a:lnTo>
                    <a:pt x="155569" y="1578"/>
                  </a:lnTo>
                  <a:lnTo>
                    <a:pt x="153231" y="1238"/>
                  </a:lnTo>
                  <a:lnTo>
                    <a:pt x="150888" y="939"/>
                  </a:lnTo>
                  <a:lnTo>
                    <a:pt x="148540" y="681"/>
                  </a:lnTo>
                  <a:lnTo>
                    <a:pt x="146187" y="464"/>
                  </a:lnTo>
                  <a:lnTo>
                    <a:pt x="143831" y="289"/>
                  </a:lnTo>
                  <a:lnTo>
                    <a:pt x="141473" y="155"/>
                  </a:lnTo>
                  <a:lnTo>
                    <a:pt x="139112" y="62"/>
                  </a:lnTo>
                  <a:lnTo>
                    <a:pt x="136750" y="10"/>
                  </a:lnTo>
                  <a:lnTo>
                    <a:pt x="134388" y="0"/>
                  </a:lnTo>
                  <a:lnTo>
                    <a:pt x="132025" y="31"/>
                  </a:lnTo>
                  <a:lnTo>
                    <a:pt x="129664" y="103"/>
                  </a:lnTo>
                  <a:lnTo>
                    <a:pt x="127304" y="217"/>
                  </a:lnTo>
                  <a:lnTo>
                    <a:pt x="124947" y="371"/>
                  </a:lnTo>
                  <a:lnTo>
                    <a:pt x="122593" y="568"/>
                  </a:lnTo>
                  <a:lnTo>
                    <a:pt x="120242" y="805"/>
                  </a:lnTo>
                  <a:lnTo>
                    <a:pt x="117896" y="1083"/>
                  </a:lnTo>
                  <a:lnTo>
                    <a:pt x="115556" y="1403"/>
                  </a:lnTo>
                  <a:lnTo>
                    <a:pt x="113221" y="1763"/>
                  </a:lnTo>
                  <a:lnTo>
                    <a:pt x="110893" y="2164"/>
                  </a:lnTo>
                  <a:lnTo>
                    <a:pt x="108572" y="2606"/>
                  </a:lnTo>
                  <a:lnTo>
                    <a:pt x="106259" y="3089"/>
                  </a:lnTo>
                  <a:lnTo>
                    <a:pt x="103955" y="3612"/>
                  </a:lnTo>
                  <a:lnTo>
                    <a:pt x="101661" y="4175"/>
                  </a:lnTo>
                  <a:lnTo>
                    <a:pt x="99377" y="4778"/>
                  </a:lnTo>
                  <a:lnTo>
                    <a:pt x="97104" y="5421"/>
                  </a:lnTo>
                  <a:lnTo>
                    <a:pt x="94842" y="6103"/>
                  </a:lnTo>
                  <a:lnTo>
                    <a:pt x="92592" y="6826"/>
                  </a:lnTo>
                  <a:lnTo>
                    <a:pt x="90356" y="7587"/>
                  </a:lnTo>
                  <a:lnTo>
                    <a:pt x="88133" y="8387"/>
                  </a:lnTo>
                  <a:lnTo>
                    <a:pt x="85925" y="9227"/>
                  </a:lnTo>
                  <a:lnTo>
                    <a:pt x="83732" y="10104"/>
                  </a:lnTo>
                  <a:lnTo>
                    <a:pt x="81554" y="11020"/>
                  </a:lnTo>
                  <a:lnTo>
                    <a:pt x="79393" y="11974"/>
                  </a:lnTo>
                  <a:lnTo>
                    <a:pt x="77249" y="12966"/>
                  </a:lnTo>
                  <a:lnTo>
                    <a:pt x="75122" y="13995"/>
                  </a:lnTo>
                  <a:lnTo>
                    <a:pt x="73014" y="15061"/>
                  </a:lnTo>
                  <a:lnTo>
                    <a:pt x="70924" y="16164"/>
                  </a:lnTo>
                  <a:lnTo>
                    <a:pt x="68855" y="17303"/>
                  </a:lnTo>
                  <a:lnTo>
                    <a:pt x="66805" y="18478"/>
                  </a:lnTo>
                  <a:lnTo>
                    <a:pt x="64777" y="19689"/>
                  </a:lnTo>
                  <a:lnTo>
                    <a:pt x="62770" y="20936"/>
                  </a:lnTo>
                  <a:lnTo>
                    <a:pt x="60785" y="22217"/>
                  </a:lnTo>
                  <a:lnTo>
                    <a:pt x="58823" y="23532"/>
                  </a:lnTo>
                  <a:lnTo>
                    <a:pt x="56884" y="24882"/>
                  </a:lnTo>
                  <a:lnTo>
                    <a:pt x="54969" y="26266"/>
                  </a:lnTo>
                  <a:lnTo>
                    <a:pt x="53079" y="27683"/>
                  </a:lnTo>
                  <a:lnTo>
                    <a:pt x="51214" y="29133"/>
                  </a:lnTo>
                  <a:lnTo>
                    <a:pt x="49374" y="30615"/>
                  </a:lnTo>
                  <a:lnTo>
                    <a:pt x="47560" y="32129"/>
                  </a:lnTo>
                  <a:lnTo>
                    <a:pt x="45774" y="33675"/>
                  </a:lnTo>
                  <a:lnTo>
                    <a:pt x="44015" y="35251"/>
                  </a:lnTo>
                  <a:lnTo>
                    <a:pt x="42283" y="36858"/>
                  </a:lnTo>
                  <a:lnTo>
                    <a:pt x="40580" y="38496"/>
                  </a:lnTo>
                  <a:lnTo>
                    <a:pt x="38906" y="40163"/>
                  </a:lnTo>
                  <a:lnTo>
                    <a:pt x="37261" y="41858"/>
                  </a:lnTo>
                  <a:lnTo>
                    <a:pt x="35646" y="43583"/>
                  </a:lnTo>
                  <a:lnTo>
                    <a:pt x="34062" y="45335"/>
                  </a:lnTo>
                  <a:lnTo>
                    <a:pt x="32508" y="47115"/>
                  </a:lnTo>
                  <a:lnTo>
                    <a:pt x="30986" y="48922"/>
                  </a:lnTo>
                  <a:lnTo>
                    <a:pt x="29496" y="50755"/>
                  </a:lnTo>
                  <a:lnTo>
                    <a:pt x="28038" y="52614"/>
                  </a:lnTo>
                  <a:lnTo>
                    <a:pt x="26613" y="54498"/>
                  </a:lnTo>
                  <a:lnTo>
                    <a:pt x="25221" y="56407"/>
                  </a:lnTo>
                  <a:lnTo>
                    <a:pt x="23863" y="58340"/>
                  </a:lnTo>
                  <a:lnTo>
                    <a:pt x="22539" y="60296"/>
                  </a:lnTo>
                  <a:lnTo>
                    <a:pt x="21249" y="62276"/>
                  </a:lnTo>
                  <a:lnTo>
                    <a:pt x="19994" y="64277"/>
                  </a:lnTo>
                  <a:lnTo>
                    <a:pt x="18774" y="66300"/>
                  </a:lnTo>
                  <a:lnTo>
                    <a:pt x="17590" y="68344"/>
                  </a:lnTo>
                  <a:lnTo>
                    <a:pt x="16441" y="70409"/>
                  </a:lnTo>
                  <a:lnTo>
                    <a:pt x="15329" y="72493"/>
                  </a:lnTo>
                  <a:lnTo>
                    <a:pt x="14254" y="74597"/>
                  </a:lnTo>
                  <a:lnTo>
                    <a:pt x="13216" y="76719"/>
                  </a:lnTo>
                  <a:lnTo>
                    <a:pt x="12215" y="78859"/>
                  </a:lnTo>
                  <a:lnTo>
                    <a:pt x="11251" y="81016"/>
                  </a:lnTo>
                  <a:lnTo>
                    <a:pt x="10326" y="83190"/>
                  </a:lnTo>
                  <a:lnTo>
                    <a:pt x="9439" y="85379"/>
                  </a:lnTo>
                  <a:lnTo>
                    <a:pt x="8590" y="87584"/>
                  </a:lnTo>
                  <a:lnTo>
                    <a:pt x="7780" y="89803"/>
                  </a:lnTo>
                  <a:lnTo>
                    <a:pt x="7008" y="92036"/>
                  </a:lnTo>
                  <a:lnTo>
                    <a:pt x="6276" y="94282"/>
                  </a:lnTo>
                  <a:lnTo>
                    <a:pt x="5584" y="96541"/>
                  </a:lnTo>
                  <a:lnTo>
                    <a:pt x="4931" y="98811"/>
                  </a:lnTo>
                  <a:lnTo>
                    <a:pt x="4318" y="101093"/>
                  </a:lnTo>
                  <a:lnTo>
                    <a:pt x="3745" y="103385"/>
                  </a:lnTo>
                  <a:lnTo>
                    <a:pt x="3212" y="105686"/>
                  </a:lnTo>
                  <a:lnTo>
                    <a:pt x="2719" y="107997"/>
                  </a:lnTo>
                  <a:lnTo>
                    <a:pt x="2267" y="110316"/>
                  </a:lnTo>
                  <a:lnTo>
                    <a:pt x="1856" y="112642"/>
                  </a:lnTo>
                  <a:lnTo>
                    <a:pt x="1485" y="114975"/>
                  </a:lnTo>
                  <a:lnTo>
                    <a:pt x="1156" y="117314"/>
                  </a:lnTo>
                  <a:lnTo>
                    <a:pt x="867" y="119659"/>
                  </a:lnTo>
                  <a:lnTo>
                    <a:pt x="619" y="122009"/>
                  </a:lnTo>
                  <a:lnTo>
                    <a:pt x="413" y="124362"/>
                  </a:lnTo>
                  <a:lnTo>
                    <a:pt x="248" y="126719"/>
                  </a:lnTo>
                  <a:lnTo>
                    <a:pt x="124" y="129078"/>
                  </a:lnTo>
                  <a:lnTo>
                    <a:pt x="41" y="131439"/>
                  </a:lnTo>
                  <a:lnTo>
                    <a:pt x="0" y="133801"/>
                  </a:lnTo>
                  <a:lnTo>
                    <a:pt x="0" y="136163"/>
                  </a:lnTo>
                  <a:lnTo>
                    <a:pt x="41" y="138525"/>
                  </a:lnTo>
                  <a:lnTo>
                    <a:pt x="124" y="140886"/>
                  </a:lnTo>
                  <a:lnTo>
                    <a:pt x="248" y="143246"/>
                  </a:lnTo>
                  <a:lnTo>
                    <a:pt x="413" y="145602"/>
                  </a:lnTo>
                  <a:lnTo>
                    <a:pt x="619" y="147956"/>
                  </a:lnTo>
                  <a:lnTo>
                    <a:pt x="867" y="150305"/>
                  </a:lnTo>
                  <a:lnTo>
                    <a:pt x="1156" y="152650"/>
                  </a:lnTo>
                  <a:lnTo>
                    <a:pt x="1485" y="154989"/>
                  </a:lnTo>
                  <a:lnTo>
                    <a:pt x="1856" y="157322"/>
                  </a:lnTo>
                  <a:lnTo>
                    <a:pt x="2267" y="159649"/>
                  </a:lnTo>
                  <a:lnTo>
                    <a:pt x="2719" y="161968"/>
                  </a:lnTo>
                  <a:lnTo>
                    <a:pt x="3212" y="164278"/>
                  </a:lnTo>
                  <a:lnTo>
                    <a:pt x="3745" y="166580"/>
                  </a:lnTo>
                  <a:lnTo>
                    <a:pt x="4318" y="168872"/>
                  </a:lnTo>
                  <a:lnTo>
                    <a:pt x="4931" y="171153"/>
                  </a:lnTo>
                  <a:lnTo>
                    <a:pt x="5584" y="173424"/>
                  </a:lnTo>
                  <a:lnTo>
                    <a:pt x="6276" y="175682"/>
                  </a:lnTo>
                  <a:lnTo>
                    <a:pt x="7008" y="177928"/>
                  </a:lnTo>
                  <a:lnTo>
                    <a:pt x="7780" y="180161"/>
                  </a:lnTo>
                  <a:lnTo>
                    <a:pt x="8590" y="182381"/>
                  </a:lnTo>
                  <a:lnTo>
                    <a:pt x="9439" y="184585"/>
                  </a:lnTo>
                  <a:lnTo>
                    <a:pt x="10326" y="186775"/>
                  </a:lnTo>
                  <a:lnTo>
                    <a:pt x="11251" y="188948"/>
                  </a:lnTo>
                  <a:lnTo>
                    <a:pt x="12215" y="191105"/>
                  </a:lnTo>
                  <a:lnTo>
                    <a:pt x="13216" y="193245"/>
                  </a:lnTo>
                  <a:lnTo>
                    <a:pt x="14254" y="195367"/>
                  </a:lnTo>
                  <a:lnTo>
                    <a:pt x="15329" y="197471"/>
                  </a:lnTo>
                  <a:lnTo>
                    <a:pt x="16441" y="199555"/>
                  </a:lnTo>
                  <a:lnTo>
                    <a:pt x="17590" y="201620"/>
                  </a:lnTo>
                  <a:lnTo>
                    <a:pt x="18774" y="203664"/>
                  </a:lnTo>
                  <a:lnTo>
                    <a:pt x="19994" y="205687"/>
                  </a:lnTo>
                  <a:lnTo>
                    <a:pt x="21249" y="207689"/>
                  </a:lnTo>
                  <a:lnTo>
                    <a:pt x="22539" y="209668"/>
                  </a:lnTo>
                  <a:lnTo>
                    <a:pt x="23863" y="211624"/>
                  </a:lnTo>
                  <a:lnTo>
                    <a:pt x="25221" y="213557"/>
                  </a:lnTo>
                  <a:lnTo>
                    <a:pt x="26613" y="215466"/>
                  </a:lnTo>
                  <a:lnTo>
                    <a:pt x="28038" y="217350"/>
                  </a:lnTo>
                  <a:lnTo>
                    <a:pt x="29496" y="219209"/>
                  </a:lnTo>
                  <a:lnTo>
                    <a:pt x="30986" y="221042"/>
                  </a:lnTo>
                  <a:lnTo>
                    <a:pt x="32508" y="222849"/>
                  </a:lnTo>
                  <a:lnTo>
                    <a:pt x="34062" y="224629"/>
                  </a:lnTo>
                  <a:lnTo>
                    <a:pt x="35646" y="226381"/>
                  </a:lnTo>
                  <a:lnTo>
                    <a:pt x="37261" y="228106"/>
                  </a:lnTo>
                  <a:lnTo>
                    <a:pt x="38906" y="229802"/>
                  </a:lnTo>
                  <a:lnTo>
                    <a:pt x="40580" y="231469"/>
                  </a:lnTo>
                  <a:lnTo>
                    <a:pt x="42283" y="233106"/>
                  </a:lnTo>
                  <a:lnTo>
                    <a:pt x="44015" y="234713"/>
                  </a:lnTo>
                  <a:lnTo>
                    <a:pt x="45774" y="236290"/>
                  </a:lnTo>
                  <a:lnTo>
                    <a:pt x="47560" y="237835"/>
                  </a:lnTo>
                  <a:lnTo>
                    <a:pt x="49374" y="239350"/>
                  </a:lnTo>
                  <a:lnTo>
                    <a:pt x="51214" y="240832"/>
                  </a:lnTo>
                  <a:lnTo>
                    <a:pt x="53079" y="242282"/>
                  </a:lnTo>
                  <a:lnTo>
                    <a:pt x="54969" y="243698"/>
                  </a:lnTo>
                  <a:lnTo>
                    <a:pt x="56884" y="245082"/>
                  </a:lnTo>
                  <a:lnTo>
                    <a:pt x="58823" y="246432"/>
                  </a:lnTo>
                  <a:lnTo>
                    <a:pt x="60785" y="247748"/>
                  </a:lnTo>
                  <a:lnTo>
                    <a:pt x="62770" y="249029"/>
                  </a:lnTo>
                  <a:lnTo>
                    <a:pt x="64777" y="250275"/>
                  </a:lnTo>
                  <a:lnTo>
                    <a:pt x="66805" y="251486"/>
                  </a:lnTo>
                  <a:lnTo>
                    <a:pt x="68855" y="252661"/>
                  </a:lnTo>
                  <a:lnTo>
                    <a:pt x="70924" y="253800"/>
                  </a:lnTo>
                  <a:lnTo>
                    <a:pt x="73014" y="254903"/>
                  </a:lnTo>
                  <a:lnTo>
                    <a:pt x="75122" y="255969"/>
                  </a:lnTo>
                  <a:lnTo>
                    <a:pt x="77249" y="256998"/>
                  </a:lnTo>
                  <a:lnTo>
                    <a:pt x="79393" y="257990"/>
                  </a:lnTo>
                  <a:lnTo>
                    <a:pt x="81554" y="258944"/>
                  </a:lnTo>
                  <a:lnTo>
                    <a:pt x="83732" y="259860"/>
                  </a:lnTo>
                  <a:lnTo>
                    <a:pt x="85925" y="260738"/>
                  </a:lnTo>
                  <a:lnTo>
                    <a:pt x="88133" y="261577"/>
                  </a:lnTo>
                  <a:lnTo>
                    <a:pt x="90356" y="262377"/>
                  </a:lnTo>
                  <a:lnTo>
                    <a:pt x="92592" y="263139"/>
                  </a:lnTo>
                  <a:lnTo>
                    <a:pt x="94842" y="263861"/>
                  </a:lnTo>
                  <a:lnTo>
                    <a:pt x="97104" y="264544"/>
                  </a:lnTo>
                  <a:lnTo>
                    <a:pt x="99377" y="265187"/>
                  </a:lnTo>
                  <a:lnTo>
                    <a:pt x="101661" y="265790"/>
                  </a:lnTo>
                  <a:lnTo>
                    <a:pt x="103955" y="266353"/>
                  </a:lnTo>
                  <a:lnTo>
                    <a:pt x="106259" y="266876"/>
                  </a:lnTo>
                  <a:lnTo>
                    <a:pt x="108572" y="267358"/>
                  </a:lnTo>
                  <a:lnTo>
                    <a:pt x="110893" y="267800"/>
                  </a:lnTo>
                  <a:lnTo>
                    <a:pt x="113221" y="268201"/>
                  </a:lnTo>
                  <a:lnTo>
                    <a:pt x="115556" y="268561"/>
                  </a:lnTo>
                  <a:lnTo>
                    <a:pt x="117896" y="268881"/>
                  </a:lnTo>
                  <a:lnTo>
                    <a:pt x="120242" y="269159"/>
                  </a:lnTo>
                  <a:lnTo>
                    <a:pt x="122593" y="269397"/>
                  </a:lnTo>
                  <a:lnTo>
                    <a:pt x="124947" y="269593"/>
                  </a:lnTo>
                  <a:lnTo>
                    <a:pt x="127304" y="269748"/>
                  </a:lnTo>
                  <a:lnTo>
                    <a:pt x="129664" y="269862"/>
                  </a:lnTo>
                  <a:lnTo>
                    <a:pt x="132025" y="269934"/>
                  </a:lnTo>
                  <a:lnTo>
                    <a:pt x="134388" y="269965"/>
                  </a:lnTo>
                  <a:lnTo>
                    <a:pt x="136750" y="269955"/>
                  </a:lnTo>
                  <a:lnTo>
                    <a:pt x="139112" y="269903"/>
                  </a:lnTo>
                  <a:lnTo>
                    <a:pt x="141473" y="269810"/>
                  </a:lnTo>
                  <a:lnTo>
                    <a:pt x="143831" y="269676"/>
                  </a:lnTo>
                  <a:lnTo>
                    <a:pt x="146187" y="269500"/>
                  </a:lnTo>
                  <a:lnTo>
                    <a:pt x="148540" y="269283"/>
                  </a:lnTo>
                  <a:lnTo>
                    <a:pt x="150888" y="269025"/>
                  </a:lnTo>
                  <a:lnTo>
                    <a:pt x="153231" y="268726"/>
                  </a:lnTo>
                  <a:lnTo>
                    <a:pt x="155569" y="268386"/>
                  </a:lnTo>
                  <a:lnTo>
                    <a:pt x="157901" y="268006"/>
                  </a:lnTo>
                  <a:lnTo>
                    <a:pt x="160225" y="267584"/>
                  </a:lnTo>
                  <a:lnTo>
                    <a:pt x="162542" y="267122"/>
                  </a:lnTo>
                  <a:lnTo>
                    <a:pt x="164851" y="266619"/>
                  </a:lnTo>
                  <a:lnTo>
                    <a:pt x="167150" y="266076"/>
                  </a:lnTo>
                  <a:lnTo>
                    <a:pt x="169439" y="265493"/>
                  </a:lnTo>
                  <a:lnTo>
                    <a:pt x="171718" y="264870"/>
                  </a:lnTo>
                  <a:lnTo>
                    <a:pt x="173985" y="264207"/>
                  </a:lnTo>
                  <a:lnTo>
                    <a:pt x="176241" y="263505"/>
                  </a:lnTo>
                  <a:lnTo>
                    <a:pt x="178484" y="262763"/>
                  </a:lnTo>
                  <a:lnTo>
                    <a:pt x="180714" y="261982"/>
                  </a:lnTo>
                  <a:lnTo>
                    <a:pt x="182929" y="261162"/>
                  </a:lnTo>
                  <a:lnTo>
                    <a:pt x="185130" y="260304"/>
                  </a:lnTo>
                  <a:lnTo>
                    <a:pt x="187316" y="259407"/>
                  </a:lnTo>
                  <a:lnTo>
                    <a:pt x="189485" y="258472"/>
                  </a:lnTo>
                  <a:lnTo>
                    <a:pt x="191638" y="257499"/>
                  </a:lnTo>
                  <a:lnTo>
                    <a:pt x="193774" y="256489"/>
                  </a:lnTo>
                  <a:lnTo>
                    <a:pt x="195891" y="255441"/>
                  </a:lnTo>
                  <a:lnTo>
                    <a:pt x="197990" y="254356"/>
                  </a:lnTo>
                  <a:lnTo>
                    <a:pt x="200069" y="253235"/>
                  </a:lnTo>
                  <a:lnTo>
                    <a:pt x="202129" y="252078"/>
                  </a:lnTo>
                  <a:lnTo>
                    <a:pt x="204168" y="250885"/>
                  </a:lnTo>
                  <a:lnTo>
                    <a:pt x="206186" y="249656"/>
                  </a:lnTo>
                  <a:lnTo>
                    <a:pt x="208182" y="248393"/>
                  </a:lnTo>
                  <a:lnTo>
                    <a:pt x="210155" y="247094"/>
                  </a:lnTo>
                  <a:lnTo>
                    <a:pt x="212106" y="245761"/>
                  </a:lnTo>
                  <a:lnTo>
                    <a:pt x="214033" y="244394"/>
                  </a:lnTo>
                  <a:lnTo>
                    <a:pt x="215936" y="242994"/>
                  </a:lnTo>
                  <a:lnTo>
                    <a:pt x="217814" y="241561"/>
                  </a:lnTo>
                  <a:lnTo>
                    <a:pt x="219666" y="240095"/>
                  </a:lnTo>
                  <a:lnTo>
                    <a:pt x="221493" y="238597"/>
                  </a:lnTo>
                  <a:lnTo>
                    <a:pt x="223293" y="237067"/>
                  </a:lnTo>
                  <a:lnTo>
                    <a:pt x="225066" y="235505"/>
                  </a:lnTo>
                  <a:lnTo>
                    <a:pt x="226811" y="233913"/>
                  </a:lnTo>
                  <a:lnTo>
                    <a:pt x="228529" y="232291"/>
                  </a:lnTo>
                  <a:lnTo>
                    <a:pt x="230217" y="230639"/>
                  </a:lnTo>
                  <a:lnTo>
                    <a:pt x="231877" y="228957"/>
                  </a:lnTo>
                  <a:lnTo>
                    <a:pt x="233507" y="227247"/>
                  </a:lnTo>
                  <a:lnTo>
                    <a:pt x="235106" y="225509"/>
                  </a:lnTo>
                  <a:lnTo>
                    <a:pt x="236675" y="223743"/>
                  </a:lnTo>
                  <a:lnTo>
                    <a:pt x="238213" y="221949"/>
                  </a:lnTo>
                  <a:lnTo>
                    <a:pt x="239719" y="220129"/>
                  </a:lnTo>
                  <a:lnTo>
                    <a:pt x="241193" y="218283"/>
                  </a:lnTo>
                  <a:lnTo>
                    <a:pt x="242635" y="216411"/>
                  </a:lnTo>
                  <a:lnTo>
                    <a:pt x="244044" y="214515"/>
                  </a:lnTo>
                  <a:lnTo>
                    <a:pt x="245419" y="212594"/>
                  </a:lnTo>
                  <a:lnTo>
                    <a:pt x="246760" y="210649"/>
                  </a:lnTo>
                  <a:lnTo>
                    <a:pt x="248067" y="208681"/>
                  </a:lnTo>
                  <a:lnTo>
                    <a:pt x="249340" y="206691"/>
                  </a:lnTo>
                  <a:lnTo>
                    <a:pt x="250577" y="204678"/>
                  </a:lnTo>
                  <a:lnTo>
                    <a:pt x="251779" y="202645"/>
                  </a:lnTo>
                  <a:lnTo>
                    <a:pt x="252946" y="200590"/>
                  </a:lnTo>
                  <a:lnTo>
                    <a:pt x="254076" y="198516"/>
                  </a:lnTo>
                  <a:lnTo>
                    <a:pt x="255169" y="196421"/>
                  </a:lnTo>
                  <a:lnTo>
                    <a:pt x="256226" y="194309"/>
                  </a:lnTo>
                  <a:lnTo>
                    <a:pt x="257246" y="192178"/>
                  </a:lnTo>
                  <a:lnTo>
                    <a:pt x="258228" y="190029"/>
                  </a:lnTo>
                  <a:lnTo>
                    <a:pt x="259173" y="187864"/>
                  </a:lnTo>
                  <a:lnTo>
                    <a:pt x="260079" y="185682"/>
                  </a:lnTo>
                  <a:lnTo>
                    <a:pt x="260947" y="183485"/>
                  </a:lnTo>
                  <a:lnTo>
                    <a:pt x="261777" y="181273"/>
                  </a:lnTo>
                  <a:lnTo>
                    <a:pt x="262568" y="179047"/>
                  </a:lnTo>
                  <a:lnTo>
                    <a:pt x="263319" y="176807"/>
                  </a:lnTo>
                  <a:lnTo>
                    <a:pt x="264031" y="174554"/>
                  </a:lnTo>
                  <a:lnTo>
                    <a:pt x="264704" y="172290"/>
                  </a:lnTo>
                  <a:lnTo>
                    <a:pt x="265337" y="170014"/>
                  </a:lnTo>
                  <a:lnTo>
                    <a:pt x="265930" y="167727"/>
                  </a:lnTo>
                  <a:lnTo>
                    <a:pt x="266483" y="165430"/>
                  </a:lnTo>
                  <a:lnTo>
                    <a:pt x="266996" y="163124"/>
                  </a:lnTo>
                  <a:lnTo>
                    <a:pt x="267468" y="160809"/>
                  </a:lnTo>
                  <a:lnTo>
                    <a:pt x="267900" y="158487"/>
                  </a:lnTo>
                  <a:lnTo>
                    <a:pt x="268291" y="156157"/>
                  </a:lnTo>
                  <a:lnTo>
                    <a:pt x="268641" y="153820"/>
                  </a:lnTo>
                  <a:lnTo>
                    <a:pt x="268951" y="151478"/>
                  </a:lnTo>
                  <a:lnTo>
                    <a:pt x="269219" y="149131"/>
                  </a:lnTo>
                  <a:lnTo>
                    <a:pt x="269446" y="146779"/>
                  </a:lnTo>
                  <a:lnTo>
                    <a:pt x="269632" y="144424"/>
                  </a:lnTo>
                  <a:lnTo>
                    <a:pt x="269776" y="142066"/>
                  </a:lnTo>
                  <a:lnTo>
                    <a:pt x="269880" y="139706"/>
                  </a:lnTo>
                  <a:lnTo>
                    <a:pt x="269942" y="137345"/>
                  </a:lnTo>
                  <a:lnTo>
                    <a:pt x="269962" y="134982"/>
                  </a:lnTo>
                </a:path>
              </a:pathLst>
            </a:custGeom>
            <a:ln w="13550" cap="flat">
              <a:solidFill>
                <a:srgbClr val="7FC5D8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395" name="pl395"/>
            <p:cNvSpPr/>
            <p:nvPr/>
          </p:nvSpPr>
          <p:spPr>
            <a:xfrm>
              <a:off x="4326583" y="2809005"/>
              <a:ext cx="490841" cy="490846"/>
            </a:xfrm>
            <a:custGeom>
              <a:avLst/>
              <a:pathLst>
                <a:path w="490841" h="490846">
                  <a:moveTo>
                    <a:pt x="490841" y="245423"/>
                  </a:moveTo>
                  <a:lnTo>
                    <a:pt x="490803" y="241127"/>
                  </a:lnTo>
                  <a:lnTo>
                    <a:pt x="490691" y="236833"/>
                  </a:lnTo>
                  <a:lnTo>
                    <a:pt x="490503" y="232542"/>
                  </a:lnTo>
                  <a:lnTo>
                    <a:pt x="490240" y="228255"/>
                  </a:lnTo>
                  <a:lnTo>
                    <a:pt x="489902" y="223973"/>
                  </a:lnTo>
                  <a:lnTo>
                    <a:pt x="489489" y="219697"/>
                  </a:lnTo>
                  <a:lnTo>
                    <a:pt x="489001" y="215430"/>
                  </a:lnTo>
                  <a:lnTo>
                    <a:pt x="488439" y="211171"/>
                  </a:lnTo>
                  <a:lnTo>
                    <a:pt x="487803" y="206924"/>
                  </a:lnTo>
                  <a:lnTo>
                    <a:pt x="487092" y="202687"/>
                  </a:lnTo>
                  <a:lnTo>
                    <a:pt x="486307" y="198464"/>
                  </a:lnTo>
                  <a:lnTo>
                    <a:pt x="485448" y="194256"/>
                  </a:lnTo>
                  <a:lnTo>
                    <a:pt x="484516" y="190063"/>
                  </a:lnTo>
                  <a:lnTo>
                    <a:pt x="483510" y="185887"/>
                  </a:lnTo>
                  <a:lnTo>
                    <a:pt x="482432" y="181729"/>
                  </a:lnTo>
                  <a:lnTo>
                    <a:pt x="481281" y="177591"/>
                  </a:lnTo>
                  <a:lnTo>
                    <a:pt x="480058" y="173473"/>
                  </a:lnTo>
                  <a:lnTo>
                    <a:pt x="478762" y="169378"/>
                  </a:lnTo>
                  <a:lnTo>
                    <a:pt x="477396" y="165306"/>
                  </a:lnTo>
                  <a:lnTo>
                    <a:pt x="475958" y="161258"/>
                  </a:lnTo>
                  <a:lnTo>
                    <a:pt x="474450" y="157236"/>
                  </a:lnTo>
                  <a:lnTo>
                    <a:pt x="472872" y="153241"/>
                  </a:lnTo>
                  <a:lnTo>
                    <a:pt x="471223" y="149275"/>
                  </a:lnTo>
                  <a:lnTo>
                    <a:pt x="469506" y="145338"/>
                  </a:lnTo>
                  <a:lnTo>
                    <a:pt x="467720" y="141431"/>
                  </a:lnTo>
                  <a:lnTo>
                    <a:pt x="465866" y="137556"/>
                  </a:lnTo>
                  <a:lnTo>
                    <a:pt x="463945" y="133715"/>
                  </a:lnTo>
                  <a:lnTo>
                    <a:pt x="461956" y="129907"/>
                  </a:lnTo>
                  <a:lnTo>
                    <a:pt x="459901" y="126135"/>
                  </a:lnTo>
                  <a:lnTo>
                    <a:pt x="457781" y="122400"/>
                  </a:lnTo>
                  <a:lnTo>
                    <a:pt x="455595" y="118702"/>
                  </a:lnTo>
                  <a:lnTo>
                    <a:pt x="453345" y="115043"/>
                  </a:lnTo>
                  <a:lnTo>
                    <a:pt x="451032" y="111424"/>
                  </a:lnTo>
                  <a:lnTo>
                    <a:pt x="448655" y="107846"/>
                  </a:lnTo>
                  <a:lnTo>
                    <a:pt x="446216" y="104310"/>
                  </a:lnTo>
                  <a:lnTo>
                    <a:pt x="443716" y="100818"/>
                  </a:lnTo>
                  <a:lnTo>
                    <a:pt x="441155" y="97370"/>
                  </a:lnTo>
                  <a:lnTo>
                    <a:pt x="438534" y="93967"/>
                  </a:lnTo>
                  <a:lnTo>
                    <a:pt x="435854" y="90610"/>
                  </a:lnTo>
                  <a:lnTo>
                    <a:pt x="433115" y="87301"/>
                  </a:lnTo>
                  <a:lnTo>
                    <a:pt x="430319" y="84040"/>
                  </a:lnTo>
                  <a:lnTo>
                    <a:pt x="427466" y="80829"/>
                  </a:lnTo>
                  <a:lnTo>
                    <a:pt x="424558" y="77668"/>
                  </a:lnTo>
                  <a:lnTo>
                    <a:pt x="421595" y="74558"/>
                  </a:lnTo>
                  <a:lnTo>
                    <a:pt x="418577" y="71501"/>
                  </a:lnTo>
                  <a:lnTo>
                    <a:pt x="415507" y="68497"/>
                  </a:lnTo>
                  <a:lnTo>
                    <a:pt x="412385" y="65548"/>
                  </a:lnTo>
                  <a:lnTo>
                    <a:pt x="409211" y="62653"/>
                  </a:lnTo>
                  <a:lnTo>
                    <a:pt x="405987" y="59815"/>
                  </a:lnTo>
                  <a:lnTo>
                    <a:pt x="402714" y="57033"/>
                  </a:lnTo>
                  <a:lnTo>
                    <a:pt x="399393" y="54309"/>
                  </a:lnTo>
                  <a:lnTo>
                    <a:pt x="396025" y="51643"/>
                  </a:lnTo>
                  <a:lnTo>
                    <a:pt x="392611" y="49037"/>
                  </a:lnTo>
                  <a:lnTo>
                    <a:pt x="389151" y="46491"/>
                  </a:lnTo>
                  <a:lnTo>
                    <a:pt x="385648" y="44006"/>
                  </a:lnTo>
                  <a:lnTo>
                    <a:pt x="382101" y="41583"/>
                  </a:lnTo>
                  <a:lnTo>
                    <a:pt x="378513" y="39222"/>
                  </a:lnTo>
                  <a:lnTo>
                    <a:pt x="374884" y="36924"/>
                  </a:lnTo>
                  <a:lnTo>
                    <a:pt x="371215" y="34690"/>
                  </a:lnTo>
                  <a:lnTo>
                    <a:pt x="367508" y="32521"/>
                  </a:lnTo>
                  <a:lnTo>
                    <a:pt x="363763" y="30417"/>
                  </a:lnTo>
                  <a:lnTo>
                    <a:pt x="359982" y="28378"/>
                  </a:lnTo>
                  <a:lnTo>
                    <a:pt x="356166" y="26407"/>
                  </a:lnTo>
                  <a:lnTo>
                    <a:pt x="352316" y="24502"/>
                  </a:lnTo>
                  <a:lnTo>
                    <a:pt x="348433" y="22665"/>
                  </a:lnTo>
                  <a:lnTo>
                    <a:pt x="344519" y="20896"/>
                  </a:lnTo>
                  <a:lnTo>
                    <a:pt x="340574" y="19196"/>
                  </a:lnTo>
                  <a:lnTo>
                    <a:pt x="336601" y="17565"/>
                  </a:lnTo>
                  <a:lnTo>
                    <a:pt x="332599" y="16004"/>
                  </a:lnTo>
                  <a:lnTo>
                    <a:pt x="328571" y="14514"/>
                  </a:lnTo>
                  <a:lnTo>
                    <a:pt x="324517" y="13094"/>
                  </a:lnTo>
                  <a:lnTo>
                    <a:pt x="320439" y="11745"/>
                  </a:lnTo>
                  <a:lnTo>
                    <a:pt x="316338" y="10468"/>
                  </a:lnTo>
                  <a:lnTo>
                    <a:pt x="312215" y="9263"/>
                  </a:lnTo>
                  <a:lnTo>
                    <a:pt x="308071" y="8130"/>
                  </a:lnTo>
                  <a:lnTo>
                    <a:pt x="303909" y="7070"/>
                  </a:lnTo>
                  <a:lnTo>
                    <a:pt x="299729" y="6082"/>
                  </a:lnTo>
                  <a:lnTo>
                    <a:pt x="295532" y="5169"/>
                  </a:lnTo>
                  <a:lnTo>
                    <a:pt x="291319" y="4328"/>
                  </a:lnTo>
                  <a:lnTo>
                    <a:pt x="287093" y="3562"/>
                  </a:lnTo>
                  <a:lnTo>
                    <a:pt x="282854" y="2869"/>
                  </a:lnTo>
                  <a:lnTo>
                    <a:pt x="278603" y="2251"/>
                  </a:lnTo>
                  <a:lnTo>
                    <a:pt x="274342" y="1708"/>
                  </a:lnTo>
                  <a:lnTo>
                    <a:pt x="270072" y="1239"/>
                  </a:lnTo>
                  <a:lnTo>
                    <a:pt x="265795" y="845"/>
                  </a:lnTo>
                  <a:lnTo>
                    <a:pt x="261512" y="526"/>
                  </a:lnTo>
                  <a:lnTo>
                    <a:pt x="257223" y="281"/>
                  </a:lnTo>
                  <a:lnTo>
                    <a:pt x="252931" y="112"/>
                  </a:lnTo>
                  <a:lnTo>
                    <a:pt x="248637" y="18"/>
                  </a:lnTo>
                  <a:lnTo>
                    <a:pt x="244342" y="0"/>
                  </a:lnTo>
                  <a:lnTo>
                    <a:pt x="240047" y="56"/>
                  </a:lnTo>
                  <a:lnTo>
                    <a:pt x="235753" y="187"/>
                  </a:lnTo>
                  <a:lnTo>
                    <a:pt x="231463" y="394"/>
                  </a:lnTo>
                  <a:lnTo>
                    <a:pt x="227177" y="676"/>
                  </a:lnTo>
                  <a:lnTo>
                    <a:pt x="222896" y="1032"/>
                  </a:lnTo>
                  <a:lnTo>
                    <a:pt x="218623" y="1464"/>
                  </a:lnTo>
                  <a:lnTo>
                    <a:pt x="214357" y="1970"/>
                  </a:lnTo>
                  <a:lnTo>
                    <a:pt x="210101" y="2551"/>
                  </a:lnTo>
                  <a:lnTo>
                    <a:pt x="205856" y="3206"/>
                  </a:lnTo>
                  <a:lnTo>
                    <a:pt x="201623" y="3936"/>
                  </a:lnTo>
                  <a:lnTo>
                    <a:pt x="197404" y="4739"/>
                  </a:lnTo>
                  <a:lnTo>
                    <a:pt x="193199" y="5616"/>
                  </a:lnTo>
                  <a:lnTo>
                    <a:pt x="189010" y="6567"/>
                  </a:lnTo>
                  <a:lnTo>
                    <a:pt x="184838" y="7591"/>
                  </a:lnTo>
                  <a:lnTo>
                    <a:pt x="180685" y="8687"/>
                  </a:lnTo>
                  <a:lnTo>
                    <a:pt x="176552" y="9856"/>
                  </a:lnTo>
                  <a:lnTo>
                    <a:pt x="172440" y="11098"/>
                  </a:lnTo>
                  <a:lnTo>
                    <a:pt x="168350" y="12411"/>
                  </a:lnTo>
                  <a:lnTo>
                    <a:pt x="164284" y="13795"/>
                  </a:lnTo>
                  <a:lnTo>
                    <a:pt x="160243" y="15250"/>
                  </a:lnTo>
                  <a:lnTo>
                    <a:pt x="156228" y="16776"/>
                  </a:lnTo>
                  <a:lnTo>
                    <a:pt x="152240" y="18372"/>
                  </a:lnTo>
                  <a:lnTo>
                    <a:pt x="148281" y="20038"/>
                  </a:lnTo>
                  <a:lnTo>
                    <a:pt x="144351" y="21772"/>
                  </a:lnTo>
                  <a:lnTo>
                    <a:pt x="140452" y="23575"/>
                  </a:lnTo>
                  <a:lnTo>
                    <a:pt x="136586" y="25446"/>
                  </a:lnTo>
                  <a:lnTo>
                    <a:pt x="132753" y="27384"/>
                  </a:lnTo>
                  <a:lnTo>
                    <a:pt x="128954" y="29389"/>
                  </a:lnTo>
                  <a:lnTo>
                    <a:pt x="125191" y="31461"/>
                  </a:lnTo>
                  <a:lnTo>
                    <a:pt x="121465" y="33597"/>
                  </a:lnTo>
                  <a:lnTo>
                    <a:pt x="117777" y="35799"/>
                  </a:lnTo>
                  <a:lnTo>
                    <a:pt x="114128" y="38065"/>
                  </a:lnTo>
                  <a:lnTo>
                    <a:pt x="110519" y="40394"/>
                  </a:lnTo>
                  <a:lnTo>
                    <a:pt x="106951" y="42787"/>
                  </a:lnTo>
                  <a:lnTo>
                    <a:pt x="103426" y="45241"/>
                  </a:lnTo>
                  <a:lnTo>
                    <a:pt x="99945" y="47757"/>
                  </a:lnTo>
                  <a:lnTo>
                    <a:pt x="96507" y="50333"/>
                  </a:lnTo>
                  <a:lnTo>
                    <a:pt x="93116" y="52969"/>
                  </a:lnTo>
                  <a:lnTo>
                    <a:pt x="89771" y="55664"/>
                  </a:lnTo>
                  <a:lnTo>
                    <a:pt x="86474" y="58417"/>
                  </a:lnTo>
                  <a:lnTo>
                    <a:pt x="83226" y="61227"/>
                  </a:lnTo>
                  <a:lnTo>
                    <a:pt x="80027" y="64094"/>
                  </a:lnTo>
                  <a:lnTo>
                    <a:pt x="76879" y="67016"/>
                  </a:lnTo>
                  <a:lnTo>
                    <a:pt x="73782" y="69993"/>
                  </a:lnTo>
                  <a:lnTo>
                    <a:pt x="70738" y="73023"/>
                  </a:lnTo>
                  <a:lnTo>
                    <a:pt x="67748" y="76107"/>
                  </a:lnTo>
                  <a:lnTo>
                    <a:pt x="64812" y="79242"/>
                  </a:lnTo>
                  <a:lnTo>
                    <a:pt x="61931" y="82428"/>
                  </a:lnTo>
                  <a:lnTo>
                    <a:pt x="59107" y="85664"/>
                  </a:lnTo>
                  <a:lnTo>
                    <a:pt x="56339" y="88949"/>
                  </a:lnTo>
                  <a:lnTo>
                    <a:pt x="53630" y="92282"/>
                  </a:lnTo>
                  <a:lnTo>
                    <a:pt x="50979" y="95662"/>
                  </a:lnTo>
                  <a:lnTo>
                    <a:pt x="48388" y="99088"/>
                  </a:lnTo>
                  <a:lnTo>
                    <a:pt x="45857" y="102559"/>
                  </a:lnTo>
                  <a:lnTo>
                    <a:pt x="43387" y="106073"/>
                  </a:lnTo>
                  <a:lnTo>
                    <a:pt x="40980" y="109630"/>
                  </a:lnTo>
                  <a:lnTo>
                    <a:pt x="38634" y="113229"/>
                  </a:lnTo>
                  <a:lnTo>
                    <a:pt x="36353" y="116868"/>
                  </a:lnTo>
                  <a:lnTo>
                    <a:pt x="34135" y="120546"/>
                  </a:lnTo>
                  <a:lnTo>
                    <a:pt x="31982" y="124263"/>
                  </a:lnTo>
                  <a:lnTo>
                    <a:pt x="29894" y="128017"/>
                  </a:lnTo>
                  <a:lnTo>
                    <a:pt x="27872" y="131807"/>
                  </a:lnTo>
                  <a:lnTo>
                    <a:pt x="25917" y="135631"/>
                  </a:lnTo>
                  <a:lnTo>
                    <a:pt x="24029" y="139490"/>
                  </a:lnTo>
                  <a:lnTo>
                    <a:pt x="22209" y="143380"/>
                  </a:lnTo>
                  <a:lnTo>
                    <a:pt x="20458" y="147302"/>
                  </a:lnTo>
                  <a:lnTo>
                    <a:pt x="18775" y="151254"/>
                  </a:lnTo>
                  <a:lnTo>
                    <a:pt x="17162" y="155235"/>
                  </a:lnTo>
                  <a:lnTo>
                    <a:pt x="15618" y="159244"/>
                  </a:lnTo>
                  <a:lnTo>
                    <a:pt x="14145" y="163279"/>
                  </a:lnTo>
                  <a:lnTo>
                    <a:pt x="12743" y="167339"/>
                  </a:lnTo>
                  <a:lnTo>
                    <a:pt x="11412" y="171423"/>
                  </a:lnTo>
                  <a:lnTo>
                    <a:pt x="10153" y="175529"/>
                  </a:lnTo>
                  <a:lnTo>
                    <a:pt x="8966" y="179657"/>
                  </a:lnTo>
                  <a:lnTo>
                    <a:pt x="7851" y="183805"/>
                  </a:lnTo>
                  <a:lnTo>
                    <a:pt x="6809" y="187973"/>
                  </a:lnTo>
                  <a:lnTo>
                    <a:pt x="5840" y="192157"/>
                  </a:lnTo>
                  <a:lnTo>
                    <a:pt x="4944" y="196358"/>
                  </a:lnTo>
                  <a:lnTo>
                    <a:pt x="4123" y="200574"/>
                  </a:lnTo>
                  <a:lnTo>
                    <a:pt x="3375" y="204804"/>
                  </a:lnTo>
                  <a:lnTo>
                    <a:pt x="2701" y="209046"/>
                  </a:lnTo>
                  <a:lnTo>
                    <a:pt x="2101" y="213299"/>
                  </a:lnTo>
                  <a:lnTo>
                    <a:pt x="1577" y="217563"/>
                  </a:lnTo>
                  <a:lnTo>
                    <a:pt x="1126" y="221834"/>
                  </a:lnTo>
                  <a:lnTo>
                    <a:pt x="751" y="226113"/>
                  </a:lnTo>
                  <a:lnTo>
                    <a:pt x="450" y="230398"/>
                  </a:lnTo>
                  <a:lnTo>
                    <a:pt x="225" y="234687"/>
                  </a:lnTo>
                  <a:lnTo>
                    <a:pt x="75" y="238980"/>
                  </a:lnTo>
                  <a:lnTo>
                    <a:pt x="0" y="243275"/>
                  </a:lnTo>
                  <a:lnTo>
                    <a:pt x="0" y="247570"/>
                  </a:lnTo>
                  <a:lnTo>
                    <a:pt x="75" y="251865"/>
                  </a:lnTo>
                  <a:lnTo>
                    <a:pt x="225" y="256158"/>
                  </a:lnTo>
                  <a:lnTo>
                    <a:pt x="450" y="260447"/>
                  </a:lnTo>
                  <a:lnTo>
                    <a:pt x="751" y="264732"/>
                  </a:lnTo>
                  <a:lnTo>
                    <a:pt x="1126" y="269011"/>
                  </a:lnTo>
                  <a:lnTo>
                    <a:pt x="1577" y="273283"/>
                  </a:lnTo>
                  <a:lnTo>
                    <a:pt x="2101" y="277546"/>
                  </a:lnTo>
                  <a:lnTo>
                    <a:pt x="2701" y="281799"/>
                  </a:lnTo>
                  <a:lnTo>
                    <a:pt x="3375" y="286041"/>
                  </a:lnTo>
                  <a:lnTo>
                    <a:pt x="4123" y="290271"/>
                  </a:lnTo>
                  <a:lnTo>
                    <a:pt x="4944" y="294487"/>
                  </a:lnTo>
                  <a:lnTo>
                    <a:pt x="5840" y="298688"/>
                  </a:lnTo>
                  <a:lnTo>
                    <a:pt x="6809" y="302873"/>
                  </a:lnTo>
                  <a:lnTo>
                    <a:pt x="7851" y="307040"/>
                  </a:lnTo>
                  <a:lnTo>
                    <a:pt x="8966" y="311188"/>
                  </a:lnTo>
                  <a:lnTo>
                    <a:pt x="10153" y="315316"/>
                  </a:lnTo>
                  <a:lnTo>
                    <a:pt x="11412" y="319423"/>
                  </a:lnTo>
                  <a:lnTo>
                    <a:pt x="12743" y="323506"/>
                  </a:lnTo>
                  <a:lnTo>
                    <a:pt x="14145" y="327567"/>
                  </a:lnTo>
                  <a:lnTo>
                    <a:pt x="15618" y="331601"/>
                  </a:lnTo>
                  <a:lnTo>
                    <a:pt x="17162" y="335610"/>
                  </a:lnTo>
                  <a:lnTo>
                    <a:pt x="18775" y="339591"/>
                  </a:lnTo>
                  <a:lnTo>
                    <a:pt x="20458" y="343543"/>
                  </a:lnTo>
                  <a:lnTo>
                    <a:pt x="22209" y="347465"/>
                  </a:lnTo>
                  <a:lnTo>
                    <a:pt x="24029" y="351355"/>
                  </a:lnTo>
                  <a:lnTo>
                    <a:pt x="25917" y="355214"/>
                  </a:lnTo>
                  <a:lnTo>
                    <a:pt x="27872" y="359038"/>
                  </a:lnTo>
                  <a:lnTo>
                    <a:pt x="29894" y="362828"/>
                  </a:lnTo>
                  <a:lnTo>
                    <a:pt x="31982" y="366582"/>
                  </a:lnTo>
                  <a:lnTo>
                    <a:pt x="34135" y="370299"/>
                  </a:lnTo>
                  <a:lnTo>
                    <a:pt x="36353" y="373977"/>
                  </a:lnTo>
                  <a:lnTo>
                    <a:pt x="38634" y="377616"/>
                  </a:lnTo>
                  <a:lnTo>
                    <a:pt x="40980" y="381215"/>
                  </a:lnTo>
                  <a:lnTo>
                    <a:pt x="43387" y="384772"/>
                  </a:lnTo>
                  <a:lnTo>
                    <a:pt x="45857" y="388286"/>
                  </a:lnTo>
                  <a:lnTo>
                    <a:pt x="48388" y="391757"/>
                  </a:lnTo>
                  <a:lnTo>
                    <a:pt x="50979" y="395183"/>
                  </a:lnTo>
                  <a:lnTo>
                    <a:pt x="53630" y="398563"/>
                  </a:lnTo>
                  <a:lnTo>
                    <a:pt x="56339" y="401896"/>
                  </a:lnTo>
                  <a:lnTo>
                    <a:pt x="59107" y="405181"/>
                  </a:lnTo>
                  <a:lnTo>
                    <a:pt x="61931" y="408417"/>
                  </a:lnTo>
                  <a:lnTo>
                    <a:pt x="64812" y="411603"/>
                  </a:lnTo>
                  <a:lnTo>
                    <a:pt x="67748" y="414738"/>
                  </a:lnTo>
                  <a:lnTo>
                    <a:pt x="70738" y="417822"/>
                  </a:lnTo>
                  <a:lnTo>
                    <a:pt x="73782" y="420852"/>
                  </a:lnTo>
                  <a:lnTo>
                    <a:pt x="76879" y="423829"/>
                  </a:lnTo>
                  <a:lnTo>
                    <a:pt x="80027" y="426752"/>
                  </a:lnTo>
                  <a:lnTo>
                    <a:pt x="83226" y="429618"/>
                  </a:lnTo>
                  <a:lnTo>
                    <a:pt x="86474" y="432429"/>
                  </a:lnTo>
                  <a:lnTo>
                    <a:pt x="89771" y="435182"/>
                  </a:lnTo>
                  <a:lnTo>
                    <a:pt x="93116" y="437876"/>
                  </a:lnTo>
                  <a:lnTo>
                    <a:pt x="96507" y="440512"/>
                  </a:lnTo>
                  <a:lnTo>
                    <a:pt x="99945" y="443088"/>
                  </a:lnTo>
                  <a:lnTo>
                    <a:pt x="103426" y="445604"/>
                  </a:lnTo>
                  <a:lnTo>
                    <a:pt x="106951" y="448058"/>
                  </a:lnTo>
                  <a:lnTo>
                    <a:pt x="110519" y="450451"/>
                  </a:lnTo>
                  <a:lnTo>
                    <a:pt x="114128" y="452780"/>
                  </a:lnTo>
                  <a:lnTo>
                    <a:pt x="117777" y="455046"/>
                  </a:lnTo>
                  <a:lnTo>
                    <a:pt x="121465" y="457248"/>
                  </a:lnTo>
                  <a:lnTo>
                    <a:pt x="125191" y="459385"/>
                  </a:lnTo>
                  <a:lnTo>
                    <a:pt x="128954" y="461456"/>
                  </a:lnTo>
                  <a:lnTo>
                    <a:pt x="132753" y="463461"/>
                  </a:lnTo>
                  <a:lnTo>
                    <a:pt x="136586" y="465399"/>
                  </a:lnTo>
                  <a:lnTo>
                    <a:pt x="140452" y="467270"/>
                  </a:lnTo>
                  <a:lnTo>
                    <a:pt x="144351" y="469073"/>
                  </a:lnTo>
                  <a:lnTo>
                    <a:pt x="148281" y="470808"/>
                  </a:lnTo>
                  <a:lnTo>
                    <a:pt x="152240" y="472473"/>
                  </a:lnTo>
                  <a:lnTo>
                    <a:pt x="156228" y="474069"/>
                  </a:lnTo>
                  <a:lnTo>
                    <a:pt x="160243" y="475595"/>
                  </a:lnTo>
                  <a:lnTo>
                    <a:pt x="164284" y="477050"/>
                  </a:lnTo>
                  <a:lnTo>
                    <a:pt x="168350" y="478435"/>
                  </a:lnTo>
                  <a:lnTo>
                    <a:pt x="172440" y="479748"/>
                  </a:lnTo>
                  <a:lnTo>
                    <a:pt x="176552" y="480989"/>
                  </a:lnTo>
                  <a:lnTo>
                    <a:pt x="180685" y="482158"/>
                  </a:lnTo>
                  <a:lnTo>
                    <a:pt x="184838" y="483255"/>
                  </a:lnTo>
                  <a:lnTo>
                    <a:pt x="189010" y="484278"/>
                  </a:lnTo>
                  <a:lnTo>
                    <a:pt x="193199" y="485229"/>
                  </a:lnTo>
                  <a:lnTo>
                    <a:pt x="197404" y="486106"/>
                  </a:lnTo>
                  <a:lnTo>
                    <a:pt x="201623" y="486909"/>
                  </a:lnTo>
                  <a:lnTo>
                    <a:pt x="205856" y="487639"/>
                  </a:lnTo>
                  <a:lnTo>
                    <a:pt x="210101" y="488294"/>
                  </a:lnTo>
                  <a:lnTo>
                    <a:pt x="214357" y="488875"/>
                  </a:lnTo>
                  <a:lnTo>
                    <a:pt x="218623" y="489381"/>
                  </a:lnTo>
                  <a:lnTo>
                    <a:pt x="222896" y="489813"/>
                  </a:lnTo>
                  <a:lnTo>
                    <a:pt x="227177" y="490169"/>
                  </a:lnTo>
                  <a:lnTo>
                    <a:pt x="231463" y="490451"/>
                  </a:lnTo>
                  <a:lnTo>
                    <a:pt x="235753" y="490658"/>
                  </a:lnTo>
                  <a:lnTo>
                    <a:pt x="240047" y="490789"/>
                  </a:lnTo>
                  <a:lnTo>
                    <a:pt x="244342" y="490846"/>
                  </a:lnTo>
                  <a:lnTo>
                    <a:pt x="248637" y="490827"/>
                  </a:lnTo>
                  <a:lnTo>
                    <a:pt x="252931" y="490733"/>
                  </a:lnTo>
                  <a:lnTo>
                    <a:pt x="257223" y="490564"/>
                  </a:lnTo>
                  <a:lnTo>
                    <a:pt x="261512" y="490320"/>
                  </a:lnTo>
                  <a:lnTo>
                    <a:pt x="265795" y="490000"/>
                  </a:lnTo>
                  <a:lnTo>
                    <a:pt x="270072" y="489606"/>
                  </a:lnTo>
                  <a:lnTo>
                    <a:pt x="274342" y="489137"/>
                  </a:lnTo>
                  <a:lnTo>
                    <a:pt x="278603" y="488594"/>
                  </a:lnTo>
                  <a:lnTo>
                    <a:pt x="282854" y="487976"/>
                  </a:lnTo>
                  <a:lnTo>
                    <a:pt x="287093" y="487283"/>
                  </a:lnTo>
                  <a:lnTo>
                    <a:pt x="291319" y="486517"/>
                  </a:lnTo>
                  <a:lnTo>
                    <a:pt x="295532" y="485677"/>
                  </a:lnTo>
                  <a:lnTo>
                    <a:pt x="299729" y="484763"/>
                  </a:lnTo>
                  <a:lnTo>
                    <a:pt x="303909" y="483776"/>
                  </a:lnTo>
                  <a:lnTo>
                    <a:pt x="308071" y="482715"/>
                  </a:lnTo>
                  <a:lnTo>
                    <a:pt x="312215" y="481582"/>
                  </a:lnTo>
                  <a:lnTo>
                    <a:pt x="316338" y="480377"/>
                  </a:lnTo>
                  <a:lnTo>
                    <a:pt x="320439" y="479100"/>
                  </a:lnTo>
                  <a:lnTo>
                    <a:pt x="324517" y="477751"/>
                  </a:lnTo>
                  <a:lnTo>
                    <a:pt x="328571" y="476331"/>
                  </a:lnTo>
                  <a:lnTo>
                    <a:pt x="332599" y="474841"/>
                  </a:lnTo>
                  <a:lnTo>
                    <a:pt x="336601" y="473280"/>
                  </a:lnTo>
                  <a:lnTo>
                    <a:pt x="340574" y="471649"/>
                  </a:lnTo>
                  <a:lnTo>
                    <a:pt x="344519" y="469949"/>
                  </a:lnTo>
                  <a:lnTo>
                    <a:pt x="348433" y="468180"/>
                  </a:lnTo>
                  <a:lnTo>
                    <a:pt x="352316" y="466343"/>
                  </a:lnTo>
                  <a:lnTo>
                    <a:pt x="356166" y="464438"/>
                  </a:lnTo>
                  <a:lnTo>
                    <a:pt x="359982" y="462467"/>
                  </a:lnTo>
                  <a:lnTo>
                    <a:pt x="363763" y="460428"/>
                  </a:lnTo>
                  <a:lnTo>
                    <a:pt x="367508" y="458324"/>
                  </a:lnTo>
                  <a:lnTo>
                    <a:pt x="371215" y="456155"/>
                  </a:lnTo>
                  <a:lnTo>
                    <a:pt x="374884" y="453921"/>
                  </a:lnTo>
                  <a:lnTo>
                    <a:pt x="378513" y="451623"/>
                  </a:lnTo>
                  <a:lnTo>
                    <a:pt x="382101" y="449262"/>
                  </a:lnTo>
                  <a:lnTo>
                    <a:pt x="385648" y="446839"/>
                  </a:lnTo>
                  <a:lnTo>
                    <a:pt x="389151" y="444354"/>
                  </a:lnTo>
                  <a:lnTo>
                    <a:pt x="392611" y="441808"/>
                  </a:lnTo>
                  <a:lnTo>
                    <a:pt x="396025" y="439202"/>
                  </a:lnTo>
                  <a:lnTo>
                    <a:pt x="399393" y="436536"/>
                  </a:lnTo>
                  <a:lnTo>
                    <a:pt x="402714" y="433812"/>
                  </a:lnTo>
                  <a:lnTo>
                    <a:pt x="405987" y="431031"/>
                  </a:lnTo>
                  <a:lnTo>
                    <a:pt x="409211" y="428192"/>
                  </a:lnTo>
                  <a:lnTo>
                    <a:pt x="412385" y="425297"/>
                  </a:lnTo>
                  <a:lnTo>
                    <a:pt x="415507" y="422348"/>
                  </a:lnTo>
                  <a:lnTo>
                    <a:pt x="418577" y="419344"/>
                  </a:lnTo>
                  <a:lnTo>
                    <a:pt x="421595" y="416287"/>
                  </a:lnTo>
                  <a:lnTo>
                    <a:pt x="424558" y="413177"/>
                  </a:lnTo>
                  <a:lnTo>
                    <a:pt x="427466" y="410016"/>
                  </a:lnTo>
                  <a:lnTo>
                    <a:pt x="430319" y="406805"/>
                  </a:lnTo>
                  <a:lnTo>
                    <a:pt x="433115" y="403544"/>
                  </a:lnTo>
                  <a:lnTo>
                    <a:pt x="435854" y="400235"/>
                  </a:lnTo>
                  <a:lnTo>
                    <a:pt x="438534" y="396879"/>
                  </a:lnTo>
                  <a:lnTo>
                    <a:pt x="441155" y="393476"/>
                  </a:lnTo>
                  <a:lnTo>
                    <a:pt x="443716" y="390027"/>
                  </a:lnTo>
                  <a:lnTo>
                    <a:pt x="446216" y="386535"/>
                  </a:lnTo>
                  <a:lnTo>
                    <a:pt x="448655" y="382999"/>
                  </a:lnTo>
                  <a:lnTo>
                    <a:pt x="451032" y="379421"/>
                  </a:lnTo>
                  <a:lnTo>
                    <a:pt x="453345" y="375802"/>
                  </a:lnTo>
                  <a:lnTo>
                    <a:pt x="455595" y="372143"/>
                  </a:lnTo>
                  <a:lnTo>
                    <a:pt x="457781" y="368445"/>
                  </a:lnTo>
                  <a:lnTo>
                    <a:pt x="459901" y="364710"/>
                  </a:lnTo>
                  <a:lnTo>
                    <a:pt x="461956" y="360938"/>
                  </a:lnTo>
                  <a:lnTo>
                    <a:pt x="463945" y="357130"/>
                  </a:lnTo>
                  <a:lnTo>
                    <a:pt x="465866" y="353289"/>
                  </a:lnTo>
                  <a:lnTo>
                    <a:pt x="467720" y="349414"/>
                  </a:lnTo>
                  <a:lnTo>
                    <a:pt x="469506" y="345508"/>
                  </a:lnTo>
                  <a:lnTo>
                    <a:pt x="471223" y="341570"/>
                  </a:lnTo>
                  <a:lnTo>
                    <a:pt x="472872" y="337604"/>
                  </a:lnTo>
                  <a:lnTo>
                    <a:pt x="474450" y="333609"/>
                  </a:lnTo>
                  <a:lnTo>
                    <a:pt x="475958" y="329587"/>
                  </a:lnTo>
                  <a:lnTo>
                    <a:pt x="477396" y="325540"/>
                  </a:lnTo>
                  <a:lnTo>
                    <a:pt x="478762" y="321467"/>
                  </a:lnTo>
                  <a:lnTo>
                    <a:pt x="480058" y="317372"/>
                  </a:lnTo>
                  <a:lnTo>
                    <a:pt x="481281" y="313254"/>
                  </a:lnTo>
                  <a:lnTo>
                    <a:pt x="482432" y="309116"/>
                  </a:lnTo>
                  <a:lnTo>
                    <a:pt x="483510" y="304958"/>
                  </a:lnTo>
                  <a:lnTo>
                    <a:pt x="484516" y="300782"/>
                  </a:lnTo>
                  <a:lnTo>
                    <a:pt x="485448" y="296589"/>
                  </a:lnTo>
                  <a:lnTo>
                    <a:pt x="486307" y="292381"/>
                  </a:lnTo>
                  <a:lnTo>
                    <a:pt x="487092" y="288158"/>
                  </a:lnTo>
                  <a:lnTo>
                    <a:pt x="487803" y="283922"/>
                  </a:lnTo>
                  <a:lnTo>
                    <a:pt x="488439" y="279674"/>
                  </a:lnTo>
                  <a:lnTo>
                    <a:pt x="489001" y="275415"/>
                  </a:lnTo>
                  <a:lnTo>
                    <a:pt x="489489" y="271148"/>
                  </a:lnTo>
                  <a:lnTo>
                    <a:pt x="489902" y="266872"/>
                  </a:lnTo>
                  <a:lnTo>
                    <a:pt x="490240" y="262590"/>
                  </a:lnTo>
                  <a:lnTo>
                    <a:pt x="490503" y="258303"/>
                  </a:lnTo>
                  <a:lnTo>
                    <a:pt x="490691" y="254012"/>
                  </a:lnTo>
                  <a:lnTo>
                    <a:pt x="490803" y="249718"/>
                  </a:lnTo>
                  <a:lnTo>
                    <a:pt x="490841" y="245423"/>
                  </a:lnTo>
                </a:path>
              </a:pathLst>
            </a:custGeom>
            <a:ln w="13550" cap="flat">
              <a:solidFill>
                <a:srgbClr val="7FC5D8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396" name="tx396"/>
            <p:cNvSpPr/>
            <p:nvPr/>
          </p:nvSpPr>
          <p:spPr>
            <a:xfrm>
              <a:off x="4439457" y="2730981"/>
              <a:ext cx="265084" cy="800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397" name="tx397"/>
            <p:cNvSpPr/>
            <p:nvPr/>
          </p:nvSpPr>
          <p:spPr>
            <a:xfrm>
              <a:off x="4430353" y="3293395"/>
              <a:ext cx="283292" cy="82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398" name="tx398"/>
            <p:cNvSpPr/>
            <p:nvPr/>
          </p:nvSpPr>
          <p:spPr>
            <a:xfrm>
              <a:off x="4771573" y="2813541"/>
              <a:ext cx="469984" cy="801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399" name="tx399"/>
            <p:cNvSpPr/>
            <p:nvPr/>
          </p:nvSpPr>
          <p:spPr>
            <a:xfrm>
              <a:off x="4854239" y="3013379"/>
              <a:ext cx="216915" cy="79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400" name="tx400"/>
            <p:cNvSpPr/>
            <p:nvPr/>
          </p:nvSpPr>
          <p:spPr>
            <a:xfrm>
              <a:off x="4771573" y="3210729"/>
              <a:ext cx="488193" cy="82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401" name="pg401"/>
            <p:cNvSpPr/>
            <p:nvPr/>
          </p:nvSpPr>
          <p:spPr>
            <a:xfrm>
              <a:off x="4326583" y="2809005"/>
              <a:ext cx="490841" cy="490846"/>
            </a:xfrm>
            <a:custGeom>
              <a:avLst/>
              <a:pathLst>
                <a:path w="490841" h="490846">
                  <a:moveTo>
                    <a:pt x="490841" y="245423"/>
                  </a:moveTo>
                  <a:lnTo>
                    <a:pt x="490803" y="241127"/>
                  </a:lnTo>
                  <a:lnTo>
                    <a:pt x="490691" y="236833"/>
                  </a:lnTo>
                  <a:lnTo>
                    <a:pt x="490503" y="232542"/>
                  </a:lnTo>
                  <a:lnTo>
                    <a:pt x="490240" y="228255"/>
                  </a:lnTo>
                  <a:lnTo>
                    <a:pt x="489902" y="223973"/>
                  </a:lnTo>
                  <a:lnTo>
                    <a:pt x="489489" y="219697"/>
                  </a:lnTo>
                  <a:lnTo>
                    <a:pt x="489001" y="215430"/>
                  </a:lnTo>
                  <a:lnTo>
                    <a:pt x="488439" y="211171"/>
                  </a:lnTo>
                  <a:lnTo>
                    <a:pt x="487803" y="206924"/>
                  </a:lnTo>
                  <a:lnTo>
                    <a:pt x="487092" y="202687"/>
                  </a:lnTo>
                  <a:lnTo>
                    <a:pt x="486307" y="198464"/>
                  </a:lnTo>
                  <a:lnTo>
                    <a:pt x="485448" y="194256"/>
                  </a:lnTo>
                  <a:lnTo>
                    <a:pt x="484516" y="190063"/>
                  </a:lnTo>
                  <a:lnTo>
                    <a:pt x="483510" y="185887"/>
                  </a:lnTo>
                  <a:lnTo>
                    <a:pt x="482432" y="181729"/>
                  </a:lnTo>
                  <a:lnTo>
                    <a:pt x="481281" y="177591"/>
                  </a:lnTo>
                  <a:lnTo>
                    <a:pt x="480058" y="173473"/>
                  </a:lnTo>
                  <a:lnTo>
                    <a:pt x="478762" y="169378"/>
                  </a:lnTo>
                  <a:lnTo>
                    <a:pt x="477396" y="165306"/>
                  </a:lnTo>
                  <a:lnTo>
                    <a:pt x="475958" y="161258"/>
                  </a:lnTo>
                  <a:lnTo>
                    <a:pt x="474450" y="157236"/>
                  </a:lnTo>
                  <a:lnTo>
                    <a:pt x="472872" y="153241"/>
                  </a:lnTo>
                  <a:lnTo>
                    <a:pt x="471223" y="149275"/>
                  </a:lnTo>
                  <a:lnTo>
                    <a:pt x="469506" y="145338"/>
                  </a:lnTo>
                  <a:lnTo>
                    <a:pt x="467720" y="141431"/>
                  </a:lnTo>
                  <a:lnTo>
                    <a:pt x="465866" y="137556"/>
                  </a:lnTo>
                  <a:lnTo>
                    <a:pt x="463945" y="133715"/>
                  </a:lnTo>
                  <a:lnTo>
                    <a:pt x="461956" y="129907"/>
                  </a:lnTo>
                  <a:lnTo>
                    <a:pt x="459901" y="126135"/>
                  </a:lnTo>
                  <a:lnTo>
                    <a:pt x="457781" y="122400"/>
                  </a:lnTo>
                  <a:lnTo>
                    <a:pt x="455595" y="118702"/>
                  </a:lnTo>
                  <a:lnTo>
                    <a:pt x="453345" y="115043"/>
                  </a:lnTo>
                  <a:lnTo>
                    <a:pt x="451032" y="111424"/>
                  </a:lnTo>
                  <a:lnTo>
                    <a:pt x="448655" y="107846"/>
                  </a:lnTo>
                  <a:lnTo>
                    <a:pt x="446216" y="104310"/>
                  </a:lnTo>
                  <a:lnTo>
                    <a:pt x="443716" y="100818"/>
                  </a:lnTo>
                  <a:lnTo>
                    <a:pt x="441155" y="97370"/>
                  </a:lnTo>
                  <a:lnTo>
                    <a:pt x="438534" y="93967"/>
                  </a:lnTo>
                  <a:lnTo>
                    <a:pt x="435854" y="90610"/>
                  </a:lnTo>
                  <a:lnTo>
                    <a:pt x="433115" y="87301"/>
                  </a:lnTo>
                  <a:lnTo>
                    <a:pt x="430319" y="84040"/>
                  </a:lnTo>
                  <a:lnTo>
                    <a:pt x="427466" y="80829"/>
                  </a:lnTo>
                  <a:lnTo>
                    <a:pt x="424558" y="77668"/>
                  </a:lnTo>
                  <a:lnTo>
                    <a:pt x="421595" y="74558"/>
                  </a:lnTo>
                  <a:lnTo>
                    <a:pt x="418577" y="71501"/>
                  </a:lnTo>
                  <a:lnTo>
                    <a:pt x="415507" y="68497"/>
                  </a:lnTo>
                  <a:lnTo>
                    <a:pt x="412385" y="65548"/>
                  </a:lnTo>
                  <a:lnTo>
                    <a:pt x="409211" y="62653"/>
                  </a:lnTo>
                  <a:lnTo>
                    <a:pt x="405987" y="59815"/>
                  </a:lnTo>
                  <a:lnTo>
                    <a:pt x="402714" y="57033"/>
                  </a:lnTo>
                  <a:lnTo>
                    <a:pt x="399393" y="54309"/>
                  </a:lnTo>
                  <a:lnTo>
                    <a:pt x="396025" y="51643"/>
                  </a:lnTo>
                  <a:lnTo>
                    <a:pt x="392611" y="49037"/>
                  </a:lnTo>
                  <a:lnTo>
                    <a:pt x="389151" y="46491"/>
                  </a:lnTo>
                  <a:lnTo>
                    <a:pt x="385648" y="44006"/>
                  </a:lnTo>
                  <a:lnTo>
                    <a:pt x="382101" y="41583"/>
                  </a:lnTo>
                  <a:lnTo>
                    <a:pt x="378513" y="39222"/>
                  </a:lnTo>
                  <a:lnTo>
                    <a:pt x="374884" y="36924"/>
                  </a:lnTo>
                  <a:lnTo>
                    <a:pt x="371215" y="34690"/>
                  </a:lnTo>
                  <a:lnTo>
                    <a:pt x="367508" y="32521"/>
                  </a:lnTo>
                  <a:lnTo>
                    <a:pt x="363763" y="30417"/>
                  </a:lnTo>
                  <a:lnTo>
                    <a:pt x="359982" y="28378"/>
                  </a:lnTo>
                  <a:lnTo>
                    <a:pt x="356166" y="26407"/>
                  </a:lnTo>
                  <a:lnTo>
                    <a:pt x="352316" y="24502"/>
                  </a:lnTo>
                  <a:lnTo>
                    <a:pt x="348433" y="22665"/>
                  </a:lnTo>
                  <a:lnTo>
                    <a:pt x="344519" y="20896"/>
                  </a:lnTo>
                  <a:lnTo>
                    <a:pt x="340574" y="19196"/>
                  </a:lnTo>
                  <a:lnTo>
                    <a:pt x="336601" y="17565"/>
                  </a:lnTo>
                  <a:lnTo>
                    <a:pt x="332599" y="16004"/>
                  </a:lnTo>
                  <a:lnTo>
                    <a:pt x="328571" y="14514"/>
                  </a:lnTo>
                  <a:lnTo>
                    <a:pt x="324517" y="13094"/>
                  </a:lnTo>
                  <a:lnTo>
                    <a:pt x="320439" y="11745"/>
                  </a:lnTo>
                  <a:lnTo>
                    <a:pt x="316338" y="10468"/>
                  </a:lnTo>
                  <a:lnTo>
                    <a:pt x="312215" y="9263"/>
                  </a:lnTo>
                  <a:lnTo>
                    <a:pt x="308071" y="8130"/>
                  </a:lnTo>
                  <a:lnTo>
                    <a:pt x="303909" y="7070"/>
                  </a:lnTo>
                  <a:lnTo>
                    <a:pt x="299729" y="6082"/>
                  </a:lnTo>
                  <a:lnTo>
                    <a:pt x="295532" y="5169"/>
                  </a:lnTo>
                  <a:lnTo>
                    <a:pt x="291319" y="4328"/>
                  </a:lnTo>
                  <a:lnTo>
                    <a:pt x="287093" y="3562"/>
                  </a:lnTo>
                  <a:lnTo>
                    <a:pt x="282854" y="2869"/>
                  </a:lnTo>
                  <a:lnTo>
                    <a:pt x="278603" y="2251"/>
                  </a:lnTo>
                  <a:lnTo>
                    <a:pt x="274342" y="1708"/>
                  </a:lnTo>
                  <a:lnTo>
                    <a:pt x="270072" y="1239"/>
                  </a:lnTo>
                  <a:lnTo>
                    <a:pt x="265795" y="845"/>
                  </a:lnTo>
                  <a:lnTo>
                    <a:pt x="261512" y="526"/>
                  </a:lnTo>
                  <a:lnTo>
                    <a:pt x="257223" y="281"/>
                  </a:lnTo>
                  <a:lnTo>
                    <a:pt x="252931" y="112"/>
                  </a:lnTo>
                  <a:lnTo>
                    <a:pt x="248637" y="18"/>
                  </a:lnTo>
                  <a:lnTo>
                    <a:pt x="244342" y="0"/>
                  </a:lnTo>
                  <a:lnTo>
                    <a:pt x="240047" y="56"/>
                  </a:lnTo>
                  <a:lnTo>
                    <a:pt x="235753" y="187"/>
                  </a:lnTo>
                  <a:lnTo>
                    <a:pt x="231463" y="394"/>
                  </a:lnTo>
                  <a:lnTo>
                    <a:pt x="227177" y="676"/>
                  </a:lnTo>
                  <a:lnTo>
                    <a:pt x="222896" y="1032"/>
                  </a:lnTo>
                  <a:lnTo>
                    <a:pt x="218623" y="1464"/>
                  </a:lnTo>
                  <a:lnTo>
                    <a:pt x="214357" y="1970"/>
                  </a:lnTo>
                  <a:lnTo>
                    <a:pt x="210101" y="2551"/>
                  </a:lnTo>
                  <a:lnTo>
                    <a:pt x="205856" y="3206"/>
                  </a:lnTo>
                  <a:lnTo>
                    <a:pt x="201623" y="3936"/>
                  </a:lnTo>
                  <a:lnTo>
                    <a:pt x="197404" y="4739"/>
                  </a:lnTo>
                  <a:lnTo>
                    <a:pt x="193199" y="5616"/>
                  </a:lnTo>
                  <a:lnTo>
                    <a:pt x="189010" y="6567"/>
                  </a:lnTo>
                  <a:lnTo>
                    <a:pt x="184838" y="7591"/>
                  </a:lnTo>
                  <a:lnTo>
                    <a:pt x="180685" y="8687"/>
                  </a:lnTo>
                  <a:lnTo>
                    <a:pt x="176552" y="9856"/>
                  </a:lnTo>
                  <a:lnTo>
                    <a:pt x="172440" y="11098"/>
                  </a:lnTo>
                  <a:lnTo>
                    <a:pt x="168350" y="12411"/>
                  </a:lnTo>
                  <a:lnTo>
                    <a:pt x="164284" y="13795"/>
                  </a:lnTo>
                  <a:lnTo>
                    <a:pt x="160243" y="15250"/>
                  </a:lnTo>
                  <a:lnTo>
                    <a:pt x="156228" y="16776"/>
                  </a:lnTo>
                  <a:lnTo>
                    <a:pt x="152240" y="18372"/>
                  </a:lnTo>
                  <a:lnTo>
                    <a:pt x="148281" y="20038"/>
                  </a:lnTo>
                  <a:lnTo>
                    <a:pt x="144351" y="21772"/>
                  </a:lnTo>
                  <a:lnTo>
                    <a:pt x="140452" y="23575"/>
                  </a:lnTo>
                  <a:lnTo>
                    <a:pt x="136586" y="25446"/>
                  </a:lnTo>
                  <a:lnTo>
                    <a:pt x="132753" y="27384"/>
                  </a:lnTo>
                  <a:lnTo>
                    <a:pt x="128954" y="29389"/>
                  </a:lnTo>
                  <a:lnTo>
                    <a:pt x="125191" y="31461"/>
                  </a:lnTo>
                  <a:lnTo>
                    <a:pt x="121465" y="33597"/>
                  </a:lnTo>
                  <a:lnTo>
                    <a:pt x="117777" y="35799"/>
                  </a:lnTo>
                  <a:lnTo>
                    <a:pt x="114128" y="38065"/>
                  </a:lnTo>
                  <a:lnTo>
                    <a:pt x="110519" y="40394"/>
                  </a:lnTo>
                  <a:lnTo>
                    <a:pt x="106951" y="42787"/>
                  </a:lnTo>
                  <a:lnTo>
                    <a:pt x="103426" y="45241"/>
                  </a:lnTo>
                  <a:lnTo>
                    <a:pt x="99945" y="47757"/>
                  </a:lnTo>
                  <a:lnTo>
                    <a:pt x="96507" y="50333"/>
                  </a:lnTo>
                  <a:lnTo>
                    <a:pt x="93116" y="52969"/>
                  </a:lnTo>
                  <a:lnTo>
                    <a:pt x="89771" y="55664"/>
                  </a:lnTo>
                  <a:lnTo>
                    <a:pt x="86474" y="58417"/>
                  </a:lnTo>
                  <a:lnTo>
                    <a:pt x="83226" y="61227"/>
                  </a:lnTo>
                  <a:lnTo>
                    <a:pt x="80027" y="64094"/>
                  </a:lnTo>
                  <a:lnTo>
                    <a:pt x="76879" y="67016"/>
                  </a:lnTo>
                  <a:lnTo>
                    <a:pt x="73782" y="69993"/>
                  </a:lnTo>
                  <a:lnTo>
                    <a:pt x="70738" y="73023"/>
                  </a:lnTo>
                  <a:lnTo>
                    <a:pt x="67748" y="76107"/>
                  </a:lnTo>
                  <a:lnTo>
                    <a:pt x="64812" y="79242"/>
                  </a:lnTo>
                  <a:lnTo>
                    <a:pt x="61931" y="82428"/>
                  </a:lnTo>
                  <a:lnTo>
                    <a:pt x="59107" y="85664"/>
                  </a:lnTo>
                  <a:lnTo>
                    <a:pt x="56339" y="88949"/>
                  </a:lnTo>
                  <a:lnTo>
                    <a:pt x="53630" y="92282"/>
                  </a:lnTo>
                  <a:lnTo>
                    <a:pt x="50979" y="95662"/>
                  </a:lnTo>
                  <a:lnTo>
                    <a:pt x="48388" y="99088"/>
                  </a:lnTo>
                  <a:lnTo>
                    <a:pt x="45857" y="102559"/>
                  </a:lnTo>
                  <a:lnTo>
                    <a:pt x="43387" y="106073"/>
                  </a:lnTo>
                  <a:lnTo>
                    <a:pt x="40980" y="109630"/>
                  </a:lnTo>
                  <a:lnTo>
                    <a:pt x="38634" y="113229"/>
                  </a:lnTo>
                  <a:lnTo>
                    <a:pt x="36353" y="116868"/>
                  </a:lnTo>
                  <a:lnTo>
                    <a:pt x="34135" y="120546"/>
                  </a:lnTo>
                  <a:lnTo>
                    <a:pt x="31982" y="124263"/>
                  </a:lnTo>
                  <a:lnTo>
                    <a:pt x="29894" y="128017"/>
                  </a:lnTo>
                  <a:lnTo>
                    <a:pt x="27872" y="131807"/>
                  </a:lnTo>
                  <a:lnTo>
                    <a:pt x="25917" y="135631"/>
                  </a:lnTo>
                  <a:lnTo>
                    <a:pt x="24029" y="139490"/>
                  </a:lnTo>
                  <a:lnTo>
                    <a:pt x="22209" y="143380"/>
                  </a:lnTo>
                  <a:lnTo>
                    <a:pt x="20458" y="147302"/>
                  </a:lnTo>
                  <a:lnTo>
                    <a:pt x="18775" y="151254"/>
                  </a:lnTo>
                  <a:lnTo>
                    <a:pt x="17162" y="155235"/>
                  </a:lnTo>
                  <a:lnTo>
                    <a:pt x="15618" y="159244"/>
                  </a:lnTo>
                  <a:lnTo>
                    <a:pt x="14145" y="163279"/>
                  </a:lnTo>
                  <a:lnTo>
                    <a:pt x="12743" y="167339"/>
                  </a:lnTo>
                  <a:lnTo>
                    <a:pt x="11412" y="171423"/>
                  </a:lnTo>
                  <a:lnTo>
                    <a:pt x="10153" y="175529"/>
                  </a:lnTo>
                  <a:lnTo>
                    <a:pt x="8966" y="179657"/>
                  </a:lnTo>
                  <a:lnTo>
                    <a:pt x="7851" y="183805"/>
                  </a:lnTo>
                  <a:lnTo>
                    <a:pt x="6809" y="187973"/>
                  </a:lnTo>
                  <a:lnTo>
                    <a:pt x="5840" y="192157"/>
                  </a:lnTo>
                  <a:lnTo>
                    <a:pt x="4944" y="196358"/>
                  </a:lnTo>
                  <a:lnTo>
                    <a:pt x="4123" y="200574"/>
                  </a:lnTo>
                  <a:lnTo>
                    <a:pt x="3375" y="204804"/>
                  </a:lnTo>
                  <a:lnTo>
                    <a:pt x="2701" y="209046"/>
                  </a:lnTo>
                  <a:lnTo>
                    <a:pt x="2101" y="213299"/>
                  </a:lnTo>
                  <a:lnTo>
                    <a:pt x="1577" y="217563"/>
                  </a:lnTo>
                  <a:lnTo>
                    <a:pt x="1126" y="221834"/>
                  </a:lnTo>
                  <a:lnTo>
                    <a:pt x="751" y="226113"/>
                  </a:lnTo>
                  <a:lnTo>
                    <a:pt x="450" y="230398"/>
                  </a:lnTo>
                  <a:lnTo>
                    <a:pt x="225" y="234687"/>
                  </a:lnTo>
                  <a:lnTo>
                    <a:pt x="75" y="238980"/>
                  </a:lnTo>
                  <a:lnTo>
                    <a:pt x="0" y="243275"/>
                  </a:lnTo>
                  <a:lnTo>
                    <a:pt x="0" y="247570"/>
                  </a:lnTo>
                  <a:lnTo>
                    <a:pt x="75" y="251865"/>
                  </a:lnTo>
                  <a:lnTo>
                    <a:pt x="225" y="256158"/>
                  </a:lnTo>
                  <a:lnTo>
                    <a:pt x="450" y="260447"/>
                  </a:lnTo>
                  <a:lnTo>
                    <a:pt x="751" y="264732"/>
                  </a:lnTo>
                  <a:lnTo>
                    <a:pt x="1126" y="269011"/>
                  </a:lnTo>
                  <a:lnTo>
                    <a:pt x="1577" y="273283"/>
                  </a:lnTo>
                  <a:lnTo>
                    <a:pt x="2101" y="277546"/>
                  </a:lnTo>
                  <a:lnTo>
                    <a:pt x="2701" y="281799"/>
                  </a:lnTo>
                  <a:lnTo>
                    <a:pt x="3375" y="286041"/>
                  </a:lnTo>
                  <a:lnTo>
                    <a:pt x="4123" y="290271"/>
                  </a:lnTo>
                  <a:lnTo>
                    <a:pt x="4944" y="294487"/>
                  </a:lnTo>
                  <a:lnTo>
                    <a:pt x="5840" y="298688"/>
                  </a:lnTo>
                  <a:lnTo>
                    <a:pt x="6809" y="302873"/>
                  </a:lnTo>
                  <a:lnTo>
                    <a:pt x="7851" y="307040"/>
                  </a:lnTo>
                  <a:lnTo>
                    <a:pt x="8966" y="311188"/>
                  </a:lnTo>
                  <a:lnTo>
                    <a:pt x="10153" y="315316"/>
                  </a:lnTo>
                  <a:lnTo>
                    <a:pt x="11412" y="319423"/>
                  </a:lnTo>
                  <a:lnTo>
                    <a:pt x="12743" y="323506"/>
                  </a:lnTo>
                  <a:lnTo>
                    <a:pt x="14145" y="327567"/>
                  </a:lnTo>
                  <a:lnTo>
                    <a:pt x="15618" y="331601"/>
                  </a:lnTo>
                  <a:lnTo>
                    <a:pt x="17162" y="335610"/>
                  </a:lnTo>
                  <a:lnTo>
                    <a:pt x="18775" y="339591"/>
                  </a:lnTo>
                  <a:lnTo>
                    <a:pt x="20458" y="343543"/>
                  </a:lnTo>
                  <a:lnTo>
                    <a:pt x="22209" y="347465"/>
                  </a:lnTo>
                  <a:lnTo>
                    <a:pt x="24029" y="351355"/>
                  </a:lnTo>
                  <a:lnTo>
                    <a:pt x="25917" y="355214"/>
                  </a:lnTo>
                  <a:lnTo>
                    <a:pt x="27872" y="359038"/>
                  </a:lnTo>
                  <a:lnTo>
                    <a:pt x="29894" y="362828"/>
                  </a:lnTo>
                  <a:lnTo>
                    <a:pt x="31982" y="366582"/>
                  </a:lnTo>
                  <a:lnTo>
                    <a:pt x="34135" y="370299"/>
                  </a:lnTo>
                  <a:lnTo>
                    <a:pt x="36353" y="373977"/>
                  </a:lnTo>
                  <a:lnTo>
                    <a:pt x="38634" y="377616"/>
                  </a:lnTo>
                  <a:lnTo>
                    <a:pt x="40980" y="381215"/>
                  </a:lnTo>
                  <a:lnTo>
                    <a:pt x="43387" y="384772"/>
                  </a:lnTo>
                  <a:lnTo>
                    <a:pt x="45857" y="388286"/>
                  </a:lnTo>
                  <a:lnTo>
                    <a:pt x="48388" y="391757"/>
                  </a:lnTo>
                  <a:lnTo>
                    <a:pt x="50979" y="395183"/>
                  </a:lnTo>
                  <a:lnTo>
                    <a:pt x="53630" y="398563"/>
                  </a:lnTo>
                  <a:lnTo>
                    <a:pt x="56339" y="401896"/>
                  </a:lnTo>
                  <a:lnTo>
                    <a:pt x="59107" y="405181"/>
                  </a:lnTo>
                  <a:lnTo>
                    <a:pt x="61931" y="408417"/>
                  </a:lnTo>
                  <a:lnTo>
                    <a:pt x="64812" y="411603"/>
                  </a:lnTo>
                  <a:lnTo>
                    <a:pt x="67748" y="414738"/>
                  </a:lnTo>
                  <a:lnTo>
                    <a:pt x="70738" y="417822"/>
                  </a:lnTo>
                  <a:lnTo>
                    <a:pt x="73782" y="420852"/>
                  </a:lnTo>
                  <a:lnTo>
                    <a:pt x="76879" y="423829"/>
                  </a:lnTo>
                  <a:lnTo>
                    <a:pt x="80027" y="426752"/>
                  </a:lnTo>
                  <a:lnTo>
                    <a:pt x="83226" y="429618"/>
                  </a:lnTo>
                  <a:lnTo>
                    <a:pt x="86474" y="432429"/>
                  </a:lnTo>
                  <a:lnTo>
                    <a:pt x="89771" y="435182"/>
                  </a:lnTo>
                  <a:lnTo>
                    <a:pt x="93116" y="437876"/>
                  </a:lnTo>
                  <a:lnTo>
                    <a:pt x="96507" y="440512"/>
                  </a:lnTo>
                  <a:lnTo>
                    <a:pt x="99945" y="443088"/>
                  </a:lnTo>
                  <a:lnTo>
                    <a:pt x="103426" y="445604"/>
                  </a:lnTo>
                  <a:lnTo>
                    <a:pt x="106951" y="448058"/>
                  </a:lnTo>
                  <a:lnTo>
                    <a:pt x="110519" y="450451"/>
                  </a:lnTo>
                  <a:lnTo>
                    <a:pt x="114128" y="452780"/>
                  </a:lnTo>
                  <a:lnTo>
                    <a:pt x="117777" y="455046"/>
                  </a:lnTo>
                  <a:lnTo>
                    <a:pt x="121465" y="457248"/>
                  </a:lnTo>
                  <a:lnTo>
                    <a:pt x="125191" y="459385"/>
                  </a:lnTo>
                  <a:lnTo>
                    <a:pt x="128954" y="461456"/>
                  </a:lnTo>
                  <a:lnTo>
                    <a:pt x="132753" y="463461"/>
                  </a:lnTo>
                  <a:lnTo>
                    <a:pt x="136586" y="465399"/>
                  </a:lnTo>
                  <a:lnTo>
                    <a:pt x="140452" y="467270"/>
                  </a:lnTo>
                  <a:lnTo>
                    <a:pt x="144351" y="469073"/>
                  </a:lnTo>
                  <a:lnTo>
                    <a:pt x="148281" y="470808"/>
                  </a:lnTo>
                  <a:lnTo>
                    <a:pt x="152240" y="472473"/>
                  </a:lnTo>
                  <a:lnTo>
                    <a:pt x="156228" y="474069"/>
                  </a:lnTo>
                  <a:lnTo>
                    <a:pt x="160243" y="475595"/>
                  </a:lnTo>
                  <a:lnTo>
                    <a:pt x="164284" y="477050"/>
                  </a:lnTo>
                  <a:lnTo>
                    <a:pt x="168350" y="478435"/>
                  </a:lnTo>
                  <a:lnTo>
                    <a:pt x="172440" y="479748"/>
                  </a:lnTo>
                  <a:lnTo>
                    <a:pt x="176552" y="480989"/>
                  </a:lnTo>
                  <a:lnTo>
                    <a:pt x="180685" y="482158"/>
                  </a:lnTo>
                  <a:lnTo>
                    <a:pt x="184838" y="483255"/>
                  </a:lnTo>
                  <a:lnTo>
                    <a:pt x="189010" y="484278"/>
                  </a:lnTo>
                  <a:lnTo>
                    <a:pt x="193199" y="485229"/>
                  </a:lnTo>
                  <a:lnTo>
                    <a:pt x="197404" y="486106"/>
                  </a:lnTo>
                  <a:lnTo>
                    <a:pt x="201623" y="486909"/>
                  </a:lnTo>
                  <a:lnTo>
                    <a:pt x="205856" y="487639"/>
                  </a:lnTo>
                  <a:lnTo>
                    <a:pt x="210101" y="488294"/>
                  </a:lnTo>
                  <a:lnTo>
                    <a:pt x="214357" y="488875"/>
                  </a:lnTo>
                  <a:lnTo>
                    <a:pt x="218623" y="489381"/>
                  </a:lnTo>
                  <a:lnTo>
                    <a:pt x="222896" y="489813"/>
                  </a:lnTo>
                  <a:lnTo>
                    <a:pt x="227177" y="490169"/>
                  </a:lnTo>
                  <a:lnTo>
                    <a:pt x="231463" y="490451"/>
                  </a:lnTo>
                  <a:lnTo>
                    <a:pt x="235753" y="490658"/>
                  </a:lnTo>
                  <a:lnTo>
                    <a:pt x="240047" y="490789"/>
                  </a:lnTo>
                  <a:lnTo>
                    <a:pt x="244342" y="490846"/>
                  </a:lnTo>
                  <a:lnTo>
                    <a:pt x="248637" y="490827"/>
                  </a:lnTo>
                  <a:lnTo>
                    <a:pt x="252931" y="490733"/>
                  </a:lnTo>
                  <a:lnTo>
                    <a:pt x="257223" y="490564"/>
                  </a:lnTo>
                  <a:lnTo>
                    <a:pt x="261512" y="490320"/>
                  </a:lnTo>
                  <a:lnTo>
                    <a:pt x="265795" y="490000"/>
                  </a:lnTo>
                  <a:lnTo>
                    <a:pt x="270072" y="489606"/>
                  </a:lnTo>
                  <a:lnTo>
                    <a:pt x="274342" y="489137"/>
                  </a:lnTo>
                  <a:lnTo>
                    <a:pt x="278603" y="488594"/>
                  </a:lnTo>
                  <a:lnTo>
                    <a:pt x="282854" y="487976"/>
                  </a:lnTo>
                  <a:lnTo>
                    <a:pt x="287093" y="487283"/>
                  </a:lnTo>
                  <a:lnTo>
                    <a:pt x="291319" y="486517"/>
                  </a:lnTo>
                  <a:lnTo>
                    <a:pt x="295532" y="485677"/>
                  </a:lnTo>
                  <a:lnTo>
                    <a:pt x="299729" y="484763"/>
                  </a:lnTo>
                  <a:lnTo>
                    <a:pt x="303909" y="483776"/>
                  </a:lnTo>
                  <a:lnTo>
                    <a:pt x="308071" y="482715"/>
                  </a:lnTo>
                  <a:lnTo>
                    <a:pt x="312215" y="481582"/>
                  </a:lnTo>
                  <a:lnTo>
                    <a:pt x="316338" y="480377"/>
                  </a:lnTo>
                  <a:lnTo>
                    <a:pt x="320439" y="479100"/>
                  </a:lnTo>
                  <a:lnTo>
                    <a:pt x="324517" y="477751"/>
                  </a:lnTo>
                  <a:lnTo>
                    <a:pt x="328571" y="476331"/>
                  </a:lnTo>
                  <a:lnTo>
                    <a:pt x="332599" y="474841"/>
                  </a:lnTo>
                  <a:lnTo>
                    <a:pt x="336601" y="473280"/>
                  </a:lnTo>
                  <a:lnTo>
                    <a:pt x="340574" y="471649"/>
                  </a:lnTo>
                  <a:lnTo>
                    <a:pt x="344519" y="469949"/>
                  </a:lnTo>
                  <a:lnTo>
                    <a:pt x="348433" y="468180"/>
                  </a:lnTo>
                  <a:lnTo>
                    <a:pt x="352316" y="466343"/>
                  </a:lnTo>
                  <a:lnTo>
                    <a:pt x="356166" y="464438"/>
                  </a:lnTo>
                  <a:lnTo>
                    <a:pt x="359982" y="462467"/>
                  </a:lnTo>
                  <a:lnTo>
                    <a:pt x="363763" y="460428"/>
                  </a:lnTo>
                  <a:lnTo>
                    <a:pt x="367508" y="458324"/>
                  </a:lnTo>
                  <a:lnTo>
                    <a:pt x="371215" y="456155"/>
                  </a:lnTo>
                  <a:lnTo>
                    <a:pt x="374884" y="453921"/>
                  </a:lnTo>
                  <a:lnTo>
                    <a:pt x="378513" y="451623"/>
                  </a:lnTo>
                  <a:lnTo>
                    <a:pt x="382101" y="449262"/>
                  </a:lnTo>
                  <a:lnTo>
                    <a:pt x="385648" y="446839"/>
                  </a:lnTo>
                  <a:lnTo>
                    <a:pt x="389151" y="444354"/>
                  </a:lnTo>
                  <a:lnTo>
                    <a:pt x="392611" y="441808"/>
                  </a:lnTo>
                  <a:lnTo>
                    <a:pt x="396025" y="439202"/>
                  </a:lnTo>
                  <a:lnTo>
                    <a:pt x="399393" y="436536"/>
                  </a:lnTo>
                  <a:lnTo>
                    <a:pt x="402714" y="433812"/>
                  </a:lnTo>
                  <a:lnTo>
                    <a:pt x="405987" y="431031"/>
                  </a:lnTo>
                  <a:lnTo>
                    <a:pt x="409211" y="428192"/>
                  </a:lnTo>
                  <a:lnTo>
                    <a:pt x="412385" y="425297"/>
                  </a:lnTo>
                  <a:lnTo>
                    <a:pt x="415507" y="422348"/>
                  </a:lnTo>
                  <a:lnTo>
                    <a:pt x="418577" y="419344"/>
                  </a:lnTo>
                  <a:lnTo>
                    <a:pt x="421595" y="416287"/>
                  </a:lnTo>
                  <a:lnTo>
                    <a:pt x="424558" y="413177"/>
                  </a:lnTo>
                  <a:lnTo>
                    <a:pt x="427466" y="410016"/>
                  </a:lnTo>
                  <a:lnTo>
                    <a:pt x="430319" y="406805"/>
                  </a:lnTo>
                  <a:lnTo>
                    <a:pt x="433115" y="403544"/>
                  </a:lnTo>
                  <a:lnTo>
                    <a:pt x="435854" y="400235"/>
                  </a:lnTo>
                  <a:lnTo>
                    <a:pt x="438534" y="396879"/>
                  </a:lnTo>
                  <a:lnTo>
                    <a:pt x="441155" y="393476"/>
                  </a:lnTo>
                  <a:lnTo>
                    <a:pt x="443716" y="390027"/>
                  </a:lnTo>
                  <a:lnTo>
                    <a:pt x="446216" y="386535"/>
                  </a:lnTo>
                  <a:lnTo>
                    <a:pt x="448655" y="382999"/>
                  </a:lnTo>
                  <a:lnTo>
                    <a:pt x="451032" y="379421"/>
                  </a:lnTo>
                  <a:lnTo>
                    <a:pt x="453345" y="375802"/>
                  </a:lnTo>
                  <a:lnTo>
                    <a:pt x="455595" y="372143"/>
                  </a:lnTo>
                  <a:lnTo>
                    <a:pt x="457781" y="368445"/>
                  </a:lnTo>
                  <a:lnTo>
                    <a:pt x="459901" y="364710"/>
                  </a:lnTo>
                  <a:lnTo>
                    <a:pt x="461956" y="360938"/>
                  </a:lnTo>
                  <a:lnTo>
                    <a:pt x="463945" y="357130"/>
                  </a:lnTo>
                  <a:lnTo>
                    <a:pt x="465866" y="353289"/>
                  </a:lnTo>
                  <a:lnTo>
                    <a:pt x="467720" y="349414"/>
                  </a:lnTo>
                  <a:lnTo>
                    <a:pt x="469506" y="345508"/>
                  </a:lnTo>
                  <a:lnTo>
                    <a:pt x="471223" y="341570"/>
                  </a:lnTo>
                  <a:lnTo>
                    <a:pt x="472872" y="337604"/>
                  </a:lnTo>
                  <a:lnTo>
                    <a:pt x="474450" y="333609"/>
                  </a:lnTo>
                  <a:lnTo>
                    <a:pt x="475958" y="329587"/>
                  </a:lnTo>
                  <a:lnTo>
                    <a:pt x="477396" y="325540"/>
                  </a:lnTo>
                  <a:lnTo>
                    <a:pt x="478762" y="321467"/>
                  </a:lnTo>
                  <a:lnTo>
                    <a:pt x="480058" y="317372"/>
                  </a:lnTo>
                  <a:lnTo>
                    <a:pt x="481281" y="313254"/>
                  </a:lnTo>
                  <a:lnTo>
                    <a:pt x="482432" y="309116"/>
                  </a:lnTo>
                  <a:lnTo>
                    <a:pt x="483510" y="304958"/>
                  </a:lnTo>
                  <a:lnTo>
                    <a:pt x="484516" y="300782"/>
                  </a:lnTo>
                  <a:lnTo>
                    <a:pt x="485448" y="296589"/>
                  </a:lnTo>
                  <a:lnTo>
                    <a:pt x="486307" y="292381"/>
                  </a:lnTo>
                  <a:lnTo>
                    <a:pt x="487092" y="288158"/>
                  </a:lnTo>
                  <a:lnTo>
                    <a:pt x="487803" y="283922"/>
                  </a:lnTo>
                  <a:lnTo>
                    <a:pt x="488439" y="279674"/>
                  </a:lnTo>
                  <a:lnTo>
                    <a:pt x="489001" y="275415"/>
                  </a:lnTo>
                  <a:lnTo>
                    <a:pt x="489489" y="271148"/>
                  </a:lnTo>
                  <a:lnTo>
                    <a:pt x="489902" y="266872"/>
                  </a:lnTo>
                  <a:lnTo>
                    <a:pt x="490240" y="262590"/>
                  </a:lnTo>
                  <a:lnTo>
                    <a:pt x="490503" y="258303"/>
                  </a:lnTo>
                  <a:lnTo>
                    <a:pt x="490691" y="254012"/>
                  </a:lnTo>
                  <a:lnTo>
                    <a:pt x="490803" y="249718"/>
                  </a:lnTo>
                  <a:close/>
                </a:path>
              </a:pathLst>
            </a:custGeom>
            <a:solidFill>
              <a:srgbClr val="F5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402" name="pl402"/>
            <p:cNvSpPr/>
            <p:nvPr/>
          </p:nvSpPr>
          <p:spPr>
            <a:xfrm>
              <a:off x="4572000" y="2809002"/>
              <a:ext cx="0" cy="220882"/>
            </a:xfrm>
            <a:custGeom>
              <a:avLst/>
              <a:pathLst>
                <a:path w="0" h="220882">
                  <a:moveTo>
                    <a:pt x="0" y="220882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l403"/>
            <p:cNvSpPr/>
            <p:nvPr/>
          </p:nvSpPr>
          <p:spPr>
            <a:xfrm>
              <a:off x="4589354" y="2880886"/>
              <a:ext cx="156187" cy="156187"/>
            </a:xfrm>
            <a:custGeom>
              <a:avLst/>
              <a:pathLst>
                <a:path w="156187" h="156187">
                  <a:moveTo>
                    <a:pt x="0" y="156187"/>
                  </a:moveTo>
                  <a:lnTo>
                    <a:pt x="156187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l404"/>
            <p:cNvSpPr/>
            <p:nvPr/>
          </p:nvSpPr>
          <p:spPr>
            <a:xfrm>
              <a:off x="4596542" y="3054428"/>
              <a:ext cx="220882" cy="0"/>
            </a:xfrm>
            <a:custGeom>
              <a:avLst/>
              <a:pathLst>
                <a:path w="220882" h="0">
                  <a:moveTo>
                    <a:pt x="0" y="0"/>
                  </a:moveTo>
                  <a:lnTo>
                    <a:pt x="220882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l405"/>
            <p:cNvSpPr/>
            <p:nvPr/>
          </p:nvSpPr>
          <p:spPr>
            <a:xfrm>
              <a:off x="4589354" y="3071782"/>
              <a:ext cx="156187" cy="156187"/>
            </a:xfrm>
            <a:custGeom>
              <a:avLst/>
              <a:pathLst>
                <a:path w="156187" h="156187">
                  <a:moveTo>
                    <a:pt x="0" y="0"/>
                  </a:moveTo>
                  <a:lnTo>
                    <a:pt x="156187" y="156187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l406"/>
            <p:cNvSpPr/>
            <p:nvPr/>
          </p:nvSpPr>
          <p:spPr>
            <a:xfrm>
              <a:off x="4572000" y="3078970"/>
              <a:ext cx="0" cy="220882"/>
            </a:xfrm>
            <a:custGeom>
              <a:avLst/>
              <a:pathLst>
                <a:path w="0" h="220882">
                  <a:moveTo>
                    <a:pt x="0" y="0"/>
                  </a:moveTo>
                  <a:lnTo>
                    <a:pt x="0" y="220882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l407"/>
            <p:cNvSpPr/>
            <p:nvPr/>
          </p:nvSpPr>
          <p:spPr>
            <a:xfrm>
              <a:off x="4398458" y="3071782"/>
              <a:ext cx="156187" cy="156187"/>
            </a:xfrm>
            <a:custGeom>
              <a:avLst/>
              <a:pathLst>
                <a:path w="156187" h="156187">
                  <a:moveTo>
                    <a:pt x="156187" y="0"/>
                  </a:moveTo>
                  <a:lnTo>
                    <a:pt x="0" y="156187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l408"/>
            <p:cNvSpPr/>
            <p:nvPr/>
          </p:nvSpPr>
          <p:spPr>
            <a:xfrm>
              <a:off x="4326574" y="3054428"/>
              <a:ext cx="220882" cy="0"/>
            </a:xfrm>
            <a:custGeom>
              <a:avLst/>
              <a:pathLst>
                <a:path w="220882" h="0">
                  <a:moveTo>
                    <a:pt x="220882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l409"/>
            <p:cNvSpPr/>
            <p:nvPr/>
          </p:nvSpPr>
          <p:spPr>
            <a:xfrm>
              <a:off x="4398458" y="2880886"/>
              <a:ext cx="156187" cy="156187"/>
            </a:xfrm>
            <a:custGeom>
              <a:avLst/>
              <a:pathLst>
                <a:path w="156187" h="156187">
                  <a:moveTo>
                    <a:pt x="156187" y="156187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l410"/>
            <p:cNvSpPr/>
            <p:nvPr/>
          </p:nvSpPr>
          <p:spPr>
            <a:xfrm>
              <a:off x="4523408" y="2941532"/>
              <a:ext cx="112802" cy="137438"/>
            </a:xfrm>
            <a:custGeom>
              <a:avLst/>
              <a:pathLst>
                <a:path w="112802" h="137438">
                  <a:moveTo>
                    <a:pt x="48591" y="0"/>
                  </a:moveTo>
                  <a:lnTo>
                    <a:pt x="112802" y="48685"/>
                  </a:lnTo>
                  <a:lnTo>
                    <a:pt x="95222" y="112895"/>
                  </a:lnTo>
                  <a:lnTo>
                    <a:pt x="65945" y="130249"/>
                  </a:lnTo>
                  <a:lnTo>
                    <a:pt x="48591" y="137438"/>
                  </a:lnTo>
                  <a:lnTo>
                    <a:pt x="31237" y="130249"/>
                  </a:lnTo>
                  <a:lnTo>
                    <a:pt x="24049" y="112895"/>
                  </a:lnTo>
                  <a:lnTo>
                    <a:pt x="0" y="64303"/>
                  </a:lnTo>
                  <a:lnTo>
                    <a:pt x="48591" y="0"/>
                  </a:lnTo>
                </a:path>
              </a:pathLst>
            </a:custGeom>
            <a:ln w="31166" cap="flat">
              <a:solidFill>
                <a:srgbClr val="B1AF5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t411"/>
            <p:cNvSpPr/>
            <p:nvPr/>
          </p:nvSpPr>
          <p:spPr>
            <a:xfrm>
              <a:off x="4536052" y="2905584"/>
              <a:ext cx="71895" cy="71895"/>
            </a:xfrm>
            <a:prstGeom prst="ellipse">
              <a:avLst/>
            </a:prstGeom>
            <a:solidFill>
              <a:srgbClr val="B1AF50">
                <a:alpha val="100000"/>
              </a:srgbClr>
            </a:solidFill>
            <a:ln w="12272" cap="rnd">
              <a:solidFill>
                <a:srgbClr val="B1AF5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t412"/>
            <p:cNvSpPr/>
            <p:nvPr/>
          </p:nvSpPr>
          <p:spPr>
            <a:xfrm>
              <a:off x="4600262" y="2954269"/>
              <a:ext cx="71895" cy="71895"/>
            </a:xfrm>
            <a:prstGeom prst="ellipse">
              <a:avLst/>
            </a:prstGeom>
            <a:solidFill>
              <a:srgbClr val="B1AF50">
                <a:alpha val="100000"/>
              </a:srgbClr>
            </a:solidFill>
            <a:ln w="12272" cap="rnd">
              <a:solidFill>
                <a:srgbClr val="B1AF5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t413"/>
            <p:cNvSpPr/>
            <p:nvPr/>
          </p:nvSpPr>
          <p:spPr>
            <a:xfrm>
              <a:off x="4582683" y="3018480"/>
              <a:ext cx="71895" cy="71895"/>
            </a:xfrm>
            <a:prstGeom prst="ellipse">
              <a:avLst/>
            </a:prstGeom>
            <a:solidFill>
              <a:srgbClr val="B1AF50">
                <a:alpha val="100000"/>
              </a:srgbClr>
            </a:solidFill>
            <a:ln w="12272" cap="rnd">
              <a:solidFill>
                <a:srgbClr val="B1AF5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t414"/>
            <p:cNvSpPr/>
            <p:nvPr/>
          </p:nvSpPr>
          <p:spPr>
            <a:xfrm>
              <a:off x="4553406" y="3035834"/>
              <a:ext cx="71895" cy="71895"/>
            </a:xfrm>
            <a:prstGeom prst="ellipse">
              <a:avLst/>
            </a:prstGeom>
            <a:solidFill>
              <a:srgbClr val="B1AF50">
                <a:alpha val="100000"/>
              </a:srgbClr>
            </a:solidFill>
            <a:ln w="12272" cap="rnd">
              <a:solidFill>
                <a:srgbClr val="B1AF5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t415"/>
            <p:cNvSpPr/>
            <p:nvPr/>
          </p:nvSpPr>
          <p:spPr>
            <a:xfrm>
              <a:off x="4536052" y="3043023"/>
              <a:ext cx="71895" cy="71895"/>
            </a:xfrm>
            <a:prstGeom prst="ellipse">
              <a:avLst/>
            </a:prstGeom>
            <a:solidFill>
              <a:srgbClr val="B1AF50">
                <a:alpha val="100000"/>
              </a:srgbClr>
            </a:solidFill>
            <a:ln w="12272" cap="rnd">
              <a:solidFill>
                <a:srgbClr val="B1AF5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t416"/>
            <p:cNvSpPr/>
            <p:nvPr/>
          </p:nvSpPr>
          <p:spPr>
            <a:xfrm>
              <a:off x="4518698" y="3035834"/>
              <a:ext cx="71895" cy="71895"/>
            </a:xfrm>
            <a:prstGeom prst="ellipse">
              <a:avLst/>
            </a:prstGeom>
            <a:solidFill>
              <a:srgbClr val="B1AF50">
                <a:alpha val="100000"/>
              </a:srgbClr>
            </a:solidFill>
            <a:ln w="12272" cap="rnd">
              <a:solidFill>
                <a:srgbClr val="B1AF5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t417"/>
            <p:cNvSpPr/>
            <p:nvPr/>
          </p:nvSpPr>
          <p:spPr>
            <a:xfrm>
              <a:off x="4511509" y="3018480"/>
              <a:ext cx="71895" cy="71895"/>
            </a:xfrm>
            <a:prstGeom prst="ellipse">
              <a:avLst/>
            </a:prstGeom>
            <a:solidFill>
              <a:srgbClr val="B1AF50">
                <a:alpha val="100000"/>
              </a:srgbClr>
            </a:solidFill>
            <a:ln w="12272" cap="rnd">
              <a:solidFill>
                <a:srgbClr val="B1AF5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t418"/>
            <p:cNvSpPr/>
            <p:nvPr/>
          </p:nvSpPr>
          <p:spPr>
            <a:xfrm>
              <a:off x="4487460" y="2969888"/>
              <a:ext cx="71895" cy="71895"/>
            </a:xfrm>
            <a:prstGeom prst="ellipse">
              <a:avLst/>
            </a:prstGeom>
            <a:solidFill>
              <a:srgbClr val="B1AF50">
                <a:alpha val="100000"/>
              </a:srgbClr>
            </a:solidFill>
            <a:ln w="12272" cap="rnd">
              <a:solidFill>
                <a:srgbClr val="B1AF5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t419"/>
            <p:cNvSpPr/>
            <p:nvPr/>
          </p:nvSpPr>
          <p:spPr>
            <a:xfrm>
              <a:off x="4536052" y="2905584"/>
              <a:ext cx="71895" cy="71895"/>
            </a:xfrm>
            <a:prstGeom prst="ellipse">
              <a:avLst/>
            </a:prstGeom>
            <a:solidFill>
              <a:srgbClr val="B1AF50">
                <a:alpha val="100000"/>
              </a:srgbClr>
            </a:solidFill>
            <a:ln w="12272" cap="rnd">
              <a:solidFill>
                <a:srgbClr val="B1AF5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tx420"/>
            <p:cNvSpPr/>
            <p:nvPr/>
          </p:nvSpPr>
          <p:spPr>
            <a:xfrm>
              <a:off x="4451360" y="3005975"/>
              <a:ext cx="96096" cy="477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2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2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421" name="tx421"/>
            <p:cNvSpPr/>
            <p:nvPr/>
          </p:nvSpPr>
          <p:spPr>
            <a:xfrm>
              <a:off x="4414383" y="2895533"/>
              <a:ext cx="133074" cy="477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2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2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422" name="tx422"/>
            <p:cNvSpPr/>
            <p:nvPr/>
          </p:nvSpPr>
          <p:spPr>
            <a:xfrm>
              <a:off x="4377405" y="2785092"/>
              <a:ext cx="170051" cy="477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2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2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  <p:sp>
          <p:nvSpPr>
            <p:cNvPr id="423" name="rc423"/>
            <p:cNvSpPr/>
            <p:nvPr/>
          </p:nvSpPr>
          <p:spPr>
            <a:xfrm>
              <a:off x="6072803" y="2589147"/>
              <a:ext cx="3001607" cy="90709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424" name="rc424"/>
            <p:cNvSpPr/>
            <p:nvPr/>
          </p:nvSpPr>
          <p:spPr>
            <a:xfrm>
              <a:off x="6072803" y="2679856"/>
              <a:ext cx="3001607" cy="74914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5" name="rc425"/>
            <p:cNvSpPr/>
            <p:nvPr/>
          </p:nvSpPr>
          <p:spPr>
            <a:xfrm>
              <a:off x="6123413" y="2589147"/>
              <a:ext cx="2900386" cy="90709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6" name="tx426"/>
            <p:cNvSpPr/>
            <p:nvPr/>
          </p:nvSpPr>
          <p:spPr>
            <a:xfrm>
              <a:off x="7204070" y="2578746"/>
              <a:ext cx="739073" cy="1077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Piciformes</a:t>
              </a:r>
            </a:p>
          </p:txBody>
        </p:sp>
        <p:sp>
          <p:nvSpPr>
            <p:cNvPr id="427" name="rc427"/>
            <p:cNvSpPr/>
            <p:nvPr/>
          </p:nvSpPr>
          <p:spPr>
            <a:xfrm>
              <a:off x="7168655" y="2730466"/>
              <a:ext cx="809903" cy="64792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8" name="tx428"/>
            <p:cNvSpPr/>
            <p:nvPr/>
          </p:nvSpPr>
          <p:spPr>
            <a:xfrm>
              <a:off x="6867844" y="3210729"/>
              <a:ext cx="506189" cy="82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429" name="tx429"/>
            <p:cNvSpPr/>
            <p:nvPr/>
          </p:nvSpPr>
          <p:spPr>
            <a:xfrm>
              <a:off x="7044439" y="3013379"/>
              <a:ext cx="246928" cy="79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430" name="tx430"/>
            <p:cNvSpPr/>
            <p:nvPr/>
          </p:nvSpPr>
          <p:spPr>
            <a:xfrm>
              <a:off x="6886052" y="2813541"/>
              <a:ext cx="487981" cy="801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431" name="pl431"/>
            <p:cNvSpPr/>
            <p:nvPr/>
          </p:nvSpPr>
          <p:spPr>
            <a:xfrm>
              <a:off x="7549065" y="3029885"/>
              <a:ext cx="49084" cy="49084"/>
            </a:xfrm>
            <a:custGeom>
              <a:avLst/>
              <a:pathLst>
                <a:path w="49084" h="49084">
                  <a:moveTo>
                    <a:pt x="49084" y="24542"/>
                  </a:moveTo>
                  <a:lnTo>
                    <a:pt x="49080" y="24112"/>
                  </a:lnTo>
                  <a:lnTo>
                    <a:pt x="49069" y="23683"/>
                  </a:lnTo>
                  <a:lnTo>
                    <a:pt x="49050" y="23254"/>
                  </a:lnTo>
                  <a:lnTo>
                    <a:pt x="49024" y="22825"/>
                  </a:lnTo>
                  <a:lnTo>
                    <a:pt x="48990" y="22397"/>
                  </a:lnTo>
                  <a:lnTo>
                    <a:pt x="48948" y="21969"/>
                  </a:lnTo>
                  <a:lnTo>
                    <a:pt x="48900" y="21543"/>
                  </a:lnTo>
                  <a:lnTo>
                    <a:pt x="48843" y="21117"/>
                  </a:lnTo>
                  <a:lnTo>
                    <a:pt x="48780" y="20692"/>
                  </a:lnTo>
                  <a:lnTo>
                    <a:pt x="48709" y="20268"/>
                  </a:lnTo>
                  <a:lnTo>
                    <a:pt x="48630" y="19846"/>
                  </a:lnTo>
                  <a:lnTo>
                    <a:pt x="48544" y="19425"/>
                  </a:lnTo>
                  <a:lnTo>
                    <a:pt x="48451" y="19006"/>
                  </a:lnTo>
                  <a:lnTo>
                    <a:pt x="48351" y="18588"/>
                  </a:lnTo>
                  <a:lnTo>
                    <a:pt x="48243" y="18172"/>
                  </a:lnTo>
                  <a:lnTo>
                    <a:pt x="48128" y="17759"/>
                  </a:lnTo>
                  <a:lnTo>
                    <a:pt x="48005" y="17347"/>
                  </a:lnTo>
                  <a:lnTo>
                    <a:pt x="47876" y="16937"/>
                  </a:lnTo>
                  <a:lnTo>
                    <a:pt x="47739" y="16530"/>
                  </a:lnTo>
                  <a:lnTo>
                    <a:pt x="47595" y="16125"/>
                  </a:lnTo>
                  <a:lnTo>
                    <a:pt x="47445" y="15723"/>
                  </a:lnTo>
                  <a:lnTo>
                    <a:pt x="47287" y="15324"/>
                  </a:lnTo>
                  <a:lnTo>
                    <a:pt x="47122" y="14927"/>
                  </a:lnTo>
                  <a:lnTo>
                    <a:pt x="46950" y="14533"/>
                  </a:lnTo>
                  <a:lnTo>
                    <a:pt x="46772" y="14143"/>
                  </a:lnTo>
                  <a:lnTo>
                    <a:pt x="46586" y="13755"/>
                  </a:lnTo>
                  <a:lnTo>
                    <a:pt x="46394" y="13371"/>
                  </a:lnTo>
                  <a:lnTo>
                    <a:pt x="46195" y="12990"/>
                  </a:lnTo>
                  <a:lnTo>
                    <a:pt x="45990" y="12613"/>
                  </a:lnTo>
                  <a:lnTo>
                    <a:pt x="45778" y="12240"/>
                  </a:lnTo>
                  <a:lnTo>
                    <a:pt x="45559" y="11870"/>
                  </a:lnTo>
                  <a:lnTo>
                    <a:pt x="45334" y="11504"/>
                  </a:lnTo>
                  <a:lnTo>
                    <a:pt x="45103" y="11142"/>
                  </a:lnTo>
                  <a:lnTo>
                    <a:pt x="44865" y="10784"/>
                  </a:lnTo>
                  <a:lnTo>
                    <a:pt x="44621" y="10431"/>
                  </a:lnTo>
                  <a:lnTo>
                    <a:pt x="44371" y="10081"/>
                  </a:lnTo>
                  <a:lnTo>
                    <a:pt x="44115" y="9737"/>
                  </a:lnTo>
                  <a:lnTo>
                    <a:pt x="43853" y="9396"/>
                  </a:lnTo>
                  <a:lnTo>
                    <a:pt x="43585" y="9061"/>
                  </a:lnTo>
                  <a:lnTo>
                    <a:pt x="43311" y="8730"/>
                  </a:lnTo>
                  <a:lnTo>
                    <a:pt x="43031" y="8404"/>
                  </a:lnTo>
                  <a:lnTo>
                    <a:pt x="42746" y="8082"/>
                  </a:lnTo>
                  <a:lnTo>
                    <a:pt x="42455" y="7766"/>
                  </a:lnTo>
                  <a:lnTo>
                    <a:pt x="42159" y="7455"/>
                  </a:lnTo>
                  <a:lnTo>
                    <a:pt x="41857" y="7150"/>
                  </a:lnTo>
                  <a:lnTo>
                    <a:pt x="41550" y="6849"/>
                  </a:lnTo>
                  <a:lnTo>
                    <a:pt x="41238" y="6554"/>
                  </a:lnTo>
                  <a:lnTo>
                    <a:pt x="40921" y="6265"/>
                  </a:lnTo>
                  <a:lnTo>
                    <a:pt x="40598" y="5981"/>
                  </a:lnTo>
                  <a:lnTo>
                    <a:pt x="40271" y="5703"/>
                  </a:lnTo>
                  <a:lnTo>
                    <a:pt x="39939" y="5430"/>
                  </a:lnTo>
                  <a:lnTo>
                    <a:pt x="39602" y="5164"/>
                  </a:lnTo>
                  <a:lnTo>
                    <a:pt x="39261" y="4903"/>
                  </a:lnTo>
                  <a:lnTo>
                    <a:pt x="38915" y="4649"/>
                  </a:lnTo>
                  <a:lnTo>
                    <a:pt x="38564" y="4400"/>
                  </a:lnTo>
                  <a:lnTo>
                    <a:pt x="38210" y="4158"/>
                  </a:lnTo>
                  <a:lnTo>
                    <a:pt x="37851" y="3922"/>
                  </a:lnTo>
                  <a:lnTo>
                    <a:pt x="37488" y="3692"/>
                  </a:lnTo>
                  <a:lnTo>
                    <a:pt x="37121" y="3469"/>
                  </a:lnTo>
                  <a:lnTo>
                    <a:pt x="36750" y="3252"/>
                  </a:lnTo>
                  <a:lnTo>
                    <a:pt x="36376" y="3041"/>
                  </a:lnTo>
                  <a:lnTo>
                    <a:pt x="35998" y="2837"/>
                  </a:lnTo>
                  <a:lnTo>
                    <a:pt x="35616" y="2640"/>
                  </a:lnTo>
                  <a:lnTo>
                    <a:pt x="35231" y="2450"/>
                  </a:lnTo>
                  <a:lnTo>
                    <a:pt x="34843" y="2266"/>
                  </a:lnTo>
                  <a:lnTo>
                    <a:pt x="34451" y="2089"/>
                  </a:lnTo>
                  <a:lnTo>
                    <a:pt x="34057" y="1919"/>
                  </a:lnTo>
                  <a:lnTo>
                    <a:pt x="33660" y="1756"/>
                  </a:lnTo>
                  <a:lnTo>
                    <a:pt x="33259" y="1600"/>
                  </a:lnTo>
                  <a:lnTo>
                    <a:pt x="32857" y="1451"/>
                  </a:lnTo>
                  <a:lnTo>
                    <a:pt x="32451" y="1309"/>
                  </a:lnTo>
                  <a:lnTo>
                    <a:pt x="32043" y="1174"/>
                  </a:lnTo>
                  <a:lnTo>
                    <a:pt x="31633" y="1046"/>
                  </a:lnTo>
                  <a:lnTo>
                    <a:pt x="31221" y="926"/>
                  </a:lnTo>
                  <a:lnTo>
                    <a:pt x="30807" y="813"/>
                  </a:lnTo>
                  <a:lnTo>
                    <a:pt x="30390" y="707"/>
                  </a:lnTo>
                  <a:lnTo>
                    <a:pt x="29972" y="608"/>
                  </a:lnTo>
                  <a:lnTo>
                    <a:pt x="29553" y="516"/>
                  </a:lnTo>
                  <a:lnTo>
                    <a:pt x="29131" y="432"/>
                  </a:lnTo>
                  <a:lnTo>
                    <a:pt x="28709" y="356"/>
                  </a:lnTo>
                  <a:lnTo>
                    <a:pt x="28285" y="286"/>
                  </a:lnTo>
                  <a:lnTo>
                    <a:pt x="27860" y="225"/>
                  </a:lnTo>
                  <a:lnTo>
                    <a:pt x="27434" y="170"/>
                  </a:lnTo>
                  <a:lnTo>
                    <a:pt x="27007" y="123"/>
                  </a:lnTo>
                  <a:lnTo>
                    <a:pt x="26579" y="84"/>
                  </a:lnTo>
                  <a:lnTo>
                    <a:pt x="26151" y="52"/>
                  </a:lnTo>
                  <a:lnTo>
                    <a:pt x="25722" y="28"/>
                  </a:lnTo>
                  <a:lnTo>
                    <a:pt x="25293" y="11"/>
                  </a:lnTo>
                  <a:lnTo>
                    <a:pt x="24863" y="1"/>
                  </a:lnTo>
                  <a:lnTo>
                    <a:pt x="24434" y="0"/>
                  </a:lnTo>
                  <a:lnTo>
                    <a:pt x="24004" y="5"/>
                  </a:lnTo>
                  <a:lnTo>
                    <a:pt x="23575" y="18"/>
                  </a:lnTo>
                  <a:lnTo>
                    <a:pt x="23146" y="39"/>
                  </a:lnTo>
                  <a:lnTo>
                    <a:pt x="22717" y="67"/>
                  </a:lnTo>
                  <a:lnTo>
                    <a:pt x="22289" y="103"/>
                  </a:lnTo>
                  <a:lnTo>
                    <a:pt x="21862" y="146"/>
                  </a:lnTo>
                  <a:lnTo>
                    <a:pt x="21435" y="197"/>
                  </a:lnTo>
                  <a:lnTo>
                    <a:pt x="21010" y="255"/>
                  </a:lnTo>
                  <a:lnTo>
                    <a:pt x="20585" y="320"/>
                  </a:lnTo>
                  <a:lnTo>
                    <a:pt x="20162" y="393"/>
                  </a:lnTo>
                  <a:lnTo>
                    <a:pt x="19740" y="473"/>
                  </a:lnTo>
                  <a:lnTo>
                    <a:pt x="19319" y="561"/>
                  </a:lnTo>
                  <a:lnTo>
                    <a:pt x="18901" y="656"/>
                  </a:lnTo>
                  <a:lnTo>
                    <a:pt x="18483" y="759"/>
                  </a:lnTo>
                  <a:lnTo>
                    <a:pt x="18068" y="868"/>
                  </a:lnTo>
                  <a:lnTo>
                    <a:pt x="17655" y="985"/>
                  </a:lnTo>
                  <a:lnTo>
                    <a:pt x="17244" y="1109"/>
                  </a:lnTo>
                  <a:lnTo>
                    <a:pt x="16835" y="1241"/>
                  </a:lnTo>
                  <a:lnTo>
                    <a:pt x="16428" y="1379"/>
                  </a:lnTo>
                  <a:lnTo>
                    <a:pt x="16024" y="1525"/>
                  </a:lnTo>
                  <a:lnTo>
                    <a:pt x="15622" y="1677"/>
                  </a:lnTo>
                  <a:lnTo>
                    <a:pt x="15224" y="1837"/>
                  </a:lnTo>
                  <a:lnTo>
                    <a:pt x="14828" y="2003"/>
                  </a:lnTo>
                  <a:lnTo>
                    <a:pt x="14435" y="2177"/>
                  </a:lnTo>
                  <a:lnTo>
                    <a:pt x="14045" y="2357"/>
                  </a:lnTo>
                  <a:lnTo>
                    <a:pt x="13658" y="2544"/>
                  </a:lnTo>
                  <a:lnTo>
                    <a:pt x="13275" y="2738"/>
                  </a:lnTo>
                  <a:lnTo>
                    <a:pt x="12895" y="2938"/>
                  </a:lnTo>
                  <a:lnTo>
                    <a:pt x="12519" y="3146"/>
                  </a:lnTo>
                  <a:lnTo>
                    <a:pt x="12146" y="3359"/>
                  </a:lnTo>
                  <a:lnTo>
                    <a:pt x="11777" y="3579"/>
                  </a:lnTo>
                  <a:lnTo>
                    <a:pt x="11412" y="3806"/>
                  </a:lnTo>
                  <a:lnTo>
                    <a:pt x="11051" y="4039"/>
                  </a:lnTo>
                  <a:lnTo>
                    <a:pt x="10695" y="4278"/>
                  </a:lnTo>
                  <a:lnTo>
                    <a:pt x="10342" y="4524"/>
                  </a:lnTo>
                  <a:lnTo>
                    <a:pt x="9994" y="4775"/>
                  </a:lnTo>
                  <a:lnTo>
                    <a:pt x="9650" y="5033"/>
                  </a:lnTo>
                  <a:lnTo>
                    <a:pt x="9311" y="5296"/>
                  </a:lnTo>
                  <a:lnTo>
                    <a:pt x="8977" y="5566"/>
                  </a:lnTo>
                  <a:lnTo>
                    <a:pt x="8647" y="5841"/>
                  </a:lnTo>
                  <a:lnTo>
                    <a:pt x="8322" y="6122"/>
                  </a:lnTo>
                  <a:lnTo>
                    <a:pt x="8002" y="6409"/>
                  </a:lnTo>
                  <a:lnTo>
                    <a:pt x="7687" y="6701"/>
                  </a:lnTo>
                  <a:lnTo>
                    <a:pt x="7378" y="6999"/>
                  </a:lnTo>
                  <a:lnTo>
                    <a:pt x="7073" y="7302"/>
                  </a:lnTo>
                  <a:lnTo>
                    <a:pt x="6774" y="7610"/>
                  </a:lnTo>
                  <a:lnTo>
                    <a:pt x="6481" y="7924"/>
                  </a:lnTo>
                  <a:lnTo>
                    <a:pt x="6193" y="8242"/>
                  </a:lnTo>
                  <a:lnTo>
                    <a:pt x="5910" y="8566"/>
                  </a:lnTo>
                  <a:lnTo>
                    <a:pt x="5633" y="8894"/>
                  </a:lnTo>
                  <a:lnTo>
                    <a:pt x="5363" y="9228"/>
                  </a:lnTo>
                  <a:lnTo>
                    <a:pt x="5097" y="9566"/>
                  </a:lnTo>
                  <a:lnTo>
                    <a:pt x="4838" y="9908"/>
                  </a:lnTo>
                  <a:lnTo>
                    <a:pt x="4585" y="10255"/>
                  </a:lnTo>
                  <a:lnTo>
                    <a:pt x="4338" y="10607"/>
                  </a:lnTo>
                  <a:lnTo>
                    <a:pt x="4098" y="10963"/>
                  </a:lnTo>
                  <a:lnTo>
                    <a:pt x="3863" y="11322"/>
                  </a:lnTo>
                  <a:lnTo>
                    <a:pt x="3635" y="11686"/>
                  </a:lnTo>
                  <a:lnTo>
                    <a:pt x="3413" y="12054"/>
                  </a:lnTo>
                  <a:lnTo>
                    <a:pt x="3198" y="12426"/>
                  </a:lnTo>
                  <a:lnTo>
                    <a:pt x="2989" y="12801"/>
                  </a:lnTo>
                  <a:lnTo>
                    <a:pt x="2787" y="13180"/>
                  </a:lnTo>
                  <a:lnTo>
                    <a:pt x="2591" y="13563"/>
                  </a:lnTo>
                  <a:lnTo>
                    <a:pt x="2402" y="13949"/>
                  </a:lnTo>
                  <a:lnTo>
                    <a:pt x="2220" y="14338"/>
                  </a:lnTo>
                  <a:lnTo>
                    <a:pt x="2045" y="14730"/>
                  </a:lnTo>
                  <a:lnTo>
                    <a:pt x="1877" y="15125"/>
                  </a:lnTo>
                  <a:lnTo>
                    <a:pt x="1716" y="15523"/>
                  </a:lnTo>
                  <a:lnTo>
                    <a:pt x="1561" y="15924"/>
                  </a:lnTo>
                  <a:lnTo>
                    <a:pt x="1414" y="16327"/>
                  </a:lnTo>
                  <a:lnTo>
                    <a:pt x="1274" y="16733"/>
                  </a:lnTo>
                  <a:lnTo>
                    <a:pt x="1141" y="17142"/>
                  </a:lnTo>
                  <a:lnTo>
                    <a:pt x="1015" y="17552"/>
                  </a:lnTo>
                  <a:lnTo>
                    <a:pt x="896" y="17965"/>
                  </a:lnTo>
                  <a:lnTo>
                    <a:pt x="785" y="18380"/>
                  </a:lnTo>
                  <a:lnTo>
                    <a:pt x="680" y="18797"/>
                  </a:lnTo>
                  <a:lnTo>
                    <a:pt x="584" y="19215"/>
                  </a:lnTo>
                  <a:lnTo>
                    <a:pt x="494" y="19635"/>
                  </a:lnTo>
                  <a:lnTo>
                    <a:pt x="412" y="20057"/>
                  </a:lnTo>
                  <a:lnTo>
                    <a:pt x="337" y="20480"/>
                  </a:lnTo>
                  <a:lnTo>
                    <a:pt x="270" y="20904"/>
                  </a:lnTo>
                  <a:lnTo>
                    <a:pt x="210" y="21329"/>
                  </a:lnTo>
                  <a:lnTo>
                    <a:pt x="157" y="21756"/>
                  </a:lnTo>
                  <a:lnTo>
                    <a:pt x="112" y="22183"/>
                  </a:lnTo>
                  <a:lnTo>
                    <a:pt x="75" y="22611"/>
                  </a:lnTo>
                  <a:lnTo>
                    <a:pt x="45" y="23039"/>
                  </a:lnTo>
                  <a:lnTo>
                    <a:pt x="22" y="23468"/>
                  </a:lnTo>
                  <a:lnTo>
                    <a:pt x="7" y="23898"/>
                  </a:lnTo>
                  <a:lnTo>
                    <a:pt x="0" y="24327"/>
                  </a:lnTo>
                  <a:lnTo>
                    <a:pt x="0" y="24757"/>
                  </a:lnTo>
                  <a:lnTo>
                    <a:pt x="7" y="25186"/>
                  </a:lnTo>
                  <a:lnTo>
                    <a:pt x="22" y="25615"/>
                  </a:lnTo>
                  <a:lnTo>
                    <a:pt x="45" y="26044"/>
                  </a:lnTo>
                  <a:lnTo>
                    <a:pt x="75" y="26473"/>
                  </a:lnTo>
                  <a:lnTo>
                    <a:pt x="112" y="26901"/>
                  </a:lnTo>
                  <a:lnTo>
                    <a:pt x="157" y="27328"/>
                  </a:lnTo>
                  <a:lnTo>
                    <a:pt x="210" y="27754"/>
                  </a:lnTo>
                  <a:lnTo>
                    <a:pt x="270" y="28179"/>
                  </a:lnTo>
                  <a:lnTo>
                    <a:pt x="337" y="28604"/>
                  </a:lnTo>
                  <a:lnTo>
                    <a:pt x="412" y="29027"/>
                  </a:lnTo>
                  <a:lnTo>
                    <a:pt x="494" y="29448"/>
                  </a:lnTo>
                  <a:lnTo>
                    <a:pt x="584" y="29868"/>
                  </a:lnTo>
                  <a:lnTo>
                    <a:pt x="680" y="30287"/>
                  </a:lnTo>
                  <a:lnTo>
                    <a:pt x="785" y="30704"/>
                  </a:lnTo>
                  <a:lnTo>
                    <a:pt x="896" y="31118"/>
                  </a:lnTo>
                  <a:lnTo>
                    <a:pt x="1015" y="31531"/>
                  </a:lnTo>
                  <a:lnTo>
                    <a:pt x="1141" y="31942"/>
                  </a:lnTo>
                  <a:lnTo>
                    <a:pt x="1274" y="32350"/>
                  </a:lnTo>
                  <a:lnTo>
                    <a:pt x="1414" y="32756"/>
                  </a:lnTo>
                  <a:lnTo>
                    <a:pt x="1561" y="33160"/>
                  </a:lnTo>
                  <a:lnTo>
                    <a:pt x="1716" y="33561"/>
                  </a:lnTo>
                  <a:lnTo>
                    <a:pt x="1877" y="33959"/>
                  </a:lnTo>
                  <a:lnTo>
                    <a:pt x="2045" y="34354"/>
                  </a:lnTo>
                  <a:lnTo>
                    <a:pt x="2220" y="34746"/>
                  </a:lnTo>
                  <a:lnTo>
                    <a:pt x="2402" y="35135"/>
                  </a:lnTo>
                  <a:lnTo>
                    <a:pt x="2591" y="35521"/>
                  </a:lnTo>
                  <a:lnTo>
                    <a:pt x="2787" y="35903"/>
                  </a:lnTo>
                  <a:lnTo>
                    <a:pt x="2989" y="36282"/>
                  </a:lnTo>
                  <a:lnTo>
                    <a:pt x="3198" y="36658"/>
                  </a:lnTo>
                  <a:lnTo>
                    <a:pt x="3413" y="37029"/>
                  </a:lnTo>
                  <a:lnTo>
                    <a:pt x="3635" y="37397"/>
                  </a:lnTo>
                  <a:lnTo>
                    <a:pt x="3863" y="37761"/>
                  </a:lnTo>
                  <a:lnTo>
                    <a:pt x="4098" y="38121"/>
                  </a:lnTo>
                  <a:lnTo>
                    <a:pt x="4338" y="38477"/>
                  </a:lnTo>
                  <a:lnTo>
                    <a:pt x="4585" y="38828"/>
                  </a:lnTo>
                  <a:lnTo>
                    <a:pt x="4838" y="39175"/>
                  </a:lnTo>
                  <a:lnTo>
                    <a:pt x="5097" y="39518"/>
                  </a:lnTo>
                  <a:lnTo>
                    <a:pt x="5363" y="39856"/>
                  </a:lnTo>
                  <a:lnTo>
                    <a:pt x="5633" y="40189"/>
                  </a:lnTo>
                  <a:lnTo>
                    <a:pt x="5910" y="40518"/>
                  </a:lnTo>
                  <a:lnTo>
                    <a:pt x="6193" y="40841"/>
                  </a:lnTo>
                  <a:lnTo>
                    <a:pt x="6481" y="41160"/>
                  </a:lnTo>
                  <a:lnTo>
                    <a:pt x="6774" y="41473"/>
                  </a:lnTo>
                  <a:lnTo>
                    <a:pt x="7073" y="41782"/>
                  </a:lnTo>
                  <a:lnTo>
                    <a:pt x="7378" y="42085"/>
                  </a:lnTo>
                  <a:lnTo>
                    <a:pt x="7687" y="42382"/>
                  </a:lnTo>
                  <a:lnTo>
                    <a:pt x="8002" y="42675"/>
                  </a:lnTo>
                  <a:lnTo>
                    <a:pt x="8322" y="42961"/>
                  </a:lnTo>
                  <a:lnTo>
                    <a:pt x="8647" y="43242"/>
                  </a:lnTo>
                  <a:lnTo>
                    <a:pt x="8977" y="43518"/>
                  </a:lnTo>
                  <a:lnTo>
                    <a:pt x="9311" y="43787"/>
                  </a:lnTo>
                  <a:lnTo>
                    <a:pt x="9650" y="44051"/>
                  </a:lnTo>
                  <a:lnTo>
                    <a:pt x="9994" y="44308"/>
                  </a:lnTo>
                  <a:lnTo>
                    <a:pt x="10342" y="44560"/>
                  </a:lnTo>
                  <a:lnTo>
                    <a:pt x="10695" y="44805"/>
                  </a:lnTo>
                  <a:lnTo>
                    <a:pt x="11051" y="45045"/>
                  </a:lnTo>
                  <a:lnTo>
                    <a:pt x="11412" y="45278"/>
                  </a:lnTo>
                  <a:lnTo>
                    <a:pt x="11777" y="45504"/>
                  </a:lnTo>
                  <a:lnTo>
                    <a:pt x="12146" y="45724"/>
                  </a:lnTo>
                  <a:lnTo>
                    <a:pt x="12519" y="45938"/>
                  </a:lnTo>
                  <a:lnTo>
                    <a:pt x="12895" y="46145"/>
                  </a:lnTo>
                  <a:lnTo>
                    <a:pt x="13275" y="46346"/>
                  </a:lnTo>
                  <a:lnTo>
                    <a:pt x="13658" y="46539"/>
                  </a:lnTo>
                  <a:lnTo>
                    <a:pt x="14045" y="46727"/>
                  </a:lnTo>
                  <a:lnTo>
                    <a:pt x="14435" y="46907"/>
                  </a:lnTo>
                  <a:lnTo>
                    <a:pt x="14828" y="47080"/>
                  </a:lnTo>
                  <a:lnTo>
                    <a:pt x="15224" y="47247"/>
                  </a:lnTo>
                  <a:lnTo>
                    <a:pt x="15622" y="47406"/>
                  </a:lnTo>
                  <a:lnTo>
                    <a:pt x="16024" y="47559"/>
                  </a:lnTo>
                  <a:lnTo>
                    <a:pt x="16428" y="47705"/>
                  </a:lnTo>
                  <a:lnTo>
                    <a:pt x="16835" y="47843"/>
                  </a:lnTo>
                  <a:lnTo>
                    <a:pt x="17244" y="47974"/>
                  </a:lnTo>
                  <a:lnTo>
                    <a:pt x="17655" y="48098"/>
                  </a:lnTo>
                  <a:lnTo>
                    <a:pt x="18068" y="48215"/>
                  </a:lnTo>
                  <a:lnTo>
                    <a:pt x="18483" y="48325"/>
                  </a:lnTo>
                  <a:lnTo>
                    <a:pt x="18901" y="48427"/>
                  </a:lnTo>
                  <a:lnTo>
                    <a:pt x="19319" y="48522"/>
                  </a:lnTo>
                  <a:lnTo>
                    <a:pt x="19740" y="48610"/>
                  </a:lnTo>
                  <a:lnTo>
                    <a:pt x="20162" y="48690"/>
                  </a:lnTo>
                  <a:lnTo>
                    <a:pt x="20585" y="48763"/>
                  </a:lnTo>
                  <a:lnTo>
                    <a:pt x="21010" y="48829"/>
                  </a:lnTo>
                  <a:lnTo>
                    <a:pt x="21435" y="48887"/>
                  </a:lnTo>
                  <a:lnTo>
                    <a:pt x="21862" y="48938"/>
                  </a:lnTo>
                  <a:lnTo>
                    <a:pt x="22289" y="48981"/>
                  </a:lnTo>
                  <a:lnTo>
                    <a:pt x="22717" y="49016"/>
                  </a:lnTo>
                  <a:lnTo>
                    <a:pt x="23146" y="49045"/>
                  </a:lnTo>
                  <a:lnTo>
                    <a:pt x="23575" y="49065"/>
                  </a:lnTo>
                  <a:lnTo>
                    <a:pt x="24004" y="49078"/>
                  </a:lnTo>
                  <a:lnTo>
                    <a:pt x="24434" y="49084"/>
                  </a:lnTo>
                  <a:lnTo>
                    <a:pt x="24863" y="49082"/>
                  </a:lnTo>
                  <a:lnTo>
                    <a:pt x="25293" y="49073"/>
                  </a:lnTo>
                  <a:lnTo>
                    <a:pt x="25722" y="49056"/>
                  </a:lnTo>
                  <a:lnTo>
                    <a:pt x="26151" y="49032"/>
                  </a:lnTo>
                  <a:lnTo>
                    <a:pt x="26579" y="49000"/>
                  </a:lnTo>
                  <a:lnTo>
                    <a:pt x="27007" y="48960"/>
                  </a:lnTo>
                  <a:lnTo>
                    <a:pt x="27434" y="48913"/>
                  </a:lnTo>
                  <a:lnTo>
                    <a:pt x="27860" y="48859"/>
                  </a:lnTo>
                  <a:lnTo>
                    <a:pt x="28285" y="48797"/>
                  </a:lnTo>
                  <a:lnTo>
                    <a:pt x="28709" y="48728"/>
                  </a:lnTo>
                  <a:lnTo>
                    <a:pt x="29131" y="48651"/>
                  </a:lnTo>
                  <a:lnTo>
                    <a:pt x="29553" y="48567"/>
                  </a:lnTo>
                  <a:lnTo>
                    <a:pt x="29972" y="48476"/>
                  </a:lnTo>
                  <a:lnTo>
                    <a:pt x="30390" y="48377"/>
                  </a:lnTo>
                  <a:lnTo>
                    <a:pt x="30807" y="48271"/>
                  </a:lnTo>
                  <a:lnTo>
                    <a:pt x="31221" y="48158"/>
                  </a:lnTo>
                  <a:lnTo>
                    <a:pt x="31633" y="48037"/>
                  </a:lnTo>
                  <a:lnTo>
                    <a:pt x="32043" y="47910"/>
                  </a:lnTo>
                  <a:lnTo>
                    <a:pt x="32451" y="47775"/>
                  </a:lnTo>
                  <a:lnTo>
                    <a:pt x="32857" y="47633"/>
                  </a:lnTo>
                  <a:lnTo>
                    <a:pt x="33259" y="47484"/>
                  </a:lnTo>
                  <a:lnTo>
                    <a:pt x="33660" y="47328"/>
                  </a:lnTo>
                  <a:lnTo>
                    <a:pt x="34057" y="47164"/>
                  </a:lnTo>
                  <a:lnTo>
                    <a:pt x="34451" y="46994"/>
                  </a:lnTo>
                  <a:lnTo>
                    <a:pt x="34843" y="46818"/>
                  </a:lnTo>
                  <a:lnTo>
                    <a:pt x="35231" y="46634"/>
                  </a:lnTo>
                  <a:lnTo>
                    <a:pt x="35616" y="46443"/>
                  </a:lnTo>
                  <a:lnTo>
                    <a:pt x="35998" y="46246"/>
                  </a:lnTo>
                  <a:lnTo>
                    <a:pt x="36376" y="46042"/>
                  </a:lnTo>
                  <a:lnTo>
                    <a:pt x="36750" y="45832"/>
                  </a:lnTo>
                  <a:lnTo>
                    <a:pt x="37121" y="45615"/>
                  </a:lnTo>
                  <a:lnTo>
                    <a:pt x="37488" y="45392"/>
                  </a:lnTo>
                  <a:lnTo>
                    <a:pt x="37851" y="45162"/>
                  </a:lnTo>
                  <a:lnTo>
                    <a:pt x="38210" y="44926"/>
                  </a:lnTo>
                  <a:lnTo>
                    <a:pt x="38564" y="44683"/>
                  </a:lnTo>
                  <a:lnTo>
                    <a:pt x="38915" y="44435"/>
                  </a:lnTo>
                  <a:lnTo>
                    <a:pt x="39261" y="44180"/>
                  </a:lnTo>
                  <a:lnTo>
                    <a:pt x="39602" y="43920"/>
                  </a:lnTo>
                  <a:lnTo>
                    <a:pt x="39939" y="43653"/>
                  </a:lnTo>
                  <a:lnTo>
                    <a:pt x="40271" y="43381"/>
                  </a:lnTo>
                  <a:lnTo>
                    <a:pt x="40598" y="43103"/>
                  </a:lnTo>
                  <a:lnTo>
                    <a:pt x="40921" y="42819"/>
                  </a:lnTo>
                  <a:lnTo>
                    <a:pt x="41238" y="42529"/>
                  </a:lnTo>
                  <a:lnTo>
                    <a:pt x="41550" y="42234"/>
                  </a:lnTo>
                  <a:lnTo>
                    <a:pt x="41857" y="41934"/>
                  </a:lnTo>
                  <a:lnTo>
                    <a:pt x="42159" y="41628"/>
                  </a:lnTo>
                  <a:lnTo>
                    <a:pt x="42455" y="41317"/>
                  </a:lnTo>
                  <a:lnTo>
                    <a:pt x="42746" y="41001"/>
                  </a:lnTo>
                  <a:lnTo>
                    <a:pt x="43031" y="40680"/>
                  </a:lnTo>
                  <a:lnTo>
                    <a:pt x="43311" y="40354"/>
                  </a:lnTo>
                  <a:lnTo>
                    <a:pt x="43585" y="40023"/>
                  </a:lnTo>
                  <a:lnTo>
                    <a:pt x="43853" y="39687"/>
                  </a:lnTo>
                  <a:lnTo>
                    <a:pt x="44115" y="39347"/>
                  </a:lnTo>
                  <a:lnTo>
                    <a:pt x="44371" y="39002"/>
                  </a:lnTo>
                  <a:lnTo>
                    <a:pt x="44621" y="38653"/>
                  </a:lnTo>
                  <a:lnTo>
                    <a:pt x="44865" y="38299"/>
                  </a:lnTo>
                  <a:lnTo>
                    <a:pt x="45103" y="37942"/>
                  </a:lnTo>
                  <a:lnTo>
                    <a:pt x="45334" y="37580"/>
                  </a:lnTo>
                  <a:lnTo>
                    <a:pt x="45559" y="37214"/>
                  </a:lnTo>
                  <a:lnTo>
                    <a:pt x="45778" y="36844"/>
                  </a:lnTo>
                  <a:lnTo>
                    <a:pt x="45990" y="36471"/>
                  </a:lnTo>
                  <a:lnTo>
                    <a:pt x="46195" y="36093"/>
                  </a:lnTo>
                  <a:lnTo>
                    <a:pt x="46394" y="35713"/>
                  </a:lnTo>
                  <a:lnTo>
                    <a:pt x="46586" y="35328"/>
                  </a:lnTo>
                  <a:lnTo>
                    <a:pt x="46772" y="34941"/>
                  </a:lnTo>
                  <a:lnTo>
                    <a:pt x="46950" y="34550"/>
                  </a:lnTo>
                  <a:lnTo>
                    <a:pt x="47122" y="34157"/>
                  </a:lnTo>
                  <a:lnTo>
                    <a:pt x="47287" y="33760"/>
                  </a:lnTo>
                  <a:lnTo>
                    <a:pt x="47445" y="33360"/>
                  </a:lnTo>
                  <a:lnTo>
                    <a:pt x="47595" y="32958"/>
                  </a:lnTo>
                  <a:lnTo>
                    <a:pt x="47739" y="32554"/>
                  </a:lnTo>
                  <a:lnTo>
                    <a:pt x="47876" y="32146"/>
                  </a:lnTo>
                  <a:lnTo>
                    <a:pt x="48005" y="31737"/>
                  </a:lnTo>
                  <a:lnTo>
                    <a:pt x="48128" y="31325"/>
                  </a:lnTo>
                  <a:lnTo>
                    <a:pt x="48243" y="30911"/>
                  </a:lnTo>
                  <a:lnTo>
                    <a:pt x="48351" y="30495"/>
                  </a:lnTo>
                  <a:lnTo>
                    <a:pt x="48451" y="30078"/>
                  </a:lnTo>
                  <a:lnTo>
                    <a:pt x="48544" y="29658"/>
                  </a:lnTo>
                  <a:lnTo>
                    <a:pt x="48630" y="29238"/>
                  </a:lnTo>
                  <a:lnTo>
                    <a:pt x="48709" y="28815"/>
                  </a:lnTo>
                  <a:lnTo>
                    <a:pt x="48780" y="28392"/>
                  </a:lnTo>
                  <a:lnTo>
                    <a:pt x="48843" y="27967"/>
                  </a:lnTo>
                  <a:lnTo>
                    <a:pt x="48900" y="27541"/>
                  </a:lnTo>
                  <a:lnTo>
                    <a:pt x="48948" y="27114"/>
                  </a:lnTo>
                  <a:lnTo>
                    <a:pt x="48990" y="26687"/>
                  </a:lnTo>
                  <a:lnTo>
                    <a:pt x="49024" y="26259"/>
                  </a:lnTo>
                  <a:lnTo>
                    <a:pt x="49050" y="25830"/>
                  </a:lnTo>
                  <a:lnTo>
                    <a:pt x="49069" y="25401"/>
                  </a:lnTo>
                  <a:lnTo>
                    <a:pt x="49080" y="24971"/>
                  </a:lnTo>
                  <a:lnTo>
                    <a:pt x="49084" y="24542"/>
                  </a:lnTo>
                </a:path>
              </a:pathLst>
            </a:custGeom>
            <a:ln w="13550" cap="flat">
              <a:solidFill>
                <a:srgbClr val="7FC5D8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432" name="pl432"/>
            <p:cNvSpPr/>
            <p:nvPr/>
          </p:nvSpPr>
          <p:spPr>
            <a:xfrm>
              <a:off x="7438628" y="2919445"/>
              <a:ext cx="269962" cy="269965"/>
            </a:xfrm>
            <a:custGeom>
              <a:avLst/>
              <a:pathLst>
                <a:path w="269962" h="269965">
                  <a:moveTo>
                    <a:pt x="269962" y="134982"/>
                  </a:moveTo>
                  <a:lnTo>
                    <a:pt x="269942" y="132620"/>
                  </a:lnTo>
                  <a:lnTo>
                    <a:pt x="269880" y="130258"/>
                  </a:lnTo>
                  <a:lnTo>
                    <a:pt x="269776" y="127898"/>
                  </a:lnTo>
                  <a:lnTo>
                    <a:pt x="269632" y="125540"/>
                  </a:lnTo>
                  <a:lnTo>
                    <a:pt x="269446" y="123185"/>
                  </a:lnTo>
                  <a:lnTo>
                    <a:pt x="269219" y="120833"/>
                  </a:lnTo>
                  <a:lnTo>
                    <a:pt x="268951" y="118486"/>
                  </a:lnTo>
                  <a:lnTo>
                    <a:pt x="268641" y="116144"/>
                  </a:lnTo>
                  <a:lnTo>
                    <a:pt x="268291" y="113808"/>
                  </a:lnTo>
                  <a:lnTo>
                    <a:pt x="267900" y="111478"/>
                  </a:lnTo>
                  <a:lnTo>
                    <a:pt x="267468" y="109155"/>
                  </a:lnTo>
                  <a:lnTo>
                    <a:pt x="266996" y="106840"/>
                  </a:lnTo>
                  <a:lnTo>
                    <a:pt x="266483" y="104534"/>
                  </a:lnTo>
                  <a:lnTo>
                    <a:pt x="265930" y="102237"/>
                  </a:lnTo>
                  <a:lnTo>
                    <a:pt x="265337" y="99951"/>
                  </a:lnTo>
                  <a:lnTo>
                    <a:pt x="264704" y="97675"/>
                  </a:lnTo>
                  <a:lnTo>
                    <a:pt x="264031" y="95410"/>
                  </a:lnTo>
                  <a:lnTo>
                    <a:pt x="263319" y="93158"/>
                  </a:lnTo>
                  <a:lnTo>
                    <a:pt x="262568" y="90918"/>
                  </a:lnTo>
                  <a:lnTo>
                    <a:pt x="261777" y="88692"/>
                  </a:lnTo>
                  <a:lnTo>
                    <a:pt x="260947" y="86480"/>
                  </a:lnTo>
                  <a:lnTo>
                    <a:pt x="260079" y="84282"/>
                  </a:lnTo>
                  <a:lnTo>
                    <a:pt x="259173" y="82101"/>
                  </a:lnTo>
                  <a:lnTo>
                    <a:pt x="258228" y="79935"/>
                  </a:lnTo>
                  <a:lnTo>
                    <a:pt x="257246" y="77787"/>
                  </a:lnTo>
                  <a:lnTo>
                    <a:pt x="256226" y="75656"/>
                  </a:lnTo>
                  <a:lnTo>
                    <a:pt x="255169" y="73543"/>
                  </a:lnTo>
                  <a:lnTo>
                    <a:pt x="254076" y="71449"/>
                  </a:lnTo>
                  <a:lnTo>
                    <a:pt x="252946" y="69374"/>
                  </a:lnTo>
                  <a:lnTo>
                    <a:pt x="251779" y="67320"/>
                  </a:lnTo>
                  <a:lnTo>
                    <a:pt x="250577" y="65286"/>
                  </a:lnTo>
                  <a:lnTo>
                    <a:pt x="249340" y="63274"/>
                  </a:lnTo>
                  <a:lnTo>
                    <a:pt x="248067" y="61283"/>
                  </a:lnTo>
                  <a:lnTo>
                    <a:pt x="246760" y="59315"/>
                  </a:lnTo>
                  <a:lnTo>
                    <a:pt x="245419" y="57371"/>
                  </a:lnTo>
                  <a:lnTo>
                    <a:pt x="244044" y="55450"/>
                  </a:lnTo>
                  <a:lnTo>
                    <a:pt x="242635" y="53553"/>
                  </a:lnTo>
                  <a:lnTo>
                    <a:pt x="241193" y="51681"/>
                  </a:lnTo>
                  <a:lnTo>
                    <a:pt x="239719" y="49835"/>
                  </a:lnTo>
                  <a:lnTo>
                    <a:pt x="238213" y="48015"/>
                  </a:lnTo>
                  <a:lnTo>
                    <a:pt x="236675" y="46222"/>
                  </a:lnTo>
                  <a:lnTo>
                    <a:pt x="235106" y="44456"/>
                  </a:lnTo>
                  <a:lnTo>
                    <a:pt x="233507" y="42717"/>
                  </a:lnTo>
                  <a:lnTo>
                    <a:pt x="231877" y="41007"/>
                  </a:lnTo>
                  <a:lnTo>
                    <a:pt x="230217" y="39326"/>
                  </a:lnTo>
                  <a:lnTo>
                    <a:pt x="228529" y="37673"/>
                  </a:lnTo>
                  <a:lnTo>
                    <a:pt x="226811" y="36051"/>
                  </a:lnTo>
                  <a:lnTo>
                    <a:pt x="225066" y="34459"/>
                  </a:lnTo>
                  <a:lnTo>
                    <a:pt x="223293" y="32898"/>
                  </a:lnTo>
                  <a:lnTo>
                    <a:pt x="221493" y="31368"/>
                  </a:lnTo>
                  <a:lnTo>
                    <a:pt x="219666" y="29870"/>
                  </a:lnTo>
                  <a:lnTo>
                    <a:pt x="217814" y="28404"/>
                  </a:lnTo>
                  <a:lnTo>
                    <a:pt x="215936" y="26970"/>
                  </a:lnTo>
                  <a:lnTo>
                    <a:pt x="214033" y="25570"/>
                  </a:lnTo>
                  <a:lnTo>
                    <a:pt x="212106" y="24203"/>
                  </a:lnTo>
                  <a:lnTo>
                    <a:pt x="210155" y="22870"/>
                  </a:lnTo>
                  <a:lnTo>
                    <a:pt x="208182" y="21572"/>
                  </a:lnTo>
                  <a:lnTo>
                    <a:pt x="206186" y="20308"/>
                  </a:lnTo>
                  <a:lnTo>
                    <a:pt x="204168" y="19079"/>
                  </a:lnTo>
                  <a:lnTo>
                    <a:pt x="202129" y="17886"/>
                  </a:lnTo>
                  <a:lnTo>
                    <a:pt x="200069" y="16729"/>
                  </a:lnTo>
                  <a:lnTo>
                    <a:pt x="197990" y="15608"/>
                  </a:lnTo>
                  <a:lnTo>
                    <a:pt x="195891" y="14523"/>
                  </a:lnTo>
                  <a:lnTo>
                    <a:pt x="193774" y="13476"/>
                  </a:lnTo>
                  <a:lnTo>
                    <a:pt x="191638" y="12465"/>
                  </a:lnTo>
                  <a:lnTo>
                    <a:pt x="189485" y="11493"/>
                  </a:lnTo>
                  <a:lnTo>
                    <a:pt x="187316" y="10558"/>
                  </a:lnTo>
                  <a:lnTo>
                    <a:pt x="185130" y="9661"/>
                  </a:lnTo>
                  <a:lnTo>
                    <a:pt x="182929" y="8802"/>
                  </a:lnTo>
                  <a:lnTo>
                    <a:pt x="180714" y="7982"/>
                  </a:lnTo>
                  <a:lnTo>
                    <a:pt x="178484" y="7201"/>
                  </a:lnTo>
                  <a:lnTo>
                    <a:pt x="176241" y="6460"/>
                  </a:lnTo>
                  <a:lnTo>
                    <a:pt x="173985" y="5757"/>
                  </a:lnTo>
                  <a:lnTo>
                    <a:pt x="171718" y="5094"/>
                  </a:lnTo>
                  <a:lnTo>
                    <a:pt x="169439" y="4471"/>
                  </a:lnTo>
                  <a:lnTo>
                    <a:pt x="167150" y="3888"/>
                  </a:lnTo>
                  <a:lnTo>
                    <a:pt x="164851" y="3345"/>
                  </a:lnTo>
                  <a:lnTo>
                    <a:pt x="162542" y="2842"/>
                  </a:lnTo>
                  <a:lnTo>
                    <a:pt x="160225" y="2380"/>
                  </a:lnTo>
                  <a:lnTo>
                    <a:pt x="157901" y="1959"/>
                  </a:lnTo>
                  <a:lnTo>
                    <a:pt x="155569" y="1578"/>
                  </a:lnTo>
                  <a:lnTo>
                    <a:pt x="153231" y="1238"/>
                  </a:lnTo>
                  <a:lnTo>
                    <a:pt x="150888" y="939"/>
                  </a:lnTo>
                  <a:lnTo>
                    <a:pt x="148540" y="681"/>
                  </a:lnTo>
                  <a:lnTo>
                    <a:pt x="146187" y="464"/>
                  </a:lnTo>
                  <a:lnTo>
                    <a:pt x="143831" y="289"/>
                  </a:lnTo>
                  <a:lnTo>
                    <a:pt x="141473" y="155"/>
                  </a:lnTo>
                  <a:lnTo>
                    <a:pt x="139112" y="62"/>
                  </a:lnTo>
                  <a:lnTo>
                    <a:pt x="136750" y="10"/>
                  </a:lnTo>
                  <a:lnTo>
                    <a:pt x="134388" y="0"/>
                  </a:lnTo>
                  <a:lnTo>
                    <a:pt x="132025" y="31"/>
                  </a:lnTo>
                  <a:lnTo>
                    <a:pt x="129664" y="103"/>
                  </a:lnTo>
                  <a:lnTo>
                    <a:pt x="127304" y="217"/>
                  </a:lnTo>
                  <a:lnTo>
                    <a:pt x="124947" y="371"/>
                  </a:lnTo>
                  <a:lnTo>
                    <a:pt x="122593" y="568"/>
                  </a:lnTo>
                  <a:lnTo>
                    <a:pt x="120242" y="805"/>
                  </a:lnTo>
                  <a:lnTo>
                    <a:pt x="117896" y="1083"/>
                  </a:lnTo>
                  <a:lnTo>
                    <a:pt x="115556" y="1403"/>
                  </a:lnTo>
                  <a:lnTo>
                    <a:pt x="113221" y="1763"/>
                  </a:lnTo>
                  <a:lnTo>
                    <a:pt x="110893" y="2164"/>
                  </a:lnTo>
                  <a:lnTo>
                    <a:pt x="108572" y="2606"/>
                  </a:lnTo>
                  <a:lnTo>
                    <a:pt x="106259" y="3089"/>
                  </a:lnTo>
                  <a:lnTo>
                    <a:pt x="103955" y="3612"/>
                  </a:lnTo>
                  <a:lnTo>
                    <a:pt x="101661" y="4175"/>
                  </a:lnTo>
                  <a:lnTo>
                    <a:pt x="99377" y="4778"/>
                  </a:lnTo>
                  <a:lnTo>
                    <a:pt x="97104" y="5421"/>
                  </a:lnTo>
                  <a:lnTo>
                    <a:pt x="94842" y="6103"/>
                  </a:lnTo>
                  <a:lnTo>
                    <a:pt x="92592" y="6826"/>
                  </a:lnTo>
                  <a:lnTo>
                    <a:pt x="90356" y="7587"/>
                  </a:lnTo>
                  <a:lnTo>
                    <a:pt x="88133" y="8387"/>
                  </a:lnTo>
                  <a:lnTo>
                    <a:pt x="85925" y="9227"/>
                  </a:lnTo>
                  <a:lnTo>
                    <a:pt x="83732" y="10104"/>
                  </a:lnTo>
                  <a:lnTo>
                    <a:pt x="81554" y="11020"/>
                  </a:lnTo>
                  <a:lnTo>
                    <a:pt x="79393" y="11974"/>
                  </a:lnTo>
                  <a:lnTo>
                    <a:pt x="77249" y="12966"/>
                  </a:lnTo>
                  <a:lnTo>
                    <a:pt x="75122" y="13995"/>
                  </a:lnTo>
                  <a:lnTo>
                    <a:pt x="73014" y="15061"/>
                  </a:lnTo>
                  <a:lnTo>
                    <a:pt x="70924" y="16164"/>
                  </a:lnTo>
                  <a:lnTo>
                    <a:pt x="68855" y="17303"/>
                  </a:lnTo>
                  <a:lnTo>
                    <a:pt x="66805" y="18478"/>
                  </a:lnTo>
                  <a:lnTo>
                    <a:pt x="64777" y="19689"/>
                  </a:lnTo>
                  <a:lnTo>
                    <a:pt x="62770" y="20936"/>
                  </a:lnTo>
                  <a:lnTo>
                    <a:pt x="60785" y="22217"/>
                  </a:lnTo>
                  <a:lnTo>
                    <a:pt x="58823" y="23532"/>
                  </a:lnTo>
                  <a:lnTo>
                    <a:pt x="56884" y="24882"/>
                  </a:lnTo>
                  <a:lnTo>
                    <a:pt x="54969" y="26266"/>
                  </a:lnTo>
                  <a:lnTo>
                    <a:pt x="53079" y="27683"/>
                  </a:lnTo>
                  <a:lnTo>
                    <a:pt x="51214" y="29133"/>
                  </a:lnTo>
                  <a:lnTo>
                    <a:pt x="49374" y="30615"/>
                  </a:lnTo>
                  <a:lnTo>
                    <a:pt x="47560" y="32129"/>
                  </a:lnTo>
                  <a:lnTo>
                    <a:pt x="45774" y="33675"/>
                  </a:lnTo>
                  <a:lnTo>
                    <a:pt x="44015" y="35251"/>
                  </a:lnTo>
                  <a:lnTo>
                    <a:pt x="42283" y="36858"/>
                  </a:lnTo>
                  <a:lnTo>
                    <a:pt x="40580" y="38496"/>
                  </a:lnTo>
                  <a:lnTo>
                    <a:pt x="38906" y="40163"/>
                  </a:lnTo>
                  <a:lnTo>
                    <a:pt x="37261" y="41858"/>
                  </a:lnTo>
                  <a:lnTo>
                    <a:pt x="35646" y="43583"/>
                  </a:lnTo>
                  <a:lnTo>
                    <a:pt x="34062" y="45335"/>
                  </a:lnTo>
                  <a:lnTo>
                    <a:pt x="32508" y="47115"/>
                  </a:lnTo>
                  <a:lnTo>
                    <a:pt x="30986" y="48922"/>
                  </a:lnTo>
                  <a:lnTo>
                    <a:pt x="29496" y="50755"/>
                  </a:lnTo>
                  <a:lnTo>
                    <a:pt x="28038" y="52614"/>
                  </a:lnTo>
                  <a:lnTo>
                    <a:pt x="26613" y="54498"/>
                  </a:lnTo>
                  <a:lnTo>
                    <a:pt x="25221" y="56407"/>
                  </a:lnTo>
                  <a:lnTo>
                    <a:pt x="23863" y="58340"/>
                  </a:lnTo>
                  <a:lnTo>
                    <a:pt x="22539" y="60296"/>
                  </a:lnTo>
                  <a:lnTo>
                    <a:pt x="21249" y="62276"/>
                  </a:lnTo>
                  <a:lnTo>
                    <a:pt x="19994" y="64277"/>
                  </a:lnTo>
                  <a:lnTo>
                    <a:pt x="18774" y="66300"/>
                  </a:lnTo>
                  <a:lnTo>
                    <a:pt x="17590" y="68344"/>
                  </a:lnTo>
                  <a:lnTo>
                    <a:pt x="16441" y="70409"/>
                  </a:lnTo>
                  <a:lnTo>
                    <a:pt x="15329" y="72493"/>
                  </a:lnTo>
                  <a:lnTo>
                    <a:pt x="14254" y="74597"/>
                  </a:lnTo>
                  <a:lnTo>
                    <a:pt x="13216" y="76719"/>
                  </a:lnTo>
                  <a:lnTo>
                    <a:pt x="12215" y="78859"/>
                  </a:lnTo>
                  <a:lnTo>
                    <a:pt x="11251" y="81016"/>
                  </a:lnTo>
                  <a:lnTo>
                    <a:pt x="10326" y="83190"/>
                  </a:lnTo>
                  <a:lnTo>
                    <a:pt x="9439" y="85379"/>
                  </a:lnTo>
                  <a:lnTo>
                    <a:pt x="8590" y="87584"/>
                  </a:lnTo>
                  <a:lnTo>
                    <a:pt x="7780" y="89803"/>
                  </a:lnTo>
                  <a:lnTo>
                    <a:pt x="7008" y="92036"/>
                  </a:lnTo>
                  <a:lnTo>
                    <a:pt x="6276" y="94282"/>
                  </a:lnTo>
                  <a:lnTo>
                    <a:pt x="5584" y="96541"/>
                  </a:lnTo>
                  <a:lnTo>
                    <a:pt x="4931" y="98811"/>
                  </a:lnTo>
                  <a:lnTo>
                    <a:pt x="4318" y="101093"/>
                  </a:lnTo>
                  <a:lnTo>
                    <a:pt x="3745" y="103385"/>
                  </a:lnTo>
                  <a:lnTo>
                    <a:pt x="3212" y="105686"/>
                  </a:lnTo>
                  <a:lnTo>
                    <a:pt x="2719" y="107997"/>
                  </a:lnTo>
                  <a:lnTo>
                    <a:pt x="2267" y="110316"/>
                  </a:lnTo>
                  <a:lnTo>
                    <a:pt x="1856" y="112642"/>
                  </a:lnTo>
                  <a:lnTo>
                    <a:pt x="1485" y="114975"/>
                  </a:lnTo>
                  <a:lnTo>
                    <a:pt x="1156" y="117314"/>
                  </a:lnTo>
                  <a:lnTo>
                    <a:pt x="867" y="119659"/>
                  </a:lnTo>
                  <a:lnTo>
                    <a:pt x="619" y="122009"/>
                  </a:lnTo>
                  <a:lnTo>
                    <a:pt x="413" y="124362"/>
                  </a:lnTo>
                  <a:lnTo>
                    <a:pt x="248" y="126719"/>
                  </a:lnTo>
                  <a:lnTo>
                    <a:pt x="124" y="129078"/>
                  </a:lnTo>
                  <a:lnTo>
                    <a:pt x="41" y="131439"/>
                  </a:lnTo>
                  <a:lnTo>
                    <a:pt x="0" y="133801"/>
                  </a:lnTo>
                  <a:lnTo>
                    <a:pt x="0" y="136163"/>
                  </a:lnTo>
                  <a:lnTo>
                    <a:pt x="41" y="138525"/>
                  </a:lnTo>
                  <a:lnTo>
                    <a:pt x="124" y="140886"/>
                  </a:lnTo>
                  <a:lnTo>
                    <a:pt x="248" y="143246"/>
                  </a:lnTo>
                  <a:lnTo>
                    <a:pt x="413" y="145602"/>
                  </a:lnTo>
                  <a:lnTo>
                    <a:pt x="619" y="147956"/>
                  </a:lnTo>
                  <a:lnTo>
                    <a:pt x="867" y="150305"/>
                  </a:lnTo>
                  <a:lnTo>
                    <a:pt x="1156" y="152650"/>
                  </a:lnTo>
                  <a:lnTo>
                    <a:pt x="1485" y="154989"/>
                  </a:lnTo>
                  <a:lnTo>
                    <a:pt x="1856" y="157322"/>
                  </a:lnTo>
                  <a:lnTo>
                    <a:pt x="2267" y="159649"/>
                  </a:lnTo>
                  <a:lnTo>
                    <a:pt x="2719" y="161968"/>
                  </a:lnTo>
                  <a:lnTo>
                    <a:pt x="3212" y="164278"/>
                  </a:lnTo>
                  <a:lnTo>
                    <a:pt x="3745" y="166580"/>
                  </a:lnTo>
                  <a:lnTo>
                    <a:pt x="4318" y="168872"/>
                  </a:lnTo>
                  <a:lnTo>
                    <a:pt x="4931" y="171153"/>
                  </a:lnTo>
                  <a:lnTo>
                    <a:pt x="5584" y="173424"/>
                  </a:lnTo>
                  <a:lnTo>
                    <a:pt x="6276" y="175682"/>
                  </a:lnTo>
                  <a:lnTo>
                    <a:pt x="7008" y="177928"/>
                  </a:lnTo>
                  <a:lnTo>
                    <a:pt x="7780" y="180161"/>
                  </a:lnTo>
                  <a:lnTo>
                    <a:pt x="8590" y="182381"/>
                  </a:lnTo>
                  <a:lnTo>
                    <a:pt x="9439" y="184585"/>
                  </a:lnTo>
                  <a:lnTo>
                    <a:pt x="10326" y="186775"/>
                  </a:lnTo>
                  <a:lnTo>
                    <a:pt x="11251" y="188948"/>
                  </a:lnTo>
                  <a:lnTo>
                    <a:pt x="12215" y="191105"/>
                  </a:lnTo>
                  <a:lnTo>
                    <a:pt x="13216" y="193245"/>
                  </a:lnTo>
                  <a:lnTo>
                    <a:pt x="14254" y="195367"/>
                  </a:lnTo>
                  <a:lnTo>
                    <a:pt x="15329" y="197471"/>
                  </a:lnTo>
                  <a:lnTo>
                    <a:pt x="16441" y="199555"/>
                  </a:lnTo>
                  <a:lnTo>
                    <a:pt x="17590" y="201620"/>
                  </a:lnTo>
                  <a:lnTo>
                    <a:pt x="18774" y="203664"/>
                  </a:lnTo>
                  <a:lnTo>
                    <a:pt x="19994" y="205687"/>
                  </a:lnTo>
                  <a:lnTo>
                    <a:pt x="21249" y="207689"/>
                  </a:lnTo>
                  <a:lnTo>
                    <a:pt x="22539" y="209668"/>
                  </a:lnTo>
                  <a:lnTo>
                    <a:pt x="23863" y="211624"/>
                  </a:lnTo>
                  <a:lnTo>
                    <a:pt x="25221" y="213557"/>
                  </a:lnTo>
                  <a:lnTo>
                    <a:pt x="26613" y="215466"/>
                  </a:lnTo>
                  <a:lnTo>
                    <a:pt x="28038" y="217350"/>
                  </a:lnTo>
                  <a:lnTo>
                    <a:pt x="29496" y="219209"/>
                  </a:lnTo>
                  <a:lnTo>
                    <a:pt x="30986" y="221042"/>
                  </a:lnTo>
                  <a:lnTo>
                    <a:pt x="32508" y="222849"/>
                  </a:lnTo>
                  <a:lnTo>
                    <a:pt x="34062" y="224629"/>
                  </a:lnTo>
                  <a:lnTo>
                    <a:pt x="35646" y="226381"/>
                  </a:lnTo>
                  <a:lnTo>
                    <a:pt x="37261" y="228106"/>
                  </a:lnTo>
                  <a:lnTo>
                    <a:pt x="38906" y="229802"/>
                  </a:lnTo>
                  <a:lnTo>
                    <a:pt x="40580" y="231469"/>
                  </a:lnTo>
                  <a:lnTo>
                    <a:pt x="42283" y="233106"/>
                  </a:lnTo>
                  <a:lnTo>
                    <a:pt x="44015" y="234713"/>
                  </a:lnTo>
                  <a:lnTo>
                    <a:pt x="45774" y="236290"/>
                  </a:lnTo>
                  <a:lnTo>
                    <a:pt x="47560" y="237835"/>
                  </a:lnTo>
                  <a:lnTo>
                    <a:pt x="49374" y="239350"/>
                  </a:lnTo>
                  <a:lnTo>
                    <a:pt x="51214" y="240832"/>
                  </a:lnTo>
                  <a:lnTo>
                    <a:pt x="53079" y="242282"/>
                  </a:lnTo>
                  <a:lnTo>
                    <a:pt x="54969" y="243698"/>
                  </a:lnTo>
                  <a:lnTo>
                    <a:pt x="56884" y="245082"/>
                  </a:lnTo>
                  <a:lnTo>
                    <a:pt x="58823" y="246432"/>
                  </a:lnTo>
                  <a:lnTo>
                    <a:pt x="60785" y="247748"/>
                  </a:lnTo>
                  <a:lnTo>
                    <a:pt x="62770" y="249029"/>
                  </a:lnTo>
                  <a:lnTo>
                    <a:pt x="64777" y="250275"/>
                  </a:lnTo>
                  <a:lnTo>
                    <a:pt x="66805" y="251486"/>
                  </a:lnTo>
                  <a:lnTo>
                    <a:pt x="68855" y="252661"/>
                  </a:lnTo>
                  <a:lnTo>
                    <a:pt x="70924" y="253800"/>
                  </a:lnTo>
                  <a:lnTo>
                    <a:pt x="73014" y="254903"/>
                  </a:lnTo>
                  <a:lnTo>
                    <a:pt x="75122" y="255969"/>
                  </a:lnTo>
                  <a:lnTo>
                    <a:pt x="77249" y="256998"/>
                  </a:lnTo>
                  <a:lnTo>
                    <a:pt x="79393" y="257990"/>
                  </a:lnTo>
                  <a:lnTo>
                    <a:pt x="81554" y="258944"/>
                  </a:lnTo>
                  <a:lnTo>
                    <a:pt x="83732" y="259860"/>
                  </a:lnTo>
                  <a:lnTo>
                    <a:pt x="85925" y="260738"/>
                  </a:lnTo>
                  <a:lnTo>
                    <a:pt x="88133" y="261577"/>
                  </a:lnTo>
                  <a:lnTo>
                    <a:pt x="90356" y="262377"/>
                  </a:lnTo>
                  <a:lnTo>
                    <a:pt x="92592" y="263139"/>
                  </a:lnTo>
                  <a:lnTo>
                    <a:pt x="94842" y="263861"/>
                  </a:lnTo>
                  <a:lnTo>
                    <a:pt x="97104" y="264544"/>
                  </a:lnTo>
                  <a:lnTo>
                    <a:pt x="99377" y="265187"/>
                  </a:lnTo>
                  <a:lnTo>
                    <a:pt x="101661" y="265790"/>
                  </a:lnTo>
                  <a:lnTo>
                    <a:pt x="103955" y="266353"/>
                  </a:lnTo>
                  <a:lnTo>
                    <a:pt x="106259" y="266876"/>
                  </a:lnTo>
                  <a:lnTo>
                    <a:pt x="108572" y="267358"/>
                  </a:lnTo>
                  <a:lnTo>
                    <a:pt x="110893" y="267800"/>
                  </a:lnTo>
                  <a:lnTo>
                    <a:pt x="113221" y="268201"/>
                  </a:lnTo>
                  <a:lnTo>
                    <a:pt x="115556" y="268561"/>
                  </a:lnTo>
                  <a:lnTo>
                    <a:pt x="117896" y="268881"/>
                  </a:lnTo>
                  <a:lnTo>
                    <a:pt x="120242" y="269159"/>
                  </a:lnTo>
                  <a:lnTo>
                    <a:pt x="122593" y="269397"/>
                  </a:lnTo>
                  <a:lnTo>
                    <a:pt x="124947" y="269593"/>
                  </a:lnTo>
                  <a:lnTo>
                    <a:pt x="127304" y="269748"/>
                  </a:lnTo>
                  <a:lnTo>
                    <a:pt x="129664" y="269862"/>
                  </a:lnTo>
                  <a:lnTo>
                    <a:pt x="132025" y="269934"/>
                  </a:lnTo>
                  <a:lnTo>
                    <a:pt x="134388" y="269965"/>
                  </a:lnTo>
                  <a:lnTo>
                    <a:pt x="136750" y="269955"/>
                  </a:lnTo>
                  <a:lnTo>
                    <a:pt x="139112" y="269903"/>
                  </a:lnTo>
                  <a:lnTo>
                    <a:pt x="141473" y="269810"/>
                  </a:lnTo>
                  <a:lnTo>
                    <a:pt x="143831" y="269676"/>
                  </a:lnTo>
                  <a:lnTo>
                    <a:pt x="146187" y="269500"/>
                  </a:lnTo>
                  <a:lnTo>
                    <a:pt x="148540" y="269283"/>
                  </a:lnTo>
                  <a:lnTo>
                    <a:pt x="150888" y="269025"/>
                  </a:lnTo>
                  <a:lnTo>
                    <a:pt x="153231" y="268726"/>
                  </a:lnTo>
                  <a:lnTo>
                    <a:pt x="155569" y="268386"/>
                  </a:lnTo>
                  <a:lnTo>
                    <a:pt x="157901" y="268006"/>
                  </a:lnTo>
                  <a:lnTo>
                    <a:pt x="160225" y="267584"/>
                  </a:lnTo>
                  <a:lnTo>
                    <a:pt x="162542" y="267122"/>
                  </a:lnTo>
                  <a:lnTo>
                    <a:pt x="164851" y="266619"/>
                  </a:lnTo>
                  <a:lnTo>
                    <a:pt x="167150" y="266076"/>
                  </a:lnTo>
                  <a:lnTo>
                    <a:pt x="169439" y="265493"/>
                  </a:lnTo>
                  <a:lnTo>
                    <a:pt x="171718" y="264870"/>
                  </a:lnTo>
                  <a:lnTo>
                    <a:pt x="173985" y="264207"/>
                  </a:lnTo>
                  <a:lnTo>
                    <a:pt x="176241" y="263505"/>
                  </a:lnTo>
                  <a:lnTo>
                    <a:pt x="178484" y="262763"/>
                  </a:lnTo>
                  <a:lnTo>
                    <a:pt x="180714" y="261982"/>
                  </a:lnTo>
                  <a:lnTo>
                    <a:pt x="182929" y="261162"/>
                  </a:lnTo>
                  <a:lnTo>
                    <a:pt x="185130" y="260304"/>
                  </a:lnTo>
                  <a:lnTo>
                    <a:pt x="187316" y="259407"/>
                  </a:lnTo>
                  <a:lnTo>
                    <a:pt x="189485" y="258472"/>
                  </a:lnTo>
                  <a:lnTo>
                    <a:pt x="191638" y="257499"/>
                  </a:lnTo>
                  <a:lnTo>
                    <a:pt x="193774" y="256489"/>
                  </a:lnTo>
                  <a:lnTo>
                    <a:pt x="195891" y="255441"/>
                  </a:lnTo>
                  <a:lnTo>
                    <a:pt x="197990" y="254356"/>
                  </a:lnTo>
                  <a:lnTo>
                    <a:pt x="200069" y="253235"/>
                  </a:lnTo>
                  <a:lnTo>
                    <a:pt x="202129" y="252078"/>
                  </a:lnTo>
                  <a:lnTo>
                    <a:pt x="204168" y="250885"/>
                  </a:lnTo>
                  <a:lnTo>
                    <a:pt x="206186" y="249656"/>
                  </a:lnTo>
                  <a:lnTo>
                    <a:pt x="208182" y="248393"/>
                  </a:lnTo>
                  <a:lnTo>
                    <a:pt x="210155" y="247094"/>
                  </a:lnTo>
                  <a:lnTo>
                    <a:pt x="212106" y="245761"/>
                  </a:lnTo>
                  <a:lnTo>
                    <a:pt x="214033" y="244394"/>
                  </a:lnTo>
                  <a:lnTo>
                    <a:pt x="215936" y="242994"/>
                  </a:lnTo>
                  <a:lnTo>
                    <a:pt x="217814" y="241561"/>
                  </a:lnTo>
                  <a:lnTo>
                    <a:pt x="219666" y="240095"/>
                  </a:lnTo>
                  <a:lnTo>
                    <a:pt x="221493" y="238597"/>
                  </a:lnTo>
                  <a:lnTo>
                    <a:pt x="223293" y="237067"/>
                  </a:lnTo>
                  <a:lnTo>
                    <a:pt x="225066" y="235505"/>
                  </a:lnTo>
                  <a:lnTo>
                    <a:pt x="226811" y="233913"/>
                  </a:lnTo>
                  <a:lnTo>
                    <a:pt x="228529" y="232291"/>
                  </a:lnTo>
                  <a:lnTo>
                    <a:pt x="230217" y="230639"/>
                  </a:lnTo>
                  <a:lnTo>
                    <a:pt x="231877" y="228957"/>
                  </a:lnTo>
                  <a:lnTo>
                    <a:pt x="233507" y="227247"/>
                  </a:lnTo>
                  <a:lnTo>
                    <a:pt x="235106" y="225509"/>
                  </a:lnTo>
                  <a:lnTo>
                    <a:pt x="236675" y="223743"/>
                  </a:lnTo>
                  <a:lnTo>
                    <a:pt x="238213" y="221949"/>
                  </a:lnTo>
                  <a:lnTo>
                    <a:pt x="239719" y="220129"/>
                  </a:lnTo>
                  <a:lnTo>
                    <a:pt x="241193" y="218283"/>
                  </a:lnTo>
                  <a:lnTo>
                    <a:pt x="242635" y="216411"/>
                  </a:lnTo>
                  <a:lnTo>
                    <a:pt x="244044" y="214515"/>
                  </a:lnTo>
                  <a:lnTo>
                    <a:pt x="245419" y="212594"/>
                  </a:lnTo>
                  <a:lnTo>
                    <a:pt x="246760" y="210649"/>
                  </a:lnTo>
                  <a:lnTo>
                    <a:pt x="248067" y="208681"/>
                  </a:lnTo>
                  <a:lnTo>
                    <a:pt x="249340" y="206691"/>
                  </a:lnTo>
                  <a:lnTo>
                    <a:pt x="250577" y="204678"/>
                  </a:lnTo>
                  <a:lnTo>
                    <a:pt x="251779" y="202645"/>
                  </a:lnTo>
                  <a:lnTo>
                    <a:pt x="252946" y="200590"/>
                  </a:lnTo>
                  <a:lnTo>
                    <a:pt x="254076" y="198516"/>
                  </a:lnTo>
                  <a:lnTo>
                    <a:pt x="255169" y="196421"/>
                  </a:lnTo>
                  <a:lnTo>
                    <a:pt x="256226" y="194309"/>
                  </a:lnTo>
                  <a:lnTo>
                    <a:pt x="257246" y="192178"/>
                  </a:lnTo>
                  <a:lnTo>
                    <a:pt x="258228" y="190029"/>
                  </a:lnTo>
                  <a:lnTo>
                    <a:pt x="259173" y="187864"/>
                  </a:lnTo>
                  <a:lnTo>
                    <a:pt x="260079" y="185682"/>
                  </a:lnTo>
                  <a:lnTo>
                    <a:pt x="260947" y="183485"/>
                  </a:lnTo>
                  <a:lnTo>
                    <a:pt x="261777" y="181273"/>
                  </a:lnTo>
                  <a:lnTo>
                    <a:pt x="262568" y="179047"/>
                  </a:lnTo>
                  <a:lnTo>
                    <a:pt x="263319" y="176807"/>
                  </a:lnTo>
                  <a:lnTo>
                    <a:pt x="264031" y="174554"/>
                  </a:lnTo>
                  <a:lnTo>
                    <a:pt x="264704" y="172290"/>
                  </a:lnTo>
                  <a:lnTo>
                    <a:pt x="265337" y="170014"/>
                  </a:lnTo>
                  <a:lnTo>
                    <a:pt x="265930" y="167727"/>
                  </a:lnTo>
                  <a:lnTo>
                    <a:pt x="266483" y="165430"/>
                  </a:lnTo>
                  <a:lnTo>
                    <a:pt x="266996" y="163124"/>
                  </a:lnTo>
                  <a:lnTo>
                    <a:pt x="267468" y="160809"/>
                  </a:lnTo>
                  <a:lnTo>
                    <a:pt x="267900" y="158487"/>
                  </a:lnTo>
                  <a:lnTo>
                    <a:pt x="268291" y="156157"/>
                  </a:lnTo>
                  <a:lnTo>
                    <a:pt x="268641" y="153820"/>
                  </a:lnTo>
                  <a:lnTo>
                    <a:pt x="268951" y="151478"/>
                  </a:lnTo>
                  <a:lnTo>
                    <a:pt x="269219" y="149131"/>
                  </a:lnTo>
                  <a:lnTo>
                    <a:pt x="269446" y="146779"/>
                  </a:lnTo>
                  <a:lnTo>
                    <a:pt x="269632" y="144424"/>
                  </a:lnTo>
                  <a:lnTo>
                    <a:pt x="269776" y="142066"/>
                  </a:lnTo>
                  <a:lnTo>
                    <a:pt x="269880" y="139706"/>
                  </a:lnTo>
                  <a:lnTo>
                    <a:pt x="269942" y="137345"/>
                  </a:lnTo>
                  <a:lnTo>
                    <a:pt x="269962" y="134982"/>
                  </a:lnTo>
                </a:path>
              </a:pathLst>
            </a:custGeom>
            <a:ln w="13550" cap="flat">
              <a:solidFill>
                <a:srgbClr val="7FC5D8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433" name="pl433"/>
            <p:cNvSpPr/>
            <p:nvPr/>
          </p:nvSpPr>
          <p:spPr>
            <a:xfrm>
              <a:off x="7328191" y="2809005"/>
              <a:ext cx="490841" cy="490846"/>
            </a:xfrm>
            <a:custGeom>
              <a:avLst/>
              <a:pathLst>
                <a:path w="490841" h="490846">
                  <a:moveTo>
                    <a:pt x="490841" y="245423"/>
                  </a:moveTo>
                  <a:lnTo>
                    <a:pt x="490803" y="241127"/>
                  </a:lnTo>
                  <a:lnTo>
                    <a:pt x="490691" y="236833"/>
                  </a:lnTo>
                  <a:lnTo>
                    <a:pt x="490503" y="232542"/>
                  </a:lnTo>
                  <a:lnTo>
                    <a:pt x="490240" y="228255"/>
                  </a:lnTo>
                  <a:lnTo>
                    <a:pt x="489902" y="223973"/>
                  </a:lnTo>
                  <a:lnTo>
                    <a:pt x="489489" y="219697"/>
                  </a:lnTo>
                  <a:lnTo>
                    <a:pt x="489001" y="215430"/>
                  </a:lnTo>
                  <a:lnTo>
                    <a:pt x="488439" y="211171"/>
                  </a:lnTo>
                  <a:lnTo>
                    <a:pt x="487803" y="206924"/>
                  </a:lnTo>
                  <a:lnTo>
                    <a:pt x="487092" y="202687"/>
                  </a:lnTo>
                  <a:lnTo>
                    <a:pt x="486307" y="198464"/>
                  </a:lnTo>
                  <a:lnTo>
                    <a:pt x="485448" y="194256"/>
                  </a:lnTo>
                  <a:lnTo>
                    <a:pt x="484516" y="190063"/>
                  </a:lnTo>
                  <a:lnTo>
                    <a:pt x="483510" y="185887"/>
                  </a:lnTo>
                  <a:lnTo>
                    <a:pt x="482432" y="181729"/>
                  </a:lnTo>
                  <a:lnTo>
                    <a:pt x="481281" y="177591"/>
                  </a:lnTo>
                  <a:lnTo>
                    <a:pt x="480058" y="173473"/>
                  </a:lnTo>
                  <a:lnTo>
                    <a:pt x="478762" y="169378"/>
                  </a:lnTo>
                  <a:lnTo>
                    <a:pt x="477396" y="165306"/>
                  </a:lnTo>
                  <a:lnTo>
                    <a:pt x="475958" y="161258"/>
                  </a:lnTo>
                  <a:lnTo>
                    <a:pt x="474450" y="157236"/>
                  </a:lnTo>
                  <a:lnTo>
                    <a:pt x="472872" y="153241"/>
                  </a:lnTo>
                  <a:lnTo>
                    <a:pt x="471223" y="149275"/>
                  </a:lnTo>
                  <a:lnTo>
                    <a:pt x="469506" y="145338"/>
                  </a:lnTo>
                  <a:lnTo>
                    <a:pt x="467720" y="141431"/>
                  </a:lnTo>
                  <a:lnTo>
                    <a:pt x="465866" y="137556"/>
                  </a:lnTo>
                  <a:lnTo>
                    <a:pt x="463945" y="133715"/>
                  </a:lnTo>
                  <a:lnTo>
                    <a:pt x="461956" y="129907"/>
                  </a:lnTo>
                  <a:lnTo>
                    <a:pt x="459901" y="126135"/>
                  </a:lnTo>
                  <a:lnTo>
                    <a:pt x="457781" y="122400"/>
                  </a:lnTo>
                  <a:lnTo>
                    <a:pt x="455595" y="118702"/>
                  </a:lnTo>
                  <a:lnTo>
                    <a:pt x="453345" y="115043"/>
                  </a:lnTo>
                  <a:lnTo>
                    <a:pt x="451032" y="111424"/>
                  </a:lnTo>
                  <a:lnTo>
                    <a:pt x="448655" y="107846"/>
                  </a:lnTo>
                  <a:lnTo>
                    <a:pt x="446216" y="104310"/>
                  </a:lnTo>
                  <a:lnTo>
                    <a:pt x="443716" y="100818"/>
                  </a:lnTo>
                  <a:lnTo>
                    <a:pt x="441155" y="97370"/>
                  </a:lnTo>
                  <a:lnTo>
                    <a:pt x="438534" y="93967"/>
                  </a:lnTo>
                  <a:lnTo>
                    <a:pt x="435854" y="90610"/>
                  </a:lnTo>
                  <a:lnTo>
                    <a:pt x="433115" y="87301"/>
                  </a:lnTo>
                  <a:lnTo>
                    <a:pt x="430319" y="84040"/>
                  </a:lnTo>
                  <a:lnTo>
                    <a:pt x="427466" y="80829"/>
                  </a:lnTo>
                  <a:lnTo>
                    <a:pt x="424558" y="77668"/>
                  </a:lnTo>
                  <a:lnTo>
                    <a:pt x="421595" y="74558"/>
                  </a:lnTo>
                  <a:lnTo>
                    <a:pt x="418577" y="71501"/>
                  </a:lnTo>
                  <a:lnTo>
                    <a:pt x="415507" y="68497"/>
                  </a:lnTo>
                  <a:lnTo>
                    <a:pt x="412385" y="65548"/>
                  </a:lnTo>
                  <a:lnTo>
                    <a:pt x="409211" y="62653"/>
                  </a:lnTo>
                  <a:lnTo>
                    <a:pt x="405987" y="59815"/>
                  </a:lnTo>
                  <a:lnTo>
                    <a:pt x="402714" y="57033"/>
                  </a:lnTo>
                  <a:lnTo>
                    <a:pt x="399393" y="54309"/>
                  </a:lnTo>
                  <a:lnTo>
                    <a:pt x="396025" y="51643"/>
                  </a:lnTo>
                  <a:lnTo>
                    <a:pt x="392611" y="49037"/>
                  </a:lnTo>
                  <a:lnTo>
                    <a:pt x="389151" y="46491"/>
                  </a:lnTo>
                  <a:lnTo>
                    <a:pt x="385648" y="44006"/>
                  </a:lnTo>
                  <a:lnTo>
                    <a:pt x="382101" y="41583"/>
                  </a:lnTo>
                  <a:lnTo>
                    <a:pt x="378513" y="39222"/>
                  </a:lnTo>
                  <a:lnTo>
                    <a:pt x="374884" y="36924"/>
                  </a:lnTo>
                  <a:lnTo>
                    <a:pt x="371215" y="34690"/>
                  </a:lnTo>
                  <a:lnTo>
                    <a:pt x="367508" y="32521"/>
                  </a:lnTo>
                  <a:lnTo>
                    <a:pt x="363763" y="30417"/>
                  </a:lnTo>
                  <a:lnTo>
                    <a:pt x="359982" y="28378"/>
                  </a:lnTo>
                  <a:lnTo>
                    <a:pt x="356166" y="26407"/>
                  </a:lnTo>
                  <a:lnTo>
                    <a:pt x="352316" y="24502"/>
                  </a:lnTo>
                  <a:lnTo>
                    <a:pt x="348433" y="22665"/>
                  </a:lnTo>
                  <a:lnTo>
                    <a:pt x="344519" y="20896"/>
                  </a:lnTo>
                  <a:lnTo>
                    <a:pt x="340574" y="19196"/>
                  </a:lnTo>
                  <a:lnTo>
                    <a:pt x="336601" y="17565"/>
                  </a:lnTo>
                  <a:lnTo>
                    <a:pt x="332599" y="16004"/>
                  </a:lnTo>
                  <a:lnTo>
                    <a:pt x="328571" y="14514"/>
                  </a:lnTo>
                  <a:lnTo>
                    <a:pt x="324517" y="13094"/>
                  </a:lnTo>
                  <a:lnTo>
                    <a:pt x="320439" y="11745"/>
                  </a:lnTo>
                  <a:lnTo>
                    <a:pt x="316338" y="10468"/>
                  </a:lnTo>
                  <a:lnTo>
                    <a:pt x="312215" y="9263"/>
                  </a:lnTo>
                  <a:lnTo>
                    <a:pt x="308071" y="8130"/>
                  </a:lnTo>
                  <a:lnTo>
                    <a:pt x="303909" y="7070"/>
                  </a:lnTo>
                  <a:lnTo>
                    <a:pt x="299729" y="6082"/>
                  </a:lnTo>
                  <a:lnTo>
                    <a:pt x="295532" y="5169"/>
                  </a:lnTo>
                  <a:lnTo>
                    <a:pt x="291319" y="4328"/>
                  </a:lnTo>
                  <a:lnTo>
                    <a:pt x="287093" y="3562"/>
                  </a:lnTo>
                  <a:lnTo>
                    <a:pt x="282854" y="2869"/>
                  </a:lnTo>
                  <a:lnTo>
                    <a:pt x="278603" y="2251"/>
                  </a:lnTo>
                  <a:lnTo>
                    <a:pt x="274342" y="1708"/>
                  </a:lnTo>
                  <a:lnTo>
                    <a:pt x="270072" y="1239"/>
                  </a:lnTo>
                  <a:lnTo>
                    <a:pt x="265795" y="845"/>
                  </a:lnTo>
                  <a:lnTo>
                    <a:pt x="261512" y="526"/>
                  </a:lnTo>
                  <a:lnTo>
                    <a:pt x="257223" y="281"/>
                  </a:lnTo>
                  <a:lnTo>
                    <a:pt x="252931" y="112"/>
                  </a:lnTo>
                  <a:lnTo>
                    <a:pt x="248637" y="18"/>
                  </a:lnTo>
                  <a:lnTo>
                    <a:pt x="244342" y="0"/>
                  </a:lnTo>
                  <a:lnTo>
                    <a:pt x="240047" y="56"/>
                  </a:lnTo>
                  <a:lnTo>
                    <a:pt x="235753" y="187"/>
                  </a:lnTo>
                  <a:lnTo>
                    <a:pt x="231463" y="394"/>
                  </a:lnTo>
                  <a:lnTo>
                    <a:pt x="227177" y="676"/>
                  </a:lnTo>
                  <a:lnTo>
                    <a:pt x="222896" y="1032"/>
                  </a:lnTo>
                  <a:lnTo>
                    <a:pt x="218623" y="1464"/>
                  </a:lnTo>
                  <a:lnTo>
                    <a:pt x="214357" y="1970"/>
                  </a:lnTo>
                  <a:lnTo>
                    <a:pt x="210101" y="2551"/>
                  </a:lnTo>
                  <a:lnTo>
                    <a:pt x="205856" y="3206"/>
                  </a:lnTo>
                  <a:lnTo>
                    <a:pt x="201623" y="3936"/>
                  </a:lnTo>
                  <a:lnTo>
                    <a:pt x="197404" y="4739"/>
                  </a:lnTo>
                  <a:lnTo>
                    <a:pt x="193199" y="5616"/>
                  </a:lnTo>
                  <a:lnTo>
                    <a:pt x="189010" y="6567"/>
                  </a:lnTo>
                  <a:lnTo>
                    <a:pt x="184838" y="7591"/>
                  </a:lnTo>
                  <a:lnTo>
                    <a:pt x="180685" y="8687"/>
                  </a:lnTo>
                  <a:lnTo>
                    <a:pt x="176552" y="9856"/>
                  </a:lnTo>
                  <a:lnTo>
                    <a:pt x="172440" y="11098"/>
                  </a:lnTo>
                  <a:lnTo>
                    <a:pt x="168350" y="12411"/>
                  </a:lnTo>
                  <a:lnTo>
                    <a:pt x="164284" y="13795"/>
                  </a:lnTo>
                  <a:lnTo>
                    <a:pt x="160243" y="15250"/>
                  </a:lnTo>
                  <a:lnTo>
                    <a:pt x="156228" y="16776"/>
                  </a:lnTo>
                  <a:lnTo>
                    <a:pt x="152240" y="18372"/>
                  </a:lnTo>
                  <a:lnTo>
                    <a:pt x="148281" y="20038"/>
                  </a:lnTo>
                  <a:lnTo>
                    <a:pt x="144351" y="21772"/>
                  </a:lnTo>
                  <a:lnTo>
                    <a:pt x="140452" y="23575"/>
                  </a:lnTo>
                  <a:lnTo>
                    <a:pt x="136586" y="25446"/>
                  </a:lnTo>
                  <a:lnTo>
                    <a:pt x="132753" y="27384"/>
                  </a:lnTo>
                  <a:lnTo>
                    <a:pt x="128954" y="29389"/>
                  </a:lnTo>
                  <a:lnTo>
                    <a:pt x="125191" y="31461"/>
                  </a:lnTo>
                  <a:lnTo>
                    <a:pt x="121465" y="33597"/>
                  </a:lnTo>
                  <a:lnTo>
                    <a:pt x="117777" y="35799"/>
                  </a:lnTo>
                  <a:lnTo>
                    <a:pt x="114128" y="38065"/>
                  </a:lnTo>
                  <a:lnTo>
                    <a:pt x="110519" y="40394"/>
                  </a:lnTo>
                  <a:lnTo>
                    <a:pt x="106951" y="42787"/>
                  </a:lnTo>
                  <a:lnTo>
                    <a:pt x="103426" y="45241"/>
                  </a:lnTo>
                  <a:lnTo>
                    <a:pt x="99945" y="47757"/>
                  </a:lnTo>
                  <a:lnTo>
                    <a:pt x="96507" y="50333"/>
                  </a:lnTo>
                  <a:lnTo>
                    <a:pt x="93116" y="52969"/>
                  </a:lnTo>
                  <a:lnTo>
                    <a:pt x="89771" y="55664"/>
                  </a:lnTo>
                  <a:lnTo>
                    <a:pt x="86474" y="58417"/>
                  </a:lnTo>
                  <a:lnTo>
                    <a:pt x="83226" y="61227"/>
                  </a:lnTo>
                  <a:lnTo>
                    <a:pt x="80027" y="64094"/>
                  </a:lnTo>
                  <a:lnTo>
                    <a:pt x="76879" y="67016"/>
                  </a:lnTo>
                  <a:lnTo>
                    <a:pt x="73782" y="69993"/>
                  </a:lnTo>
                  <a:lnTo>
                    <a:pt x="70738" y="73023"/>
                  </a:lnTo>
                  <a:lnTo>
                    <a:pt x="67748" y="76107"/>
                  </a:lnTo>
                  <a:lnTo>
                    <a:pt x="64812" y="79242"/>
                  </a:lnTo>
                  <a:lnTo>
                    <a:pt x="61931" y="82428"/>
                  </a:lnTo>
                  <a:lnTo>
                    <a:pt x="59107" y="85664"/>
                  </a:lnTo>
                  <a:lnTo>
                    <a:pt x="56339" y="88949"/>
                  </a:lnTo>
                  <a:lnTo>
                    <a:pt x="53630" y="92282"/>
                  </a:lnTo>
                  <a:lnTo>
                    <a:pt x="50979" y="95662"/>
                  </a:lnTo>
                  <a:lnTo>
                    <a:pt x="48388" y="99088"/>
                  </a:lnTo>
                  <a:lnTo>
                    <a:pt x="45857" y="102559"/>
                  </a:lnTo>
                  <a:lnTo>
                    <a:pt x="43387" y="106073"/>
                  </a:lnTo>
                  <a:lnTo>
                    <a:pt x="40980" y="109630"/>
                  </a:lnTo>
                  <a:lnTo>
                    <a:pt x="38634" y="113229"/>
                  </a:lnTo>
                  <a:lnTo>
                    <a:pt x="36353" y="116868"/>
                  </a:lnTo>
                  <a:lnTo>
                    <a:pt x="34135" y="120546"/>
                  </a:lnTo>
                  <a:lnTo>
                    <a:pt x="31982" y="124263"/>
                  </a:lnTo>
                  <a:lnTo>
                    <a:pt x="29894" y="128017"/>
                  </a:lnTo>
                  <a:lnTo>
                    <a:pt x="27872" y="131807"/>
                  </a:lnTo>
                  <a:lnTo>
                    <a:pt x="25917" y="135631"/>
                  </a:lnTo>
                  <a:lnTo>
                    <a:pt x="24029" y="139490"/>
                  </a:lnTo>
                  <a:lnTo>
                    <a:pt x="22209" y="143380"/>
                  </a:lnTo>
                  <a:lnTo>
                    <a:pt x="20458" y="147302"/>
                  </a:lnTo>
                  <a:lnTo>
                    <a:pt x="18775" y="151254"/>
                  </a:lnTo>
                  <a:lnTo>
                    <a:pt x="17162" y="155235"/>
                  </a:lnTo>
                  <a:lnTo>
                    <a:pt x="15618" y="159244"/>
                  </a:lnTo>
                  <a:lnTo>
                    <a:pt x="14145" y="163279"/>
                  </a:lnTo>
                  <a:lnTo>
                    <a:pt x="12743" y="167339"/>
                  </a:lnTo>
                  <a:lnTo>
                    <a:pt x="11412" y="171423"/>
                  </a:lnTo>
                  <a:lnTo>
                    <a:pt x="10153" y="175529"/>
                  </a:lnTo>
                  <a:lnTo>
                    <a:pt x="8966" y="179657"/>
                  </a:lnTo>
                  <a:lnTo>
                    <a:pt x="7851" y="183805"/>
                  </a:lnTo>
                  <a:lnTo>
                    <a:pt x="6809" y="187973"/>
                  </a:lnTo>
                  <a:lnTo>
                    <a:pt x="5840" y="192157"/>
                  </a:lnTo>
                  <a:lnTo>
                    <a:pt x="4944" y="196358"/>
                  </a:lnTo>
                  <a:lnTo>
                    <a:pt x="4123" y="200574"/>
                  </a:lnTo>
                  <a:lnTo>
                    <a:pt x="3375" y="204804"/>
                  </a:lnTo>
                  <a:lnTo>
                    <a:pt x="2701" y="209046"/>
                  </a:lnTo>
                  <a:lnTo>
                    <a:pt x="2101" y="213299"/>
                  </a:lnTo>
                  <a:lnTo>
                    <a:pt x="1577" y="217563"/>
                  </a:lnTo>
                  <a:lnTo>
                    <a:pt x="1126" y="221834"/>
                  </a:lnTo>
                  <a:lnTo>
                    <a:pt x="751" y="226113"/>
                  </a:lnTo>
                  <a:lnTo>
                    <a:pt x="450" y="230398"/>
                  </a:lnTo>
                  <a:lnTo>
                    <a:pt x="225" y="234687"/>
                  </a:lnTo>
                  <a:lnTo>
                    <a:pt x="75" y="238980"/>
                  </a:lnTo>
                  <a:lnTo>
                    <a:pt x="0" y="243275"/>
                  </a:lnTo>
                  <a:lnTo>
                    <a:pt x="0" y="247570"/>
                  </a:lnTo>
                  <a:lnTo>
                    <a:pt x="75" y="251865"/>
                  </a:lnTo>
                  <a:lnTo>
                    <a:pt x="225" y="256158"/>
                  </a:lnTo>
                  <a:lnTo>
                    <a:pt x="450" y="260447"/>
                  </a:lnTo>
                  <a:lnTo>
                    <a:pt x="751" y="264732"/>
                  </a:lnTo>
                  <a:lnTo>
                    <a:pt x="1126" y="269011"/>
                  </a:lnTo>
                  <a:lnTo>
                    <a:pt x="1577" y="273283"/>
                  </a:lnTo>
                  <a:lnTo>
                    <a:pt x="2101" y="277546"/>
                  </a:lnTo>
                  <a:lnTo>
                    <a:pt x="2701" y="281799"/>
                  </a:lnTo>
                  <a:lnTo>
                    <a:pt x="3375" y="286041"/>
                  </a:lnTo>
                  <a:lnTo>
                    <a:pt x="4123" y="290271"/>
                  </a:lnTo>
                  <a:lnTo>
                    <a:pt x="4944" y="294487"/>
                  </a:lnTo>
                  <a:lnTo>
                    <a:pt x="5840" y="298688"/>
                  </a:lnTo>
                  <a:lnTo>
                    <a:pt x="6809" y="302873"/>
                  </a:lnTo>
                  <a:lnTo>
                    <a:pt x="7851" y="307040"/>
                  </a:lnTo>
                  <a:lnTo>
                    <a:pt x="8966" y="311188"/>
                  </a:lnTo>
                  <a:lnTo>
                    <a:pt x="10153" y="315316"/>
                  </a:lnTo>
                  <a:lnTo>
                    <a:pt x="11412" y="319423"/>
                  </a:lnTo>
                  <a:lnTo>
                    <a:pt x="12743" y="323506"/>
                  </a:lnTo>
                  <a:lnTo>
                    <a:pt x="14145" y="327567"/>
                  </a:lnTo>
                  <a:lnTo>
                    <a:pt x="15618" y="331601"/>
                  </a:lnTo>
                  <a:lnTo>
                    <a:pt x="17162" y="335610"/>
                  </a:lnTo>
                  <a:lnTo>
                    <a:pt x="18775" y="339591"/>
                  </a:lnTo>
                  <a:lnTo>
                    <a:pt x="20458" y="343543"/>
                  </a:lnTo>
                  <a:lnTo>
                    <a:pt x="22209" y="347465"/>
                  </a:lnTo>
                  <a:lnTo>
                    <a:pt x="24029" y="351355"/>
                  </a:lnTo>
                  <a:lnTo>
                    <a:pt x="25917" y="355214"/>
                  </a:lnTo>
                  <a:lnTo>
                    <a:pt x="27872" y="359038"/>
                  </a:lnTo>
                  <a:lnTo>
                    <a:pt x="29894" y="362828"/>
                  </a:lnTo>
                  <a:lnTo>
                    <a:pt x="31982" y="366582"/>
                  </a:lnTo>
                  <a:lnTo>
                    <a:pt x="34135" y="370299"/>
                  </a:lnTo>
                  <a:lnTo>
                    <a:pt x="36353" y="373977"/>
                  </a:lnTo>
                  <a:lnTo>
                    <a:pt x="38634" y="377616"/>
                  </a:lnTo>
                  <a:lnTo>
                    <a:pt x="40980" y="381215"/>
                  </a:lnTo>
                  <a:lnTo>
                    <a:pt x="43387" y="384772"/>
                  </a:lnTo>
                  <a:lnTo>
                    <a:pt x="45857" y="388286"/>
                  </a:lnTo>
                  <a:lnTo>
                    <a:pt x="48388" y="391757"/>
                  </a:lnTo>
                  <a:lnTo>
                    <a:pt x="50979" y="395183"/>
                  </a:lnTo>
                  <a:lnTo>
                    <a:pt x="53630" y="398563"/>
                  </a:lnTo>
                  <a:lnTo>
                    <a:pt x="56339" y="401896"/>
                  </a:lnTo>
                  <a:lnTo>
                    <a:pt x="59107" y="405181"/>
                  </a:lnTo>
                  <a:lnTo>
                    <a:pt x="61931" y="408417"/>
                  </a:lnTo>
                  <a:lnTo>
                    <a:pt x="64812" y="411603"/>
                  </a:lnTo>
                  <a:lnTo>
                    <a:pt x="67748" y="414738"/>
                  </a:lnTo>
                  <a:lnTo>
                    <a:pt x="70738" y="417822"/>
                  </a:lnTo>
                  <a:lnTo>
                    <a:pt x="73782" y="420852"/>
                  </a:lnTo>
                  <a:lnTo>
                    <a:pt x="76879" y="423829"/>
                  </a:lnTo>
                  <a:lnTo>
                    <a:pt x="80027" y="426752"/>
                  </a:lnTo>
                  <a:lnTo>
                    <a:pt x="83226" y="429618"/>
                  </a:lnTo>
                  <a:lnTo>
                    <a:pt x="86474" y="432429"/>
                  </a:lnTo>
                  <a:lnTo>
                    <a:pt x="89771" y="435182"/>
                  </a:lnTo>
                  <a:lnTo>
                    <a:pt x="93116" y="437876"/>
                  </a:lnTo>
                  <a:lnTo>
                    <a:pt x="96507" y="440512"/>
                  </a:lnTo>
                  <a:lnTo>
                    <a:pt x="99945" y="443088"/>
                  </a:lnTo>
                  <a:lnTo>
                    <a:pt x="103426" y="445604"/>
                  </a:lnTo>
                  <a:lnTo>
                    <a:pt x="106951" y="448058"/>
                  </a:lnTo>
                  <a:lnTo>
                    <a:pt x="110519" y="450451"/>
                  </a:lnTo>
                  <a:lnTo>
                    <a:pt x="114128" y="452780"/>
                  </a:lnTo>
                  <a:lnTo>
                    <a:pt x="117777" y="455046"/>
                  </a:lnTo>
                  <a:lnTo>
                    <a:pt x="121465" y="457248"/>
                  </a:lnTo>
                  <a:lnTo>
                    <a:pt x="125191" y="459385"/>
                  </a:lnTo>
                  <a:lnTo>
                    <a:pt x="128954" y="461456"/>
                  </a:lnTo>
                  <a:lnTo>
                    <a:pt x="132753" y="463461"/>
                  </a:lnTo>
                  <a:lnTo>
                    <a:pt x="136586" y="465399"/>
                  </a:lnTo>
                  <a:lnTo>
                    <a:pt x="140452" y="467270"/>
                  </a:lnTo>
                  <a:lnTo>
                    <a:pt x="144351" y="469073"/>
                  </a:lnTo>
                  <a:lnTo>
                    <a:pt x="148281" y="470808"/>
                  </a:lnTo>
                  <a:lnTo>
                    <a:pt x="152240" y="472473"/>
                  </a:lnTo>
                  <a:lnTo>
                    <a:pt x="156228" y="474069"/>
                  </a:lnTo>
                  <a:lnTo>
                    <a:pt x="160243" y="475595"/>
                  </a:lnTo>
                  <a:lnTo>
                    <a:pt x="164284" y="477050"/>
                  </a:lnTo>
                  <a:lnTo>
                    <a:pt x="168350" y="478435"/>
                  </a:lnTo>
                  <a:lnTo>
                    <a:pt x="172440" y="479748"/>
                  </a:lnTo>
                  <a:lnTo>
                    <a:pt x="176552" y="480989"/>
                  </a:lnTo>
                  <a:lnTo>
                    <a:pt x="180685" y="482158"/>
                  </a:lnTo>
                  <a:lnTo>
                    <a:pt x="184838" y="483255"/>
                  </a:lnTo>
                  <a:lnTo>
                    <a:pt x="189010" y="484278"/>
                  </a:lnTo>
                  <a:lnTo>
                    <a:pt x="193199" y="485229"/>
                  </a:lnTo>
                  <a:lnTo>
                    <a:pt x="197404" y="486106"/>
                  </a:lnTo>
                  <a:lnTo>
                    <a:pt x="201623" y="486909"/>
                  </a:lnTo>
                  <a:lnTo>
                    <a:pt x="205856" y="487639"/>
                  </a:lnTo>
                  <a:lnTo>
                    <a:pt x="210101" y="488294"/>
                  </a:lnTo>
                  <a:lnTo>
                    <a:pt x="214357" y="488875"/>
                  </a:lnTo>
                  <a:lnTo>
                    <a:pt x="218623" y="489381"/>
                  </a:lnTo>
                  <a:lnTo>
                    <a:pt x="222896" y="489813"/>
                  </a:lnTo>
                  <a:lnTo>
                    <a:pt x="227177" y="490169"/>
                  </a:lnTo>
                  <a:lnTo>
                    <a:pt x="231463" y="490451"/>
                  </a:lnTo>
                  <a:lnTo>
                    <a:pt x="235753" y="490658"/>
                  </a:lnTo>
                  <a:lnTo>
                    <a:pt x="240047" y="490789"/>
                  </a:lnTo>
                  <a:lnTo>
                    <a:pt x="244342" y="490846"/>
                  </a:lnTo>
                  <a:lnTo>
                    <a:pt x="248637" y="490827"/>
                  </a:lnTo>
                  <a:lnTo>
                    <a:pt x="252931" y="490733"/>
                  </a:lnTo>
                  <a:lnTo>
                    <a:pt x="257223" y="490564"/>
                  </a:lnTo>
                  <a:lnTo>
                    <a:pt x="261512" y="490320"/>
                  </a:lnTo>
                  <a:lnTo>
                    <a:pt x="265795" y="490000"/>
                  </a:lnTo>
                  <a:lnTo>
                    <a:pt x="270072" y="489606"/>
                  </a:lnTo>
                  <a:lnTo>
                    <a:pt x="274342" y="489137"/>
                  </a:lnTo>
                  <a:lnTo>
                    <a:pt x="278603" y="488594"/>
                  </a:lnTo>
                  <a:lnTo>
                    <a:pt x="282854" y="487976"/>
                  </a:lnTo>
                  <a:lnTo>
                    <a:pt x="287093" y="487283"/>
                  </a:lnTo>
                  <a:lnTo>
                    <a:pt x="291319" y="486517"/>
                  </a:lnTo>
                  <a:lnTo>
                    <a:pt x="295532" y="485677"/>
                  </a:lnTo>
                  <a:lnTo>
                    <a:pt x="299729" y="484763"/>
                  </a:lnTo>
                  <a:lnTo>
                    <a:pt x="303909" y="483776"/>
                  </a:lnTo>
                  <a:lnTo>
                    <a:pt x="308071" y="482715"/>
                  </a:lnTo>
                  <a:lnTo>
                    <a:pt x="312215" y="481582"/>
                  </a:lnTo>
                  <a:lnTo>
                    <a:pt x="316338" y="480377"/>
                  </a:lnTo>
                  <a:lnTo>
                    <a:pt x="320439" y="479100"/>
                  </a:lnTo>
                  <a:lnTo>
                    <a:pt x="324517" y="477751"/>
                  </a:lnTo>
                  <a:lnTo>
                    <a:pt x="328571" y="476331"/>
                  </a:lnTo>
                  <a:lnTo>
                    <a:pt x="332599" y="474841"/>
                  </a:lnTo>
                  <a:lnTo>
                    <a:pt x="336601" y="473280"/>
                  </a:lnTo>
                  <a:lnTo>
                    <a:pt x="340574" y="471649"/>
                  </a:lnTo>
                  <a:lnTo>
                    <a:pt x="344519" y="469949"/>
                  </a:lnTo>
                  <a:lnTo>
                    <a:pt x="348433" y="468180"/>
                  </a:lnTo>
                  <a:lnTo>
                    <a:pt x="352316" y="466343"/>
                  </a:lnTo>
                  <a:lnTo>
                    <a:pt x="356166" y="464438"/>
                  </a:lnTo>
                  <a:lnTo>
                    <a:pt x="359982" y="462467"/>
                  </a:lnTo>
                  <a:lnTo>
                    <a:pt x="363763" y="460428"/>
                  </a:lnTo>
                  <a:lnTo>
                    <a:pt x="367508" y="458324"/>
                  </a:lnTo>
                  <a:lnTo>
                    <a:pt x="371215" y="456155"/>
                  </a:lnTo>
                  <a:lnTo>
                    <a:pt x="374884" y="453921"/>
                  </a:lnTo>
                  <a:lnTo>
                    <a:pt x="378513" y="451623"/>
                  </a:lnTo>
                  <a:lnTo>
                    <a:pt x="382101" y="449262"/>
                  </a:lnTo>
                  <a:lnTo>
                    <a:pt x="385648" y="446839"/>
                  </a:lnTo>
                  <a:lnTo>
                    <a:pt x="389151" y="444354"/>
                  </a:lnTo>
                  <a:lnTo>
                    <a:pt x="392611" y="441808"/>
                  </a:lnTo>
                  <a:lnTo>
                    <a:pt x="396025" y="439202"/>
                  </a:lnTo>
                  <a:lnTo>
                    <a:pt x="399393" y="436536"/>
                  </a:lnTo>
                  <a:lnTo>
                    <a:pt x="402714" y="433812"/>
                  </a:lnTo>
                  <a:lnTo>
                    <a:pt x="405987" y="431031"/>
                  </a:lnTo>
                  <a:lnTo>
                    <a:pt x="409211" y="428192"/>
                  </a:lnTo>
                  <a:lnTo>
                    <a:pt x="412385" y="425297"/>
                  </a:lnTo>
                  <a:lnTo>
                    <a:pt x="415507" y="422348"/>
                  </a:lnTo>
                  <a:lnTo>
                    <a:pt x="418577" y="419344"/>
                  </a:lnTo>
                  <a:lnTo>
                    <a:pt x="421595" y="416287"/>
                  </a:lnTo>
                  <a:lnTo>
                    <a:pt x="424558" y="413177"/>
                  </a:lnTo>
                  <a:lnTo>
                    <a:pt x="427466" y="410016"/>
                  </a:lnTo>
                  <a:lnTo>
                    <a:pt x="430319" y="406805"/>
                  </a:lnTo>
                  <a:lnTo>
                    <a:pt x="433115" y="403544"/>
                  </a:lnTo>
                  <a:lnTo>
                    <a:pt x="435854" y="400235"/>
                  </a:lnTo>
                  <a:lnTo>
                    <a:pt x="438534" y="396879"/>
                  </a:lnTo>
                  <a:lnTo>
                    <a:pt x="441155" y="393476"/>
                  </a:lnTo>
                  <a:lnTo>
                    <a:pt x="443716" y="390027"/>
                  </a:lnTo>
                  <a:lnTo>
                    <a:pt x="446216" y="386535"/>
                  </a:lnTo>
                  <a:lnTo>
                    <a:pt x="448655" y="382999"/>
                  </a:lnTo>
                  <a:lnTo>
                    <a:pt x="451032" y="379421"/>
                  </a:lnTo>
                  <a:lnTo>
                    <a:pt x="453345" y="375802"/>
                  </a:lnTo>
                  <a:lnTo>
                    <a:pt x="455595" y="372143"/>
                  </a:lnTo>
                  <a:lnTo>
                    <a:pt x="457781" y="368445"/>
                  </a:lnTo>
                  <a:lnTo>
                    <a:pt x="459901" y="364710"/>
                  </a:lnTo>
                  <a:lnTo>
                    <a:pt x="461956" y="360938"/>
                  </a:lnTo>
                  <a:lnTo>
                    <a:pt x="463945" y="357130"/>
                  </a:lnTo>
                  <a:lnTo>
                    <a:pt x="465866" y="353289"/>
                  </a:lnTo>
                  <a:lnTo>
                    <a:pt x="467720" y="349414"/>
                  </a:lnTo>
                  <a:lnTo>
                    <a:pt x="469506" y="345508"/>
                  </a:lnTo>
                  <a:lnTo>
                    <a:pt x="471223" y="341570"/>
                  </a:lnTo>
                  <a:lnTo>
                    <a:pt x="472872" y="337604"/>
                  </a:lnTo>
                  <a:lnTo>
                    <a:pt x="474450" y="333609"/>
                  </a:lnTo>
                  <a:lnTo>
                    <a:pt x="475958" y="329587"/>
                  </a:lnTo>
                  <a:lnTo>
                    <a:pt x="477396" y="325540"/>
                  </a:lnTo>
                  <a:lnTo>
                    <a:pt x="478762" y="321467"/>
                  </a:lnTo>
                  <a:lnTo>
                    <a:pt x="480058" y="317372"/>
                  </a:lnTo>
                  <a:lnTo>
                    <a:pt x="481281" y="313254"/>
                  </a:lnTo>
                  <a:lnTo>
                    <a:pt x="482432" y="309116"/>
                  </a:lnTo>
                  <a:lnTo>
                    <a:pt x="483510" y="304958"/>
                  </a:lnTo>
                  <a:lnTo>
                    <a:pt x="484516" y="300782"/>
                  </a:lnTo>
                  <a:lnTo>
                    <a:pt x="485448" y="296589"/>
                  </a:lnTo>
                  <a:lnTo>
                    <a:pt x="486307" y="292381"/>
                  </a:lnTo>
                  <a:lnTo>
                    <a:pt x="487092" y="288158"/>
                  </a:lnTo>
                  <a:lnTo>
                    <a:pt x="487803" y="283922"/>
                  </a:lnTo>
                  <a:lnTo>
                    <a:pt x="488439" y="279674"/>
                  </a:lnTo>
                  <a:lnTo>
                    <a:pt x="489001" y="275415"/>
                  </a:lnTo>
                  <a:lnTo>
                    <a:pt x="489489" y="271148"/>
                  </a:lnTo>
                  <a:lnTo>
                    <a:pt x="489902" y="266872"/>
                  </a:lnTo>
                  <a:lnTo>
                    <a:pt x="490240" y="262590"/>
                  </a:lnTo>
                  <a:lnTo>
                    <a:pt x="490503" y="258303"/>
                  </a:lnTo>
                  <a:lnTo>
                    <a:pt x="490691" y="254012"/>
                  </a:lnTo>
                  <a:lnTo>
                    <a:pt x="490803" y="249718"/>
                  </a:lnTo>
                  <a:lnTo>
                    <a:pt x="490841" y="245423"/>
                  </a:lnTo>
                </a:path>
              </a:pathLst>
            </a:custGeom>
            <a:ln w="13550" cap="flat">
              <a:solidFill>
                <a:srgbClr val="7FC5D8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434" name="tx434"/>
            <p:cNvSpPr/>
            <p:nvPr/>
          </p:nvSpPr>
          <p:spPr>
            <a:xfrm>
              <a:off x="7441065" y="2730981"/>
              <a:ext cx="265084" cy="800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435" name="tx435"/>
            <p:cNvSpPr/>
            <p:nvPr/>
          </p:nvSpPr>
          <p:spPr>
            <a:xfrm>
              <a:off x="7431960" y="3293395"/>
              <a:ext cx="283292" cy="82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436" name="tx436"/>
            <p:cNvSpPr/>
            <p:nvPr/>
          </p:nvSpPr>
          <p:spPr>
            <a:xfrm>
              <a:off x="7773180" y="2813541"/>
              <a:ext cx="469984" cy="801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437" name="tx437"/>
            <p:cNvSpPr/>
            <p:nvPr/>
          </p:nvSpPr>
          <p:spPr>
            <a:xfrm>
              <a:off x="7855846" y="3013379"/>
              <a:ext cx="216915" cy="79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438" name="tx438"/>
            <p:cNvSpPr/>
            <p:nvPr/>
          </p:nvSpPr>
          <p:spPr>
            <a:xfrm>
              <a:off x="7773180" y="3210729"/>
              <a:ext cx="488193" cy="82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439" name="pg439"/>
            <p:cNvSpPr/>
            <p:nvPr/>
          </p:nvSpPr>
          <p:spPr>
            <a:xfrm>
              <a:off x="7328191" y="2809005"/>
              <a:ext cx="490841" cy="490846"/>
            </a:xfrm>
            <a:custGeom>
              <a:avLst/>
              <a:pathLst>
                <a:path w="490841" h="490846">
                  <a:moveTo>
                    <a:pt x="490841" y="245423"/>
                  </a:moveTo>
                  <a:lnTo>
                    <a:pt x="490803" y="241127"/>
                  </a:lnTo>
                  <a:lnTo>
                    <a:pt x="490691" y="236833"/>
                  </a:lnTo>
                  <a:lnTo>
                    <a:pt x="490503" y="232542"/>
                  </a:lnTo>
                  <a:lnTo>
                    <a:pt x="490240" y="228255"/>
                  </a:lnTo>
                  <a:lnTo>
                    <a:pt x="489902" y="223973"/>
                  </a:lnTo>
                  <a:lnTo>
                    <a:pt x="489489" y="219697"/>
                  </a:lnTo>
                  <a:lnTo>
                    <a:pt x="489001" y="215430"/>
                  </a:lnTo>
                  <a:lnTo>
                    <a:pt x="488439" y="211171"/>
                  </a:lnTo>
                  <a:lnTo>
                    <a:pt x="487803" y="206924"/>
                  </a:lnTo>
                  <a:lnTo>
                    <a:pt x="487092" y="202687"/>
                  </a:lnTo>
                  <a:lnTo>
                    <a:pt x="486307" y="198464"/>
                  </a:lnTo>
                  <a:lnTo>
                    <a:pt x="485448" y="194256"/>
                  </a:lnTo>
                  <a:lnTo>
                    <a:pt x="484516" y="190063"/>
                  </a:lnTo>
                  <a:lnTo>
                    <a:pt x="483510" y="185887"/>
                  </a:lnTo>
                  <a:lnTo>
                    <a:pt x="482432" y="181729"/>
                  </a:lnTo>
                  <a:lnTo>
                    <a:pt x="481281" y="177591"/>
                  </a:lnTo>
                  <a:lnTo>
                    <a:pt x="480058" y="173473"/>
                  </a:lnTo>
                  <a:lnTo>
                    <a:pt x="478762" y="169378"/>
                  </a:lnTo>
                  <a:lnTo>
                    <a:pt x="477396" y="165306"/>
                  </a:lnTo>
                  <a:lnTo>
                    <a:pt x="475958" y="161258"/>
                  </a:lnTo>
                  <a:lnTo>
                    <a:pt x="474450" y="157236"/>
                  </a:lnTo>
                  <a:lnTo>
                    <a:pt x="472872" y="153241"/>
                  </a:lnTo>
                  <a:lnTo>
                    <a:pt x="471223" y="149275"/>
                  </a:lnTo>
                  <a:lnTo>
                    <a:pt x="469506" y="145338"/>
                  </a:lnTo>
                  <a:lnTo>
                    <a:pt x="467720" y="141431"/>
                  </a:lnTo>
                  <a:lnTo>
                    <a:pt x="465866" y="137556"/>
                  </a:lnTo>
                  <a:lnTo>
                    <a:pt x="463945" y="133715"/>
                  </a:lnTo>
                  <a:lnTo>
                    <a:pt x="461956" y="129907"/>
                  </a:lnTo>
                  <a:lnTo>
                    <a:pt x="459901" y="126135"/>
                  </a:lnTo>
                  <a:lnTo>
                    <a:pt x="457781" y="122400"/>
                  </a:lnTo>
                  <a:lnTo>
                    <a:pt x="455595" y="118702"/>
                  </a:lnTo>
                  <a:lnTo>
                    <a:pt x="453345" y="115043"/>
                  </a:lnTo>
                  <a:lnTo>
                    <a:pt x="451032" y="111424"/>
                  </a:lnTo>
                  <a:lnTo>
                    <a:pt x="448655" y="107846"/>
                  </a:lnTo>
                  <a:lnTo>
                    <a:pt x="446216" y="104310"/>
                  </a:lnTo>
                  <a:lnTo>
                    <a:pt x="443716" y="100818"/>
                  </a:lnTo>
                  <a:lnTo>
                    <a:pt x="441155" y="97370"/>
                  </a:lnTo>
                  <a:lnTo>
                    <a:pt x="438534" y="93967"/>
                  </a:lnTo>
                  <a:lnTo>
                    <a:pt x="435854" y="90610"/>
                  </a:lnTo>
                  <a:lnTo>
                    <a:pt x="433115" y="87301"/>
                  </a:lnTo>
                  <a:lnTo>
                    <a:pt x="430319" y="84040"/>
                  </a:lnTo>
                  <a:lnTo>
                    <a:pt x="427466" y="80829"/>
                  </a:lnTo>
                  <a:lnTo>
                    <a:pt x="424558" y="77668"/>
                  </a:lnTo>
                  <a:lnTo>
                    <a:pt x="421595" y="74558"/>
                  </a:lnTo>
                  <a:lnTo>
                    <a:pt x="418577" y="71501"/>
                  </a:lnTo>
                  <a:lnTo>
                    <a:pt x="415507" y="68497"/>
                  </a:lnTo>
                  <a:lnTo>
                    <a:pt x="412385" y="65548"/>
                  </a:lnTo>
                  <a:lnTo>
                    <a:pt x="409211" y="62653"/>
                  </a:lnTo>
                  <a:lnTo>
                    <a:pt x="405987" y="59815"/>
                  </a:lnTo>
                  <a:lnTo>
                    <a:pt x="402714" y="57033"/>
                  </a:lnTo>
                  <a:lnTo>
                    <a:pt x="399393" y="54309"/>
                  </a:lnTo>
                  <a:lnTo>
                    <a:pt x="396025" y="51643"/>
                  </a:lnTo>
                  <a:lnTo>
                    <a:pt x="392611" y="49037"/>
                  </a:lnTo>
                  <a:lnTo>
                    <a:pt x="389151" y="46491"/>
                  </a:lnTo>
                  <a:lnTo>
                    <a:pt x="385648" y="44006"/>
                  </a:lnTo>
                  <a:lnTo>
                    <a:pt x="382101" y="41583"/>
                  </a:lnTo>
                  <a:lnTo>
                    <a:pt x="378513" y="39222"/>
                  </a:lnTo>
                  <a:lnTo>
                    <a:pt x="374884" y="36924"/>
                  </a:lnTo>
                  <a:lnTo>
                    <a:pt x="371215" y="34690"/>
                  </a:lnTo>
                  <a:lnTo>
                    <a:pt x="367508" y="32521"/>
                  </a:lnTo>
                  <a:lnTo>
                    <a:pt x="363763" y="30417"/>
                  </a:lnTo>
                  <a:lnTo>
                    <a:pt x="359982" y="28378"/>
                  </a:lnTo>
                  <a:lnTo>
                    <a:pt x="356166" y="26407"/>
                  </a:lnTo>
                  <a:lnTo>
                    <a:pt x="352316" y="24502"/>
                  </a:lnTo>
                  <a:lnTo>
                    <a:pt x="348433" y="22665"/>
                  </a:lnTo>
                  <a:lnTo>
                    <a:pt x="344519" y="20896"/>
                  </a:lnTo>
                  <a:lnTo>
                    <a:pt x="340574" y="19196"/>
                  </a:lnTo>
                  <a:lnTo>
                    <a:pt x="336601" y="17565"/>
                  </a:lnTo>
                  <a:lnTo>
                    <a:pt x="332599" y="16004"/>
                  </a:lnTo>
                  <a:lnTo>
                    <a:pt x="328571" y="14514"/>
                  </a:lnTo>
                  <a:lnTo>
                    <a:pt x="324517" y="13094"/>
                  </a:lnTo>
                  <a:lnTo>
                    <a:pt x="320439" y="11745"/>
                  </a:lnTo>
                  <a:lnTo>
                    <a:pt x="316338" y="10468"/>
                  </a:lnTo>
                  <a:lnTo>
                    <a:pt x="312215" y="9263"/>
                  </a:lnTo>
                  <a:lnTo>
                    <a:pt x="308071" y="8130"/>
                  </a:lnTo>
                  <a:lnTo>
                    <a:pt x="303909" y="7070"/>
                  </a:lnTo>
                  <a:lnTo>
                    <a:pt x="299729" y="6082"/>
                  </a:lnTo>
                  <a:lnTo>
                    <a:pt x="295532" y="5169"/>
                  </a:lnTo>
                  <a:lnTo>
                    <a:pt x="291319" y="4328"/>
                  </a:lnTo>
                  <a:lnTo>
                    <a:pt x="287093" y="3562"/>
                  </a:lnTo>
                  <a:lnTo>
                    <a:pt x="282854" y="2869"/>
                  </a:lnTo>
                  <a:lnTo>
                    <a:pt x="278603" y="2251"/>
                  </a:lnTo>
                  <a:lnTo>
                    <a:pt x="274342" y="1708"/>
                  </a:lnTo>
                  <a:lnTo>
                    <a:pt x="270072" y="1239"/>
                  </a:lnTo>
                  <a:lnTo>
                    <a:pt x="265795" y="845"/>
                  </a:lnTo>
                  <a:lnTo>
                    <a:pt x="261512" y="526"/>
                  </a:lnTo>
                  <a:lnTo>
                    <a:pt x="257223" y="281"/>
                  </a:lnTo>
                  <a:lnTo>
                    <a:pt x="252931" y="112"/>
                  </a:lnTo>
                  <a:lnTo>
                    <a:pt x="248637" y="18"/>
                  </a:lnTo>
                  <a:lnTo>
                    <a:pt x="244342" y="0"/>
                  </a:lnTo>
                  <a:lnTo>
                    <a:pt x="240047" y="56"/>
                  </a:lnTo>
                  <a:lnTo>
                    <a:pt x="235753" y="187"/>
                  </a:lnTo>
                  <a:lnTo>
                    <a:pt x="231463" y="394"/>
                  </a:lnTo>
                  <a:lnTo>
                    <a:pt x="227177" y="676"/>
                  </a:lnTo>
                  <a:lnTo>
                    <a:pt x="222896" y="1032"/>
                  </a:lnTo>
                  <a:lnTo>
                    <a:pt x="218623" y="1464"/>
                  </a:lnTo>
                  <a:lnTo>
                    <a:pt x="214357" y="1970"/>
                  </a:lnTo>
                  <a:lnTo>
                    <a:pt x="210101" y="2551"/>
                  </a:lnTo>
                  <a:lnTo>
                    <a:pt x="205856" y="3206"/>
                  </a:lnTo>
                  <a:lnTo>
                    <a:pt x="201623" y="3936"/>
                  </a:lnTo>
                  <a:lnTo>
                    <a:pt x="197404" y="4739"/>
                  </a:lnTo>
                  <a:lnTo>
                    <a:pt x="193199" y="5616"/>
                  </a:lnTo>
                  <a:lnTo>
                    <a:pt x="189010" y="6567"/>
                  </a:lnTo>
                  <a:lnTo>
                    <a:pt x="184838" y="7591"/>
                  </a:lnTo>
                  <a:lnTo>
                    <a:pt x="180685" y="8687"/>
                  </a:lnTo>
                  <a:lnTo>
                    <a:pt x="176552" y="9856"/>
                  </a:lnTo>
                  <a:lnTo>
                    <a:pt x="172440" y="11098"/>
                  </a:lnTo>
                  <a:lnTo>
                    <a:pt x="168350" y="12411"/>
                  </a:lnTo>
                  <a:lnTo>
                    <a:pt x="164284" y="13795"/>
                  </a:lnTo>
                  <a:lnTo>
                    <a:pt x="160243" y="15250"/>
                  </a:lnTo>
                  <a:lnTo>
                    <a:pt x="156228" y="16776"/>
                  </a:lnTo>
                  <a:lnTo>
                    <a:pt x="152240" y="18372"/>
                  </a:lnTo>
                  <a:lnTo>
                    <a:pt x="148281" y="20038"/>
                  </a:lnTo>
                  <a:lnTo>
                    <a:pt x="144351" y="21772"/>
                  </a:lnTo>
                  <a:lnTo>
                    <a:pt x="140452" y="23575"/>
                  </a:lnTo>
                  <a:lnTo>
                    <a:pt x="136586" y="25446"/>
                  </a:lnTo>
                  <a:lnTo>
                    <a:pt x="132753" y="27384"/>
                  </a:lnTo>
                  <a:lnTo>
                    <a:pt x="128954" y="29389"/>
                  </a:lnTo>
                  <a:lnTo>
                    <a:pt x="125191" y="31461"/>
                  </a:lnTo>
                  <a:lnTo>
                    <a:pt x="121465" y="33597"/>
                  </a:lnTo>
                  <a:lnTo>
                    <a:pt x="117777" y="35799"/>
                  </a:lnTo>
                  <a:lnTo>
                    <a:pt x="114128" y="38065"/>
                  </a:lnTo>
                  <a:lnTo>
                    <a:pt x="110519" y="40394"/>
                  </a:lnTo>
                  <a:lnTo>
                    <a:pt x="106951" y="42787"/>
                  </a:lnTo>
                  <a:lnTo>
                    <a:pt x="103426" y="45241"/>
                  </a:lnTo>
                  <a:lnTo>
                    <a:pt x="99945" y="47757"/>
                  </a:lnTo>
                  <a:lnTo>
                    <a:pt x="96507" y="50333"/>
                  </a:lnTo>
                  <a:lnTo>
                    <a:pt x="93116" y="52969"/>
                  </a:lnTo>
                  <a:lnTo>
                    <a:pt x="89771" y="55664"/>
                  </a:lnTo>
                  <a:lnTo>
                    <a:pt x="86474" y="58417"/>
                  </a:lnTo>
                  <a:lnTo>
                    <a:pt x="83226" y="61227"/>
                  </a:lnTo>
                  <a:lnTo>
                    <a:pt x="80027" y="64094"/>
                  </a:lnTo>
                  <a:lnTo>
                    <a:pt x="76879" y="67016"/>
                  </a:lnTo>
                  <a:lnTo>
                    <a:pt x="73782" y="69993"/>
                  </a:lnTo>
                  <a:lnTo>
                    <a:pt x="70738" y="73023"/>
                  </a:lnTo>
                  <a:lnTo>
                    <a:pt x="67748" y="76107"/>
                  </a:lnTo>
                  <a:lnTo>
                    <a:pt x="64812" y="79242"/>
                  </a:lnTo>
                  <a:lnTo>
                    <a:pt x="61931" y="82428"/>
                  </a:lnTo>
                  <a:lnTo>
                    <a:pt x="59107" y="85664"/>
                  </a:lnTo>
                  <a:lnTo>
                    <a:pt x="56339" y="88949"/>
                  </a:lnTo>
                  <a:lnTo>
                    <a:pt x="53630" y="92282"/>
                  </a:lnTo>
                  <a:lnTo>
                    <a:pt x="50979" y="95662"/>
                  </a:lnTo>
                  <a:lnTo>
                    <a:pt x="48388" y="99088"/>
                  </a:lnTo>
                  <a:lnTo>
                    <a:pt x="45857" y="102559"/>
                  </a:lnTo>
                  <a:lnTo>
                    <a:pt x="43387" y="106073"/>
                  </a:lnTo>
                  <a:lnTo>
                    <a:pt x="40980" y="109630"/>
                  </a:lnTo>
                  <a:lnTo>
                    <a:pt x="38634" y="113229"/>
                  </a:lnTo>
                  <a:lnTo>
                    <a:pt x="36353" y="116868"/>
                  </a:lnTo>
                  <a:lnTo>
                    <a:pt x="34135" y="120546"/>
                  </a:lnTo>
                  <a:lnTo>
                    <a:pt x="31982" y="124263"/>
                  </a:lnTo>
                  <a:lnTo>
                    <a:pt x="29894" y="128017"/>
                  </a:lnTo>
                  <a:lnTo>
                    <a:pt x="27872" y="131807"/>
                  </a:lnTo>
                  <a:lnTo>
                    <a:pt x="25917" y="135631"/>
                  </a:lnTo>
                  <a:lnTo>
                    <a:pt x="24029" y="139490"/>
                  </a:lnTo>
                  <a:lnTo>
                    <a:pt x="22209" y="143380"/>
                  </a:lnTo>
                  <a:lnTo>
                    <a:pt x="20458" y="147302"/>
                  </a:lnTo>
                  <a:lnTo>
                    <a:pt x="18775" y="151254"/>
                  </a:lnTo>
                  <a:lnTo>
                    <a:pt x="17162" y="155235"/>
                  </a:lnTo>
                  <a:lnTo>
                    <a:pt x="15618" y="159244"/>
                  </a:lnTo>
                  <a:lnTo>
                    <a:pt x="14145" y="163279"/>
                  </a:lnTo>
                  <a:lnTo>
                    <a:pt x="12743" y="167339"/>
                  </a:lnTo>
                  <a:lnTo>
                    <a:pt x="11412" y="171423"/>
                  </a:lnTo>
                  <a:lnTo>
                    <a:pt x="10153" y="175529"/>
                  </a:lnTo>
                  <a:lnTo>
                    <a:pt x="8966" y="179657"/>
                  </a:lnTo>
                  <a:lnTo>
                    <a:pt x="7851" y="183805"/>
                  </a:lnTo>
                  <a:lnTo>
                    <a:pt x="6809" y="187973"/>
                  </a:lnTo>
                  <a:lnTo>
                    <a:pt x="5840" y="192157"/>
                  </a:lnTo>
                  <a:lnTo>
                    <a:pt x="4944" y="196358"/>
                  </a:lnTo>
                  <a:lnTo>
                    <a:pt x="4123" y="200574"/>
                  </a:lnTo>
                  <a:lnTo>
                    <a:pt x="3375" y="204804"/>
                  </a:lnTo>
                  <a:lnTo>
                    <a:pt x="2701" y="209046"/>
                  </a:lnTo>
                  <a:lnTo>
                    <a:pt x="2101" y="213299"/>
                  </a:lnTo>
                  <a:lnTo>
                    <a:pt x="1577" y="217563"/>
                  </a:lnTo>
                  <a:lnTo>
                    <a:pt x="1126" y="221834"/>
                  </a:lnTo>
                  <a:lnTo>
                    <a:pt x="751" y="226113"/>
                  </a:lnTo>
                  <a:lnTo>
                    <a:pt x="450" y="230398"/>
                  </a:lnTo>
                  <a:lnTo>
                    <a:pt x="225" y="234687"/>
                  </a:lnTo>
                  <a:lnTo>
                    <a:pt x="75" y="238980"/>
                  </a:lnTo>
                  <a:lnTo>
                    <a:pt x="0" y="243275"/>
                  </a:lnTo>
                  <a:lnTo>
                    <a:pt x="0" y="247570"/>
                  </a:lnTo>
                  <a:lnTo>
                    <a:pt x="75" y="251865"/>
                  </a:lnTo>
                  <a:lnTo>
                    <a:pt x="225" y="256158"/>
                  </a:lnTo>
                  <a:lnTo>
                    <a:pt x="450" y="260447"/>
                  </a:lnTo>
                  <a:lnTo>
                    <a:pt x="751" y="264732"/>
                  </a:lnTo>
                  <a:lnTo>
                    <a:pt x="1126" y="269011"/>
                  </a:lnTo>
                  <a:lnTo>
                    <a:pt x="1577" y="273283"/>
                  </a:lnTo>
                  <a:lnTo>
                    <a:pt x="2101" y="277546"/>
                  </a:lnTo>
                  <a:lnTo>
                    <a:pt x="2701" y="281799"/>
                  </a:lnTo>
                  <a:lnTo>
                    <a:pt x="3375" y="286041"/>
                  </a:lnTo>
                  <a:lnTo>
                    <a:pt x="4123" y="290271"/>
                  </a:lnTo>
                  <a:lnTo>
                    <a:pt x="4944" y="294487"/>
                  </a:lnTo>
                  <a:lnTo>
                    <a:pt x="5840" y="298688"/>
                  </a:lnTo>
                  <a:lnTo>
                    <a:pt x="6809" y="302873"/>
                  </a:lnTo>
                  <a:lnTo>
                    <a:pt x="7851" y="307040"/>
                  </a:lnTo>
                  <a:lnTo>
                    <a:pt x="8966" y="311188"/>
                  </a:lnTo>
                  <a:lnTo>
                    <a:pt x="10153" y="315316"/>
                  </a:lnTo>
                  <a:lnTo>
                    <a:pt x="11412" y="319423"/>
                  </a:lnTo>
                  <a:lnTo>
                    <a:pt x="12743" y="323506"/>
                  </a:lnTo>
                  <a:lnTo>
                    <a:pt x="14145" y="327567"/>
                  </a:lnTo>
                  <a:lnTo>
                    <a:pt x="15618" y="331601"/>
                  </a:lnTo>
                  <a:lnTo>
                    <a:pt x="17162" y="335610"/>
                  </a:lnTo>
                  <a:lnTo>
                    <a:pt x="18775" y="339591"/>
                  </a:lnTo>
                  <a:lnTo>
                    <a:pt x="20458" y="343543"/>
                  </a:lnTo>
                  <a:lnTo>
                    <a:pt x="22209" y="347465"/>
                  </a:lnTo>
                  <a:lnTo>
                    <a:pt x="24029" y="351355"/>
                  </a:lnTo>
                  <a:lnTo>
                    <a:pt x="25917" y="355214"/>
                  </a:lnTo>
                  <a:lnTo>
                    <a:pt x="27872" y="359038"/>
                  </a:lnTo>
                  <a:lnTo>
                    <a:pt x="29894" y="362828"/>
                  </a:lnTo>
                  <a:lnTo>
                    <a:pt x="31982" y="366582"/>
                  </a:lnTo>
                  <a:lnTo>
                    <a:pt x="34135" y="370299"/>
                  </a:lnTo>
                  <a:lnTo>
                    <a:pt x="36353" y="373977"/>
                  </a:lnTo>
                  <a:lnTo>
                    <a:pt x="38634" y="377616"/>
                  </a:lnTo>
                  <a:lnTo>
                    <a:pt x="40980" y="381215"/>
                  </a:lnTo>
                  <a:lnTo>
                    <a:pt x="43387" y="384772"/>
                  </a:lnTo>
                  <a:lnTo>
                    <a:pt x="45857" y="388286"/>
                  </a:lnTo>
                  <a:lnTo>
                    <a:pt x="48388" y="391757"/>
                  </a:lnTo>
                  <a:lnTo>
                    <a:pt x="50979" y="395183"/>
                  </a:lnTo>
                  <a:lnTo>
                    <a:pt x="53630" y="398563"/>
                  </a:lnTo>
                  <a:lnTo>
                    <a:pt x="56339" y="401896"/>
                  </a:lnTo>
                  <a:lnTo>
                    <a:pt x="59107" y="405181"/>
                  </a:lnTo>
                  <a:lnTo>
                    <a:pt x="61931" y="408417"/>
                  </a:lnTo>
                  <a:lnTo>
                    <a:pt x="64812" y="411603"/>
                  </a:lnTo>
                  <a:lnTo>
                    <a:pt x="67748" y="414738"/>
                  </a:lnTo>
                  <a:lnTo>
                    <a:pt x="70738" y="417822"/>
                  </a:lnTo>
                  <a:lnTo>
                    <a:pt x="73782" y="420852"/>
                  </a:lnTo>
                  <a:lnTo>
                    <a:pt x="76879" y="423829"/>
                  </a:lnTo>
                  <a:lnTo>
                    <a:pt x="80027" y="426752"/>
                  </a:lnTo>
                  <a:lnTo>
                    <a:pt x="83226" y="429618"/>
                  </a:lnTo>
                  <a:lnTo>
                    <a:pt x="86474" y="432429"/>
                  </a:lnTo>
                  <a:lnTo>
                    <a:pt x="89771" y="435182"/>
                  </a:lnTo>
                  <a:lnTo>
                    <a:pt x="93116" y="437876"/>
                  </a:lnTo>
                  <a:lnTo>
                    <a:pt x="96507" y="440512"/>
                  </a:lnTo>
                  <a:lnTo>
                    <a:pt x="99945" y="443088"/>
                  </a:lnTo>
                  <a:lnTo>
                    <a:pt x="103426" y="445604"/>
                  </a:lnTo>
                  <a:lnTo>
                    <a:pt x="106951" y="448058"/>
                  </a:lnTo>
                  <a:lnTo>
                    <a:pt x="110519" y="450451"/>
                  </a:lnTo>
                  <a:lnTo>
                    <a:pt x="114128" y="452780"/>
                  </a:lnTo>
                  <a:lnTo>
                    <a:pt x="117777" y="455046"/>
                  </a:lnTo>
                  <a:lnTo>
                    <a:pt x="121465" y="457248"/>
                  </a:lnTo>
                  <a:lnTo>
                    <a:pt x="125191" y="459385"/>
                  </a:lnTo>
                  <a:lnTo>
                    <a:pt x="128954" y="461456"/>
                  </a:lnTo>
                  <a:lnTo>
                    <a:pt x="132753" y="463461"/>
                  </a:lnTo>
                  <a:lnTo>
                    <a:pt x="136586" y="465399"/>
                  </a:lnTo>
                  <a:lnTo>
                    <a:pt x="140452" y="467270"/>
                  </a:lnTo>
                  <a:lnTo>
                    <a:pt x="144351" y="469073"/>
                  </a:lnTo>
                  <a:lnTo>
                    <a:pt x="148281" y="470808"/>
                  </a:lnTo>
                  <a:lnTo>
                    <a:pt x="152240" y="472473"/>
                  </a:lnTo>
                  <a:lnTo>
                    <a:pt x="156228" y="474069"/>
                  </a:lnTo>
                  <a:lnTo>
                    <a:pt x="160243" y="475595"/>
                  </a:lnTo>
                  <a:lnTo>
                    <a:pt x="164284" y="477050"/>
                  </a:lnTo>
                  <a:lnTo>
                    <a:pt x="168350" y="478435"/>
                  </a:lnTo>
                  <a:lnTo>
                    <a:pt x="172440" y="479748"/>
                  </a:lnTo>
                  <a:lnTo>
                    <a:pt x="176552" y="480989"/>
                  </a:lnTo>
                  <a:lnTo>
                    <a:pt x="180685" y="482158"/>
                  </a:lnTo>
                  <a:lnTo>
                    <a:pt x="184838" y="483255"/>
                  </a:lnTo>
                  <a:lnTo>
                    <a:pt x="189010" y="484278"/>
                  </a:lnTo>
                  <a:lnTo>
                    <a:pt x="193199" y="485229"/>
                  </a:lnTo>
                  <a:lnTo>
                    <a:pt x="197404" y="486106"/>
                  </a:lnTo>
                  <a:lnTo>
                    <a:pt x="201623" y="486909"/>
                  </a:lnTo>
                  <a:lnTo>
                    <a:pt x="205856" y="487639"/>
                  </a:lnTo>
                  <a:lnTo>
                    <a:pt x="210101" y="488294"/>
                  </a:lnTo>
                  <a:lnTo>
                    <a:pt x="214357" y="488875"/>
                  </a:lnTo>
                  <a:lnTo>
                    <a:pt x="218623" y="489381"/>
                  </a:lnTo>
                  <a:lnTo>
                    <a:pt x="222896" y="489813"/>
                  </a:lnTo>
                  <a:lnTo>
                    <a:pt x="227177" y="490169"/>
                  </a:lnTo>
                  <a:lnTo>
                    <a:pt x="231463" y="490451"/>
                  </a:lnTo>
                  <a:lnTo>
                    <a:pt x="235753" y="490658"/>
                  </a:lnTo>
                  <a:lnTo>
                    <a:pt x="240047" y="490789"/>
                  </a:lnTo>
                  <a:lnTo>
                    <a:pt x="244342" y="490846"/>
                  </a:lnTo>
                  <a:lnTo>
                    <a:pt x="248637" y="490827"/>
                  </a:lnTo>
                  <a:lnTo>
                    <a:pt x="252931" y="490733"/>
                  </a:lnTo>
                  <a:lnTo>
                    <a:pt x="257223" y="490564"/>
                  </a:lnTo>
                  <a:lnTo>
                    <a:pt x="261512" y="490320"/>
                  </a:lnTo>
                  <a:lnTo>
                    <a:pt x="265795" y="490000"/>
                  </a:lnTo>
                  <a:lnTo>
                    <a:pt x="270072" y="489606"/>
                  </a:lnTo>
                  <a:lnTo>
                    <a:pt x="274342" y="489137"/>
                  </a:lnTo>
                  <a:lnTo>
                    <a:pt x="278603" y="488594"/>
                  </a:lnTo>
                  <a:lnTo>
                    <a:pt x="282854" y="487976"/>
                  </a:lnTo>
                  <a:lnTo>
                    <a:pt x="287093" y="487283"/>
                  </a:lnTo>
                  <a:lnTo>
                    <a:pt x="291319" y="486517"/>
                  </a:lnTo>
                  <a:lnTo>
                    <a:pt x="295532" y="485677"/>
                  </a:lnTo>
                  <a:lnTo>
                    <a:pt x="299729" y="484763"/>
                  </a:lnTo>
                  <a:lnTo>
                    <a:pt x="303909" y="483776"/>
                  </a:lnTo>
                  <a:lnTo>
                    <a:pt x="308071" y="482715"/>
                  </a:lnTo>
                  <a:lnTo>
                    <a:pt x="312215" y="481582"/>
                  </a:lnTo>
                  <a:lnTo>
                    <a:pt x="316338" y="480377"/>
                  </a:lnTo>
                  <a:lnTo>
                    <a:pt x="320439" y="479100"/>
                  </a:lnTo>
                  <a:lnTo>
                    <a:pt x="324517" y="477751"/>
                  </a:lnTo>
                  <a:lnTo>
                    <a:pt x="328571" y="476331"/>
                  </a:lnTo>
                  <a:lnTo>
                    <a:pt x="332599" y="474841"/>
                  </a:lnTo>
                  <a:lnTo>
                    <a:pt x="336601" y="473280"/>
                  </a:lnTo>
                  <a:lnTo>
                    <a:pt x="340574" y="471649"/>
                  </a:lnTo>
                  <a:lnTo>
                    <a:pt x="344519" y="469949"/>
                  </a:lnTo>
                  <a:lnTo>
                    <a:pt x="348433" y="468180"/>
                  </a:lnTo>
                  <a:lnTo>
                    <a:pt x="352316" y="466343"/>
                  </a:lnTo>
                  <a:lnTo>
                    <a:pt x="356166" y="464438"/>
                  </a:lnTo>
                  <a:lnTo>
                    <a:pt x="359982" y="462467"/>
                  </a:lnTo>
                  <a:lnTo>
                    <a:pt x="363763" y="460428"/>
                  </a:lnTo>
                  <a:lnTo>
                    <a:pt x="367508" y="458324"/>
                  </a:lnTo>
                  <a:lnTo>
                    <a:pt x="371215" y="456155"/>
                  </a:lnTo>
                  <a:lnTo>
                    <a:pt x="374884" y="453921"/>
                  </a:lnTo>
                  <a:lnTo>
                    <a:pt x="378513" y="451623"/>
                  </a:lnTo>
                  <a:lnTo>
                    <a:pt x="382101" y="449262"/>
                  </a:lnTo>
                  <a:lnTo>
                    <a:pt x="385648" y="446839"/>
                  </a:lnTo>
                  <a:lnTo>
                    <a:pt x="389151" y="444354"/>
                  </a:lnTo>
                  <a:lnTo>
                    <a:pt x="392611" y="441808"/>
                  </a:lnTo>
                  <a:lnTo>
                    <a:pt x="396025" y="439202"/>
                  </a:lnTo>
                  <a:lnTo>
                    <a:pt x="399393" y="436536"/>
                  </a:lnTo>
                  <a:lnTo>
                    <a:pt x="402714" y="433812"/>
                  </a:lnTo>
                  <a:lnTo>
                    <a:pt x="405987" y="431031"/>
                  </a:lnTo>
                  <a:lnTo>
                    <a:pt x="409211" y="428192"/>
                  </a:lnTo>
                  <a:lnTo>
                    <a:pt x="412385" y="425297"/>
                  </a:lnTo>
                  <a:lnTo>
                    <a:pt x="415507" y="422348"/>
                  </a:lnTo>
                  <a:lnTo>
                    <a:pt x="418577" y="419344"/>
                  </a:lnTo>
                  <a:lnTo>
                    <a:pt x="421595" y="416287"/>
                  </a:lnTo>
                  <a:lnTo>
                    <a:pt x="424558" y="413177"/>
                  </a:lnTo>
                  <a:lnTo>
                    <a:pt x="427466" y="410016"/>
                  </a:lnTo>
                  <a:lnTo>
                    <a:pt x="430319" y="406805"/>
                  </a:lnTo>
                  <a:lnTo>
                    <a:pt x="433115" y="403544"/>
                  </a:lnTo>
                  <a:lnTo>
                    <a:pt x="435854" y="400235"/>
                  </a:lnTo>
                  <a:lnTo>
                    <a:pt x="438534" y="396879"/>
                  </a:lnTo>
                  <a:lnTo>
                    <a:pt x="441155" y="393476"/>
                  </a:lnTo>
                  <a:lnTo>
                    <a:pt x="443716" y="390027"/>
                  </a:lnTo>
                  <a:lnTo>
                    <a:pt x="446216" y="386535"/>
                  </a:lnTo>
                  <a:lnTo>
                    <a:pt x="448655" y="382999"/>
                  </a:lnTo>
                  <a:lnTo>
                    <a:pt x="451032" y="379421"/>
                  </a:lnTo>
                  <a:lnTo>
                    <a:pt x="453345" y="375802"/>
                  </a:lnTo>
                  <a:lnTo>
                    <a:pt x="455595" y="372143"/>
                  </a:lnTo>
                  <a:lnTo>
                    <a:pt x="457781" y="368445"/>
                  </a:lnTo>
                  <a:lnTo>
                    <a:pt x="459901" y="364710"/>
                  </a:lnTo>
                  <a:lnTo>
                    <a:pt x="461956" y="360938"/>
                  </a:lnTo>
                  <a:lnTo>
                    <a:pt x="463945" y="357130"/>
                  </a:lnTo>
                  <a:lnTo>
                    <a:pt x="465866" y="353289"/>
                  </a:lnTo>
                  <a:lnTo>
                    <a:pt x="467720" y="349414"/>
                  </a:lnTo>
                  <a:lnTo>
                    <a:pt x="469506" y="345508"/>
                  </a:lnTo>
                  <a:lnTo>
                    <a:pt x="471223" y="341570"/>
                  </a:lnTo>
                  <a:lnTo>
                    <a:pt x="472872" y="337604"/>
                  </a:lnTo>
                  <a:lnTo>
                    <a:pt x="474450" y="333609"/>
                  </a:lnTo>
                  <a:lnTo>
                    <a:pt x="475958" y="329587"/>
                  </a:lnTo>
                  <a:lnTo>
                    <a:pt x="477396" y="325540"/>
                  </a:lnTo>
                  <a:lnTo>
                    <a:pt x="478762" y="321467"/>
                  </a:lnTo>
                  <a:lnTo>
                    <a:pt x="480058" y="317372"/>
                  </a:lnTo>
                  <a:lnTo>
                    <a:pt x="481281" y="313254"/>
                  </a:lnTo>
                  <a:lnTo>
                    <a:pt x="482432" y="309116"/>
                  </a:lnTo>
                  <a:lnTo>
                    <a:pt x="483510" y="304958"/>
                  </a:lnTo>
                  <a:lnTo>
                    <a:pt x="484516" y="300782"/>
                  </a:lnTo>
                  <a:lnTo>
                    <a:pt x="485448" y="296589"/>
                  </a:lnTo>
                  <a:lnTo>
                    <a:pt x="486307" y="292381"/>
                  </a:lnTo>
                  <a:lnTo>
                    <a:pt x="487092" y="288158"/>
                  </a:lnTo>
                  <a:lnTo>
                    <a:pt x="487803" y="283922"/>
                  </a:lnTo>
                  <a:lnTo>
                    <a:pt x="488439" y="279674"/>
                  </a:lnTo>
                  <a:lnTo>
                    <a:pt x="489001" y="275415"/>
                  </a:lnTo>
                  <a:lnTo>
                    <a:pt x="489489" y="271148"/>
                  </a:lnTo>
                  <a:lnTo>
                    <a:pt x="489902" y="266872"/>
                  </a:lnTo>
                  <a:lnTo>
                    <a:pt x="490240" y="262590"/>
                  </a:lnTo>
                  <a:lnTo>
                    <a:pt x="490503" y="258303"/>
                  </a:lnTo>
                  <a:lnTo>
                    <a:pt x="490691" y="254012"/>
                  </a:lnTo>
                  <a:lnTo>
                    <a:pt x="490803" y="249718"/>
                  </a:lnTo>
                  <a:close/>
                </a:path>
              </a:pathLst>
            </a:custGeom>
            <a:solidFill>
              <a:srgbClr val="F5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440" name="pl440"/>
            <p:cNvSpPr/>
            <p:nvPr/>
          </p:nvSpPr>
          <p:spPr>
            <a:xfrm>
              <a:off x="7573607" y="2809002"/>
              <a:ext cx="0" cy="220882"/>
            </a:xfrm>
            <a:custGeom>
              <a:avLst/>
              <a:pathLst>
                <a:path w="0" h="220882">
                  <a:moveTo>
                    <a:pt x="0" y="220882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l441"/>
            <p:cNvSpPr/>
            <p:nvPr/>
          </p:nvSpPr>
          <p:spPr>
            <a:xfrm>
              <a:off x="7590961" y="2880886"/>
              <a:ext cx="156187" cy="156187"/>
            </a:xfrm>
            <a:custGeom>
              <a:avLst/>
              <a:pathLst>
                <a:path w="156187" h="156187">
                  <a:moveTo>
                    <a:pt x="0" y="156187"/>
                  </a:moveTo>
                  <a:lnTo>
                    <a:pt x="156187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l442"/>
            <p:cNvSpPr/>
            <p:nvPr/>
          </p:nvSpPr>
          <p:spPr>
            <a:xfrm>
              <a:off x="7598149" y="3054428"/>
              <a:ext cx="220882" cy="0"/>
            </a:xfrm>
            <a:custGeom>
              <a:avLst/>
              <a:pathLst>
                <a:path w="220882" h="0">
                  <a:moveTo>
                    <a:pt x="0" y="0"/>
                  </a:moveTo>
                  <a:lnTo>
                    <a:pt x="220882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l443"/>
            <p:cNvSpPr/>
            <p:nvPr/>
          </p:nvSpPr>
          <p:spPr>
            <a:xfrm>
              <a:off x="7590961" y="3071782"/>
              <a:ext cx="156187" cy="156187"/>
            </a:xfrm>
            <a:custGeom>
              <a:avLst/>
              <a:pathLst>
                <a:path w="156187" h="156187">
                  <a:moveTo>
                    <a:pt x="0" y="0"/>
                  </a:moveTo>
                  <a:lnTo>
                    <a:pt x="156187" y="156187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l444"/>
            <p:cNvSpPr/>
            <p:nvPr/>
          </p:nvSpPr>
          <p:spPr>
            <a:xfrm>
              <a:off x="7573607" y="3078970"/>
              <a:ext cx="0" cy="220882"/>
            </a:xfrm>
            <a:custGeom>
              <a:avLst/>
              <a:pathLst>
                <a:path w="0" h="220882">
                  <a:moveTo>
                    <a:pt x="0" y="0"/>
                  </a:moveTo>
                  <a:lnTo>
                    <a:pt x="0" y="220882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l445"/>
            <p:cNvSpPr/>
            <p:nvPr/>
          </p:nvSpPr>
          <p:spPr>
            <a:xfrm>
              <a:off x="7400065" y="3071782"/>
              <a:ext cx="156187" cy="156187"/>
            </a:xfrm>
            <a:custGeom>
              <a:avLst/>
              <a:pathLst>
                <a:path w="156187" h="156187">
                  <a:moveTo>
                    <a:pt x="156187" y="0"/>
                  </a:moveTo>
                  <a:lnTo>
                    <a:pt x="0" y="156187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l446"/>
            <p:cNvSpPr/>
            <p:nvPr/>
          </p:nvSpPr>
          <p:spPr>
            <a:xfrm>
              <a:off x="7328181" y="3054428"/>
              <a:ext cx="220882" cy="0"/>
            </a:xfrm>
            <a:custGeom>
              <a:avLst/>
              <a:pathLst>
                <a:path w="220882" h="0">
                  <a:moveTo>
                    <a:pt x="220882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l447"/>
            <p:cNvSpPr/>
            <p:nvPr/>
          </p:nvSpPr>
          <p:spPr>
            <a:xfrm>
              <a:off x="7400065" y="2880886"/>
              <a:ext cx="156187" cy="156187"/>
            </a:xfrm>
            <a:custGeom>
              <a:avLst/>
              <a:pathLst>
                <a:path w="156187" h="156187">
                  <a:moveTo>
                    <a:pt x="156187" y="156187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l448"/>
            <p:cNvSpPr/>
            <p:nvPr/>
          </p:nvSpPr>
          <p:spPr>
            <a:xfrm>
              <a:off x="7540634" y="2985709"/>
              <a:ext cx="145868" cy="93261"/>
            </a:xfrm>
            <a:custGeom>
              <a:avLst/>
              <a:pathLst>
                <a:path w="145868" h="93261">
                  <a:moveTo>
                    <a:pt x="32972" y="0"/>
                  </a:moveTo>
                  <a:lnTo>
                    <a:pt x="97183" y="4508"/>
                  </a:lnTo>
                  <a:lnTo>
                    <a:pt x="145868" y="68719"/>
                  </a:lnTo>
                  <a:lnTo>
                    <a:pt x="50327" y="86073"/>
                  </a:lnTo>
                  <a:lnTo>
                    <a:pt x="32972" y="93261"/>
                  </a:lnTo>
                  <a:lnTo>
                    <a:pt x="15618" y="86073"/>
                  </a:lnTo>
                  <a:lnTo>
                    <a:pt x="8430" y="68719"/>
                  </a:lnTo>
                  <a:lnTo>
                    <a:pt x="0" y="35746"/>
                  </a:lnTo>
                  <a:lnTo>
                    <a:pt x="32972" y="0"/>
                  </a:lnTo>
                </a:path>
              </a:pathLst>
            </a:custGeom>
            <a:ln w="31166" cap="flat">
              <a:solidFill>
                <a:srgbClr val="95B6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t449"/>
            <p:cNvSpPr/>
            <p:nvPr/>
          </p:nvSpPr>
          <p:spPr>
            <a:xfrm>
              <a:off x="7537659" y="2949761"/>
              <a:ext cx="71895" cy="71895"/>
            </a:xfrm>
            <a:prstGeom prst="ellipse">
              <a:avLst/>
            </a:prstGeom>
            <a:solidFill>
              <a:srgbClr val="95B65A">
                <a:alpha val="100000"/>
              </a:srgbClr>
            </a:solidFill>
            <a:ln w="12272" cap="rnd">
              <a:solidFill>
                <a:srgbClr val="95B6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t450"/>
            <p:cNvSpPr/>
            <p:nvPr/>
          </p:nvSpPr>
          <p:spPr>
            <a:xfrm>
              <a:off x="7601870" y="2954269"/>
              <a:ext cx="71895" cy="71895"/>
            </a:xfrm>
            <a:prstGeom prst="ellipse">
              <a:avLst/>
            </a:prstGeom>
            <a:solidFill>
              <a:srgbClr val="95B65A">
                <a:alpha val="100000"/>
              </a:srgbClr>
            </a:solidFill>
            <a:ln w="12272" cap="rnd">
              <a:solidFill>
                <a:srgbClr val="95B6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t451"/>
            <p:cNvSpPr/>
            <p:nvPr/>
          </p:nvSpPr>
          <p:spPr>
            <a:xfrm>
              <a:off x="7650555" y="3018480"/>
              <a:ext cx="71895" cy="71895"/>
            </a:xfrm>
            <a:prstGeom prst="ellipse">
              <a:avLst/>
            </a:prstGeom>
            <a:solidFill>
              <a:srgbClr val="95B65A">
                <a:alpha val="100000"/>
              </a:srgbClr>
            </a:solidFill>
            <a:ln w="12272" cap="rnd">
              <a:solidFill>
                <a:srgbClr val="95B6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t452"/>
            <p:cNvSpPr/>
            <p:nvPr/>
          </p:nvSpPr>
          <p:spPr>
            <a:xfrm>
              <a:off x="7555013" y="3035834"/>
              <a:ext cx="71895" cy="71895"/>
            </a:xfrm>
            <a:prstGeom prst="ellipse">
              <a:avLst/>
            </a:prstGeom>
            <a:solidFill>
              <a:srgbClr val="95B65A">
                <a:alpha val="100000"/>
              </a:srgbClr>
            </a:solidFill>
            <a:ln w="12272" cap="rnd">
              <a:solidFill>
                <a:srgbClr val="95B6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t453"/>
            <p:cNvSpPr/>
            <p:nvPr/>
          </p:nvSpPr>
          <p:spPr>
            <a:xfrm>
              <a:off x="7537659" y="3043023"/>
              <a:ext cx="71895" cy="71895"/>
            </a:xfrm>
            <a:prstGeom prst="ellipse">
              <a:avLst/>
            </a:prstGeom>
            <a:solidFill>
              <a:srgbClr val="95B65A">
                <a:alpha val="100000"/>
              </a:srgbClr>
            </a:solidFill>
            <a:ln w="12272" cap="rnd">
              <a:solidFill>
                <a:srgbClr val="95B6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t454"/>
            <p:cNvSpPr/>
            <p:nvPr/>
          </p:nvSpPr>
          <p:spPr>
            <a:xfrm>
              <a:off x="7520305" y="3035834"/>
              <a:ext cx="71895" cy="71895"/>
            </a:xfrm>
            <a:prstGeom prst="ellipse">
              <a:avLst/>
            </a:prstGeom>
            <a:solidFill>
              <a:srgbClr val="95B65A">
                <a:alpha val="100000"/>
              </a:srgbClr>
            </a:solidFill>
            <a:ln w="12272" cap="rnd">
              <a:solidFill>
                <a:srgbClr val="95B6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t455"/>
            <p:cNvSpPr/>
            <p:nvPr/>
          </p:nvSpPr>
          <p:spPr>
            <a:xfrm>
              <a:off x="7513117" y="3018480"/>
              <a:ext cx="71895" cy="71895"/>
            </a:xfrm>
            <a:prstGeom prst="ellipse">
              <a:avLst/>
            </a:prstGeom>
            <a:solidFill>
              <a:srgbClr val="95B65A">
                <a:alpha val="100000"/>
              </a:srgbClr>
            </a:solidFill>
            <a:ln w="12272" cap="rnd">
              <a:solidFill>
                <a:srgbClr val="95B6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t456"/>
            <p:cNvSpPr/>
            <p:nvPr/>
          </p:nvSpPr>
          <p:spPr>
            <a:xfrm>
              <a:off x="7504686" y="2985507"/>
              <a:ext cx="71895" cy="71895"/>
            </a:xfrm>
            <a:prstGeom prst="ellipse">
              <a:avLst/>
            </a:prstGeom>
            <a:solidFill>
              <a:srgbClr val="95B65A">
                <a:alpha val="100000"/>
              </a:srgbClr>
            </a:solidFill>
            <a:ln w="12272" cap="rnd">
              <a:solidFill>
                <a:srgbClr val="95B6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t457"/>
            <p:cNvSpPr/>
            <p:nvPr/>
          </p:nvSpPr>
          <p:spPr>
            <a:xfrm>
              <a:off x="7537659" y="2949761"/>
              <a:ext cx="71895" cy="71895"/>
            </a:xfrm>
            <a:prstGeom prst="ellipse">
              <a:avLst/>
            </a:prstGeom>
            <a:solidFill>
              <a:srgbClr val="95B65A">
                <a:alpha val="100000"/>
              </a:srgbClr>
            </a:solidFill>
            <a:ln w="12272" cap="rnd">
              <a:solidFill>
                <a:srgbClr val="95B6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tx458"/>
            <p:cNvSpPr/>
            <p:nvPr/>
          </p:nvSpPr>
          <p:spPr>
            <a:xfrm>
              <a:off x="7452968" y="3005975"/>
              <a:ext cx="96096" cy="477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2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2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459" name="tx459"/>
            <p:cNvSpPr/>
            <p:nvPr/>
          </p:nvSpPr>
          <p:spPr>
            <a:xfrm>
              <a:off x="7415990" y="2895533"/>
              <a:ext cx="133074" cy="477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2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2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460" name="tx460"/>
            <p:cNvSpPr/>
            <p:nvPr/>
          </p:nvSpPr>
          <p:spPr>
            <a:xfrm>
              <a:off x="7379012" y="2785092"/>
              <a:ext cx="170051" cy="477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2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2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  <p:sp>
          <p:nvSpPr>
            <p:cNvPr id="461" name="rc461"/>
            <p:cNvSpPr/>
            <p:nvPr/>
          </p:nvSpPr>
          <p:spPr>
            <a:xfrm>
              <a:off x="69589" y="3429000"/>
              <a:ext cx="3001607" cy="90709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462" name="rc462"/>
            <p:cNvSpPr/>
            <p:nvPr/>
          </p:nvSpPr>
          <p:spPr>
            <a:xfrm>
              <a:off x="69589" y="3519709"/>
              <a:ext cx="3001607" cy="74914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3" name="rc463"/>
            <p:cNvSpPr/>
            <p:nvPr/>
          </p:nvSpPr>
          <p:spPr>
            <a:xfrm>
              <a:off x="120199" y="3429000"/>
              <a:ext cx="2900386" cy="90709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4" name="tx464"/>
            <p:cNvSpPr/>
            <p:nvPr/>
          </p:nvSpPr>
          <p:spPr>
            <a:xfrm>
              <a:off x="1152652" y="3416905"/>
              <a:ext cx="835480" cy="1094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Gaviiformes</a:t>
              </a:r>
            </a:p>
          </p:txBody>
        </p:sp>
        <p:sp>
          <p:nvSpPr>
            <p:cNvPr id="465" name="rc465"/>
            <p:cNvSpPr/>
            <p:nvPr/>
          </p:nvSpPr>
          <p:spPr>
            <a:xfrm>
              <a:off x="1165440" y="3570319"/>
              <a:ext cx="809903" cy="64792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6" name="tx466"/>
            <p:cNvSpPr/>
            <p:nvPr/>
          </p:nvSpPr>
          <p:spPr>
            <a:xfrm>
              <a:off x="864629" y="4050582"/>
              <a:ext cx="506189" cy="82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467" name="tx467"/>
            <p:cNvSpPr/>
            <p:nvPr/>
          </p:nvSpPr>
          <p:spPr>
            <a:xfrm>
              <a:off x="1041225" y="3853232"/>
              <a:ext cx="246928" cy="79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468" name="tx468"/>
            <p:cNvSpPr/>
            <p:nvPr/>
          </p:nvSpPr>
          <p:spPr>
            <a:xfrm>
              <a:off x="882838" y="3653394"/>
              <a:ext cx="487981" cy="801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469" name="pl469"/>
            <p:cNvSpPr/>
            <p:nvPr/>
          </p:nvSpPr>
          <p:spPr>
            <a:xfrm>
              <a:off x="1545851" y="3869738"/>
              <a:ext cx="49084" cy="49084"/>
            </a:xfrm>
            <a:custGeom>
              <a:avLst/>
              <a:pathLst>
                <a:path w="49084" h="49084">
                  <a:moveTo>
                    <a:pt x="49084" y="24542"/>
                  </a:moveTo>
                  <a:lnTo>
                    <a:pt x="49080" y="24112"/>
                  </a:lnTo>
                  <a:lnTo>
                    <a:pt x="49069" y="23683"/>
                  </a:lnTo>
                  <a:lnTo>
                    <a:pt x="49050" y="23254"/>
                  </a:lnTo>
                  <a:lnTo>
                    <a:pt x="49024" y="22825"/>
                  </a:lnTo>
                  <a:lnTo>
                    <a:pt x="48990" y="22397"/>
                  </a:lnTo>
                  <a:lnTo>
                    <a:pt x="48948" y="21969"/>
                  </a:lnTo>
                  <a:lnTo>
                    <a:pt x="48900" y="21543"/>
                  </a:lnTo>
                  <a:lnTo>
                    <a:pt x="48843" y="21117"/>
                  </a:lnTo>
                  <a:lnTo>
                    <a:pt x="48780" y="20692"/>
                  </a:lnTo>
                  <a:lnTo>
                    <a:pt x="48709" y="20268"/>
                  </a:lnTo>
                  <a:lnTo>
                    <a:pt x="48630" y="19846"/>
                  </a:lnTo>
                  <a:lnTo>
                    <a:pt x="48544" y="19425"/>
                  </a:lnTo>
                  <a:lnTo>
                    <a:pt x="48451" y="19006"/>
                  </a:lnTo>
                  <a:lnTo>
                    <a:pt x="48351" y="18588"/>
                  </a:lnTo>
                  <a:lnTo>
                    <a:pt x="48243" y="18172"/>
                  </a:lnTo>
                  <a:lnTo>
                    <a:pt x="48128" y="17759"/>
                  </a:lnTo>
                  <a:lnTo>
                    <a:pt x="48005" y="17347"/>
                  </a:lnTo>
                  <a:lnTo>
                    <a:pt x="47876" y="16937"/>
                  </a:lnTo>
                  <a:lnTo>
                    <a:pt x="47739" y="16530"/>
                  </a:lnTo>
                  <a:lnTo>
                    <a:pt x="47595" y="16125"/>
                  </a:lnTo>
                  <a:lnTo>
                    <a:pt x="47445" y="15723"/>
                  </a:lnTo>
                  <a:lnTo>
                    <a:pt x="47287" y="15324"/>
                  </a:lnTo>
                  <a:lnTo>
                    <a:pt x="47122" y="14927"/>
                  </a:lnTo>
                  <a:lnTo>
                    <a:pt x="46950" y="14533"/>
                  </a:lnTo>
                  <a:lnTo>
                    <a:pt x="46772" y="14143"/>
                  </a:lnTo>
                  <a:lnTo>
                    <a:pt x="46586" y="13755"/>
                  </a:lnTo>
                  <a:lnTo>
                    <a:pt x="46394" y="13371"/>
                  </a:lnTo>
                  <a:lnTo>
                    <a:pt x="46195" y="12990"/>
                  </a:lnTo>
                  <a:lnTo>
                    <a:pt x="45990" y="12613"/>
                  </a:lnTo>
                  <a:lnTo>
                    <a:pt x="45778" y="12240"/>
                  </a:lnTo>
                  <a:lnTo>
                    <a:pt x="45559" y="11870"/>
                  </a:lnTo>
                  <a:lnTo>
                    <a:pt x="45334" y="11504"/>
                  </a:lnTo>
                  <a:lnTo>
                    <a:pt x="45103" y="11142"/>
                  </a:lnTo>
                  <a:lnTo>
                    <a:pt x="44865" y="10784"/>
                  </a:lnTo>
                  <a:lnTo>
                    <a:pt x="44621" y="10431"/>
                  </a:lnTo>
                  <a:lnTo>
                    <a:pt x="44371" y="10081"/>
                  </a:lnTo>
                  <a:lnTo>
                    <a:pt x="44115" y="9737"/>
                  </a:lnTo>
                  <a:lnTo>
                    <a:pt x="43853" y="9396"/>
                  </a:lnTo>
                  <a:lnTo>
                    <a:pt x="43585" y="9061"/>
                  </a:lnTo>
                  <a:lnTo>
                    <a:pt x="43311" y="8730"/>
                  </a:lnTo>
                  <a:lnTo>
                    <a:pt x="43031" y="8404"/>
                  </a:lnTo>
                  <a:lnTo>
                    <a:pt x="42746" y="8082"/>
                  </a:lnTo>
                  <a:lnTo>
                    <a:pt x="42455" y="7766"/>
                  </a:lnTo>
                  <a:lnTo>
                    <a:pt x="42159" y="7455"/>
                  </a:lnTo>
                  <a:lnTo>
                    <a:pt x="41857" y="7150"/>
                  </a:lnTo>
                  <a:lnTo>
                    <a:pt x="41550" y="6849"/>
                  </a:lnTo>
                  <a:lnTo>
                    <a:pt x="41238" y="6554"/>
                  </a:lnTo>
                  <a:lnTo>
                    <a:pt x="40921" y="6265"/>
                  </a:lnTo>
                  <a:lnTo>
                    <a:pt x="40598" y="5981"/>
                  </a:lnTo>
                  <a:lnTo>
                    <a:pt x="40271" y="5703"/>
                  </a:lnTo>
                  <a:lnTo>
                    <a:pt x="39939" y="5430"/>
                  </a:lnTo>
                  <a:lnTo>
                    <a:pt x="39602" y="5164"/>
                  </a:lnTo>
                  <a:lnTo>
                    <a:pt x="39261" y="4903"/>
                  </a:lnTo>
                  <a:lnTo>
                    <a:pt x="38915" y="4649"/>
                  </a:lnTo>
                  <a:lnTo>
                    <a:pt x="38564" y="4400"/>
                  </a:lnTo>
                  <a:lnTo>
                    <a:pt x="38210" y="4158"/>
                  </a:lnTo>
                  <a:lnTo>
                    <a:pt x="37851" y="3922"/>
                  </a:lnTo>
                  <a:lnTo>
                    <a:pt x="37488" y="3692"/>
                  </a:lnTo>
                  <a:lnTo>
                    <a:pt x="37121" y="3469"/>
                  </a:lnTo>
                  <a:lnTo>
                    <a:pt x="36750" y="3252"/>
                  </a:lnTo>
                  <a:lnTo>
                    <a:pt x="36376" y="3041"/>
                  </a:lnTo>
                  <a:lnTo>
                    <a:pt x="35998" y="2837"/>
                  </a:lnTo>
                  <a:lnTo>
                    <a:pt x="35616" y="2640"/>
                  </a:lnTo>
                  <a:lnTo>
                    <a:pt x="35231" y="2450"/>
                  </a:lnTo>
                  <a:lnTo>
                    <a:pt x="34843" y="2266"/>
                  </a:lnTo>
                  <a:lnTo>
                    <a:pt x="34451" y="2089"/>
                  </a:lnTo>
                  <a:lnTo>
                    <a:pt x="34057" y="1919"/>
                  </a:lnTo>
                  <a:lnTo>
                    <a:pt x="33660" y="1756"/>
                  </a:lnTo>
                  <a:lnTo>
                    <a:pt x="33259" y="1600"/>
                  </a:lnTo>
                  <a:lnTo>
                    <a:pt x="32857" y="1451"/>
                  </a:lnTo>
                  <a:lnTo>
                    <a:pt x="32451" y="1309"/>
                  </a:lnTo>
                  <a:lnTo>
                    <a:pt x="32043" y="1174"/>
                  </a:lnTo>
                  <a:lnTo>
                    <a:pt x="31633" y="1046"/>
                  </a:lnTo>
                  <a:lnTo>
                    <a:pt x="31221" y="926"/>
                  </a:lnTo>
                  <a:lnTo>
                    <a:pt x="30807" y="813"/>
                  </a:lnTo>
                  <a:lnTo>
                    <a:pt x="30390" y="707"/>
                  </a:lnTo>
                  <a:lnTo>
                    <a:pt x="29972" y="608"/>
                  </a:lnTo>
                  <a:lnTo>
                    <a:pt x="29553" y="516"/>
                  </a:lnTo>
                  <a:lnTo>
                    <a:pt x="29131" y="432"/>
                  </a:lnTo>
                  <a:lnTo>
                    <a:pt x="28709" y="356"/>
                  </a:lnTo>
                  <a:lnTo>
                    <a:pt x="28285" y="286"/>
                  </a:lnTo>
                  <a:lnTo>
                    <a:pt x="27860" y="225"/>
                  </a:lnTo>
                  <a:lnTo>
                    <a:pt x="27434" y="170"/>
                  </a:lnTo>
                  <a:lnTo>
                    <a:pt x="27007" y="123"/>
                  </a:lnTo>
                  <a:lnTo>
                    <a:pt x="26579" y="84"/>
                  </a:lnTo>
                  <a:lnTo>
                    <a:pt x="26151" y="52"/>
                  </a:lnTo>
                  <a:lnTo>
                    <a:pt x="25722" y="28"/>
                  </a:lnTo>
                  <a:lnTo>
                    <a:pt x="25293" y="11"/>
                  </a:lnTo>
                  <a:lnTo>
                    <a:pt x="24863" y="1"/>
                  </a:lnTo>
                  <a:lnTo>
                    <a:pt x="24434" y="0"/>
                  </a:lnTo>
                  <a:lnTo>
                    <a:pt x="24004" y="5"/>
                  </a:lnTo>
                  <a:lnTo>
                    <a:pt x="23575" y="18"/>
                  </a:lnTo>
                  <a:lnTo>
                    <a:pt x="23146" y="39"/>
                  </a:lnTo>
                  <a:lnTo>
                    <a:pt x="22717" y="67"/>
                  </a:lnTo>
                  <a:lnTo>
                    <a:pt x="22289" y="103"/>
                  </a:lnTo>
                  <a:lnTo>
                    <a:pt x="21862" y="146"/>
                  </a:lnTo>
                  <a:lnTo>
                    <a:pt x="21435" y="197"/>
                  </a:lnTo>
                  <a:lnTo>
                    <a:pt x="21010" y="255"/>
                  </a:lnTo>
                  <a:lnTo>
                    <a:pt x="20585" y="320"/>
                  </a:lnTo>
                  <a:lnTo>
                    <a:pt x="20162" y="393"/>
                  </a:lnTo>
                  <a:lnTo>
                    <a:pt x="19740" y="473"/>
                  </a:lnTo>
                  <a:lnTo>
                    <a:pt x="19319" y="561"/>
                  </a:lnTo>
                  <a:lnTo>
                    <a:pt x="18901" y="656"/>
                  </a:lnTo>
                  <a:lnTo>
                    <a:pt x="18483" y="759"/>
                  </a:lnTo>
                  <a:lnTo>
                    <a:pt x="18068" y="868"/>
                  </a:lnTo>
                  <a:lnTo>
                    <a:pt x="17655" y="985"/>
                  </a:lnTo>
                  <a:lnTo>
                    <a:pt x="17244" y="1109"/>
                  </a:lnTo>
                  <a:lnTo>
                    <a:pt x="16835" y="1241"/>
                  </a:lnTo>
                  <a:lnTo>
                    <a:pt x="16428" y="1379"/>
                  </a:lnTo>
                  <a:lnTo>
                    <a:pt x="16024" y="1525"/>
                  </a:lnTo>
                  <a:lnTo>
                    <a:pt x="15622" y="1677"/>
                  </a:lnTo>
                  <a:lnTo>
                    <a:pt x="15224" y="1837"/>
                  </a:lnTo>
                  <a:lnTo>
                    <a:pt x="14828" y="2003"/>
                  </a:lnTo>
                  <a:lnTo>
                    <a:pt x="14435" y="2177"/>
                  </a:lnTo>
                  <a:lnTo>
                    <a:pt x="14045" y="2357"/>
                  </a:lnTo>
                  <a:lnTo>
                    <a:pt x="13658" y="2544"/>
                  </a:lnTo>
                  <a:lnTo>
                    <a:pt x="13275" y="2738"/>
                  </a:lnTo>
                  <a:lnTo>
                    <a:pt x="12895" y="2938"/>
                  </a:lnTo>
                  <a:lnTo>
                    <a:pt x="12519" y="3146"/>
                  </a:lnTo>
                  <a:lnTo>
                    <a:pt x="12146" y="3359"/>
                  </a:lnTo>
                  <a:lnTo>
                    <a:pt x="11777" y="3579"/>
                  </a:lnTo>
                  <a:lnTo>
                    <a:pt x="11412" y="3806"/>
                  </a:lnTo>
                  <a:lnTo>
                    <a:pt x="11051" y="4039"/>
                  </a:lnTo>
                  <a:lnTo>
                    <a:pt x="10695" y="4278"/>
                  </a:lnTo>
                  <a:lnTo>
                    <a:pt x="10342" y="4524"/>
                  </a:lnTo>
                  <a:lnTo>
                    <a:pt x="9994" y="4775"/>
                  </a:lnTo>
                  <a:lnTo>
                    <a:pt x="9650" y="5033"/>
                  </a:lnTo>
                  <a:lnTo>
                    <a:pt x="9311" y="5296"/>
                  </a:lnTo>
                  <a:lnTo>
                    <a:pt x="8977" y="5566"/>
                  </a:lnTo>
                  <a:lnTo>
                    <a:pt x="8647" y="5841"/>
                  </a:lnTo>
                  <a:lnTo>
                    <a:pt x="8322" y="6122"/>
                  </a:lnTo>
                  <a:lnTo>
                    <a:pt x="8002" y="6409"/>
                  </a:lnTo>
                  <a:lnTo>
                    <a:pt x="7687" y="6701"/>
                  </a:lnTo>
                  <a:lnTo>
                    <a:pt x="7378" y="6999"/>
                  </a:lnTo>
                  <a:lnTo>
                    <a:pt x="7073" y="7302"/>
                  </a:lnTo>
                  <a:lnTo>
                    <a:pt x="6774" y="7610"/>
                  </a:lnTo>
                  <a:lnTo>
                    <a:pt x="6481" y="7924"/>
                  </a:lnTo>
                  <a:lnTo>
                    <a:pt x="6193" y="8242"/>
                  </a:lnTo>
                  <a:lnTo>
                    <a:pt x="5910" y="8566"/>
                  </a:lnTo>
                  <a:lnTo>
                    <a:pt x="5633" y="8894"/>
                  </a:lnTo>
                  <a:lnTo>
                    <a:pt x="5363" y="9228"/>
                  </a:lnTo>
                  <a:lnTo>
                    <a:pt x="5097" y="9566"/>
                  </a:lnTo>
                  <a:lnTo>
                    <a:pt x="4838" y="9908"/>
                  </a:lnTo>
                  <a:lnTo>
                    <a:pt x="4585" y="10255"/>
                  </a:lnTo>
                  <a:lnTo>
                    <a:pt x="4338" y="10607"/>
                  </a:lnTo>
                  <a:lnTo>
                    <a:pt x="4098" y="10963"/>
                  </a:lnTo>
                  <a:lnTo>
                    <a:pt x="3863" y="11322"/>
                  </a:lnTo>
                  <a:lnTo>
                    <a:pt x="3635" y="11686"/>
                  </a:lnTo>
                  <a:lnTo>
                    <a:pt x="3413" y="12054"/>
                  </a:lnTo>
                  <a:lnTo>
                    <a:pt x="3198" y="12426"/>
                  </a:lnTo>
                  <a:lnTo>
                    <a:pt x="2989" y="12801"/>
                  </a:lnTo>
                  <a:lnTo>
                    <a:pt x="2787" y="13180"/>
                  </a:lnTo>
                  <a:lnTo>
                    <a:pt x="2591" y="13563"/>
                  </a:lnTo>
                  <a:lnTo>
                    <a:pt x="2402" y="13949"/>
                  </a:lnTo>
                  <a:lnTo>
                    <a:pt x="2220" y="14338"/>
                  </a:lnTo>
                  <a:lnTo>
                    <a:pt x="2045" y="14730"/>
                  </a:lnTo>
                  <a:lnTo>
                    <a:pt x="1877" y="15125"/>
                  </a:lnTo>
                  <a:lnTo>
                    <a:pt x="1716" y="15523"/>
                  </a:lnTo>
                  <a:lnTo>
                    <a:pt x="1561" y="15924"/>
                  </a:lnTo>
                  <a:lnTo>
                    <a:pt x="1414" y="16327"/>
                  </a:lnTo>
                  <a:lnTo>
                    <a:pt x="1274" y="16733"/>
                  </a:lnTo>
                  <a:lnTo>
                    <a:pt x="1141" y="17142"/>
                  </a:lnTo>
                  <a:lnTo>
                    <a:pt x="1015" y="17552"/>
                  </a:lnTo>
                  <a:lnTo>
                    <a:pt x="896" y="17965"/>
                  </a:lnTo>
                  <a:lnTo>
                    <a:pt x="785" y="18380"/>
                  </a:lnTo>
                  <a:lnTo>
                    <a:pt x="680" y="18797"/>
                  </a:lnTo>
                  <a:lnTo>
                    <a:pt x="584" y="19215"/>
                  </a:lnTo>
                  <a:lnTo>
                    <a:pt x="494" y="19635"/>
                  </a:lnTo>
                  <a:lnTo>
                    <a:pt x="412" y="20057"/>
                  </a:lnTo>
                  <a:lnTo>
                    <a:pt x="337" y="20480"/>
                  </a:lnTo>
                  <a:lnTo>
                    <a:pt x="270" y="20904"/>
                  </a:lnTo>
                  <a:lnTo>
                    <a:pt x="210" y="21329"/>
                  </a:lnTo>
                  <a:lnTo>
                    <a:pt x="157" y="21756"/>
                  </a:lnTo>
                  <a:lnTo>
                    <a:pt x="112" y="22183"/>
                  </a:lnTo>
                  <a:lnTo>
                    <a:pt x="75" y="22611"/>
                  </a:lnTo>
                  <a:lnTo>
                    <a:pt x="45" y="23039"/>
                  </a:lnTo>
                  <a:lnTo>
                    <a:pt x="22" y="23468"/>
                  </a:lnTo>
                  <a:lnTo>
                    <a:pt x="7" y="23898"/>
                  </a:lnTo>
                  <a:lnTo>
                    <a:pt x="0" y="24327"/>
                  </a:lnTo>
                  <a:lnTo>
                    <a:pt x="0" y="24757"/>
                  </a:lnTo>
                  <a:lnTo>
                    <a:pt x="7" y="25186"/>
                  </a:lnTo>
                  <a:lnTo>
                    <a:pt x="22" y="25615"/>
                  </a:lnTo>
                  <a:lnTo>
                    <a:pt x="45" y="26044"/>
                  </a:lnTo>
                  <a:lnTo>
                    <a:pt x="75" y="26473"/>
                  </a:lnTo>
                  <a:lnTo>
                    <a:pt x="112" y="26901"/>
                  </a:lnTo>
                  <a:lnTo>
                    <a:pt x="157" y="27328"/>
                  </a:lnTo>
                  <a:lnTo>
                    <a:pt x="210" y="27754"/>
                  </a:lnTo>
                  <a:lnTo>
                    <a:pt x="270" y="28179"/>
                  </a:lnTo>
                  <a:lnTo>
                    <a:pt x="337" y="28604"/>
                  </a:lnTo>
                  <a:lnTo>
                    <a:pt x="412" y="29027"/>
                  </a:lnTo>
                  <a:lnTo>
                    <a:pt x="494" y="29448"/>
                  </a:lnTo>
                  <a:lnTo>
                    <a:pt x="584" y="29868"/>
                  </a:lnTo>
                  <a:lnTo>
                    <a:pt x="680" y="30287"/>
                  </a:lnTo>
                  <a:lnTo>
                    <a:pt x="785" y="30704"/>
                  </a:lnTo>
                  <a:lnTo>
                    <a:pt x="896" y="31118"/>
                  </a:lnTo>
                  <a:lnTo>
                    <a:pt x="1015" y="31531"/>
                  </a:lnTo>
                  <a:lnTo>
                    <a:pt x="1141" y="31942"/>
                  </a:lnTo>
                  <a:lnTo>
                    <a:pt x="1274" y="32350"/>
                  </a:lnTo>
                  <a:lnTo>
                    <a:pt x="1414" y="32756"/>
                  </a:lnTo>
                  <a:lnTo>
                    <a:pt x="1561" y="33160"/>
                  </a:lnTo>
                  <a:lnTo>
                    <a:pt x="1716" y="33561"/>
                  </a:lnTo>
                  <a:lnTo>
                    <a:pt x="1877" y="33959"/>
                  </a:lnTo>
                  <a:lnTo>
                    <a:pt x="2045" y="34354"/>
                  </a:lnTo>
                  <a:lnTo>
                    <a:pt x="2220" y="34746"/>
                  </a:lnTo>
                  <a:lnTo>
                    <a:pt x="2402" y="35135"/>
                  </a:lnTo>
                  <a:lnTo>
                    <a:pt x="2591" y="35521"/>
                  </a:lnTo>
                  <a:lnTo>
                    <a:pt x="2787" y="35903"/>
                  </a:lnTo>
                  <a:lnTo>
                    <a:pt x="2989" y="36282"/>
                  </a:lnTo>
                  <a:lnTo>
                    <a:pt x="3198" y="36658"/>
                  </a:lnTo>
                  <a:lnTo>
                    <a:pt x="3413" y="37029"/>
                  </a:lnTo>
                  <a:lnTo>
                    <a:pt x="3635" y="37397"/>
                  </a:lnTo>
                  <a:lnTo>
                    <a:pt x="3863" y="37761"/>
                  </a:lnTo>
                  <a:lnTo>
                    <a:pt x="4098" y="38121"/>
                  </a:lnTo>
                  <a:lnTo>
                    <a:pt x="4338" y="38477"/>
                  </a:lnTo>
                  <a:lnTo>
                    <a:pt x="4585" y="38828"/>
                  </a:lnTo>
                  <a:lnTo>
                    <a:pt x="4838" y="39175"/>
                  </a:lnTo>
                  <a:lnTo>
                    <a:pt x="5097" y="39518"/>
                  </a:lnTo>
                  <a:lnTo>
                    <a:pt x="5363" y="39856"/>
                  </a:lnTo>
                  <a:lnTo>
                    <a:pt x="5633" y="40189"/>
                  </a:lnTo>
                  <a:lnTo>
                    <a:pt x="5910" y="40518"/>
                  </a:lnTo>
                  <a:lnTo>
                    <a:pt x="6193" y="40841"/>
                  </a:lnTo>
                  <a:lnTo>
                    <a:pt x="6481" y="41160"/>
                  </a:lnTo>
                  <a:lnTo>
                    <a:pt x="6774" y="41473"/>
                  </a:lnTo>
                  <a:lnTo>
                    <a:pt x="7073" y="41782"/>
                  </a:lnTo>
                  <a:lnTo>
                    <a:pt x="7378" y="42085"/>
                  </a:lnTo>
                  <a:lnTo>
                    <a:pt x="7687" y="42382"/>
                  </a:lnTo>
                  <a:lnTo>
                    <a:pt x="8002" y="42675"/>
                  </a:lnTo>
                  <a:lnTo>
                    <a:pt x="8322" y="42961"/>
                  </a:lnTo>
                  <a:lnTo>
                    <a:pt x="8647" y="43242"/>
                  </a:lnTo>
                  <a:lnTo>
                    <a:pt x="8977" y="43518"/>
                  </a:lnTo>
                  <a:lnTo>
                    <a:pt x="9311" y="43787"/>
                  </a:lnTo>
                  <a:lnTo>
                    <a:pt x="9650" y="44051"/>
                  </a:lnTo>
                  <a:lnTo>
                    <a:pt x="9994" y="44308"/>
                  </a:lnTo>
                  <a:lnTo>
                    <a:pt x="10342" y="44560"/>
                  </a:lnTo>
                  <a:lnTo>
                    <a:pt x="10695" y="44805"/>
                  </a:lnTo>
                  <a:lnTo>
                    <a:pt x="11051" y="45045"/>
                  </a:lnTo>
                  <a:lnTo>
                    <a:pt x="11412" y="45278"/>
                  </a:lnTo>
                  <a:lnTo>
                    <a:pt x="11777" y="45504"/>
                  </a:lnTo>
                  <a:lnTo>
                    <a:pt x="12146" y="45724"/>
                  </a:lnTo>
                  <a:lnTo>
                    <a:pt x="12519" y="45938"/>
                  </a:lnTo>
                  <a:lnTo>
                    <a:pt x="12895" y="46145"/>
                  </a:lnTo>
                  <a:lnTo>
                    <a:pt x="13275" y="46346"/>
                  </a:lnTo>
                  <a:lnTo>
                    <a:pt x="13658" y="46539"/>
                  </a:lnTo>
                  <a:lnTo>
                    <a:pt x="14045" y="46727"/>
                  </a:lnTo>
                  <a:lnTo>
                    <a:pt x="14435" y="46907"/>
                  </a:lnTo>
                  <a:lnTo>
                    <a:pt x="14828" y="47080"/>
                  </a:lnTo>
                  <a:lnTo>
                    <a:pt x="15224" y="47247"/>
                  </a:lnTo>
                  <a:lnTo>
                    <a:pt x="15622" y="47406"/>
                  </a:lnTo>
                  <a:lnTo>
                    <a:pt x="16024" y="47559"/>
                  </a:lnTo>
                  <a:lnTo>
                    <a:pt x="16428" y="47705"/>
                  </a:lnTo>
                  <a:lnTo>
                    <a:pt x="16835" y="47843"/>
                  </a:lnTo>
                  <a:lnTo>
                    <a:pt x="17244" y="47974"/>
                  </a:lnTo>
                  <a:lnTo>
                    <a:pt x="17655" y="48098"/>
                  </a:lnTo>
                  <a:lnTo>
                    <a:pt x="18068" y="48215"/>
                  </a:lnTo>
                  <a:lnTo>
                    <a:pt x="18483" y="48325"/>
                  </a:lnTo>
                  <a:lnTo>
                    <a:pt x="18901" y="48427"/>
                  </a:lnTo>
                  <a:lnTo>
                    <a:pt x="19319" y="48522"/>
                  </a:lnTo>
                  <a:lnTo>
                    <a:pt x="19740" y="48610"/>
                  </a:lnTo>
                  <a:lnTo>
                    <a:pt x="20162" y="48690"/>
                  </a:lnTo>
                  <a:lnTo>
                    <a:pt x="20585" y="48763"/>
                  </a:lnTo>
                  <a:lnTo>
                    <a:pt x="21010" y="48829"/>
                  </a:lnTo>
                  <a:lnTo>
                    <a:pt x="21435" y="48887"/>
                  </a:lnTo>
                  <a:lnTo>
                    <a:pt x="21862" y="48938"/>
                  </a:lnTo>
                  <a:lnTo>
                    <a:pt x="22289" y="48981"/>
                  </a:lnTo>
                  <a:lnTo>
                    <a:pt x="22717" y="49016"/>
                  </a:lnTo>
                  <a:lnTo>
                    <a:pt x="23146" y="49045"/>
                  </a:lnTo>
                  <a:lnTo>
                    <a:pt x="23575" y="49065"/>
                  </a:lnTo>
                  <a:lnTo>
                    <a:pt x="24004" y="49078"/>
                  </a:lnTo>
                  <a:lnTo>
                    <a:pt x="24434" y="49084"/>
                  </a:lnTo>
                  <a:lnTo>
                    <a:pt x="24863" y="49082"/>
                  </a:lnTo>
                  <a:lnTo>
                    <a:pt x="25293" y="49073"/>
                  </a:lnTo>
                  <a:lnTo>
                    <a:pt x="25722" y="49056"/>
                  </a:lnTo>
                  <a:lnTo>
                    <a:pt x="26151" y="49032"/>
                  </a:lnTo>
                  <a:lnTo>
                    <a:pt x="26579" y="49000"/>
                  </a:lnTo>
                  <a:lnTo>
                    <a:pt x="27007" y="48960"/>
                  </a:lnTo>
                  <a:lnTo>
                    <a:pt x="27434" y="48913"/>
                  </a:lnTo>
                  <a:lnTo>
                    <a:pt x="27860" y="48859"/>
                  </a:lnTo>
                  <a:lnTo>
                    <a:pt x="28285" y="48797"/>
                  </a:lnTo>
                  <a:lnTo>
                    <a:pt x="28709" y="48728"/>
                  </a:lnTo>
                  <a:lnTo>
                    <a:pt x="29131" y="48651"/>
                  </a:lnTo>
                  <a:lnTo>
                    <a:pt x="29553" y="48567"/>
                  </a:lnTo>
                  <a:lnTo>
                    <a:pt x="29972" y="48476"/>
                  </a:lnTo>
                  <a:lnTo>
                    <a:pt x="30390" y="48377"/>
                  </a:lnTo>
                  <a:lnTo>
                    <a:pt x="30807" y="48271"/>
                  </a:lnTo>
                  <a:lnTo>
                    <a:pt x="31221" y="48158"/>
                  </a:lnTo>
                  <a:lnTo>
                    <a:pt x="31633" y="48037"/>
                  </a:lnTo>
                  <a:lnTo>
                    <a:pt x="32043" y="47910"/>
                  </a:lnTo>
                  <a:lnTo>
                    <a:pt x="32451" y="47775"/>
                  </a:lnTo>
                  <a:lnTo>
                    <a:pt x="32857" y="47633"/>
                  </a:lnTo>
                  <a:lnTo>
                    <a:pt x="33259" y="47484"/>
                  </a:lnTo>
                  <a:lnTo>
                    <a:pt x="33660" y="47328"/>
                  </a:lnTo>
                  <a:lnTo>
                    <a:pt x="34057" y="47164"/>
                  </a:lnTo>
                  <a:lnTo>
                    <a:pt x="34451" y="46994"/>
                  </a:lnTo>
                  <a:lnTo>
                    <a:pt x="34843" y="46818"/>
                  </a:lnTo>
                  <a:lnTo>
                    <a:pt x="35231" y="46634"/>
                  </a:lnTo>
                  <a:lnTo>
                    <a:pt x="35616" y="46443"/>
                  </a:lnTo>
                  <a:lnTo>
                    <a:pt x="35998" y="46246"/>
                  </a:lnTo>
                  <a:lnTo>
                    <a:pt x="36376" y="46042"/>
                  </a:lnTo>
                  <a:lnTo>
                    <a:pt x="36750" y="45832"/>
                  </a:lnTo>
                  <a:lnTo>
                    <a:pt x="37121" y="45615"/>
                  </a:lnTo>
                  <a:lnTo>
                    <a:pt x="37488" y="45392"/>
                  </a:lnTo>
                  <a:lnTo>
                    <a:pt x="37851" y="45162"/>
                  </a:lnTo>
                  <a:lnTo>
                    <a:pt x="38210" y="44926"/>
                  </a:lnTo>
                  <a:lnTo>
                    <a:pt x="38564" y="44683"/>
                  </a:lnTo>
                  <a:lnTo>
                    <a:pt x="38915" y="44435"/>
                  </a:lnTo>
                  <a:lnTo>
                    <a:pt x="39261" y="44180"/>
                  </a:lnTo>
                  <a:lnTo>
                    <a:pt x="39602" y="43920"/>
                  </a:lnTo>
                  <a:lnTo>
                    <a:pt x="39939" y="43653"/>
                  </a:lnTo>
                  <a:lnTo>
                    <a:pt x="40271" y="43381"/>
                  </a:lnTo>
                  <a:lnTo>
                    <a:pt x="40598" y="43103"/>
                  </a:lnTo>
                  <a:lnTo>
                    <a:pt x="40921" y="42819"/>
                  </a:lnTo>
                  <a:lnTo>
                    <a:pt x="41238" y="42529"/>
                  </a:lnTo>
                  <a:lnTo>
                    <a:pt x="41550" y="42234"/>
                  </a:lnTo>
                  <a:lnTo>
                    <a:pt x="41857" y="41934"/>
                  </a:lnTo>
                  <a:lnTo>
                    <a:pt x="42159" y="41628"/>
                  </a:lnTo>
                  <a:lnTo>
                    <a:pt x="42455" y="41317"/>
                  </a:lnTo>
                  <a:lnTo>
                    <a:pt x="42746" y="41001"/>
                  </a:lnTo>
                  <a:lnTo>
                    <a:pt x="43031" y="40680"/>
                  </a:lnTo>
                  <a:lnTo>
                    <a:pt x="43311" y="40354"/>
                  </a:lnTo>
                  <a:lnTo>
                    <a:pt x="43585" y="40023"/>
                  </a:lnTo>
                  <a:lnTo>
                    <a:pt x="43853" y="39687"/>
                  </a:lnTo>
                  <a:lnTo>
                    <a:pt x="44115" y="39347"/>
                  </a:lnTo>
                  <a:lnTo>
                    <a:pt x="44371" y="39002"/>
                  </a:lnTo>
                  <a:lnTo>
                    <a:pt x="44621" y="38653"/>
                  </a:lnTo>
                  <a:lnTo>
                    <a:pt x="44865" y="38299"/>
                  </a:lnTo>
                  <a:lnTo>
                    <a:pt x="45103" y="37942"/>
                  </a:lnTo>
                  <a:lnTo>
                    <a:pt x="45334" y="37580"/>
                  </a:lnTo>
                  <a:lnTo>
                    <a:pt x="45559" y="37214"/>
                  </a:lnTo>
                  <a:lnTo>
                    <a:pt x="45778" y="36844"/>
                  </a:lnTo>
                  <a:lnTo>
                    <a:pt x="45990" y="36471"/>
                  </a:lnTo>
                  <a:lnTo>
                    <a:pt x="46195" y="36093"/>
                  </a:lnTo>
                  <a:lnTo>
                    <a:pt x="46394" y="35713"/>
                  </a:lnTo>
                  <a:lnTo>
                    <a:pt x="46586" y="35328"/>
                  </a:lnTo>
                  <a:lnTo>
                    <a:pt x="46772" y="34941"/>
                  </a:lnTo>
                  <a:lnTo>
                    <a:pt x="46950" y="34550"/>
                  </a:lnTo>
                  <a:lnTo>
                    <a:pt x="47122" y="34157"/>
                  </a:lnTo>
                  <a:lnTo>
                    <a:pt x="47287" y="33760"/>
                  </a:lnTo>
                  <a:lnTo>
                    <a:pt x="47445" y="33360"/>
                  </a:lnTo>
                  <a:lnTo>
                    <a:pt x="47595" y="32958"/>
                  </a:lnTo>
                  <a:lnTo>
                    <a:pt x="47739" y="32554"/>
                  </a:lnTo>
                  <a:lnTo>
                    <a:pt x="47876" y="32146"/>
                  </a:lnTo>
                  <a:lnTo>
                    <a:pt x="48005" y="31737"/>
                  </a:lnTo>
                  <a:lnTo>
                    <a:pt x="48128" y="31325"/>
                  </a:lnTo>
                  <a:lnTo>
                    <a:pt x="48243" y="30911"/>
                  </a:lnTo>
                  <a:lnTo>
                    <a:pt x="48351" y="30495"/>
                  </a:lnTo>
                  <a:lnTo>
                    <a:pt x="48451" y="30078"/>
                  </a:lnTo>
                  <a:lnTo>
                    <a:pt x="48544" y="29658"/>
                  </a:lnTo>
                  <a:lnTo>
                    <a:pt x="48630" y="29238"/>
                  </a:lnTo>
                  <a:lnTo>
                    <a:pt x="48709" y="28815"/>
                  </a:lnTo>
                  <a:lnTo>
                    <a:pt x="48780" y="28392"/>
                  </a:lnTo>
                  <a:lnTo>
                    <a:pt x="48843" y="27967"/>
                  </a:lnTo>
                  <a:lnTo>
                    <a:pt x="48900" y="27541"/>
                  </a:lnTo>
                  <a:lnTo>
                    <a:pt x="48948" y="27114"/>
                  </a:lnTo>
                  <a:lnTo>
                    <a:pt x="48990" y="26687"/>
                  </a:lnTo>
                  <a:lnTo>
                    <a:pt x="49024" y="26259"/>
                  </a:lnTo>
                  <a:lnTo>
                    <a:pt x="49050" y="25830"/>
                  </a:lnTo>
                  <a:lnTo>
                    <a:pt x="49069" y="25401"/>
                  </a:lnTo>
                  <a:lnTo>
                    <a:pt x="49080" y="24971"/>
                  </a:lnTo>
                  <a:lnTo>
                    <a:pt x="49084" y="24542"/>
                  </a:lnTo>
                </a:path>
              </a:pathLst>
            </a:custGeom>
            <a:ln w="13550" cap="flat">
              <a:solidFill>
                <a:srgbClr val="7FC5D8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470" name="pl470"/>
            <p:cNvSpPr/>
            <p:nvPr/>
          </p:nvSpPr>
          <p:spPr>
            <a:xfrm>
              <a:off x="1435413" y="3759298"/>
              <a:ext cx="269962" cy="269965"/>
            </a:xfrm>
            <a:custGeom>
              <a:avLst/>
              <a:pathLst>
                <a:path w="269962" h="269965">
                  <a:moveTo>
                    <a:pt x="269962" y="134982"/>
                  </a:moveTo>
                  <a:lnTo>
                    <a:pt x="269942" y="132620"/>
                  </a:lnTo>
                  <a:lnTo>
                    <a:pt x="269880" y="130258"/>
                  </a:lnTo>
                  <a:lnTo>
                    <a:pt x="269776" y="127898"/>
                  </a:lnTo>
                  <a:lnTo>
                    <a:pt x="269632" y="125540"/>
                  </a:lnTo>
                  <a:lnTo>
                    <a:pt x="269446" y="123185"/>
                  </a:lnTo>
                  <a:lnTo>
                    <a:pt x="269219" y="120833"/>
                  </a:lnTo>
                  <a:lnTo>
                    <a:pt x="268951" y="118486"/>
                  </a:lnTo>
                  <a:lnTo>
                    <a:pt x="268641" y="116144"/>
                  </a:lnTo>
                  <a:lnTo>
                    <a:pt x="268291" y="113808"/>
                  </a:lnTo>
                  <a:lnTo>
                    <a:pt x="267900" y="111478"/>
                  </a:lnTo>
                  <a:lnTo>
                    <a:pt x="267468" y="109155"/>
                  </a:lnTo>
                  <a:lnTo>
                    <a:pt x="266996" y="106840"/>
                  </a:lnTo>
                  <a:lnTo>
                    <a:pt x="266483" y="104534"/>
                  </a:lnTo>
                  <a:lnTo>
                    <a:pt x="265930" y="102237"/>
                  </a:lnTo>
                  <a:lnTo>
                    <a:pt x="265337" y="99951"/>
                  </a:lnTo>
                  <a:lnTo>
                    <a:pt x="264704" y="97675"/>
                  </a:lnTo>
                  <a:lnTo>
                    <a:pt x="264031" y="95410"/>
                  </a:lnTo>
                  <a:lnTo>
                    <a:pt x="263319" y="93158"/>
                  </a:lnTo>
                  <a:lnTo>
                    <a:pt x="262568" y="90918"/>
                  </a:lnTo>
                  <a:lnTo>
                    <a:pt x="261777" y="88692"/>
                  </a:lnTo>
                  <a:lnTo>
                    <a:pt x="260947" y="86480"/>
                  </a:lnTo>
                  <a:lnTo>
                    <a:pt x="260079" y="84282"/>
                  </a:lnTo>
                  <a:lnTo>
                    <a:pt x="259173" y="82101"/>
                  </a:lnTo>
                  <a:lnTo>
                    <a:pt x="258228" y="79935"/>
                  </a:lnTo>
                  <a:lnTo>
                    <a:pt x="257246" y="77787"/>
                  </a:lnTo>
                  <a:lnTo>
                    <a:pt x="256226" y="75656"/>
                  </a:lnTo>
                  <a:lnTo>
                    <a:pt x="255169" y="73543"/>
                  </a:lnTo>
                  <a:lnTo>
                    <a:pt x="254076" y="71449"/>
                  </a:lnTo>
                  <a:lnTo>
                    <a:pt x="252946" y="69374"/>
                  </a:lnTo>
                  <a:lnTo>
                    <a:pt x="251779" y="67320"/>
                  </a:lnTo>
                  <a:lnTo>
                    <a:pt x="250577" y="65286"/>
                  </a:lnTo>
                  <a:lnTo>
                    <a:pt x="249340" y="63274"/>
                  </a:lnTo>
                  <a:lnTo>
                    <a:pt x="248067" y="61283"/>
                  </a:lnTo>
                  <a:lnTo>
                    <a:pt x="246760" y="59315"/>
                  </a:lnTo>
                  <a:lnTo>
                    <a:pt x="245419" y="57371"/>
                  </a:lnTo>
                  <a:lnTo>
                    <a:pt x="244044" y="55450"/>
                  </a:lnTo>
                  <a:lnTo>
                    <a:pt x="242635" y="53553"/>
                  </a:lnTo>
                  <a:lnTo>
                    <a:pt x="241193" y="51681"/>
                  </a:lnTo>
                  <a:lnTo>
                    <a:pt x="239719" y="49835"/>
                  </a:lnTo>
                  <a:lnTo>
                    <a:pt x="238213" y="48015"/>
                  </a:lnTo>
                  <a:lnTo>
                    <a:pt x="236675" y="46222"/>
                  </a:lnTo>
                  <a:lnTo>
                    <a:pt x="235106" y="44456"/>
                  </a:lnTo>
                  <a:lnTo>
                    <a:pt x="233507" y="42717"/>
                  </a:lnTo>
                  <a:lnTo>
                    <a:pt x="231877" y="41007"/>
                  </a:lnTo>
                  <a:lnTo>
                    <a:pt x="230217" y="39326"/>
                  </a:lnTo>
                  <a:lnTo>
                    <a:pt x="228529" y="37673"/>
                  </a:lnTo>
                  <a:lnTo>
                    <a:pt x="226811" y="36051"/>
                  </a:lnTo>
                  <a:lnTo>
                    <a:pt x="225066" y="34459"/>
                  </a:lnTo>
                  <a:lnTo>
                    <a:pt x="223293" y="32898"/>
                  </a:lnTo>
                  <a:lnTo>
                    <a:pt x="221493" y="31368"/>
                  </a:lnTo>
                  <a:lnTo>
                    <a:pt x="219666" y="29870"/>
                  </a:lnTo>
                  <a:lnTo>
                    <a:pt x="217814" y="28404"/>
                  </a:lnTo>
                  <a:lnTo>
                    <a:pt x="215936" y="26970"/>
                  </a:lnTo>
                  <a:lnTo>
                    <a:pt x="214033" y="25570"/>
                  </a:lnTo>
                  <a:lnTo>
                    <a:pt x="212106" y="24203"/>
                  </a:lnTo>
                  <a:lnTo>
                    <a:pt x="210155" y="22870"/>
                  </a:lnTo>
                  <a:lnTo>
                    <a:pt x="208182" y="21572"/>
                  </a:lnTo>
                  <a:lnTo>
                    <a:pt x="206186" y="20308"/>
                  </a:lnTo>
                  <a:lnTo>
                    <a:pt x="204168" y="19079"/>
                  </a:lnTo>
                  <a:lnTo>
                    <a:pt x="202129" y="17886"/>
                  </a:lnTo>
                  <a:lnTo>
                    <a:pt x="200069" y="16729"/>
                  </a:lnTo>
                  <a:lnTo>
                    <a:pt x="197990" y="15608"/>
                  </a:lnTo>
                  <a:lnTo>
                    <a:pt x="195891" y="14523"/>
                  </a:lnTo>
                  <a:lnTo>
                    <a:pt x="193774" y="13476"/>
                  </a:lnTo>
                  <a:lnTo>
                    <a:pt x="191638" y="12465"/>
                  </a:lnTo>
                  <a:lnTo>
                    <a:pt x="189485" y="11493"/>
                  </a:lnTo>
                  <a:lnTo>
                    <a:pt x="187316" y="10558"/>
                  </a:lnTo>
                  <a:lnTo>
                    <a:pt x="185130" y="9661"/>
                  </a:lnTo>
                  <a:lnTo>
                    <a:pt x="182929" y="8802"/>
                  </a:lnTo>
                  <a:lnTo>
                    <a:pt x="180714" y="7982"/>
                  </a:lnTo>
                  <a:lnTo>
                    <a:pt x="178484" y="7201"/>
                  </a:lnTo>
                  <a:lnTo>
                    <a:pt x="176241" y="6460"/>
                  </a:lnTo>
                  <a:lnTo>
                    <a:pt x="173985" y="5757"/>
                  </a:lnTo>
                  <a:lnTo>
                    <a:pt x="171718" y="5094"/>
                  </a:lnTo>
                  <a:lnTo>
                    <a:pt x="169439" y="4471"/>
                  </a:lnTo>
                  <a:lnTo>
                    <a:pt x="167150" y="3888"/>
                  </a:lnTo>
                  <a:lnTo>
                    <a:pt x="164851" y="3345"/>
                  </a:lnTo>
                  <a:lnTo>
                    <a:pt x="162542" y="2842"/>
                  </a:lnTo>
                  <a:lnTo>
                    <a:pt x="160225" y="2380"/>
                  </a:lnTo>
                  <a:lnTo>
                    <a:pt x="157901" y="1959"/>
                  </a:lnTo>
                  <a:lnTo>
                    <a:pt x="155569" y="1578"/>
                  </a:lnTo>
                  <a:lnTo>
                    <a:pt x="153231" y="1238"/>
                  </a:lnTo>
                  <a:lnTo>
                    <a:pt x="150888" y="939"/>
                  </a:lnTo>
                  <a:lnTo>
                    <a:pt x="148540" y="681"/>
                  </a:lnTo>
                  <a:lnTo>
                    <a:pt x="146187" y="464"/>
                  </a:lnTo>
                  <a:lnTo>
                    <a:pt x="143831" y="289"/>
                  </a:lnTo>
                  <a:lnTo>
                    <a:pt x="141473" y="155"/>
                  </a:lnTo>
                  <a:lnTo>
                    <a:pt x="139112" y="62"/>
                  </a:lnTo>
                  <a:lnTo>
                    <a:pt x="136750" y="10"/>
                  </a:lnTo>
                  <a:lnTo>
                    <a:pt x="134388" y="0"/>
                  </a:lnTo>
                  <a:lnTo>
                    <a:pt x="132025" y="31"/>
                  </a:lnTo>
                  <a:lnTo>
                    <a:pt x="129664" y="103"/>
                  </a:lnTo>
                  <a:lnTo>
                    <a:pt x="127304" y="217"/>
                  </a:lnTo>
                  <a:lnTo>
                    <a:pt x="124947" y="371"/>
                  </a:lnTo>
                  <a:lnTo>
                    <a:pt x="122593" y="568"/>
                  </a:lnTo>
                  <a:lnTo>
                    <a:pt x="120242" y="805"/>
                  </a:lnTo>
                  <a:lnTo>
                    <a:pt x="117896" y="1083"/>
                  </a:lnTo>
                  <a:lnTo>
                    <a:pt x="115556" y="1403"/>
                  </a:lnTo>
                  <a:lnTo>
                    <a:pt x="113221" y="1763"/>
                  </a:lnTo>
                  <a:lnTo>
                    <a:pt x="110893" y="2164"/>
                  </a:lnTo>
                  <a:lnTo>
                    <a:pt x="108572" y="2606"/>
                  </a:lnTo>
                  <a:lnTo>
                    <a:pt x="106259" y="3089"/>
                  </a:lnTo>
                  <a:lnTo>
                    <a:pt x="103955" y="3612"/>
                  </a:lnTo>
                  <a:lnTo>
                    <a:pt x="101661" y="4175"/>
                  </a:lnTo>
                  <a:lnTo>
                    <a:pt x="99377" y="4778"/>
                  </a:lnTo>
                  <a:lnTo>
                    <a:pt x="97104" y="5421"/>
                  </a:lnTo>
                  <a:lnTo>
                    <a:pt x="94842" y="6103"/>
                  </a:lnTo>
                  <a:lnTo>
                    <a:pt x="92592" y="6826"/>
                  </a:lnTo>
                  <a:lnTo>
                    <a:pt x="90356" y="7587"/>
                  </a:lnTo>
                  <a:lnTo>
                    <a:pt x="88133" y="8387"/>
                  </a:lnTo>
                  <a:lnTo>
                    <a:pt x="85925" y="9227"/>
                  </a:lnTo>
                  <a:lnTo>
                    <a:pt x="83732" y="10104"/>
                  </a:lnTo>
                  <a:lnTo>
                    <a:pt x="81554" y="11020"/>
                  </a:lnTo>
                  <a:lnTo>
                    <a:pt x="79393" y="11974"/>
                  </a:lnTo>
                  <a:lnTo>
                    <a:pt x="77249" y="12966"/>
                  </a:lnTo>
                  <a:lnTo>
                    <a:pt x="75122" y="13995"/>
                  </a:lnTo>
                  <a:lnTo>
                    <a:pt x="73014" y="15061"/>
                  </a:lnTo>
                  <a:lnTo>
                    <a:pt x="70924" y="16164"/>
                  </a:lnTo>
                  <a:lnTo>
                    <a:pt x="68855" y="17303"/>
                  </a:lnTo>
                  <a:lnTo>
                    <a:pt x="66805" y="18478"/>
                  </a:lnTo>
                  <a:lnTo>
                    <a:pt x="64777" y="19689"/>
                  </a:lnTo>
                  <a:lnTo>
                    <a:pt x="62770" y="20936"/>
                  </a:lnTo>
                  <a:lnTo>
                    <a:pt x="60785" y="22217"/>
                  </a:lnTo>
                  <a:lnTo>
                    <a:pt x="58823" y="23532"/>
                  </a:lnTo>
                  <a:lnTo>
                    <a:pt x="56884" y="24882"/>
                  </a:lnTo>
                  <a:lnTo>
                    <a:pt x="54969" y="26266"/>
                  </a:lnTo>
                  <a:lnTo>
                    <a:pt x="53079" y="27683"/>
                  </a:lnTo>
                  <a:lnTo>
                    <a:pt x="51214" y="29133"/>
                  </a:lnTo>
                  <a:lnTo>
                    <a:pt x="49374" y="30615"/>
                  </a:lnTo>
                  <a:lnTo>
                    <a:pt x="47560" y="32129"/>
                  </a:lnTo>
                  <a:lnTo>
                    <a:pt x="45774" y="33675"/>
                  </a:lnTo>
                  <a:lnTo>
                    <a:pt x="44015" y="35251"/>
                  </a:lnTo>
                  <a:lnTo>
                    <a:pt x="42283" y="36858"/>
                  </a:lnTo>
                  <a:lnTo>
                    <a:pt x="40580" y="38496"/>
                  </a:lnTo>
                  <a:lnTo>
                    <a:pt x="38906" y="40163"/>
                  </a:lnTo>
                  <a:lnTo>
                    <a:pt x="37261" y="41858"/>
                  </a:lnTo>
                  <a:lnTo>
                    <a:pt x="35646" y="43583"/>
                  </a:lnTo>
                  <a:lnTo>
                    <a:pt x="34062" y="45335"/>
                  </a:lnTo>
                  <a:lnTo>
                    <a:pt x="32508" y="47115"/>
                  </a:lnTo>
                  <a:lnTo>
                    <a:pt x="30986" y="48922"/>
                  </a:lnTo>
                  <a:lnTo>
                    <a:pt x="29496" y="50755"/>
                  </a:lnTo>
                  <a:lnTo>
                    <a:pt x="28038" y="52614"/>
                  </a:lnTo>
                  <a:lnTo>
                    <a:pt x="26613" y="54498"/>
                  </a:lnTo>
                  <a:lnTo>
                    <a:pt x="25221" y="56407"/>
                  </a:lnTo>
                  <a:lnTo>
                    <a:pt x="23863" y="58340"/>
                  </a:lnTo>
                  <a:lnTo>
                    <a:pt x="22539" y="60296"/>
                  </a:lnTo>
                  <a:lnTo>
                    <a:pt x="21249" y="62276"/>
                  </a:lnTo>
                  <a:lnTo>
                    <a:pt x="19994" y="64277"/>
                  </a:lnTo>
                  <a:lnTo>
                    <a:pt x="18774" y="66300"/>
                  </a:lnTo>
                  <a:lnTo>
                    <a:pt x="17590" y="68344"/>
                  </a:lnTo>
                  <a:lnTo>
                    <a:pt x="16441" y="70409"/>
                  </a:lnTo>
                  <a:lnTo>
                    <a:pt x="15329" y="72493"/>
                  </a:lnTo>
                  <a:lnTo>
                    <a:pt x="14254" y="74597"/>
                  </a:lnTo>
                  <a:lnTo>
                    <a:pt x="13216" y="76719"/>
                  </a:lnTo>
                  <a:lnTo>
                    <a:pt x="12215" y="78859"/>
                  </a:lnTo>
                  <a:lnTo>
                    <a:pt x="11251" y="81016"/>
                  </a:lnTo>
                  <a:lnTo>
                    <a:pt x="10326" y="83190"/>
                  </a:lnTo>
                  <a:lnTo>
                    <a:pt x="9439" y="85379"/>
                  </a:lnTo>
                  <a:lnTo>
                    <a:pt x="8590" y="87584"/>
                  </a:lnTo>
                  <a:lnTo>
                    <a:pt x="7780" y="89803"/>
                  </a:lnTo>
                  <a:lnTo>
                    <a:pt x="7008" y="92036"/>
                  </a:lnTo>
                  <a:lnTo>
                    <a:pt x="6276" y="94282"/>
                  </a:lnTo>
                  <a:lnTo>
                    <a:pt x="5584" y="96541"/>
                  </a:lnTo>
                  <a:lnTo>
                    <a:pt x="4931" y="98811"/>
                  </a:lnTo>
                  <a:lnTo>
                    <a:pt x="4318" y="101093"/>
                  </a:lnTo>
                  <a:lnTo>
                    <a:pt x="3745" y="103385"/>
                  </a:lnTo>
                  <a:lnTo>
                    <a:pt x="3212" y="105686"/>
                  </a:lnTo>
                  <a:lnTo>
                    <a:pt x="2719" y="107997"/>
                  </a:lnTo>
                  <a:lnTo>
                    <a:pt x="2267" y="110316"/>
                  </a:lnTo>
                  <a:lnTo>
                    <a:pt x="1856" y="112642"/>
                  </a:lnTo>
                  <a:lnTo>
                    <a:pt x="1485" y="114975"/>
                  </a:lnTo>
                  <a:lnTo>
                    <a:pt x="1156" y="117314"/>
                  </a:lnTo>
                  <a:lnTo>
                    <a:pt x="867" y="119659"/>
                  </a:lnTo>
                  <a:lnTo>
                    <a:pt x="619" y="122009"/>
                  </a:lnTo>
                  <a:lnTo>
                    <a:pt x="413" y="124362"/>
                  </a:lnTo>
                  <a:lnTo>
                    <a:pt x="248" y="126719"/>
                  </a:lnTo>
                  <a:lnTo>
                    <a:pt x="124" y="129078"/>
                  </a:lnTo>
                  <a:lnTo>
                    <a:pt x="41" y="131439"/>
                  </a:lnTo>
                  <a:lnTo>
                    <a:pt x="0" y="133801"/>
                  </a:lnTo>
                  <a:lnTo>
                    <a:pt x="0" y="136163"/>
                  </a:lnTo>
                  <a:lnTo>
                    <a:pt x="41" y="138525"/>
                  </a:lnTo>
                  <a:lnTo>
                    <a:pt x="124" y="140886"/>
                  </a:lnTo>
                  <a:lnTo>
                    <a:pt x="248" y="143246"/>
                  </a:lnTo>
                  <a:lnTo>
                    <a:pt x="413" y="145602"/>
                  </a:lnTo>
                  <a:lnTo>
                    <a:pt x="619" y="147956"/>
                  </a:lnTo>
                  <a:lnTo>
                    <a:pt x="867" y="150305"/>
                  </a:lnTo>
                  <a:lnTo>
                    <a:pt x="1156" y="152650"/>
                  </a:lnTo>
                  <a:lnTo>
                    <a:pt x="1485" y="154989"/>
                  </a:lnTo>
                  <a:lnTo>
                    <a:pt x="1856" y="157322"/>
                  </a:lnTo>
                  <a:lnTo>
                    <a:pt x="2267" y="159649"/>
                  </a:lnTo>
                  <a:lnTo>
                    <a:pt x="2719" y="161968"/>
                  </a:lnTo>
                  <a:lnTo>
                    <a:pt x="3212" y="164278"/>
                  </a:lnTo>
                  <a:lnTo>
                    <a:pt x="3745" y="166580"/>
                  </a:lnTo>
                  <a:lnTo>
                    <a:pt x="4318" y="168872"/>
                  </a:lnTo>
                  <a:lnTo>
                    <a:pt x="4931" y="171153"/>
                  </a:lnTo>
                  <a:lnTo>
                    <a:pt x="5584" y="173424"/>
                  </a:lnTo>
                  <a:lnTo>
                    <a:pt x="6276" y="175682"/>
                  </a:lnTo>
                  <a:lnTo>
                    <a:pt x="7008" y="177928"/>
                  </a:lnTo>
                  <a:lnTo>
                    <a:pt x="7780" y="180161"/>
                  </a:lnTo>
                  <a:lnTo>
                    <a:pt x="8590" y="182381"/>
                  </a:lnTo>
                  <a:lnTo>
                    <a:pt x="9439" y="184585"/>
                  </a:lnTo>
                  <a:lnTo>
                    <a:pt x="10326" y="186775"/>
                  </a:lnTo>
                  <a:lnTo>
                    <a:pt x="11251" y="188948"/>
                  </a:lnTo>
                  <a:lnTo>
                    <a:pt x="12215" y="191105"/>
                  </a:lnTo>
                  <a:lnTo>
                    <a:pt x="13216" y="193245"/>
                  </a:lnTo>
                  <a:lnTo>
                    <a:pt x="14254" y="195367"/>
                  </a:lnTo>
                  <a:lnTo>
                    <a:pt x="15329" y="197471"/>
                  </a:lnTo>
                  <a:lnTo>
                    <a:pt x="16441" y="199555"/>
                  </a:lnTo>
                  <a:lnTo>
                    <a:pt x="17590" y="201620"/>
                  </a:lnTo>
                  <a:lnTo>
                    <a:pt x="18774" y="203664"/>
                  </a:lnTo>
                  <a:lnTo>
                    <a:pt x="19994" y="205687"/>
                  </a:lnTo>
                  <a:lnTo>
                    <a:pt x="21249" y="207689"/>
                  </a:lnTo>
                  <a:lnTo>
                    <a:pt x="22539" y="209668"/>
                  </a:lnTo>
                  <a:lnTo>
                    <a:pt x="23863" y="211624"/>
                  </a:lnTo>
                  <a:lnTo>
                    <a:pt x="25221" y="213557"/>
                  </a:lnTo>
                  <a:lnTo>
                    <a:pt x="26613" y="215466"/>
                  </a:lnTo>
                  <a:lnTo>
                    <a:pt x="28038" y="217350"/>
                  </a:lnTo>
                  <a:lnTo>
                    <a:pt x="29496" y="219209"/>
                  </a:lnTo>
                  <a:lnTo>
                    <a:pt x="30986" y="221042"/>
                  </a:lnTo>
                  <a:lnTo>
                    <a:pt x="32508" y="222849"/>
                  </a:lnTo>
                  <a:lnTo>
                    <a:pt x="34062" y="224629"/>
                  </a:lnTo>
                  <a:lnTo>
                    <a:pt x="35646" y="226381"/>
                  </a:lnTo>
                  <a:lnTo>
                    <a:pt x="37261" y="228106"/>
                  </a:lnTo>
                  <a:lnTo>
                    <a:pt x="38906" y="229802"/>
                  </a:lnTo>
                  <a:lnTo>
                    <a:pt x="40580" y="231469"/>
                  </a:lnTo>
                  <a:lnTo>
                    <a:pt x="42283" y="233106"/>
                  </a:lnTo>
                  <a:lnTo>
                    <a:pt x="44015" y="234713"/>
                  </a:lnTo>
                  <a:lnTo>
                    <a:pt x="45774" y="236290"/>
                  </a:lnTo>
                  <a:lnTo>
                    <a:pt x="47560" y="237835"/>
                  </a:lnTo>
                  <a:lnTo>
                    <a:pt x="49374" y="239350"/>
                  </a:lnTo>
                  <a:lnTo>
                    <a:pt x="51214" y="240832"/>
                  </a:lnTo>
                  <a:lnTo>
                    <a:pt x="53079" y="242282"/>
                  </a:lnTo>
                  <a:lnTo>
                    <a:pt x="54969" y="243698"/>
                  </a:lnTo>
                  <a:lnTo>
                    <a:pt x="56884" y="245082"/>
                  </a:lnTo>
                  <a:lnTo>
                    <a:pt x="58823" y="246432"/>
                  </a:lnTo>
                  <a:lnTo>
                    <a:pt x="60785" y="247748"/>
                  </a:lnTo>
                  <a:lnTo>
                    <a:pt x="62770" y="249029"/>
                  </a:lnTo>
                  <a:lnTo>
                    <a:pt x="64777" y="250275"/>
                  </a:lnTo>
                  <a:lnTo>
                    <a:pt x="66805" y="251486"/>
                  </a:lnTo>
                  <a:lnTo>
                    <a:pt x="68855" y="252661"/>
                  </a:lnTo>
                  <a:lnTo>
                    <a:pt x="70924" y="253800"/>
                  </a:lnTo>
                  <a:lnTo>
                    <a:pt x="73014" y="254903"/>
                  </a:lnTo>
                  <a:lnTo>
                    <a:pt x="75122" y="255969"/>
                  </a:lnTo>
                  <a:lnTo>
                    <a:pt x="77249" y="256998"/>
                  </a:lnTo>
                  <a:lnTo>
                    <a:pt x="79393" y="257990"/>
                  </a:lnTo>
                  <a:lnTo>
                    <a:pt x="81554" y="258944"/>
                  </a:lnTo>
                  <a:lnTo>
                    <a:pt x="83732" y="259860"/>
                  </a:lnTo>
                  <a:lnTo>
                    <a:pt x="85925" y="260738"/>
                  </a:lnTo>
                  <a:lnTo>
                    <a:pt x="88133" y="261577"/>
                  </a:lnTo>
                  <a:lnTo>
                    <a:pt x="90356" y="262377"/>
                  </a:lnTo>
                  <a:lnTo>
                    <a:pt x="92592" y="263139"/>
                  </a:lnTo>
                  <a:lnTo>
                    <a:pt x="94842" y="263861"/>
                  </a:lnTo>
                  <a:lnTo>
                    <a:pt x="97104" y="264544"/>
                  </a:lnTo>
                  <a:lnTo>
                    <a:pt x="99377" y="265187"/>
                  </a:lnTo>
                  <a:lnTo>
                    <a:pt x="101661" y="265790"/>
                  </a:lnTo>
                  <a:lnTo>
                    <a:pt x="103955" y="266353"/>
                  </a:lnTo>
                  <a:lnTo>
                    <a:pt x="106259" y="266876"/>
                  </a:lnTo>
                  <a:lnTo>
                    <a:pt x="108572" y="267358"/>
                  </a:lnTo>
                  <a:lnTo>
                    <a:pt x="110893" y="267800"/>
                  </a:lnTo>
                  <a:lnTo>
                    <a:pt x="113221" y="268201"/>
                  </a:lnTo>
                  <a:lnTo>
                    <a:pt x="115556" y="268561"/>
                  </a:lnTo>
                  <a:lnTo>
                    <a:pt x="117896" y="268881"/>
                  </a:lnTo>
                  <a:lnTo>
                    <a:pt x="120242" y="269159"/>
                  </a:lnTo>
                  <a:lnTo>
                    <a:pt x="122593" y="269397"/>
                  </a:lnTo>
                  <a:lnTo>
                    <a:pt x="124947" y="269593"/>
                  </a:lnTo>
                  <a:lnTo>
                    <a:pt x="127304" y="269748"/>
                  </a:lnTo>
                  <a:lnTo>
                    <a:pt x="129664" y="269862"/>
                  </a:lnTo>
                  <a:lnTo>
                    <a:pt x="132025" y="269934"/>
                  </a:lnTo>
                  <a:lnTo>
                    <a:pt x="134388" y="269965"/>
                  </a:lnTo>
                  <a:lnTo>
                    <a:pt x="136750" y="269955"/>
                  </a:lnTo>
                  <a:lnTo>
                    <a:pt x="139112" y="269903"/>
                  </a:lnTo>
                  <a:lnTo>
                    <a:pt x="141473" y="269810"/>
                  </a:lnTo>
                  <a:lnTo>
                    <a:pt x="143831" y="269676"/>
                  </a:lnTo>
                  <a:lnTo>
                    <a:pt x="146187" y="269500"/>
                  </a:lnTo>
                  <a:lnTo>
                    <a:pt x="148540" y="269283"/>
                  </a:lnTo>
                  <a:lnTo>
                    <a:pt x="150888" y="269025"/>
                  </a:lnTo>
                  <a:lnTo>
                    <a:pt x="153231" y="268726"/>
                  </a:lnTo>
                  <a:lnTo>
                    <a:pt x="155569" y="268386"/>
                  </a:lnTo>
                  <a:lnTo>
                    <a:pt x="157901" y="268006"/>
                  </a:lnTo>
                  <a:lnTo>
                    <a:pt x="160225" y="267584"/>
                  </a:lnTo>
                  <a:lnTo>
                    <a:pt x="162542" y="267122"/>
                  </a:lnTo>
                  <a:lnTo>
                    <a:pt x="164851" y="266619"/>
                  </a:lnTo>
                  <a:lnTo>
                    <a:pt x="167150" y="266076"/>
                  </a:lnTo>
                  <a:lnTo>
                    <a:pt x="169439" y="265493"/>
                  </a:lnTo>
                  <a:lnTo>
                    <a:pt x="171718" y="264870"/>
                  </a:lnTo>
                  <a:lnTo>
                    <a:pt x="173985" y="264207"/>
                  </a:lnTo>
                  <a:lnTo>
                    <a:pt x="176241" y="263505"/>
                  </a:lnTo>
                  <a:lnTo>
                    <a:pt x="178484" y="262763"/>
                  </a:lnTo>
                  <a:lnTo>
                    <a:pt x="180714" y="261982"/>
                  </a:lnTo>
                  <a:lnTo>
                    <a:pt x="182929" y="261162"/>
                  </a:lnTo>
                  <a:lnTo>
                    <a:pt x="185130" y="260304"/>
                  </a:lnTo>
                  <a:lnTo>
                    <a:pt x="187316" y="259407"/>
                  </a:lnTo>
                  <a:lnTo>
                    <a:pt x="189485" y="258472"/>
                  </a:lnTo>
                  <a:lnTo>
                    <a:pt x="191638" y="257499"/>
                  </a:lnTo>
                  <a:lnTo>
                    <a:pt x="193774" y="256489"/>
                  </a:lnTo>
                  <a:lnTo>
                    <a:pt x="195891" y="255441"/>
                  </a:lnTo>
                  <a:lnTo>
                    <a:pt x="197990" y="254356"/>
                  </a:lnTo>
                  <a:lnTo>
                    <a:pt x="200069" y="253235"/>
                  </a:lnTo>
                  <a:lnTo>
                    <a:pt x="202129" y="252078"/>
                  </a:lnTo>
                  <a:lnTo>
                    <a:pt x="204168" y="250885"/>
                  </a:lnTo>
                  <a:lnTo>
                    <a:pt x="206186" y="249656"/>
                  </a:lnTo>
                  <a:lnTo>
                    <a:pt x="208182" y="248393"/>
                  </a:lnTo>
                  <a:lnTo>
                    <a:pt x="210155" y="247094"/>
                  </a:lnTo>
                  <a:lnTo>
                    <a:pt x="212106" y="245761"/>
                  </a:lnTo>
                  <a:lnTo>
                    <a:pt x="214033" y="244394"/>
                  </a:lnTo>
                  <a:lnTo>
                    <a:pt x="215936" y="242994"/>
                  </a:lnTo>
                  <a:lnTo>
                    <a:pt x="217814" y="241561"/>
                  </a:lnTo>
                  <a:lnTo>
                    <a:pt x="219666" y="240095"/>
                  </a:lnTo>
                  <a:lnTo>
                    <a:pt x="221493" y="238597"/>
                  </a:lnTo>
                  <a:lnTo>
                    <a:pt x="223293" y="237067"/>
                  </a:lnTo>
                  <a:lnTo>
                    <a:pt x="225066" y="235505"/>
                  </a:lnTo>
                  <a:lnTo>
                    <a:pt x="226811" y="233913"/>
                  </a:lnTo>
                  <a:lnTo>
                    <a:pt x="228529" y="232291"/>
                  </a:lnTo>
                  <a:lnTo>
                    <a:pt x="230217" y="230639"/>
                  </a:lnTo>
                  <a:lnTo>
                    <a:pt x="231877" y="228957"/>
                  </a:lnTo>
                  <a:lnTo>
                    <a:pt x="233507" y="227247"/>
                  </a:lnTo>
                  <a:lnTo>
                    <a:pt x="235106" y="225509"/>
                  </a:lnTo>
                  <a:lnTo>
                    <a:pt x="236675" y="223743"/>
                  </a:lnTo>
                  <a:lnTo>
                    <a:pt x="238213" y="221949"/>
                  </a:lnTo>
                  <a:lnTo>
                    <a:pt x="239719" y="220129"/>
                  </a:lnTo>
                  <a:lnTo>
                    <a:pt x="241193" y="218283"/>
                  </a:lnTo>
                  <a:lnTo>
                    <a:pt x="242635" y="216411"/>
                  </a:lnTo>
                  <a:lnTo>
                    <a:pt x="244044" y="214515"/>
                  </a:lnTo>
                  <a:lnTo>
                    <a:pt x="245419" y="212594"/>
                  </a:lnTo>
                  <a:lnTo>
                    <a:pt x="246760" y="210649"/>
                  </a:lnTo>
                  <a:lnTo>
                    <a:pt x="248067" y="208681"/>
                  </a:lnTo>
                  <a:lnTo>
                    <a:pt x="249340" y="206691"/>
                  </a:lnTo>
                  <a:lnTo>
                    <a:pt x="250577" y="204678"/>
                  </a:lnTo>
                  <a:lnTo>
                    <a:pt x="251779" y="202645"/>
                  </a:lnTo>
                  <a:lnTo>
                    <a:pt x="252946" y="200590"/>
                  </a:lnTo>
                  <a:lnTo>
                    <a:pt x="254076" y="198516"/>
                  </a:lnTo>
                  <a:lnTo>
                    <a:pt x="255169" y="196421"/>
                  </a:lnTo>
                  <a:lnTo>
                    <a:pt x="256226" y="194309"/>
                  </a:lnTo>
                  <a:lnTo>
                    <a:pt x="257246" y="192178"/>
                  </a:lnTo>
                  <a:lnTo>
                    <a:pt x="258228" y="190029"/>
                  </a:lnTo>
                  <a:lnTo>
                    <a:pt x="259173" y="187864"/>
                  </a:lnTo>
                  <a:lnTo>
                    <a:pt x="260079" y="185682"/>
                  </a:lnTo>
                  <a:lnTo>
                    <a:pt x="260947" y="183485"/>
                  </a:lnTo>
                  <a:lnTo>
                    <a:pt x="261777" y="181273"/>
                  </a:lnTo>
                  <a:lnTo>
                    <a:pt x="262568" y="179047"/>
                  </a:lnTo>
                  <a:lnTo>
                    <a:pt x="263319" y="176807"/>
                  </a:lnTo>
                  <a:lnTo>
                    <a:pt x="264031" y="174554"/>
                  </a:lnTo>
                  <a:lnTo>
                    <a:pt x="264704" y="172290"/>
                  </a:lnTo>
                  <a:lnTo>
                    <a:pt x="265337" y="170014"/>
                  </a:lnTo>
                  <a:lnTo>
                    <a:pt x="265930" y="167727"/>
                  </a:lnTo>
                  <a:lnTo>
                    <a:pt x="266483" y="165430"/>
                  </a:lnTo>
                  <a:lnTo>
                    <a:pt x="266996" y="163124"/>
                  </a:lnTo>
                  <a:lnTo>
                    <a:pt x="267468" y="160809"/>
                  </a:lnTo>
                  <a:lnTo>
                    <a:pt x="267900" y="158487"/>
                  </a:lnTo>
                  <a:lnTo>
                    <a:pt x="268291" y="156157"/>
                  </a:lnTo>
                  <a:lnTo>
                    <a:pt x="268641" y="153820"/>
                  </a:lnTo>
                  <a:lnTo>
                    <a:pt x="268951" y="151478"/>
                  </a:lnTo>
                  <a:lnTo>
                    <a:pt x="269219" y="149131"/>
                  </a:lnTo>
                  <a:lnTo>
                    <a:pt x="269446" y="146779"/>
                  </a:lnTo>
                  <a:lnTo>
                    <a:pt x="269632" y="144424"/>
                  </a:lnTo>
                  <a:lnTo>
                    <a:pt x="269776" y="142066"/>
                  </a:lnTo>
                  <a:lnTo>
                    <a:pt x="269880" y="139706"/>
                  </a:lnTo>
                  <a:lnTo>
                    <a:pt x="269942" y="137345"/>
                  </a:lnTo>
                  <a:lnTo>
                    <a:pt x="269962" y="134982"/>
                  </a:lnTo>
                </a:path>
              </a:pathLst>
            </a:custGeom>
            <a:ln w="13550" cap="flat">
              <a:solidFill>
                <a:srgbClr val="7FC5D8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471" name="pl471"/>
            <p:cNvSpPr/>
            <p:nvPr/>
          </p:nvSpPr>
          <p:spPr>
            <a:xfrm>
              <a:off x="1324976" y="3648857"/>
              <a:ext cx="490841" cy="490846"/>
            </a:xfrm>
            <a:custGeom>
              <a:avLst/>
              <a:pathLst>
                <a:path w="490841" h="490846">
                  <a:moveTo>
                    <a:pt x="490841" y="245423"/>
                  </a:moveTo>
                  <a:lnTo>
                    <a:pt x="490803" y="241127"/>
                  </a:lnTo>
                  <a:lnTo>
                    <a:pt x="490691" y="236833"/>
                  </a:lnTo>
                  <a:lnTo>
                    <a:pt x="490503" y="232542"/>
                  </a:lnTo>
                  <a:lnTo>
                    <a:pt x="490240" y="228255"/>
                  </a:lnTo>
                  <a:lnTo>
                    <a:pt x="489902" y="223973"/>
                  </a:lnTo>
                  <a:lnTo>
                    <a:pt x="489489" y="219697"/>
                  </a:lnTo>
                  <a:lnTo>
                    <a:pt x="489001" y="215430"/>
                  </a:lnTo>
                  <a:lnTo>
                    <a:pt x="488439" y="211171"/>
                  </a:lnTo>
                  <a:lnTo>
                    <a:pt x="487803" y="206924"/>
                  </a:lnTo>
                  <a:lnTo>
                    <a:pt x="487092" y="202687"/>
                  </a:lnTo>
                  <a:lnTo>
                    <a:pt x="486307" y="198464"/>
                  </a:lnTo>
                  <a:lnTo>
                    <a:pt x="485448" y="194256"/>
                  </a:lnTo>
                  <a:lnTo>
                    <a:pt x="484516" y="190063"/>
                  </a:lnTo>
                  <a:lnTo>
                    <a:pt x="483510" y="185887"/>
                  </a:lnTo>
                  <a:lnTo>
                    <a:pt x="482432" y="181729"/>
                  </a:lnTo>
                  <a:lnTo>
                    <a:pt x="481281" y="177591"/>
                  </a:lnTo>
                  <a:lnTo>
                    <a:pt x="480058" y="173473"/>
                  </a:lnTo>
                  <a:lnTo>
                    <a:pt x="478762" y="169378"/>
                  </a:lnTo>
                  <a:lnTo>
                    <a:pt x="477396" y="165306"/>
                  </a:lnTo>
                  <a:lnTo>
                    <a:pt x="475958" y="161258"/>
                  </a:lnTo>
                  <a:lnTo>
                    <a:pt x="474450" y="157236"/>
                  </a:lnTo>
                  <a:lnTo>
                    <a:pt x="472872" y="153241"/>
                  </a:lnTo>
                  <a:lnTo>
                    <a:pt x="471223" y="149275"/>
                  </a:lnTo>
                  <a:lnTo>
                    <a:pt x="469506" y="145338"/>
                  </a:lnTo>
                  <a:lnTo>
                    <a:pt x="467720" y="141431"/>
                  </a:lnTo>
                  <a:lnTo>
                    <a:pt x="465866" y="137556"/>
                  </a:lnTo>
                  <a:lnTo>
                    <a:pt x="463945" y="133715"/>
                  </a:lnTo>
                  <a:lnTo>
                    <a:pt x="461956" y="129907"/>
                  </a:lnTo>
                  <a:lnTo>
                    <a:pt x="459901" y="126135"/>
                  </a:lnTo>
                  <a:lnTo>
                    <a:pt x="457781" y="122400"/>
                  </a:lnTo>
                  <a:lnTo>
                    <a:pt x="455595" y="118702"/>
                  </a:lnTo>
                  <a:lnTo>
                    <a:pt x="453345" y="115043"/>
                  </a:lnTo>
                  <a:lnTo>
                    <a:pt x="451032" y="111424"/>
                  </a:lnTo>
                  <a:lnTo>
                    <a:pt x="448655" y="107846"/>
                  </a:lnTo>
                  <a:lnTo>
                    <a:pt x="446216" y="104310"/>
                  </a:lnTo>
                  <a:lnTo>
                    <a:pt x="443716" y="100818"/>
                  </a:lnTo>
                  <a:lnTo>
                    <a:pt x="441155" y="97370"/>
                  </a:lnTo>
                  <a:lnTo>
                    <a:pt x="438534" y="93967"/>
                  </a:lnTo>
                  <a:lnTo>
                    <a:pt x="435854" y="90610"/>
                  </a:lnTo>
                  <a:lnTo>
                    <a:pt x="433115" y="87301"/>
                  </a:lnTo>
                  <a:lnTo>
                    <a:pt x="430319" y="84040"/>
                  </a:lnTo>
                  <a:lnTo>
                    <a:pt x="427466" y="80829"/>
                  </a:lnTo>
                  <a:lnTo>
                    <a:pt x="424558" y="77668"/>
                  </a:lnTo>
                  <a:lnTo>
                    <a:pt x="421595" y="74558"/>
                  </a:lnTo>
                  <a:lnTo>
                    <a:pt x="418577" y="71501"/>
                  </a:lnTo>
                  <a:lnTo>
                    <a:pt x="415507" y="68497"/>
                  </a:lnTo>
                  <a:lnTo>
                    <a:pt x="412385" y="65548"/>
                  </a:lnTo>
                  <a:lnTo>
                    <a:pt x="409211" y="62653"/>
                  </a:lnTo>
                  <a:lnTo>
                    <a:pt x="405987" y="59815"/>
                  </a:lnTo>
                  <a:lnTo>
                    <a:pt x="402714" y="57033"/>
                  </a:lnTo>
                  <a:lnTo>
                    <a:pt x="399393" y="54309"/>
                  </a:lnTo>
                  <a:lnTo>
                    <a:pt x="396025" y="51643"/>
                  </a:lnTo>
                  <a:lnTo>
                    <a:pt x="392611" y="49037"/>
                  </a:lnTo>
                  <a:lnTo>
                    <a:pt x="389151" y="46491"/>
                  </a:lnTo>
                  <a:lnTo>
                    <a:pt x="385648" y="44006"/>
                  </a:lnTo>
                  <a:lnTo>
                    <a:pt x="382101" y="41583"/>
                  </a:lnTo>
                  <a:lnTo>
                    <a:pt x="378513" y="39222"/>
                  </a:lnTo>
                  <a:lnTo>
                    <a:pt x="374884" y="36924"/>
                  </a:lnTo>
                  <a:lnTo>
                    <a:pt x="371215" y="34690"/>
                  </a:lnTo>
                  <a:lnTo>
                    <a:pt x="367508" y="32521"/>
                  </a:lnTo>
                  <a:lnTo>
                    <a:pt x="363763" y="30417"/>
                  </a:lnTo>
                  <a:lnTo>
                    <a:pt x="359982" y="28378"/>
                  </a:lnTo>
                  <a:lnTo>
                    <a:pt x="356166" y="26407"/>
                  </a:lnTo>
                  <a:lnTo>
                    <a:pt x="352316" y="24502"/>
                  </a:lnTo>
                  <a:lnTo>
                    <a:pt x="348433" y="22665"/>
                  </a:lnTo>
                  <a:lnTo>
                    <a:pt x="344519" y="20896"/>
                  </a:lnTo>
                  <a:lnTo>
                    <a:pt x="340574" y="19196"/>
                  </a:lnTo>
                  <a:lnTo>
                    <a:pt x="336601" y="17565"/>
                  </a:lnTo>
                  <a:lnTo>
                    <a:pt x="332599" y="16004"/>
                  </a:lnTo>
                  <a:lnTo>
                    <a:pt x="328571" y="14514"/>
                  </a:lnTo>
                  <a:lnTo>
                    <a:pt x="324517" y="13094"/>
                  </a:lnTo>
                  <a:lnTo>
                    <a:pt x="320439" y="11745"/>
                  </a:lnTo>
                  <a:lnTo>
                    <a:pt x="316338" y="10468"/>
                  </a:lnTo>
                  <a:lnTo>
                    <a:pt x="312215" y="9263"/>
                  </a:lnTo>
                  <a:lnTo>
                    <a:pt x="308071" y="8130"/>
                  </a:lnTo>
                  <a:lnTo>
                    <a:pt x="303909" y="7070"/>
                  </a:lnTo>
                  <a:lnTo>
                    <a:pt x="299729" y="6082"/>
                  </a:lnTo>
                  <a:lnTo>
                    <a:pt x="295532" y="5169"/>
                  </a:lnTo>
                  <a:lnTo>
                    <a:pt x="291319" y="4328"/>
                  </a:lnTo>
                  <a:lnTo>
                    <a:pt x="287093" y="3562"/>
                  </a:lnTo>
                  <a:lnTo>
                    <a:pt x="282854" y="2869"/>
                  </a:lnTo>
                  <a:lnTo>
                    <a:pt x="278603" y="2251"/>
                  </a:lnTo>
                  <a:lnTo>
                    <a:pt x="274342" y="1708"/>
                  </a:lnTo>
                  <a:lnTo>
                    <a:pt x="270072" y="1239"/>
                  </a:lnTo>
                  <a:lnTo>
                    <a:pt x="265795" y="845"/>
                  </a:lnTo>
                  <a:lnTo>
                    <a:pt x="261512" y="526"/>
                  </a:lnTo>
                  <a:lnTo>
                    <a:pt x="257223" y="281"/>
                  </a:lnTo>
                  <a:lnTo>
                    <a:pt x="252931" y="112"/>
                  </a:lnTo>
                  <a:lnTo>
                    <a:pt x="248637" y="18"/>
                  </a:lnTo>
                  <a:lnTo>
                    <a:pt x="244342" y="0"/>
                  </a:lnTo>
                  <a:lnTo>
                    <a:pt x="240047" y="56"/>
                  </a:lnTo>
                  <a:lnTo>
                    <a:pt x="235753" y="187"/>
                  </a:lnTo>
                  <a:lnTo>
                    <a:pt x="231463" y="394"/>
                  </a:lnTo>
                  <a:lnTo>
                    <a:pt x="227177" y="676"/>
                  </a:lnTo>
                  <a:lnTo>
                    <a:pt x="222896" y="1032"/>
                  </a:lnTo>
                  <a:lnTo>
                    <a:pt x="218623" y="1464"/>
                  </a:lnTo>
                  <a:lnTo>
                    <a:pt x="214357" y="1970"/>
                  </a:lnTo>
                  <a:lnTo>
                    <a:pt x="210101" y="2551"/>
                  </a:lnTo>
                  <a:lnTo>
                    <a:pt x="205856" y="3206"/>
                  </a:lnTo>
                  <a:lnTo>
                    <a:pt x="201623" y="3936"/>
                  </a:lnTo>
                  <a:lnTo>
                    <a:pt x="197404" y="4739"/>
                  </a:lnTo>
                  <a:lnTo>
                    <a:pt x="193199" y="5616"/>
                  </a:lnTo>
                  <a:lnTo>
                    <a:pt x="189010" y="6567"/>
                  </a:lnTo>
                  <a:lnTo>
                    <a:pt x="184838" y="7591"/>
                  </a:lnTo>
                  <a:lnTo>
                    <a:pt x="180685" y="8687"/>
                  </a:lnTo>
                  <a:lnTo>
                    <a:pt x="176552" y="9856"/>
                  </a:lnTo>
                  <a:lnTo>
                    <a:pt x="172440" y="11098"/>
                  </a:lnTo>
                  <a:lnTo>
                    <a:pt x="168350" y="12411"/>
                  </a:lnTo>
                  <a:lnTo>
                    <a:pt x="164284" y="13795"/>
                  </a:lnTo>
                  <a:lnTo>
                    <a:pt x="160243" y="15250"/>
                  </a:lnTo>
                  <a:lnTo>
                    <a:pt x="156228" y="16776"/>
                  </a:lnTo>
                  <a:lnTo>
                    <a:pt x="152240" y="18372"/>
                  </a:lnTo>
                  <a:lnTo>
                    <a:pt x="148281" y="20038"/>
                  </a:lnTo>
                  <a:lnTo>
                    <a:pt x="144351" y="21772"/>
                  </a:lnTo>
                  <a:lnTo>
                    <a:pt x="140452" y="23575"/>
                  </a:lnTo>
                  <a:lnTo>
                    <a:pt x="136586" y="25446"/>
                  </a:lnTo>
                  <a:lnTo>
                    <a:pt x="132753" y="27384"/>
                  </a:lnTo>
                  <a:lnTo>
                    <a:pt x="128954" y="29389"/>
                  </a:lnTo>
                  <a:lnTo>
                    <a:pt x="125191" y="31461"/>
                  </a:lnTo>
                  <a:lnTo>
                    <a:pt x="121465" y="33597"/>
                  </a:lnTo>
                  <a:lnTo>
                    <a:pt x="117777" y="35799"/>
                  </a:lnTo>
                  <a:lnTo>
                    <a:pt x="114128" y="38065"/>
                  </a:lnTo>
                  <a:lnTo>
                    <a:pt x="110519" y="40394"/>
                  </a:lnTo>
                  <a:lnTo>
                    <a:pt x="106951" y="42787"/>
                  </a:lnTo>
                  <a:lnTo>
                    <a:pt x="103426" y="45241"/>
                  </a:lnTo>
                  <a:lnTo>
                    <a:pt x="99945" y="47757"/>
                  </a:lnTo>
                  <a:lnTo>
                    <a:pt x="96507" y="50333"/>
                  </a:lnTo>
                  <a:lnTo>
                    <a:pt x="93116" y="52969"/>
                  </a:lnTo>
                  <a:lnTo>
                    <a:pt x="89771" y="55664"/>
                  </a:lnTo>
                  <a:lnTo>
                    <a:pt x="86474" y="58417"/>
                  </a:lnTo>
                  <a:lnTo>
                    <a:pt x="83226" y="61227"/>
                  </a:lnTo>
                  <a:lnTo>
                    <a:pt x="80027" y="64094"/>
                  </a:lnTo>
                  <a:lnTo>
                    <a:pt x="76879" y="67016"/>
                  </a:lnTo>
                  <a:lnTo>
                    <a:pt x="73782" y="69993"/>
                  </a:lnTo>
                  <a:lnTo>
                    <a:pt x="70738" y="73023"/>
                  </a:lnTo>
                  <a:lnTo>
                    <a:pt x="67748" y="76107"/>
                  </a:lnTo>
                  <a:lnTo>
                    <a:pt x="64812" y="79242"/>
                  </a:lnTo>
                  <a:lnTo>
                    <a:pt x="61931" y="82428"/>
                  </a:lnTo>
                  <a:lnTo>
                    <a:pt x="59107" y="85664"/>
                  </a:lnTo>
                  <a:lnTo>
                    <a:pt x="56339" y="88949"/>
                  </a:lnTo>
                  <a:lnTo>
                    <a:pt x="53630" y="92282"/>
                  </a:lnTo>
                  <a:lnTo>
                    <a:pt x="50979" y="95662"/>
                  </a:lnTo>
                  <a:lnTo>
                    <a:pt x="48388" y="99088"/>
                  </a:lnTo>
                  <a:lnTo>
                    <a:pt x="45857" y="102559"/>
                  </a:lnTo>
                  <a:lnTo>
                    <a:pt x="43387" y="106073"/>
                  </a:lnTo>
                  <a:lnTo>
                    <a:pt x="40980" y="109630"/>
                  </a:lnTo>
                  <a:lnTo>
                    <a:pt x="38634" y="113229"/>
                  </a:lnTo>
                  <a:lnTo>
                    <a:pt x="36353" y="116868"/>
                  </a:lnTo>
                  <a:lnTo>
                    <a:pt x="34135" y="120546"/>
                  </a:lnTo>
                  <a:lnTo>
                    <a:pt x="31982" y="124263"/>
                  </a:lnTo>
                  <a:lnTo>
                    <a:pt x="29894" y="128017"/>
                  </a:lnTo>
                  <a:lnTo>
                    <a:pt x="27872" y="131807"/>
                  </a:lnTo>
                  <a:lnTo>
                    <a:pt x="25917" y="135631"/>
                  </a:lnTo>
                  <a:lnTo>
                    <a:pt x="24029" y="139490"/>
                  </a:lnTo>
                  <a:lnTo>
                    <a:pt x="22209" y="143380"/>
                  </a:lnTo>
                  <a:lnTo>
                    <a:pt x="20458" y="147302"/>
                  </a:lnTo>
                  <a:lnTo>
                    <a:pt x="18775" y="151254"/>
                  </a:lnTo>
                  <a:lnTo>
                    <a:pt x="17162" y="155235"/>
                  </a:lnTo>
                  <a:lnTo>
                    <a:pt x="15618" y="159244"/>
                  </a:lnTo>
                  <a:lnTo>
                    <a:pt x="14145" y="163279"/>
                  </a:lnTo>
                  <a:lnTo>
                    <a:pt x="12743" y="167339"/>
                  </a:lnTo>
                  <a:lnTo>
                    <a:pt x="11412" y="171423"/>
                  </a:lnTo>
                  <a:lnTo>
                    <a:pt x="10153" y="175529"/>
                  </a:lnTo>
                  <a:lnTo>
                    <a:pt x="8966" y="179657"/>
                  </a:lnTo>
                  <a:lnTo>
                    <a:pt x="7851" y="183805"/>
                  </a:lnTo>
                  <a:lnTo>
                    <a:pt x="6809" y="187973"/>
                  </a:lnTo>
                  <a:lnTo>
                    <a:pt x="5840" y="192157"/>
                  </a:lnTo>
                  <a:lnTo>
                    <a:pt x="4944" y="196358"/>
                  </a:lnTo>
                  <a:lnTo>
                    <a:pt x="4123" y="200574"/>
                  </a:lnTo>
                  <a:lnTo>
                    <a:pt x="3375" y="204804"/>
                  </a:lnTo>
                  <a:lnTo>
                    <a:pt x="2701" y="209046"/>
                  </a:lnTo>
                  <a:lnTo>
                    <a:pt x="2101" y="213299"/>
                  </a:lnTo>
                  <a:lnTo>
                    <a:pt x="1577" y="217563"/>
                  </a:lnTo>
                  <a:lnTo>
                    <a:pt x="1126" y="221834"/>
                  </a:lnTo>
                  <a:lnTo>
                    <a:pt x="751" y="226113"/>
                  </a:lnTo>
                  <a:lnTo>
                    <a:pt x="450" y="230398"/>
                  </a:lnTo>
                  <a:lnTo>
                    <a:pt x="225" y="234687"/>
                  </a:lnTo>
                  <a:lnTo>
                    <a:pt x="75" y="238980"/>
                  </a:lnTo>
                  <a:lnTo>
                    <a:pt x="0" y="243275"/>
                  </a:lnTo>
                  <a:lnTo>
                    <a:pt x="0" y="247570"/>
                  </a:lnTo>
                  <a:lnTo>
                    <a:pt x="75" y="251865"/>
                  </a:lnTo>
                  <a:lnTo>
                    <a:pt x="225" y="256158"/>
                  </a:lnTo>
                  <a:lnTo>
                    <a:pt x="450" y="260447"/>
                  </a:lnTo>
                  <a:lnTo>
                    <a:pt x="751" y="264732"/>
                  </a:lnTo>
                  <a:lnTo>
                    <a:pt x="1126" y="269011"/>
                  </a:lnTo>
                  <a:lnTo>
                    <a:pt x="1577" y="273283"/>
                  </a:lnTo>
                  <a:lnTo>
                    <a:pt x="2101" y="277546"/>
                  </a:lnTo>
                  <a:lnTo>
                    <a:pt x="2701" y="281799"/>
                  </a:lnTo>
                  <a:lnTo>
                    <a:pt x="3375" y="286041"/>
                  </a:lnTo>
                  <a:lnTo>
                    <a:pt x="4123" y="290271"/>
                  </a:lnTo>
                  <a:lnTo>
                    <a:pt x="4944" y="294487"/>
                  </a:lnTo>
                  <a:lnTo>
                    <a:pt x="5840" y="298688"/>
                  </a:lnTo>
                  <a:lnTo>
                    <a:pt x="6809" y="302873"/>
                  </a:lnTo>
                  <a:lnTo>
                    <a:pt x="7851" y="307040"/>
                  </a:lnTo>
                  <a:lnTo>
                    <a:pt x="8966" y="311188"/>
                  </a:lnTo>
                  <a:lnTo>
                    <a:pt x="10153" y="315316"/>
                  </a:lnTo>
                  <a:lnTo>
                    <a:pt x="11412" y="319423"/>
                  </a:lnTo>
                  <a:lnTo>
                    <a:pt x="12743" y="323506"/>
                  </a:lnTo>
                  <a:lnTo>
                    <a:pt x="14145" y="327567"/>
                  </a:lnTo>
                  <a:lnTo>
                    <a:pt x="15618" y="331601"/>
                  </a:lnTo>
                  <a:lnTo>
                    <a:pt x="17162" y="335610"/>
                  </a:lnTo>
                  <a:lnTo>
                    <a:pt x="18775" y="339591"/>
                  </a:lnTo>
                  <a:lnTo>
                    <a:pt x="20458" y="343543"/>
                  </a:lnTo>
                  <a:lnTo>
                    <a:pt x="22209" y="347465"/>
                  </a:lnTo>
                  <a:lnTo>
                    <a:pt x="24029" y="351355"/>
                  </a:lnTo>
                  <a:lnTo>
                    <a:pt x="25917" y="355214"/>
                  </a:lnTo>
                  <a:lnTo>
                    <a:pt x="27872" y="359038"/>
                  </a:lnTo>
                  <a:lnTo>
                    <a:pt x="29894" y="362828"/>
                  </a:lnTo>
                  <a:lnTo>
                    <a:pt x="31982" y="366582"/>
                  </a:lnTo>
                  <a:lnTo>
                    <a:pt x="34135" y="370299"/>
                  </a:lnTo>
                  <a:lnTo>
                    <a:pt x="36353" y="373977"/>
                  </a:lnTo>
                  <a:lnTo>
                    <a:pt x="38634" y="377616"/>
                  </a:lnTo>
                  <a:lnTo>
                    <a:pt x="40980" y="381215"/>
                  </a:lnTo>
                  <a:lnTo>
                    <a:pt x="43387" y="384772"/>
                  </a:lnTo>
                  <a:lnTo>
                    <a:pt x="45857" y="388286"/>
                  </a:lnTo>
                  <a:lnTo>
                    <a:pt x="48388" y="391757"/>
                  </a:lnTo>
                  <a:lnTo>
                    <a:pt x="50979" y="395183"/>
                  </a:lnTo>
                  <a:lnTo>
                    <a:pt x="53630" y="398563"/>
                  </a:lnTo>
                  <a:lnTo>
                    <a:pt x="56339" y="401896"/>
                  </a:lnTo>
                  <a:lnTo>
                    <a:pt x="59107" y="405181"/>
                  </a:lnTo>
                  <a:lnTo>
                    <a:pt x="61931" y="408417"/>
                  </a:lnTo>
                  <a:lnTo>
                    <a:pt x="64812" y="411603"/>
                  </a:lnTo>
                  <a:lnTo>
                    <a:pt x="67748" y="414738"/>
                  </a:lnTo>
                  <a:lnTo>
                    <a:pt x="70738" y="417822"/>
                  </a:lnTo>
                  <a:lnTo>
                    <a:pt x="73782" y="420852"/>
                  </a:lnTo>
                  <a:lnTo>
                    <a:pt x="76879" y="423829"/>
                  </a:lnTo>
                  <a:lnTo>
                    <a:pt x="80027" y="426752"/>
                  </a:lnTo>
                  <a:lnTo>
                    <a:pt x="83226" y="429618"/>
                  </a:lnTo>
                  <a:lnTo>
                    <a:pt x="86474" y="432429"/>
                  </a:lnTo>
                  <a:lnTo>
                    <a:pt x="89771" y="435182"/>
                  </a:lnTo>
                  <a:lnTo>
                    <a:pt x="93116" y="437876"/>
                  </a:lnTo>
                  <a:lnTo>
                    <a:pt x="96507" y="440512"/>
                  </a:lnTo>
                  <a:lnTo>
                    <a:pt x="99945" y="443088"/>
                  </a:lnTo>
                  <a:lnTo>
                    <a:pt x="103426" y="445604"/>
                  </a:lnTo>
                  <a:lnTo>
                    <a:pt x="106951" y="448058"/>
                  </a:lnTo>
                  <a:lnTo>
                    <a:pt x="110519" y="450451"/>
                  </a:lnTo>
                  <a:lnTo>
                    <a:pt x="114128" y="452780"/>
                  </a:lnTo>
                  <a:lnTo>
                    <a:pt x="117777" y="455046"/>
                  </a:lnTo>
                  <a:lnTo>
                    <a:pt x="121465" y="457248"/>
                  </a:lnTo>
                  <a:lnTo>
                    <a:pt x="125191" y="459385"/>
                  </a:lnTo>
                  <a:lnTo>
                    <a:pt x="128954" y="461456"/>
                  </a:lnTo>
                  <a:lnTo>
                    <a:pt x="132753" y="463461"/>
                  </a:lnTo>
                  <a:lnTo>
                    <a:pt x="136586" y="465399"/>
                  </a:lnTo>
                  <a:lnTo>
                    <a:pt x="140452" y="467270"/>
                  </a:lnTo>
                  <a:lnTo>
                    <a:pt x="144351" y="469073"/>
                  </a:lnTo>
                  <a:lnTo>
                    <a:pt x="148281" y="470808"/>
                  </a:lnTo>
                  <a:lnTo>
                    <a:pt x="152240" y="472473"/>
                  </a:lnTo>
                  <a:lnTo>
                    <a:pt x="156228" y="474069"/>
                  </a:lnTo>
                  <a:lnTo>
                    <a:pt x="160243" y="475595"/>
                  </a:lnTo>
                  <a:lnTo>
                    <a:pt x="164284" y="477050"/>
                  </a:lnTo>
                  <a:lnTo>
                    <a:pt x="168350" y="478435"/>
                  </a:lnTo>
                  <a:lnTo>
                    <a:pt x="172440" y="479748"/>
                  </a:lnTo>
                  <a:lnTo>
                    <a:pt x="176552" y="480989"/>
                  </a:lnTo>
                  <a:lnTo>
                    <a:pt x="180685" y="482158"/>
                  </a:lnTo>
                  <a:lnTo>
                    <a:pt x="184838" y="483255"/>
                  </a:lnTo>
                  <a:lnTo>
                    <a:pt x="189010" y="484278"/>
                  </a:lnTo>
                  <a:lnTo>
                    <a:pt x="193199" y="485229"/>
                  </a:lnTo>
                  <a:lnTo>
                    <a:pt x="197404" y="486106"/>
                  </a:lnTo>
                  <a:lnTo>
                    <a:pt x="201623" y="486909"/>
                  </a:lnTo>
                  <a:lnTo>
                    <a:pt x="205856" y="487639"/>
                  </a:lnTo>
                  <a:lnTo>
                    <a:pt x="210101" y="488294"/>
                  </a:lnTo>
                  <a:lnTo>
                    <a:pt x="214357" y="488875"/>
                  </a:lnTo>
                  <a:lnTo>
                    <a:pt x="218623" y="489381"/>
                  </a:lnTo>
                  <a:lnTo>
                    <a:pt x="222896" y="489813"/>
                  </a:lnTo>
                  <a:lnTo>
                    <a:pt x="227177" y="490169"/>
                  </a:lnTo>
                  <a:lnTo>
                    <a:pt x="231463" y="490451"/>
                  </a:lnTo>
                  <a:lnTo>
                    <a:pt x="235753" y="490658"/>
                  </a:lnTo>
                  <a:lnTo>
                    <a:pt x="240047" y="490789"/>
                  </a:lnTo>
                  <a:lnTo>
                    <a:pt x="244342" y="490846"/>
                  </a:lnTo>
                  <a:lnTo>
                    <a:pt x="248637" y="490827"/>
                  </a:lnTo>
                  <a:lnTo>
                    <a:pt x="252931" y="490733"/>
                  </a:lnTo>
                  <a:lnTo>
                    <a:pt x="257223" y="490564"/>
                  </a:lnTo>
                  <a:lnTo>
                    <a:pt x="261512" y="490320"/>
                  </a:lnTo>
                  <a:lnTo>
                    <a:pt x="265795" y="490000"/>
                  </a:lnTo>
                  <a:lnTo>
                    <a:pt x="270072" y="489606"/>
                  </a:lnTo>
                  <a:lnTo>
                    <a:pt x="274342" y="489137"/>
                  </a:lnTo>
                  <a:lnTo>
                    <a:pt x="278603" y="488594"/>
                  </a:lnTo>
                  <a:lnTo>
                    <a:pt x="282854" y="487976"/>
                  </a:lnTo>
                  <a:lnTo>
                    <a:pt x="287093" y="487283"/>
                  </a:lnTo>
                  <a:lnTo>
                    <a:pt x="291319" y="486517"/>
                  </a:lnTo>
                  <a:lnTo>
                    <a:pt x="295532" y="485677"/>
                  </a:lnTo>
                  <a:lnTo>
                    <a:pt x="299729" y="484763"/>
                  </a:lnTo>
                  <a:lnTo>
                    <a:pt x="303909" y="483776"/>
                  </a:lnTo>
                  <a:lnTo>
                    <a:pt x="308071" y="482715"/>
                  </a:lnTo>
                  <a:lnTo>
                    <a:pt x="312215" y="481582"/>
                  </a:lnTo>
                  <a:lnTo>
                    <a:pt x="316338" y="480377"/>
                  </a:lnTo>
                  <a:lnTo>
                    <a:pt x="320439" y="479100"/>
                  </a:lnTo>
                  <a:lnTo>
                    <a:pt x="324517" y="477751"/>
                  </a:lnTo>
                  <a:lnTo>
                    <a:pt x="328571" y="476331"/>
                  </a:lnTo>
                  <a:lnTo>
                    <a:pt x="332599" y="474841"/>
                  </a:lnTo>
                  <a:lnTo>
                    <a:pt x="336601" y="473280"/>
                  </a:lnTo>
                  <a:lnTo>
                    <a:pt x="340574" y="471649"/>
                  </a:lnTo>
                  <a:lnTo>
                    <a:pt x="344519" y="469949"/>
                  </a:lnTo>
                  <a:lnTo>
                    <a:pt x="348433" y="468180"/>
                  </a:lnTo>
                  <a:lnTo>
                    <a:pt x="352316" y="466343"/>
                  </a:lnTo>
                  <a:lnTo>
                    <a:pt x="356166" y="464438"/>
                  </a:lnTo>
                  <a:lnTo>
                    <a:pt x="359982" y="462467"/>
                  </a:lnTo>
                  <a:lnTo>
                    <a:pt x="363763" y="460428"/>
                  </a:lnTo>
                  <a:lnTo>
                    <a:pt x="367508" y="458324"/>
                  </a:lnTo>
                  <a:lnTo>
                    <a:pt x="371215" y="456155"/>
                  </a:lnTo>
                  <a:lnTo>
                    <a:pt x="374884" y="453921"/>
                  </a:lnTo>
                  <a:lnTo>
                    <a:pt x="378513" y="451623"/>
                  </a:lnTo>
                  <a:lnTo>
                    <a:pt x="382101" y="449262"/>
                  </a:lnTo>
                  <a:lnTo>
                    <a:pt x="385648" y="446839"/>
                  </a:lnTo>
                  <a:lnTo>
                    <a:pt x="389151" y="444354"/>
                  </a:lnTo>
                  <a:lnTo>
                    <a:pt x="392611" y="441808"/>
                  </a:lnTo>
                  <a:lnTo>
                    <a:pt x="396025" y="439202"/>
                  </a:lnTo>
                  <a:lnTo>
                    <a:pt x="399393" y="436536"/>
                  </a:lnTo>
                  <a:lnTo>
                    <a:pt x="402714" y="433812"/>
                  </a:lnTo>
                  <a:lnTo>
                    <a:pt x="405987" y="431031"/>
                  </a:lnTo>
                  <a:lnTo>
                    <a:pt x="409211" y="428192"/>
                  </a:lnTo>
                  <a:lnTo>
                    <a:pt x="412385" y="425297"/>
                  </a:lnTo>
                  <a:lnTo>
                    <a:pt x="415507" y="422348"/>
                  </a:lnTo>
                  <a:lnTo>
                    <a:pt x="418577" y="419344"/>
                  </a:lnTo>
                  <a:lnTo>
                    <a:pt x="421595" y="416287"/>
                  </a:lnTo>
                  <a:lnTo>
                    <a:pt x="424558" y="413177"/>
                  </a:lnTo>
                  <a:lnTo>
                    <a:pt x="427466" y="410016"/>
                  </a:lnTo>
                  <a:lnTo>
                    <a:pt x="430319" y="406805"/>
                  </a:lnTo>
                  <a:lnTo>
                    <a:pt x="433115" y="403544"/>
                  </a:lnTo>
                  <a:lnTo>
                    <a:pt x="435854" y="400235"/>
                  </a:lnTo>
                  <a:lnTo>
                    <a:pt x="438534" y="396879"/>
                  </a:lnTo>
                  <a:lnTo>
                    <a:pt x="441155" y="393476"/>
                  </a:lnTo>
                  <a:lnTo>
                    <a:pt x="443716" y="390027"/>
                  </a:lnTo>
                  <a:lnTo>
                    <a:pt x="446216" y="386535"/>
                  </a:lnTo>
                  <a:lnTo>
                    <a:pt x="448655" y="382999"/>
                  </a:lnTo>
                  <a:lnTo>
                    <a:pt x="451032" y="379421"/>
                  </a:lnTo>
                  <a:lnTo>
                    <a:pt x="453345" y="375802"/>
                  </a:lnTo>
                  <a:lnTo>
                    <a:pt x="455595" y="372143"/>
                  </a:lnTo>
                  <a:lnTo>
                    <a:pt x="457781" y="368445"/>
                  </a:lnTo>
                  <a:lnTo>
                    <a:pt x="459901" y="364710"/>
                  </a:lnTo>
                  <a:lnTo>
                    <a:pt x="461956" y="360938"/>
                  </a:lnTo>
                  <a:lnTo>
                    <a:pt x="463945" y="357130"/>
                  </a:lnTo>
                  <a:lnTo>
                    <a:pt x="465866" y="353289"/>
                  </a:lnTo>
                  <a:lnTo>
                    <a:pt x="467720" y="349414"/>
                  </a:lnTo>
                  <a:lnTo>
                    <a:pt x="469506" y="345508"/>
                  </a:lnTo>
                  <a:lnTo>
                    <a:pt x="471223" y="341570"/>
                  </a:lnTo>
                  <a:lnTo>
                    <a:pt x="472872" y="337604"/>
                  </a:lnTo>
                  <a:lnTo>
                    <a:pt x="474450" y="333609"/>
                  </a:lnTo>
                  <a:lnTo>
                    <a:pt x="475958" y="329587"/>
                  </a:lnTo>
                  <a:lnTo>
                    <a:pt x="477396" y="325540"/>
                  </a:lnTo>
                  <a:lnTo>
                    <a:pt x="478762" y="321467"/>
                  </a:lnTo>
                  <a:lnTo>
                    <a:pt x="480058" y="317372"/>
                  </a:lnTo>
                  <a:lnTo>
                    <a:pt x="481281" y="313254"/>
                  </a:lnTo>
                  <a:lnTo>
                    <a:pt x="482432" y="309116"/>
                  </a:lnTo>
                  <a:lnTo>
                    <a:pt x="483510" y="304958"/>
                  </a:lnTo>
                  <a:lnTo>
                    <a:pt x="484516" y="300782"/>
                  </a:lnTo>
                  <a:lnTo>
                    <a:pt x="485448" y="296589"/>
                  </a:lnTo>
                  <a:lnTo>
                    <a:pt x="486307" y="292381"/>
                  </a:lnTo>
                  <a:lnTo>
                    <a:pt x="487092" y="288158"/>
                  </a:lnTo>
                  <a:lnTo>
                    <a:pt x="487803" y="283922"/>
                  </a:lnTo>
                  <a:lnTo>
                    <a:pt x="488439" y="279674"/>
                  </a:lnTo>
                  <a:lnTo>
                    <a:pt x="489001" y="275415"/>
                  </a:lnTo>
                  <a:lnTo>
                    <a:pt x="489489" y="271148"/>
                  </a:lnTo>
                  <a:lnTo>
                    <a:pt x="489902" y="266872"/>
                  </a:lnTo>
                  <a:lnTo>
                    <a:pt x="490240" y="262590"/>
                  </a:lnTo>
                  <a:lnTo>
                    <a:pt x="490503" y="258303"/>
                  </a:lnTo>
                  <a:lnTo>
                    <a:pt x="490691" y="254012"/>
                  </a:lnTo>
                  <a:lnTo>
                    <a:pt x="490803" y="249718"/>
                  </a:lnTo>
                  <a:lnTo>
                    <a:pt x="490841" y="245423"/>
                  </a:lnTo>
                </a:path>
              </a:pathLst>
            </a:custGeom>
            <a:ln w="13550" cap="flat">
              <a:solidFill>
                <a:srgbClr val="7FC5D8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472" name="tx472"/>
            <p:cNvSpPr/>
            <p:nvPr/>
          </p:nvSpPr>
          <p:spPr>
            <a:xfrm>
              <a:off x="1437850" y="3570834"/>
              <a:ext cx="265084" cy="800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473" name="tx473"/>
            <p:cNvSpPr/>
            <p:nvPr/>
          </p:nvSpPr>
          <p:spPr>
            <a:xfrm>
              <a:off x="1428746" y="4133248"/>
              <a:ext cx="283292" cy="82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474" name="tx474"/>
            <p:cNvSpPr/>
            <p:nvPr/>
          </p:nvSpPr>
          <p:spPr>
            <a:xfrm>
              <a:off x="1769965" y="3653394"/>
              <a:ext cx="469984" cy="801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475" name="tx475"/>
            <p:cNvSpPr/>
            <p:nvPr/>
          </p:nvSpPr>
          <p:spPr>
            <a:xfrm>
              <a:off x="1852631" y="3853232"/>
              <a:ext cx="216915" cy="79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476" name="tx476"/>
            <p:cNvSpPr/>
            <p:nvPr/>
          </p:nvSpPr>
          <p:spPr>
            <a:xfrm>
              <a:off x="1769965" y="4050582"/>
              <a:ext cx="488193" cy="82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477" name="pg477"/>
            <p:cNvSpPr/>
            <p:nvPr/>
          </p:nvSpPr>
          <p:spPr>
            <a:xfrm>
              <a:off x="1324976" y="3648857"/>
              <a:ext cx="490841" cy="490846"/>
            </a:xfrm>
            <a:custGeom>
              <a:avLst/>
              <a:pathLst>
                <a:path w="490841" h="490846">
                  <a:moveTo>
                    <a:pt x="490841" y="245423"/>
                  </a:moveTo>
                  <a:lnTo>
                    <a:pt x="490803" y="241127"/>
                  </a:lnTo>
                  <a:lnTo>
                    <a:pt x="490691" y="236833"/>
                  </a:lnTo>
                  <a:lnTo>
                    <a:pt x="490503" y="232542"/>
                  </a:lnTo>
                  <a:lnTo>
                    <a:pt x="490240" y="228255"/>
                  </a:lnTo>
                  <a:lnTo>
                    <a:pt x="489902" y="223973"/>
                  </a:lnTo>
                  <a:lnTo>
                    <a:pt x="489489" y="219697"/>
                  </a:lnTo>
                  <a:lnTo>
                    <a:pt x="489001" y="215430"/>
                  </a:lnTo>
                  <a:lnTo>
                    <a:pt x="488439" y="211171"/>
                  </a:lnTo>
                  <a:lnTo>
                    <a:pt x="487803" y="206924"/>
                  </a:lnTo>
                  <a:lnTo>
                    <a:pt x="487092" y="202687"/>
                  </a:lnTo>
                  <a:lnTo>
                    <a:pt x="486307" y="198464"/>
                  </a:lnTo>
                  <a:lnTo>
                    <a:pt x="485448" y="194256"/>
                  </a:lnTo>
                  <a:lnTo>
                    <a:pt x="484516" y="190063"/>
                  </a:lnTo>
                  <a:lnTo>
                    <a:pt x="483510" y="185887"/>
                  </a:lnTo>
                  <a:lnTo>
                    <a:pt x="482432" y="181729"/>
                  </a:lnTo>
                  <a:lnTo>
                    <a:pt x="481281" y="177591"/>
                  </a:lnTo>
                  <a:lnTo>
                    <a:pt x="480058" y="173473"/>
                  </a:lnTo>
                  <a:lnTo>
                    <a:pt x="478762" y="169378"/>
                  </a:lnTo>
                  <a:lnTo>
                    <a:pt x="477396" y="165306"/>
                  </a:lnTo>
                  <a:lnTo>
                    <a:pt x="475958" y="161258"/>
                  </a:lnTo>
                  <a:lnTo>
                    <a:pt x="474450" y="157236"/>
                  </a:lnTo>
                  <a:lnTo>
                    <a:pt x="472872" y="153241"/>
                  </a:lnTo>
                  <a:lnTo>
                    <a:pt x="471223" y="149275"/>
                  </a:lnTo>
                  <a:lnTo>
                    <a:pt x="469506" y="145338"/>
                  </a:lnTo>
                  <a:lnTo>
                    <a:pt x="467720" y="141431"/>
                  </a:lnTo>
                  <a:lnTo>
                    <a:pt x="465866" y="137556"/>
                  </a:lnTo>
                  <a:lnTo>
                    <a:pt x="463945" y="133715"/>
                  </a:lnTo>
                  <a:lnTo>
                    <a:pt x="461956" y="129907"/>
                  </a:lnTo>
                  <a:lnTo>
                    <a:pt x="459901" y="126135"/>
                  </a:lnTo>
                  <a:lnTo>
                    <a:pt x="457781" y="122400"/>
                  </a:lnTo>
                  <a:lnTo>
                    <a:pt x="455595" y="118702"/>
                  </a:lnTo>
                  <a:lnTo>
                    <a:pt x="453345" y="115043"/>
                  </a:lnTo>
                  <a:lnTo>
                    <a:pt x="451032" y="111424"/>
                  </a:lnTo>
                  <a:lnTo>
                    <a:pt x="448655" y="107846"/>
                  </a:lnTo>
                  <a:lnTo>
                    <a:pt x="446216" y="104310"/>
                  </a:lnTo>
                  <a:lnTo>
                    <a:pt x="443716" y="100818"/>
                  </a:lnTo>
                  <a:lnTo>
                    <a:pt x="441155" y="97370"/>
                  </a:lnTo>
                  <a:lnTo>
                    <a:pt x="438534" y="93967"/>
                  </a:lnTo>
                  <a:lnTo>
                    <a:pt x="435854" y="90610"/>
                  </a:lnTo>
                  <a:lnTo>
                    <a:pt x="433115" y="87301"/>
                  </a:lnTo>
                  <a:lnTo>
                    <a:pt x="430319" y="84040"/>
                  </a:lnTo>
                  <a:lnTo>
                    <a:pt x="427466" y="80829"/>
                  </a:lnTo>
                  <a:lnTo>
                    <a:pt x="424558" y="77668"/>
                  </a:lnTo>
                  <a:lnTo>
                    <a:pt x="421595" y="74558"/>
                  </a:lnTo>
                  <a:lnTo>
                    <a:pt x="418577" y="71501"/>
                  </a:lnTo>
                  <a:lnTo>
                    <a:pt x="415507" y="68497"/>
                  </a:lnTo>
                  <a:lnTo>
                    <a:pt x="412385" y="65548"/>
                  </a:lnTo>
                  <a:lnTo>
                    <a:pt x="409211" y="62653"/>
                  </a:lnTo>
                  <a:lnTo>
                    <a:pt x="405987" y="59815"/>
                  </a:lnTo>
                  <a:lnTo>
                    <a:pt x="402714" y="57033"/>
                  </a:lnTo>
                  <a:lnTo>
                    <a:pt x="399393" y="54309"/>
                  </a:lnTo>
                  <a:lnTo>
                    <a:pt x="396025" y="51643"/>
                  </a:lnTo>
                  <a:lnTo>
                    <a:pt x="392611" y="49037"/>
                  </a:lnTo>
                  <a:lnTo>
                    <a:pt x="389151" y="46491"/>
                  </a:lnTo>
                  <a:lnTo>
                    <a:pt x="385648" y="44006"/>
                  </a:lnTo>
                  <a:lnTo>
                    <a:pt x="382101" y="41583"/>
                  </a:lnTo>
                  <a:lnTo>
                    <a:pt x="378513" y="39222"/>
                  </a:lnTo>
                  <a:lnTo>
                    <a:pt x="374884" y="36924"/>
                  </a:lnTo>
                  <a:lnTo>
                    <a:pt x="371215" y="34690"/>
                  </a:lnTo>
                  <a:lnTo>
                    <a:pt x="367508" y="32521"/>
                  </a:lnTo>
                  <a:lnTo>
                    <a:pt x="363763" y="30417"/>
                  </a:lnTo>
                  <a:lnTo>
                    <a:pt x="359982" y="28378"/>
                  </a:lnTo>
                  <a:lnTo>
                    <a:pt x="356166" y="26407"/>
                  </a:lnTo>
                  <a:lnTo>
                    <a:pt x="352316" y="24502"/>
                  </a:lnTo>
                  <a:lnTo>
                    <a:pt x="348433" y="22665"/>
                  </a:lnTo>
                  <a:lnTo>
                    <a:pt x="344519" y="20896"/>
                  </a:lnTo>
                  <a:lnTo>
                    <a:pt x="340574" y="19196"/>
                  </a:lnTo>
                  <a:lnTo>
                    <a:pt x="336601" y="17565"/>
                  </a:lnTo>
                  <a:lnTo>
                    <a:pt x="332599" y="16004"/>
                  </a:lnTo>
                  <a:lnTo>
                    <a:pt x="328571" y="14514"/>
                  </a:lnTo>
                  <a:lnTo>
                    <a:pt x="324517" y="13094"/>
                  </a:lnTo>
                  <a:lnTo>
                    <a:pt x="320439" y="11745"/>
                  </a:lnTo>
                  <a:lnTo>
                    <a:pt x="316338" y="10468"/>
                  </a:lnTo>
                  <a:lnTo>
                    <a:pt x="312215" y="9263"/>
                  </a:lnTo>
                  <a:lnTo>
                    <a:pt x="308071" y="8130"/>
                  </a:lnTo>
                  <a:lnTo>
                    <a:pt x="303909" y="7070"/>
                  </a:lnTo>
                  <a:lnTo>
                    <a:pt x="299729" y="6082"/>
                  </a:lnTo>
                  <a:lnTo>
                    <a:pt x="295532" y="5169"/>
                  </a:lnTo>
                  <a:lnTo>
                    <a:pt x="291319" y="4328"/>
                  </a:lnTo>
                  <a:lnTo>
                    <a:pt x="287093" y="3562"/>
                  </a:lnTo>
                  <a:lnTo>
                    <a:pt x="282854" y="2869"/>
                  </a:lnTo>
                  <a:lnTo>
                    <a:pt x="278603" y="2251"/>
                  </a:lnTo>
                  <a:lnTo>
                    <a:pt x="274342" y="1708"/>
                  </a:lnTo>
                  <a:lnTo>
                    <a:pt x="270072" y="1239"/>
                  </a:lnTo>
                  <a:lnTo>
                    <a:pt x="265795" y="845"/>
                  </a:lnTo>
                  <a:lnTo>
                    <a:pt x="261512" y="526"/>
                  </a:lnTo>
                  <a:lnTo>
                    <a:pt x="257223" y="281"/>
                  </a:lnTo>
                  <a:lnTo>
                    <a:pt x="252931" y="112"/>
                  </a:lnTo>
                  <a:lnTo>
                    <a:pt x="248637" y="18"/>
                  </a:lnTo>
                  <a:lnTo>
                    <a:pt x="244342" y="0"/>
                  </a:lnTo>
                  <a:lnTo>
                    <a:pt x="240047" y="56"/>
                  </a:lnTo>
                  <a:lnTo>
                    <a:pt x="235753" y="187"/>
                  </a:lnTo>
                  <a:lnTo>
                    <a:pt x="231463" y="394"/>
                  </a:lnTo>
                  <a:lnTo>
                    <a:pt x="227177" y="676"/>
                  </a:lnTo>
                  <a:lnTo>
                    <a:pt x="222896" y="1032"/>
                  </a:lnTo>
                  <a:lnTo>
                    <a:pt x="218623" y="1464"/>
                  </a:lnTo>
                  <a:lnTo>
                    <a:pt x="214357" y="1970"/>
                  </a:lnTo>
                  <a:lnTo>
                    <a:pt x="210101" y="2551"/>
                  </a:lnTo>
                  <a:lnTo>
                    <a:pt x="205856" y="3206"/>
                  </a:lnTo>
                  <a:lnTo>
                    <a:pt x="201623" y="3936"/>
                  </a:lnTo>
                  <a:lnTo>
                    <a:pt x="197404" y="4739"/>
                  </a:lnTo>
                  <a:lnTo>
                    <a:pt x="193199" y="5616"/>
                  </a:lnTo>
                  <a:lnTo>
                    <a:pt x="189010" y="6567"/>
                  </a:lnTo>
                  <a:lnTo>
                    <a:pt x="184838" y="7591"/>
                  </a:lnTo>
                  <a:lnTo>
                    <a:pt x="180685" y="8687"/>
                  </a:lnTo>
                  <a:lnTo>
                    <a:pt x="176552" y="9856"/>
                  </a:lnTo>
                  <a:lnTo>
                    <a:pt x="172440" y="11098"/>
                  </a:lnTo>
                  <a:lnTo>
                    <a:pt x="168350" y="12411"/>
                  </a:lnTo>
                  <a:lnTo>
                    <a:pt x="164284" y="13795"/>
                  </a:lnTo>
                  <a:lnTo>
                    <a:pt x="160243" y="15250"/>
                  </a:lnTo>
                  <a:lnTo>
                    <a:pt x="156228" y="16776"/>
                  </a:lnTo>
                  <a:lnTo>
                    <a:pt x="152240" y="18372"/>
                  </a:lnTo>
                  <a:lnTo>
                    <a:pt x="148281" y="20038"/>
                  </a:lnTo>
                  <a:lnTo>
                    <a:pt x="144351" y="21772"/>
                  </a:lnTo>
                  <a:lnTo>
                    <a:pt x="140452" y="23575"/>
                  </a:lnTo>
                  <a:lnTo>
                    <a:pt x="136586" y="25446"/>
                  </a:lnTo>
                  <a:lnTo>
                    <a:pt x="132753" y="27384"/>
                  </a:lnTo>
                  <a:lnTo>
                    <a:pt x="128954" y="29389"/>
                  </a:lnTo>
                  <a:lnTo>
                    <a:pt x="125191" y="31461"/>
                  </a:lnTo>
                  <a:lnTo>
                    <a:pt x="121465" y="33597"/>
                  </a:lnTo>
                  <a:lnTo>
                    <a:pt x="117777" y="35799"/>
                  </a:lnTo>
                  <a:lnTo>
                    <a:pt x="114128" y="38065"/>
                  </a:lnTo>
                  <a:lnTo>
                    <a:pt x="110519" y="40394"/>
                  </a:lnTo>
                  <a:lnTo>
                    <a:pt x="106951" y="42787"/>
                  </a:lnTo>
                  <a:lnTo>
                    <a:pt x="103426" y="45241"/>
                  </a:lnTo>
                  <a:lnTo>
                    <a:pt x="99945" y="47757"/>
                  </a:lnTo>
                  <a:lnTo>
                    <a:pt x="96507" y="50333"/>
                  </a:lnTo>
                  <a:lnTo>
                    <a:pt x="93116" y="52969"/>
                  </a:lnTo>
                  <a:lnTo>
                    <a:pt x="89771" y="55664"/>
                  </a:lnTo>
                  <a:lnTo>
                    <a:pt x="86474" y="58417"/>
                  </a:lnTo>
                  <a:lnTo>
                    <a:pt x="83226" y="61227"/>
                  </a:lnTo>
                  <a:lnTo>
                    <a:pt x="80027" y="64094"/>
                  </a:lnTo>
                  <a:lnTo>
                    <a:pt x="76879" y="67016"/>
                  </a:lnTo>
                  <a:lnTo>
                    <a:pt x="73782" y="69993"/>
                  </a:lnTo>
                  <a:lnTo>
                    <a:pt x="70738" y="73023"/>
                  </a:lnTo>
                  <a:lnTo>
                    <a:pt x="67748" y="76107"/>
                  </a:lnTo>
                  <a:lnTo>
                    <a:pt x="64812" y="79242"/>
                  </a:lnTo>
                  <a:lnTo>
                    <a:pt x="61931" y="82428"/>
                  </a:lnTo>
                  <a:lnTo>
                    <a:pt x="59107" y="85664"/>
                  </a:lnTo>
                  <a:lnTo>
                    <a:pt x="56339" y="88949"/>
                  </a:lnTo>
                  <a:lnTo>
                    <a:pt x="53630" y="92282"/>
                  </a:lnTo>
                  <a:lnTo>
                    <a:pt x="50979" y="95662"/>
                  </a:lnTo>
                  <a:lnTo>
                    <a:pt x="48388" y="99088"/>
                  </a:lnTo>
                  <a:lnTo>
                    <a:pt x="45857" y="102559"/>
                  </a:lnTo>
                  <a:lnTo>
                    <a:pt x="43387" y="106073"/>
                  </a:lnTo>
                  <a:lnTo>
                    <a:pt x="40980" y="109630"/>
                  </a:lnTo>
                  <a:lnTo>
                    <a:pt x="38634" y="113229"/>
                  </a:lnTo>
                  <a:lnTo>
                    <a:pt x="36353" y="116868"/>
                  </a:lnTo>
                  <a:lnTo>
                    <a:pt x="34135" y="120546"/>
                  </a:lnTo>
                  <a:lnTo>
                    <a:pt x="31982" y="124263"/>
                  </a:lnTo>
                  <a:lnTo>
                    <a:pt x="29894" y="128017"/>
                  </a:lnTo>
                  <a:lnTo>
                    <a:pt x="27872" y="131807"/>
                  </a:lnTo>
                  <a:lnTo>
                    <a:pt x="25917" y="135631"/>
                  </a:lnTo>
                  <a:lnTo>
                    <a:pt x="24029" y="139490"/>
                  </a:lnTo>
                  <a:lnTo>
                    <a:pt x="22209" y="143380"/>
                  </a:lnTo>
                  <a:lnTo>
                    <a:pt x="20458" y="147302"/>
                  </a:lnTo>
                  <a:lnTo>
                    <a:pt x="18775" y="151254"/>
                  </a:lnTo>
                  <a:lnTo>
                    <a:pt x="17162" y="155235"/>
                  </a:lnTo>
                  <a:lnTo>
                    <a:pt x="15618" y="159244"/>
                  </a:lnTo>
                  <a:lnTo>
                    <a:pt x="14145" y="163279"/>
                  </a:lnTo>
                  <a:lnTo>
                    <a:pt x="12743" y="167339"/>
                  </a:lnTo>
                  <a:lnTo>
                    <a:pt x="11412" y="171423"/>
                  </a:lnTo>
                  <a:lnTo>
                    <a:pt x="10153" y="175529"/>
                  </a:lnTo>
                  <a:lnTo>
                    <a:pt x="8966" y="179657"/>
                  </a:lnTo>
                  <a:lnTo>
                    <a:pt x="7851" y="183805"/>
                  </a:lnTo>
                  <a:lnTo>
                    <a:pt x="6809" y="187973"/>
                  </a:lnTo>
                  <a:lnTo>
                    <a:pt x="5840" y="192157"/>
                  </a:lnTo>
                  <a:lnTo>
                    <a:pt x="4944" y="196358"/>
                  </a:lnTo>
                  <a:lnTo>
                    <a:pt x="4123" y="200574"/>
                  </a:lnTo>
                  <a:lnTo>
                    <a:pt x="3375" y="204804"/>
                  </a:lnTo>
                  <a:lnTo>
                    <a:pt x="2701" y="209046"/>
                  </a:lnTo>
                  <a:lnTo>
                    <a:pt x="2101" y="213299"/>
                  </a:lnTo>
                  <a:lnTo>
                    <a:pt x="1577" y="217563"/>
                  </a:lnTo>
                  <a:lnTo>
                    <a:pt x="1126" y="221834"/>
                  </a:lnTo>
                  <a:lnTo>
                    <a:pt x="751" y="226113"/>
                  </a:lnTo>
                  <a:lnTo>
                    <a:pt x="450" y="230398"/>
                  </a:lnTo>
                  <a:lnTo>
                    <a:pt x="225" y="234687"/>
                  </a:lnTo>
                  <a:lnTo>
                    <a:pt x="75" y="238980"/>
                  </a:lnTo>
                  <a:lnTo>
                    <a:pt x="0" y="243275"/>
                  </a:lnTo>
                  <a:lnTo>
                    <a:pt x="0" y="247570"/>
                  </a:lnTo>
                  <a:lnTo>
                    <a:pt x="75" y="251865"/>
                  </a:lnTo>
                  <a:lnTo>
                    <a:pt x="225" y="256158"/>
                  </a:lnTo>
                  <a:lnTo>
                    <a:pt x="450" y="260447"/>
                  </a:lnTo>
                  <a:lnTo>
                    <a:pt x="751" y="264732"/>
                  </a:lnTo>
                  <a:lnTo>
                    <a:pt x="1126" y="269011"/>
                  </a:lnTo>
                  <a:lnTo>
                    <a:pt x="1577" y="273283"/>
                  </a:lnTo>
                  <a:lnTo>
                    <a:pt x="2101" y="277546"/>
                  </a:lnTo>
                  <a:lnTo>
                    <a:pt x="2701" y="281799"/>
                  </a:lnTo>
                  <a:lnTo>
                    <a:pt x="3375" y="286041"/>
                  </a:lnTo>
                  <a:lnTo>
                    <a:pt x="4123" y="290271"/>
                  </a:lnTo>
                  <a:lnTo>
                    <a:pt x="4944" y="294487"/>
                  </a:lnTo>
                  <a:lnTo>
                    <a:pt x="5840" y="298688"/>
                  </a:lnTo>
                  <a:lnTo>
                    <a:pt x="6809" y="302873"/>
                  </a:lnTo>
                  <a:lnTo>
                    <a:pt x="7851" y="307040"/>
                  </a:lnTo>
                  <a:lnTo>
                    <a:pt x="8966" y="311188"/>
                  </a:lnTo>
                  <a:lnTo>
                    <a:pt x="10153" y="315316"/>
                  </a:lnTo>
                  <a:lnTo>
                    <a:pt x="11412" y="319423"/>
                  </a:lnTo>
                  <a:lnTo>
                    <a:pt x="12743" y="323506"/>
                  </a:lnTo>
                  <a:lnTo>
                    <a:pt x="14145" y="327567"/>
                  </a:lnTo>
                  <a:lnTo>
                    <a:pt x="15618" y="331601"/>
                  </a:lnTo>
                  <a:lnTo>
                    <a:pt x="17162" y="335610"/>
                  </a:lnTo>
                  <a:lnTo>
                    <a:pt x="18775" y="339591"/>
                  </a:lnTo>
                  <a:lnTo>
                    <a:pt x="20458" y="343543"/>
                  </a:lnTo>
                  <a:lnTo>
                    <a:pt x="22209" y="347465"/>
                  </a:lnTo>
                  <a:lnTo>
                    <a:pt x="24029" y="351355"/>
                  </a:lnTo>
                  <a:lnTo>
                    <a:pt x="25917" y="355214"/>
                  </a:lnTo>
                  <a:lnTo>
                    <a:pt x="27872" y="359038"/>
                  </a:lnTo>
                  <a:lnTo>
                    <a:pt x="29894" y="362828"/>
                  </a:lnTo>
                  <a:lnTo>
                    <a:pt x="31982" y="366582"/>
                  </a:lnTo>
                  <a:lnTo>
                    <a:pt x="34135" y="370299"/>
                  </a:lnTo>
                  <a:lnTo>
                    <a:pt x="36353" y="373977"/>
                  </a:lnTo>
                  <a:lnTo>
                    <a:pt x="38634" y="377616"/>
                  </a:lnTo>
                  <a:lnTo>
                    <a:pt x="40980" y="381215"/>
                  </a:lnTo>
                  <a:lnTo>
                    <a:pt x="43387" y="384772"/>
                  </a:lnTo>
                  <a:lnTo>
                    <a:pt x="45857" y="388286"/>
                  </a:lnTo>
                  <a:lnTo>
                    <a:pt x="48388" y="391757"/>
                  </a:lnTo>
                  <a:lnTo>
                    <a:pt x="50979" y="395183"/>
                  </a:lnTo>
                  <a:lnTo>
                    <a:pt x="53630" y="398563"/>
                  </a:lnTo>
                  <a:lnTo>
                    <a:pt x="56339" y="401896"/>
                  </a:lnTo>
                  <a:lnTo>
                    <a:pt x="59107" y="405181"/>
                  </a:lnTo>
                  <a:lnTo>
                    <a:pt x="61931" y="408417"/>
                  </a:lnTo>
                  <a:lnTo>
                    <a:pt x="64812" y="411603"/>
                  </a:lnTo>
                  <a:lnTo>
                    <a:pt x="67748" y="414738"/>
                  </a:lnTo>
                  <a:lnTo>
                    <a:pt x="70738" y="417822"/>
                  </a:lnTo>
                  <a:lnTo>
                    <a:pt x="73782" y="420852"/>
                  </a:lnTo>
                  <a:lnTo>
                    <a:pt x="76879" y="423829"/>
                  </a:lnTo>
                  <a:lnTo>
                    <a:pt x="80027" y="426752"/>
                  </a:lnTo>
                  <a:lnTo>
                    <a:pt x="83226" y="429618"/>
                  </a:lnTo>
                  <a:lnTo>
                    <a:pt x="86474" y="432429"/>
                  </a:lnTo>
                  <a:lnTo>
                    <a:pt x="89771" y="435182"/>
                  </a:lnTo>
                  <a:lnTo>
                    <a:pt x="93116" y="437876"/>
                  </a:lnTo>
                  <a:lnTo>
                    <a:pt x="96507" y="440512"/>
                  </a:lnTo>
                  <a:lnTo>
                    <a:pt x="99945" y="443088"/>
                  </a:lnTo>
                  <a:lnTo>
                    <a:pt x="103426" y="445604"/>
                  </a:lnTo>
                  <a:lnTo>
                    <a:pt x="106951" y="448058"/>
                  </a:lnTo>
                  <a:lnTo>
                    <a:pt x="110519" y="450451"/>
                  </a:lnTo>
                  <a:lnTo>
                    <a:pt x="114128" y="452780"/>
                  </a:lnTo>
                  <a:lnTo>
                    <a:pt x="117777" y="455046"/>
                  </a:lnTo>
                  <a:lnTo>
                    <a:pt x="121465" y="457248"/>
                  </a:lnTo>
                  <a:lnTo>
                    <a:pt x="125191" y="459385"/>
                  </a:lnTo>
                  <a:lnTo>
                    <a:pt x="128954" y="461456"/>
                  </a:lnTo>
                  <a:lnTo>
                    <a:pt x="132753" y="463461"/>
                  </a:lnTo>
                  <a:lnTo>
                    <a:pt x="136586" y="465399"/>
                  </a:lnTo>
                  <a:lnTo>
                    <a:pt x="140452" y="467270"/>
                  </a:lnTo>
                  <a:lnTo>
                    <a:pt x="144351" y="469073"/>
                  </a:lnTo>
                  <a:lnTo>
                    <a:pt x="148281" y="470808"/>
                  </a:lnTo>
                  <a:lnTo>
                    <a:pt x="152240" y="472473"/>
                  </a:lnTo>
                  <a:lnTo>
                    <a:pt x="156228" y="474069"/>
                  </a:lnTo>
                  <a:lnTo>
                    <a:pt x="160243" y="475595"/>
                  </a:lnTo>
                  <a:lnTo>
                    <a:pt x="164284" y="477050"/>
                  </a:lnTo>
                  <a:lnTo>
                    <a:pt x="168350" y="478435"/>
                  </a:lnTo>
                  <a:lnTo>
                    <a:pt x="172440" y="479748"/>
                  </a:lnTo>
                  <a:lnTo>
                    <a:pt x="176552" y="480989"/>
                  </a:lnTo>
                  <a:lnTo>
                    <a:pt x="180685" y="482158"/>
                  </a:lnTo>
                  <a:lnTo>
                    <a:pt x="184838" y="483255"/>
                  </a:lnTo>
                  <a:lnTo>
                    <a:pt x="189010" y="484278"/>
                  </a:lnTo>
                  <a:lnTo>
                    <a:pt x="193199" y="485229"/>
                  </a:lnTo>
                  <a:lnTo>
                    <a:pt x="197404" y="486106"/>
                  </a:lnTo>
                  <a:lnTo>
                    <a:pt x="201623" y="486909"/>
                  </a:lnTo>
                  <a:lnTo>
                    <a:pt x="205856" y="487639"/>
                  </a:lnTo>
                  <a:lnTo>
                    <a:pt x="210101" y="488294"/>
                  </a:lnTo>
                  <a:lnTo>
                    <a:pt x="214357" y="488875"/>
                  </a:lnTo>
                  <a:lnTo>
                    <a:pt x="218623" y="489381"/>
                  </a:lnTo>
                  <a:lnTo>
                    <a:pt x="222896" y="489813"/>
                  </a:lnTo>
                  <a:lnTo>
                    <a:pt x="227177" y="490169"/>
                  </a:lnTo>
                  <a:lnTo>
                    <a:pt x="231463" y="490451"/>
                  </a:lnTo>
                  <a:lnTo>
                    <a:pt x="235753" y="490658"/>
                  </a:lnTo>
                  <a:lnTo>
                    <a:pt x="240047" y="490789"/>
                  </a:lnTo>
                  <a:lnTo>
                    <a:pt x="244342" y="490846"/>
                  </a:lnTo>
                  <a:lnTo>
                    <a:pt x="248637" y="490827"/>
                  </a:lnTo>
                  <a:lnTo>
                    <a:pt x="252931" y="490733"/>
                  </a:lnTo>
                  <a:lnTo>
                    <a:pt x="257223" y="490564"/>
                  </a:lnTo>
                  <a:lnTo>
                    <a:pt x="261512" y="490320"/>
                  </a:lnTo>
                  <a:lnTo>
                    <a:pt x="265795" y="490000"/>
                  </a:lnTo>
                  <a:lnTo>
                    <a:pt x="270072" y="489606"/>
                  </a:lnTo>
                  <a:lnTo>
                    <a:pt x="274342" y="489137"/>
                  </a:lnTo>
                  <a:lnTo>
                    <a:pt x="278603" y="488594"/>
                  </a:lnTo>
                  <a:lnTo>
                    <a:pt x="282854" y="487976"/>
                  </a:lnTo>
                  <a:lnTo>
                    <a:pt x="287093" y="487283"/>
                  </a:lnTo>
                  <a:lnTo>
                    <a:pt x="291319" y="486517"/>
                  </a:lnTo>
                  <a:lnTo>
                    <a:pt x="295532" y="485677"/>
                  </a:lnTo>
                  <a:lnTo>
                    <a:pt x="299729" y="484763"/>
                  </a:lnTo>
                  <a:lnTo>
                    <a:pt x="303909" y="483776"/>
                  </a:lnTo>
                  <a:lnTo>
                    <a:pt x="308071" y="482715"/>
                  </a:lnTo>
                  <a:lnTo>
                    <a:pt x="312215" y="481582"/>
                  </a:lnTo>
                  <a:lnTo>
                    <a:pt x="316338" y="480377"/>
                  </a:lnTo>
                  <a:lnTo>
                    <a:pt x="320439" y="479100"/>
                  </a:lnTo>
                  <a:lnTo>
                    <a:pt x="324517" y="477751"/>
                  </a:lnTo>
                  <a:lnTo>
                    <a:pt x="328571" y="476331"/>
                  </a:lnTo>
                  <a:lnTo>
                    <a:pt x="332599" y="474841"/>
                  </a:lnTo>
                  <a:lnTo>
                    <a:pt x="336601" y="473280"/>
                  </a:lnTo>
                  <a:lnTo>
                    <a:pt x="340574" y="471649"/>
                  </a:lnTo>
                  <a:lnTo>
                    <a:pt x="344519" y="469949"/>
                  </a:lnTo>
                  <a:lnTo>
                    <a:pt x="348433" y="468180"/>
                  </a:lnTo>
                  <a:lnTo>
                    <a:pt x="352316" y="466343"/>
                  </a:lnTo>
                  <a:lnTo>
                    <a:pt x="356166" y="464438"/>
                  </a:lnTo>
                  <a:lnTo>
                    <a:pt x="359982" y="462467"/>
                  </a:lnTo>
                  <a:lnTo>
                    <a:pt x="363763" y="460428"/>
                  </a:lnTo>
                  <a:lnTo>
                    <a:pt x="367508" y="458324"/>
                  </a:lnTo>
                  <a:lnTo>
                    <a:pt x="371215" y="456155"/>
                  </a:lnTo>
                  <a:lnTo>
                    <a:pt x="374884" y="453921"/>
                  </a:lnTo>
                  <a:lnTo>
                    <a:pt x="378513" y="451623"/>
                  </a:lnTo>
                  <a:lnTo>
                    <a:pt x="382101" y="449262"/>
                  </a:lnTo>
                  <a:lnTo>
                    <a:pt x="385648" y="446839"/>
                  </a:lnTo>
                  <a:lnTo>
                    <a:pt x="389151" y="444354"/>
                  </a:lnTo>
                  <a:lnTo>
                    <a:pt x="392611" y="441808"/>
                  </a:lnTo>
                  <a:lnTo>
                    <a:pt x="396025" y="439202"/>
                  </a:lnTo>
                  <a:lnTo>
                    <a:pt x="399393" y="436536"/>
                  </a:lnTo>
                  <a:lnTo>
                    <a:pt x="402714" y="433812"/>
                  </a:lnTo>
                  <a:lnTo>
                    <a:pt x="405987" y="431031"/>
                  </a:lnTo>
                  <a:lnTo>
                    <a:pt x="409211" y="428192"/>
                  </a:lnTo>
                  <a:lnTo>
                    <a:pt x="412385" y="425297"/>
                  </a:lnTo>
                  <a:lnTo>
                    <a:pt x="415507" y="422348"/>
                  </a:lnTo>
                  <a:lnTo>
                    <a:pt x="418577" y="419344"/>
                  </a:lnTo>
                  <a:lnTo>
                    <a:pt x="421595" y="416287"/>
                  </a:lnTo>
                  <a:lnTo>
                    <a:pt x="424558" y="413177"/>
                  </a:lnTo>
                  <a:lnTo>
                    <a:pt x="427466" y="410016"/>
                  </a:lnTo>
                  <a:lnTo>
                    <a:pt x="430319" y="406805"/>
                  </a:lnTo>
                  <a:lnTo>
                    <a:pt x="433115" y="403544"/>
                  </a:lnTo>
                  <a:lnTo>
                    <a:pt x="435854" y="400235"/>
                  </a:lnTo>
                  <a:lnTo>
                    <a:pt x="438534" y="396879"/>
                  </a:lnTo>
                  <a:lnTo>
                    <a:pt x="441155" y="393476"/>
                  </a:lnTo>
                  <a:lnTo>
                    <a:pt x="443716" y="390027"/>
                  </a:lnTo>
                  <a:lnTo>
                    <a:pt x="446216" y="386535"/>
                  </a:lnTo>
                  <a:lnTo>
                    <a:pt x="448655" y="382999"/>
                  </a:lnTo>
                  <a:lnTo>
                    <a:pt x="451032" y="379421"/>
                  </a:lnTo>
                  <a:lnTo>
                    <a:pt x="453345" y="375802"/>
                  </a:lnTo>
                  <a:lnTo>
                    <a:pt x="455595" y="372143"/>
                  </a:lnTo>
                  <a:lnTo>
                    <a:pt x="457781" y="368445"/>
                  </a:lnTo>
                  <a:lnTo>
                    <a:pt x="459901" y="364710"/>
                  </a:lnTo>
                  <a:lnTo>
                    <a:pt x="461956" y="360938"/>
                  </a:lnTo>
                  <a:lnTo>
                    <a:pt x="463945" y="357130"/>
                  </a:lnTo>
                  <a:lnTo>
                    <a:pt x="465866" y="353289"/>
                  </a:lnTo>
                  <a:lnTo>
                    <a:pt x="467720" y="349414"/>
                  </a:lnTo>
                  <a:lnTo>
                    <a:pt x="469506" y="345508"/>
                  </a:lnTo>
                  <a:lnTo>
                    <a:pt x="471223" y="341570"/>
                  </a:lnTo>
                  <a:lnTo>
                    <a:pt x="472872" y="337604"/>
                  </a:lnTo>
                  <a:lnTo>
                    <a:pt x="474450" y="333609"/>
                  </a:lnTo>
                  <a:lnTo>
                    <a:pt x="475958" y="329587"/>
                  </a:lnTo>
                  <a:lnTo>
                    <a:pt x="477396" y="325540"/>
                  </a:lnTo>
                  <a:lnTo>
                    <a:pt x="478762" y="321467"/>
                  </a:lnTo>
                  <a:lnTo>
                    <a:pt x="480058" y="317372"/>
                  </a:lnTo>
                  <a:lnTo>
                    <a:pt x="481281" y="313254"/>
                  </a:lnTo>
                  <a:lnTo>
                    <a:pt x="482432" y="309116"/>
                  </a:lnTo>
                  <a:lnTo>
                    <a:pt x="483510" y="304958"/>
                  </a:lnTo>
                  <a:lnTo>
                    <a:pt x="484516" y="300782"/>
                  </a:lnTo>
                  <a:lnTo>
                    <a:pt x="485448" y="296589"/>
                  </a:lnTo>
                  <a:lnTo>
                    <a:pt x="486307" y="292381"/>
                  </a:lnTo>
                  <a:lnTo>
                    <a:pt x="487092" y="288158"/>
                  </a:lnTo>
                  <a:lnTo>
                    <a:pt x="487803" y="283922"/>
                  </a:lnTo>
                  <a:lnTo>
                    <a:pt x="488439" y="279674"/>
                  </a:lnTo>
                  <a:lnTo>
                    <a:pt x="489001" y="275415"/>
                  </a:lnTo>
                  <a:lnTo>
                    <a:pt x="489489" y="271148"/>
                  </a:lnTo>
                  <a:lnTo>
                    <a:pt x="489902" y="266872"/>
                  </a:lnTo>
                  <a:lnTo>
                    <a:pt x="490240" y="262590"/>
                  </a:lnTo>
                  <a:lnTo>
                    <a:pt x="490503" y="258303"/>
                  </a:lnTo>
                  <a:lnTo>
                    <a:pt x="490691" y="254012"/>
                  </a:lnTo>
                  <a:lnTo>
                    <a:pt x="490803" y="249718"/>
                  </a:lnTo>
                  <a:close/>
                </a:path>
              </a:pathLst>
            </a:custGeom>
            <a:solidFill>
              <a:srgbClr val="F5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478" name="pl478"/>
            <p:cNvSpPr/>
            <p:nvPr/>
          </p:nvSpPr>
          <p:spPr>
            <a:xfrm>
              <a:off x="1570392" y="3648855"/>
              <a:ext cx="0" cy="220882"/>
            </a:xfrm>
            <a:custGeom>
              <a:avLst/>
              <a:pathLst>
                <a:path w="0" h="220882">
                  <a:moveTo>
                    <a:pt x="0" y="220882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l479"/>
            <p:cNvSpPr/>
            <p:nvPr/>
          </p:nvSpPr>
          <p:spPr>
            <a:xfrm>
              <a:off x="1587746" y="3720739"/>
              <a:ext cx="156187" cy="156187"/>
            </a:xfrm>
            <a:custGeom>
              <a:avLst/>
              <a:pathLst>
                <a:path w="156187" h="156187">
                  <a:moveTo>
                    <a:pt x="0" y="156187"/>
                  </a:moveTo>
                  <a:lnTo>
                    <a:pt x="156187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l480"/>
            <p:cNvSpPr/>
            <p:nvPr/>
          </p:nvSpPr>
          <p:spPr>
            <a:xfrm>
              <a:off x="1594935" y="3894280"/>
              <a:ext cx="220882" cy="0"/>
            </a:xfrm>
            <a:custGeom>
              <a:avLst/>
              <a:pathLst>
                <a:path w="220882" h="0">
                  <a:moveTo>
                    <a:pt x="0" y="0"/>
                  </a:moveTo>
                  <a:lnTo>
                    <a:pt x="220882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l481"/>
            <p:cNvSpPr/>
            <p:nvPr/>
          </p:nvSpPr>
          <p:spPr>
            <a:xfrm>
              <a:off x="1587746" y="3911635"/>
              <a:ext cx="156187" cy="156187"/>
            </a:xfrm>
            <a:custGeom>
              <a:avLst/>
              <a:pathLst>
                <a:path w="156187" h="156187">
                  <a:moveTo>
                    <a:pt x="0" y="0"/>
                  </a:moveTo>
                  <a:lnTo>
                    <a:pt x="156187" y="156187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l482"/>
            <p:cNvSpPr/>
            <p:nvPr/>
          </p:nvSpPr>
          <p:spPr>
            <a:xfrm>
              <a:off x="1570392" y="3918823"/>
              <a:ext cx="0" cy="220882"/>
            </a:xfrm>
            <a:custGeom>
              <a:avLst/>
              <a:pathLst>
                <a:path w="0" h="220882">
                  <a:moveTo>
                    <a:pt x="0" y="0"/>
                  </a:moveTo>
                  <a:lnTo>
                    <a:pt x="0" y="220882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l483"/>
            <p:cNvSpPr/>
            <p:nvPr/>
          </p:nvSpPr>
          <p:spPr>
            <a:xfrm>
              <a:off x="1396850" y="3911635"/>
              <a:ext cx="156187" cy="156187"/>
            </a:xfrm>
            <a:custGeom>
              <a:avLst/>
              <a:pathLst>
                <a:path w="156187" h="156187">
                  <a:moveTo>
                    <a:pt x="156187" y="0"/>
                  </a:moveTo>
                  <a:lnTo>
                    <a:pt x="0" y="156187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l484"/>
            <p:cNvSpPr/>
            <p:nvPr/>
          </p:nvSpPr>
          <p:spPr>
            <a:xfrm>
              <a:off x="1324967" y="3894280"/>
              <a:ext cx="220882" cy="0"/>
            </a:xfrm>
            <a:custGeom>
              <a:avLst/>
              <a:pathLst>
                <a:path w="220882" h="0">
                  <a:moveTo>
                    <a:pt x="220882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l485"/>
            <p:cNvSpPr/>
            <p:nvPr/>
          </p:nvSpPr>
          <p:spPr>
            <a:xfrm>
              <a:off x="1396850" y="3720739"/>
              <a:ext cx="156187" cy="156187"/>
            </a:xfrm>
            <a:custGeom>
              <a:avLst/>
              <a:pathLst>
                <a:path w="156187" h="156187">
                  <a:moveTo>
                    <a:pt x="156187" y="156187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l486"/>
            <p:cNvSpPr/>
            <p:nvPr/>
          </p:nvSpPr>
          <p:spPr>
            <a:xfrm>
              <a:off x="1545850" y="3869738"/>
              <a:ext cx="143749" cy="108834"/>
            </a:xfrm>
            <a:custGeom>
              <a:avLst/>
              <a:pathLst>
                <a:path w="143749" h="108834">
                  <a:moveTo>
                    <a:pt x="24542" y="0"/>
                  </a:moveTo>
                  <a:lnTo>
                    <a:pt x="41896" y="7188"/>
                  </a:lnTo>
                  <a:lnTo>
                    <a:pt x="143749" y="24542"/>
                  </a:lnTo>
                  <a:lnTo>
                    <a:pt x="108834" y="108834"/>
                  </a:lnTo>
                  <a:lnTo>
                    <a:pt x="24542" y="80639"/>
                  </a:lnTo>
                  <a:lnTo>
                    <a:pt x="7188" y="41896"/>
                  </a:lnTo>
                  <a:lnTo>
                    <a:pt x="0" y="24542"/>
                  </a:lnTo>
                  <a:lnTo>
                    <a:pt x="7188" y="7188"/>
                  </a:lnTo>
                  <a:lnTo>
                    <a:pt x="24542" y="0"/>
                  </a:lnTo>
                </a:path>
              </a:pathLst>
            </a:custGeom>
            <a:ln w="31166" cap="flat">
              <a:solidFill>
                <a:srgbClr val="72BC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t487"/>
            <p:cNvSpPr/>
            <p:nvPr/>
          </p:nvSpPr>
          <p:spPr>
            <a:xfrm>
              <a:off x="1534444" y="3833790"/>
              <a:ext cx="71895" cy="71895"/>
            </a:xfrm>
            <a:prstGeom prst="ellipse">
              <a:avLst/>
            </a:prstGeom>
            <a:solidFill>
              <a:srgbClr val="72BC70">
                <a:alpha val="100000"/>
              </a:srgbClr>
            </a:solidFill>
            <a:ln w="12272" cap="rnd">
              <a:solidFill>
                <a:srgbClr val="72BC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t488"/>
            <p:cNvSpPr/>
            <p:nvPr/>
          </p:nvSpPr>
          <p:spPr>
            <a:xfrm>
              <a:off x="1551799" y="3840979"/>
              <a:ext cx="71895" cy="71895"/>
            </a:xfrm>
            <a:prstGeom prst="ellipse">
              <a:avLst/>
            </a:prstGeom>
            <a:solidFill>
              <a:srgbClr val="72BC70">
                <a:alpha val="100000"/>
              </a:srgbClr>
            </a:solidFill>
            <a:ln w="12272" cap="rnd">
              <a:solidFill>
                <a:srgbClr val="72BC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t489"/>
            <p:cNvSpPr/>
            <p:nvPr/>
          </p:nvSpPr>
          <p:spPr>
            <a:xfrm>
              <a:off x="1653651" y="3858333"/>
              <a:ext cx="71895" cy="71895"/>
            </a:xfrm>
            <a:prstGeom prst="ellipse">
              <a:avLst/>
            </a:prstGeom>
            <a:solidFill>
              <a:srgbClr val="72BC70">
                <a:alpha val="100000"/>
              </a:srgbClr>
            </a:solidFill>
            <a:ln w="12272" cap="rnd">
              <a:solidFill>
                <a:srgbClr val="72BC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t490"/>
            <p:cNvSpPr/>
            <p:nvPr/>
          </p:nvSpPr>
          <p:spPr>
            <a:xfrm>
              <a:off x="1618736" y="3942625"/>
              <a:ext cx="71895" cy="71895"/>
            </a:xfrm>
            <a:prstGeom prst="ellipse">
              <a:avLst/>
            </a:prstGeom>
            <a:solidFill>
              <a:srgbClr val="72BC70">
                <a:alpha val="100000"/>
              </a:srgbClr>
            </a:solidFill>
            <a:ln w="12272" cap="rnd">
              <a:solidFill>
                <a:srgbClr val="72BC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t491"/>
            <p:cNvSpPr/>
            <p:nvPr/>
          </p:nvSpPr>
          <p:spPr>
            <a:xfrm>
              <a:off x="1534444" y="3914430"/>
              <a:ext cx="71895" cy="71895"/>
            </a:xfrm>
            <a:prstGeom prst="ellipse">
              <a:avLst/>
            </a:prstGeom>
            <a:solidFill>
              <a:srgbClr val="72BC70">
                <a:alpha val="100000"/>
              </a:srgbClr>
            </a:solidFill>
            <a:ln w="12272" cap="rnd">
              <a:solidFill>
                <a:srgbClr val="72BC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t492"/>
            <p:cNvSpPr/>
            <p:nvPr/>
          </p:nvSpPr>
          <p:spPr>
            <a:xfrm>
              <a:off x="1517090" y="3875687"/>
              <a:ext cx="71895" cy="71895"/>
            </a:xfrm>
            <a:prstGeom prst="ellipse">
              <a:avLst/>
            </a:prstGeom>
            <a:solidFill>
              <a:srgbClr val="72BC70">
                <a:alpha val="100000"/>
              </a:srgbClr>
            </a:solidFill>
            <a:ln w="12272" cap="rnd">
              <a:solidFill>
                <a:srgbClr val="72BC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t493"/>
            <p:cNvSpPr/>
            <p:nvPr/>
          </p:nvSpPr>
          <p:spPr>
            <a:xfrm>
              <a:off x="1509902" y="3858333"/>
              <a:ext cx="71895" cy="71895"/>
            </a:xfrm>
            <a:prstGeom prst="ellipse">
              <a:avLst/>
            </a:prstGeom>
            <a:solidFill>
              <a:srgbClr val="72BC70">
                <a:alpha val="100000"/>
              </a:srgbClr>
            </a:solidFill>
            <a:ln w="12272" cap="rnd">
              <a:solidFill>
                <a:srgbClr val="72BC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t494"/>
            <p:cNvSpPr/>
            <p:nvPr/>
          </p:nvSpPr>
          <p:spPr>
            <a:xfrm>
              <a:off x="1517090" y="3840979"/>
              <a:ext cx="71895" cy="71895"/>
            </a:xfrm>
            <a:prstGeom prst="ellipse">
              <a:avLst/>
            </a:prstGeom>
            <a:solidFill>
              <a:srgbClr val="72BC70">
                <a:alpha val="100000"/>
              </a:srgbClr>
            </a:solidFill>
            <a:ln w="12272" cap="rnd">
              <a:solidFill>
                <a:srgbClr val="72BC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t495"/>
            <p:cNvSpPr/>
            <p:nvPr/>
          </p:nvSpPr>
          <p:spPr>
            <a:xfrm>
              <a:off x="1534444" y="3833790"/>
              <a:ext cx="71895" cy="71895"/>
            </a:xfrm>
            <a:prstGeom prst="ellipse">
              <a:avLst/>
            </a:prstGeom>
            <a:solidFill>
              <a:srgbClr val="72BC70">
                <a:alpha val="100000"/>
              </a:srgbClr>
            </a:solidFill>
            <a:ln w="12272" cap="rnd">
              <a:solidFill>
                <a:srgbClr val="72BC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tx496"/>
            <p:cNvSpPr/>
            <p:nvPr/>
          </p:nvSpPr>
          <p:spPr>
            <a:xfrm>
              <a:off x="1449753" y="3845827"/>
              <a:ext cx="96096" cy="477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2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2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497" name="tx497"/>
            <p:cNvSpPr/>
            <p:nvPr/>
          </p:nvSpPr>
          <p:spPr>
            <a:xfrm>
              <a:off x="1412775" y="3735386"/>
              <a:ext cx="133074" cy="477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2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2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498" name="tx498"/>
            <p:cNvSpPr/>
            <p:nvPr/>
          </p:nvSpPr>
          <p:spPr>
            <a:xfrm>
              <a:off x="1375798" y="3624945"/>
              <a:ext cx="170051" cy="477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2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2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  <p:sp>
          <p:nvSpPr>
            <p:cNvPr id="499" name="rc499"/>
            <p:cNvSpPr/>
            <p:nvPr/>
          </p:nvSpPr>
          <p:spPr>
            <a:xfrm>
              <a:off x="3071196" y="3429000"/>
              <a:ext cx="3001607" cy="90709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500" name="rc500"/>
            <p:cNvSpPr/>
            <p:nvPr/>
          </p:nvSpPr>
          <p:spPr>
            <a:xfrm>
              <a:off x="3071196" y="3519709"/>
              <a:ext cx="3001607" cy="74914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1" name="rc501"/>
            <p:cNvSpPr/>
            <p:nvPr/>
          </p:nvSpPr>
          <p:spPr>
            <a:xfrm>
              <a:off x="3121806" y="3429000"/>
              <a:ext cx="2900386" cy="90709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02" name="tx502"/>
            <p:cNvSpPr/>
            <p:nvPr/>
          </p:nvSpPr>
          <p:spPr>
            <a:xfrm>
              <a:off x="4090105" y="3417470"/>
              <a:ext cx="963788" cy="1088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Ciconiiformes</a:t>
              </a:r>
            </a:p>
          </p:txBody>
        </p:sp>
        <p:sp>
          <p:nvSpPr>
            <p:cNvPr id="503" name="rc503"/>
            <p:cNvSpPr/>
            <p:nvPr/>
          </p:nvSpPr>
          <p:spPr>
            <a:xfrm>
              <a:off x="4167048" y="3570319"/>
              <a:ext cx="809903" cy="64792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4" name="tx504"/>
            <p:cNvSpPr/>
            <p:nvPr/>
          </p:nvSpPr>
          <p:spPr>
            <a:xfrm>
              <a:off x="3866236" y="4050582"/>
              <a:ext cx="506189" cy="82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505" name="tx505"/>
            <p:cNvSpPr/>
            <p:nvPr/>
          </p:nvSpPr>
          <p:spPr>
            <a:xfrm>
              <a:off x="4042832" y="3853232"/>
              <a:ext cx="246928" cy="79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506" name="tx506"/>
            <p:cNvSpPr/>
            <p:nvPr/>
          </p:nvSpPr>
          <p:spPr>
            <a:xfrm>
              <a:off x="3884445" y="3653394"/>
              <a:ext cx="487981" cy="801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507" name="pl507"/>
            <p:cNvSpPr/>
            <p:nvPr/>
          </p:nvSpPr>
          <p:spPr>
            <a:xfrm>
              <a:off x="4547458" y="3869738"/>
              <a:ext cx="49084" cy="49084"/>
            </a:xfrm>
            <a:custGeom>
              <a:avLst/>
              <a:pathLst>
                <a:path w="49084" h="49084">
                  <a:moveTo>
                    <a:pt x="49084" y="24542"/>
                  </a:moveTo>
                  <a:lnTo>
                    <a:pt x="49080" y="24112"/>
                  </a:lnTo>
                  <a:lnTo>
                    <a:pt x="49069" y="23683"/>
                  </a:lnTo>
                  <a:lnTo>
                    <a:pt x="49050" y="23254"/>
                  </a:lnTo>
                  <a:lnTo>
                    <a:pt x="49024" y="22825"/>
                  </a:lnTo>
                  <a:lnTo>
                    <a:pt x="48990" y="22397"/>
                  </a:lnTo>
                  <a:lnTo>
                    <a:pt x="48948" y="21969"/>
                  </a:lnTo>
                  <a:lnTo>
                    <a:pt x="48900" y="21543"/>
                  </a:lnTo>
                  <a:lnTo>
                    <a:pt x="48843" y="21117"/>
                  </a:lnTo>
                  <a:lnTo>
                    <a:pt x="48780" y="20692"/>
                  </a:lnTo>
                  <a:lnTo>
                    <a:pt x="48709" y="20268"/>
                  </a:lnTo>
                  <a:lnTo>
                    <a:pt x="48630" y="19846"/>
                  </a:lnTo>
                  <a:lnTo>
                    <a:pt x="48544" y="19425"/>
                  </a:lnTo>
                  <a:lnTo>
                    <a:pt x="48451" y="19006"/>
                  </a:lnTo>
                  <a:lnTo>
                    <a:pt x="48351" y="18588"/>
                  </a:lnTo>
                  <a:lnTo>
                    <a:pt x="48243" y="18172"/>
                  </a:lnTo>
                  <a:lnTo>
                    <a:pt x="48128" y="17759"/>
                  </a:lnTo>
                  <a:lnTo>
                    <a:pt x="48005" y="17347"/>
                  </a:lnTo>
                  <a:lnTo>
                    <a:pt x="47876" y="16937"/>
                  </a:lnTo>
                  <a:lnTo>
                    <a:pt x="47739" y="16530"/>
                  </a:lnTo>
                  <a:lnTo>
                    <a:pt x="47595" y="16125"/>
                  </a:lnTo>
                  <a:lnTo>
                    <a:pt x="47445" y="15723"/>
                  </a:lnTo>
                  <a:lnTo>
                    <a:pt x="47287" y="15324"/>
                  </a:lnTo>
                  <a:lnTo>
                    <a:pt x="47122" y="14927"/>
                  </a:lnTo>
                  <a:lnTo>
                    <a:pt x="46950" y="14533"/>
                  </a:lnTo>
                  <a:lnTo>
                    <a:pt x="46772" y="14143"/>
                  </a:lnTo>
                  <a:lnTo>
                    <a:pt x="46586" y="13755"/>
                  </a:lnTo>
                  <a:lnTo>
                    <a:pt x="46394" y="13371"/>
                  </a:lnTo>
                  <a:lnTo>
                    <a:pt x="46195" y="12990"/>
                  </a:lnTo>
                  <a:lnTo>
                    <a:pt x="45990" y="12613"/>
                  </a:lnTo>
                  <a:lnTo>
                    <a:pt x="45778" y="12240"/>
                  </a:lnTo>
                  <a:lnTo>
                    <a:pt x="45559" y="11870"/>
                  </a:lnTo>
                  <a:lnTo>
                    <a:pt x="45334" y="11504"/>
                  </a:lnTo>
                  <a:lnTo>
                    <a:pt x="45103" y="11142"/>
                  </a:lnTo>
                  <a:lnTo>
                    <a:pt x="44865" y="10784"/>
                  </a:lnTo>
                  <a:lnTo>
                    <a:pt x="44621" y="10431"/>
                  </a:lnTo>
                  <a:lnTo>
                    <a:pt x="44371" y="10081"/>
                  </a:lnTo>
                  <a:lnTo>
                    <a:pt x="44115" y="9737"/>
                  </a:lnTo>
                  <a:lnTo>
                    <a:pt x="43853" y="9396"/>
                  </a:lnTo>
                  <a:lnTo>
                    <a:pt x="43585" y="9061"/>
                  </a:lnTo>
                  <a:lnTo>
                    <a:pt x="43311" y="8730"/>
                  </a:lnTo>
                  <a:lnTo>
                    <a:pt x="43031" y="8404"/>
                  </a:lnTo>
                  <a:lnTo>
                    <a:pt x="42746" y="8082"/>
                  </a:lnTo>
                  <a:lnTo>
                    <a:pt x="42455" y="7766"/>
                  </a:lnTo>
                  <a:lnTo>
                    <a:pt x="42159" y="7455"/>
                  </a:lnTo>
                  <a:lnTo>
                    <a:pt x="41857" y="7150"/>
                  </a:lnTo>
                  <a:lnTo>
                    <a:pt x="41550" y="6849"/>
                  </a:lnTo>
                  <a:lnTo>
                    <a:pt x="41238" y="6554"/>
                  </a:lnTo>
                  <a:lnTo>
                    <a:pt x="40921" y="6265"/>
                  </a:lnTo>
                  <a:lnTo>
                    <a:pt x="40598" y="5981"/>
                  </a:lnTo>
                  <a:lnTo>
                    <a:pt x="40271" y="5703"/>
                  </a:lnTo>
                  <a:lnTo>
                    <a:pt x="39939" y="5430"/>
                  </a:lnTo>
                  <a:lnTo>
                    <a:pt x="39602" y="5164"/>
                  </a:lnTo>
                  <a:lnTo>
                    <a:pt x="39261" y="4903"/>
                  </a:lnTo>
                  <a:lnTo>
                    <a:pt x="38915" y="4649"/>
                  </a:lnTo>
                  <a:lnTo>
                    <a:pt x="38564" y="4400"/>
                  </a:lnTo>
                  <a:lnTo>
                    <a:pt x="38210" y="4158"/>
                  </a:lnTo>
                  <a:lnTo>
                    <a:pt x="37851" y="3922"/>
                  </a:lnTo>
                  <a:lnTo>
                    <a:pt x="37488" y="3692"/>
                  </a:lnTo>
                  <a:lnTo>
                    <a:pt x="37121" y="3469"/>
                  </a:lnTo>
                  <a:lnTo>
                    <a:pt x="36750" y="3252"/>
                  </a:lnTo>
                  <a:lnTo>
                    <a:pt x="36376" y="3041"/>
                  </a:lnTo>
                  <a:lnTo>
                    <a:pt x="35998" y="2837"/>
                  </a:lnTo>
                  <a:lnTo>
                    <a:pt x="35616" y="2640"/>
                  </a:lnTo>
                  <a:lnTo>
                    <a:pt x="35231" y="2450"/>
                  </a:lnTo>
                  <a:lnTo>
                    <a:pt x="34843" y="2266"/>
                  </a:lnTo>
                  <a:lnTo>
                    <a:pt x="34451" y="2089"/>
                  </a:lnTo>
                  <a:lnTo>
                    <a:pt x="34057" y="1919"/>
                  </a:lnTo>
                  <a:lnTo>
                    <a:pt x="33660" y="1756"/>
                  </a:lnTo>
                  <a:lnTo>
                    <a:pt x="33259" y="1600"/>
                  </a:lnTo>
                  <a:lnTo>
                    <a:pt x="32857" y="1451"/>
                  </a:lnTo>
                  <a:lnTo>
                    <a:pt x="32451" y="1309"/>
                  </a:lnTo>
                  <a:lnTo>
                    <a:pt x="32043" y="1174"/>
                  </a:lnTo>
                  <a:lnTo>
                    <a:pt x="31633" y="1046"/>
                  </a:lnTo>
                  <a:lnTo>
                    <a:pt x="31221" y="926"/>
                  </a:lnTo>
                  <a:lnTo>
                    <a:pt x="30807" y="813"/>
                  </a:lnTo>
                  <a:lnTo>
                    <a:pt x="30390" y="707"/>
                  </a:lnTo>
                  <a:lnTo>
                    <a:pt x="29972" y="608"/>
                  </a:lnTo>
                  <a:lnTo>
                    <a:pt x="29553" y="516"/>
                  </a:lnTo>
                  <a:lnTo>
                    <a:pt x="29131" y="432"/>
                  </a:lnTo>
                  <a:lnTo>
                    <a:pt x="28709" y="356"/>
                  </a:lnTo>
                  <a:lnTo>
                    <a:pt x="28285" y="286"/>
                  </a:lnTo>
                  <a:lnTo>
                    <a:pt x="27860" y="225"/>
                  </a:lnTo>
                  <a:lnTo>
                    <a:pt x="27434" y="170"/>
                  </a:lnTo>
                  <a:lnTo>
                    <a:pt x="27007" y="123"/>
                  </a:lnTo>
                  <a:lnTo>
                    <a:pt x="26579" y="84"/>
                  </a:lnTo>
                  <a:lnTo>
                    <a:pt x="26151" y="52"/>
                  </a:lnTo>
                  <a:lnTo>
                    <a:pt x="25722" y="28"/>
                  </a:lnTo>
                  <a:lnTo>
                    <a:pt x="25293" y="11"/>
                  </a:lnTo>
                  <a:lnTo>
                    <a:pt x="24863" y="1"/>
                  </a:lnTo>
                  <a:lnTo>
                    <a:pt x="24434" y="0"/>
                  </a:lnTo>
                  <a:lnTo>
                    <a:pt x="24004" y="5"/>
                  </a:lnTo>
                  <a:lnTo>
                    <a:pt x="23575" y="18"/>
                  </a:lnTo>
                  <a:lnTo>
                    <a:pt x="23146" y="39"/>
                  </a:lnTo>
                  <a:lnTo>
                    <a:pt x="22717" y="67"/>
                  </a:lnTo>
                  <a:lnTo>
                    <a:pt x="22289" y="103"/>
                  </a:lnTo>
                  <a:lnTo>
                    <a:pt x="21862" y="146"/>
                  </a:lnTo>
                  <a:lnTo>
                    <a:pt x="21435" y="197"/>
                  </a:lnTo>
                  <a:lnTo>
                    <a:pt x="21010" y="255"/>
                  </a:lnTo>
                  <a:lnTo>
                    <a:pt x="20585" y="320"/>
                  </a:lnTo>
                  <a:lnTo>
                    <a:pt x="20162" y="393"/>
                  </a:lnTo>
                  <a:lnTo>
                    <a:pt x="19740" y="473"/>
                  </a:lnTo>
                  <a:lnTo>
                    <a:pt x="19319" y="561"/>
                  </a:lnTo>
                  <a:lnTo>
                    <a:pt x="18901" y="656"/>
                  </a:lnTo>
                  <a:lnTo>
                    <a:pt x="18483" y="759"/>
                  </a:lnTo>
                  <a:lnTo>
                    <a:pt x="18068" y="868"/>
                  </a:lnTo>
                  <a:lnTo>
                    <a:pt x="17655" y="985"/>
                  </a:lnTo>
                  <a:lnTo>
                    <a:pt x="17244" y="1109"/>
                  </a:lnTo>
                  <a:lnTo>
                    <a:pt x="16835" y="1241"/>
                  </a:lnTo>
                  <a:lnTo>
                    <a:pt x="16428" y="1379"/>
                  </a:lnTo>
                  <a:lnTo>
                    <a:pt x="16024" y="1525"/>
                  </a:lnTo>
                  <a:lnTo>
                    <a:pt x="15622" y="1677"/>
                  </a:lnTo>
                  <a:lnTo>
                    <a:pt x="15224" y="1837"/>
                  </a:lnTo>
                  <a:lnTo>
                    <a:pt x="14828" y="2003"/>
                  </a:lnTo>
                  <a:lnTo>
                    <a:pt x="14435" y="2177"/>
                  </a:lnTo>
                  <a:lnTo>
                    <a:pt x="14045" y="2357"/>
                  </a:lnTo>
                  <a:lnTo>
                    <a:pt x="13658" y="2544"/>
                  </a:lnTo>
                  <a:lnTo>
                    <a:pt x="13275" y="2738"/>
                  </a:lnTo>
                  <a:lnTo>
                    <a:pt x="12895" y="2938"/>
                  </a:lnTo>
                  <a:lnTo>
                    <a:pt x="12519" y="3146"/>
                  </a:lnTo>
                  <a:lnTo>
                    <a:pt x="12146" y="3359"/>
                  </a:lnTo>
                  <a:lnTo>
                    <a:pt x="11777" y="3579"/>
                  </a:lnTo>
                  <a:lnTo>
                    <a:pt x="11412" y="3806"/>
                  </a:lnTo>
                  <a:lnTo>
                    <a:pt x="11051" y="4039"/>
                  </a:lnTo>
                  <a:lnTo>
                    <a:pt x="10695" y="4278"/>
                  </a:lnTo>
                  <a:lnTo>
                    <a:pt x="10342" y="4524"/>
                  </a:lnTo>
                  <a:lnTo>
                    <a:pt x="9994" y="4775"/>
                  </a:lnTo>
                  <a:lnTo>
                    <a:pt x="9650" y="5033"/>
                  </a:lnTo>
                  <a:lnTo>
                    <a:pt x="9311" y="5296"/>
                  </a:lnTo>
                  <a:lnTo>
                    <a:pt x="8977" y="5566"/>
                  </a:lnTo>
                  <a:lnTo>
                    <a:pt x="8647" y="5841"/>
                  </a:lnTo>
                  <a:lnTo>
                    <a:pt x="8322" y="6122"/>
                  </a:lnTo>
                  <a:lnTo>
                    <a:pt x="8002" y="6409"/>
                  </a:lnTo>
                  <a:lnTo>
                    <a:pt x="7687" y="6701"/>
                  </a:lnTo>
                  <a:lnTo>
                    <a:pt x="7378" y="6999"/>
                  </a:lnTo>
                  <a:lnTo>
                    <a:pt x="7073" y="7302"/>
                  </a:lnTo>
                  <a:lnTo>
                    <a:pt x="6774" y="7610"/>
                  </a:lnTo>
                  <a:lnTo>
                    <a:pt x="6481" y="7924"/>
                  </a:lnTo>
                  <a:lnTo>
                    <a:pt x="6193" y="8242"/>
                  </a:lnTo>
                  <a:lnTo>
                    <a:pt x="5910" y="8566"/>
                  </a:lnTo>
                  <a:lnTo>
                    <a:pt x="5633" y="8894"/>
                  </a:lnTo>
                  <a:lnTo>
                    <a:pt x="5363" y="9228"/>
                  </a:lnTo>
                  <a:lnTo>
                    <a:pt x="5097" y="9566"/>
                  </a:lnTo>
                  <a:lnTo>
                    <a:pt x="4838" y="9908"/>
                  </a:lnTo>
                  <a:lnTo>
                    <a:pt x="4585" y="10255"/>
                  </a:lnTo>
                  <a:lnTo>
                    <a:pt x="4338" y="10607"/>
                  </a:lnTo>
                  <a:lnTo>
                    <a:pt x="4098" y="10963"/>
                  </a:lnTo>
                  <a:lnTo>
                    <a:pt x="3863" y="11322"/>
                  </a:lnTo>
                  <a:lnTo>
                    <a:pt x="3635" y="11686"/>
                  </a:lnTo>
                  <a:lnTo>
                    <a:pt x="3413" y="12054"/>
                  </a:lnTo>
                  <a:lnTo>
                    <a:pt x="3198" y="12426"/>
                  </a:lnTo>
                  <a:lnTo>
                    <a:pt x="2989" y="12801"/>
                  </a:lnTo>
                  <a:lnTo>
                    <a:pt x="2787" y="13180"/>
                  </a:lnTo>
                  <a:lnTo>
                    <a:pt x="2591" y="13563"/>
                  </a:lnTo>
                  <a:lnTo>
                    <a:pt x="2402" y="13949"/>
                  </a:lnTo>
                  <a:lnTo>
                    <a:pt x="2220" y="14338"/>
                  </a:lnTo>
                  <a:lnTo>
                    <a:pt x="2045" y="14730"/>
                  </a:lnTo>
                  <a:lnTo>
                    <a:pt x="1877" y="15125"/>
                  </a:lnTo>
                  <a:lnTo>
                    <a:pt x="1716" y="15523"/>
                  </a:lnTo>
                  <a:lnTo>
                    <a:pt x="1561" y="15924"/>
                  </a:lnTo>
                  <a:lnTo>
                    <a:pt x="1414" y="16327"/>
                  </a:lnTo>
                  <a:lnTo>
                    <a:pt x="1274" y="16733"/>
                  </a:lnTo>
                  <a:lnTo>
                    <a:pt x="1141" y="17142"/>
                  </a:lnTo>
                  <a:lnTo>
                    <a:pt x="1015" y="17552"/>
                  </a:lnTo>
                  <a:lnTo>
                    <a:pt x="896" y="17965"/>
                  </a:lnTo>
                  <a:lnTo>
                    <a:pt x="785" y="18380"/>
                  </a:lnTo>
                  <a:lnTo>
                    <a:pt x="680" y="18797"/>
                  </a:lnTo>
                  <a:lnTo>
                    <a:pt x="584" y="19215"/>
                  </a:lnTo>
                  <a:lnTo>
                    <a:pt x="494" y="19635"/>
                  </a:lnTo>
                  <a:lnTo>
                    <a:pt x="412" y="20057"/>
                  </a:lnTo>
                  <a:lnTo>
                    <a:pt x="337" y="20480"/>
                  </a:lnTo>
                  <a:lnTo>
                    <a:pt x="270" y="20904"/>
                  </a:lnTo>
                  <a:lnTo>
                    <a:pt x="210" y="21329"/>
                  </a:lnTo>
                  <a:lnTo>
                    <a:pt x="157" y="21756"/>
                  </a:lnTo>
                  <a:lnTo>
                    <a:pt x="112" y="22183"/>
                  </a:lnTo>
                  <a:lnTo>
                    <a:pt x="75" y="22611"/>
                  </a:lnTo>
                  <a:lnTo>
                    <a:pt x="45" y="23039"/>
                  </a:lnTo>
                  <a:lnTo>
                    <a:pt x="22" y="23468"/>
                  </a:lnTo>
                  <a:lnTo>
                    <a:pt x="7" y="23898"/>
                  </a:lnTo>
                  <a:lnTo>
                    <a:pt x="0" y="24327"/>
                  </a:lnTo>
                  <a:lnTo>
                    <a:pt x="0" y="24757"/>
                  </a:lnTo>
                  <a:lnTo>
                    <a:pt x="7" y="25186"/>
                  </a:lnTo>
                  <a:lnTo>
                    <a:pt x="22" y="25615"/>
                  </a:lnTo>
                  <a:lnTo>
                    <a:pt x="45" y="26044"/>
                  </a:lnTo>
                  <a:lnTo>
                    <a:pt x="75" y="26473"/>
                  </a:lnTo>
                  <a:lnTo>
                    <a:pt x="112" y="26901"/>
                  </a:lnTo>
                  <a:lnTo>
                    <a:pt x="157" y="27328"/>
                  </a:lnTo>
                  <a:lnTo>
                    <a:pt x="210" y="27754"/>
                  </a:lnTo>
                  <a:lnTo>
                    <a:pt x="270" y="28179"/>
                  </a:lnTo>
                  <a:lnTo>
                    <a:pt x="337" y="28604"/>
                  </a:lnTo>
                  <a:lnTo>
                    <a:pt x="412" y="29027"/>
                  </a:lnTo>
                  <a:lnTo>
                    <a:pt x="494" y="29448"/>
                  </a:lnTo>
                  <a:lnTo>
                    <a:pt x="584" y="29868"/>
                  </a:lnTo>
                  <a:lnTo>
                    <a:pt x="680" y="30287"/>
                  </a:lnTo>
                  <a:lnTo>
                    <a:pt x="785" y="30704"/>
                  </a:lnTo>
                  <a:lnTo>
                    <a:pt x="896" y="31118"/>
                  </a:lnTo>
                  <a:lnTo>
                    <a:pt x="1015" y="31531"/>
                  </a:lnTo>
                  <a:lnTo>
                    <a:pt x="1141" y="31942"/>
                  </a:lnTo>
                  <a:lnTo>
                    <a:pt x="1274" y="32350"/>
                  </a:lnTo>
                  <a:lnTo>
                    <a:pt x="1414" y="32756"/>
                  </a:lnTo>
                  <a:lnTo>
                    <a:pt x="1561" y="33160"/>
                  </a:lnTo>
                  <a:lnTo>
                    <a:pt x="1716" y="33561"/>
                  </a:lnTo>
                  <a:lnTo>
                    <a:pt x="1877" y="33959"/>
                  </a:lnTo>
                  <a:lnTo>
                    <a:pt x="2045" y="34354"/>
                  </a:lnTo>
                  <a:lnTo>
                    <a:pt x="2220" y="34746"/>
                  </a:lnTo>
                  <a:lnTo>
                    <a:pt x="2402" y="35135"/>
                  </a:lnTo>
                  <a:lnTo>
                    <a:pt x="2591" y="35521"/>
                  </a:lnTo>
                  <a:lnTo>
                    <a:pt x="2787" y="35903"/>
                  </a:lnTo>
                  <a:lnTo>
                    <a:pt x="2989" y="36282"/>
                  </a:lnTo>
                  <a:lnTo>
                    <a:pt x="3198" y="36658"/>
                  </a:lnTo>
                  <a:lnTo>
                    <a:pt x="3413" y="37029"/>
                  </a:lnTo>
                  <a:lnTo>
                    <a:pt x="3635" y="37397"/>
                  </a:lnTo>
                  <a:lnTo>
                    <a:pt x="3863" y="37761"/>
                  </a:lnTo>
                  <a:lnTo>
                    <a:pt x="4098" y="38121"/>
                  </a:lnTo>
                  <a:lnTo>
                    <a:pt x="4338" y="38477"/>
                  </a:lnTo>
                  <a:lnTo>
                    <a:pt x="4585" y="38828"/>
                  </a:lnTo>
                  <a:lnTo>
                    <a:pt x="4838" y="39175"/>
                  </a:lnTo>
                  <a:lnTo>
                    <a:pt x="5097" y="39518"/>
                  </a:lnTo>
                  <a:lnTo>
                    <a:pt x="5363" y="39856"/>
                  </a:lnTo>
                  <a:lnTo>
                    <a:pt x="5633" y="40189"/>
                  </a:lnTo>
                  <a:lnTo>
                    <a:pt x="5910" y="40518"/>
                  </a:lnTo>
                  <a:lnTo>
                    <a:pt x="6193" y="40841"/>
                  </a:lnTo>
                  <a:lnTo>
                    <a:pt x="6481" y="41160"/>
                  </a:lnTo>
                  <a:lnTo>
                    <a:pt x="6774" y="41473"/>
                  </a:lnTo>
                  <a:lnTo>
                    <a:pt x="7073" y="41782"/>
                  </a:lnTo>
                  <a:lnTo>
                    <a:pt x="7378" y="42085"/>
                  </a:lnTo>
                  <a:lnTo>
                    <a:pt x="7687" y="42382"/>
                  </a:lnTo>
                  <a:lnTo>
                    <a:pt x="8002" y="42675"/>
                  </a:lnTo>
                  <a:lnTo>
                    <a:pt x="8322" y="42961"/>
                  </a:lnTo>
                  <a:lnTo>
                    <a:pt x="8647" y="43242"/>
                  </a:lnTo>
                  <a:lnTo>
                    <a:pt x="8977" y="43518"/>
                  </a:lnTo>
                  <a:lnTo>
                    <a:pt x="9311" y="43787"/>
                  </a:lnTo>
                  <a:lnTo>
                    <a:pt x="9650" y="44051"/>
                  </a:lnTo>
                  <a:lnTo>
                    <a:pt x="9994" y="44308"/>
                  </a:lnTo>
                  <a:lnTo>
                    <a:pt x="10342" y="44560"/>
                  </a:lnTo>
                  <a:lnTo>
                    <a:pt x="10695" y="44805"/>
                  </a:lnTo>
                  <a:lnTo>
                    <a:pt x="11051" y="45045"/>
                  </a:lnTo>
                  <a:lnTo>
                    <a:pt x="11412" y="45278"/>
                  </a:lnTo>
                  <a:lnTo>
                    <a:pt x="11777" y="45504"/>
                  </a:lnTo>
                  <a:lnTo>
                    <a:pt x="12146" y="45724"/>
                  </a:lnTo>
                  <a:lnTo>
                    <a:pt x="12519" y="45938"/>
                  </a:lnTo>
                  <a:lnTo>
                    <a:pt x="12895" y="46145"/>
                  </a:lnTo>
                  <a:lnTo>
                    <a:pt x="13275" y="46346"/>
                  </a:lnTo>
                  <a:lnTo>
                    <a:pt x="13658" y="46539"/>
                  </a:lnTo>
                  <a:lnTo>
                    <a:pt x="14045" y="46727"/>
                  </a:lnTo>
                  <a:lnTo>
                    <a:pt x="14435" y="46907"/>
                  </a:lnTo>
                  <a:lnTo>
                    <a:pt x="14828" y="47080"/>
                  </a:lnTo>
                  <a:lnTo>
                    <a:pt x="15224" y="47247"/>
                  </a:lnTo>
                  <a:lnTo>
                    <a:pt x="15622" y="47406"/>
                  </a:lnTo>
                  <a:lnTo>
                    <a:pt x="16024" y="47559"/>
                  </a:lnTo>
                  <a:lnTo>
                    <a:pt x="16428" y="47705"/>
                  </a:lnTo>
                  <a:lnTo>
                    <a:pt x="16835" y="47843"/>
                  </a:lnTo>
                  <a:lnTo>
                    <a:pt x="17244" y="47974"/>
                  </a:lnTo>
                  <a:lnTo>
                    <a:pt x="17655" y="48098"/>
                  </a:lnTo>
                  <a:lnTo>
                    <a:pt x="18068" y="48215"/>
                  </a:lnTo>
                  <a:lnTo>
                    <a:pt x="18483" y="48325"/>
                  </a:lnTo>
                  <a:lnTo>
                    <a:pt x="18901" y="48427"/>
                  </a:lnTo>
                  <a:lnTo>
                    <a:pt x="19319" y="48522"/>
                  </a:lnTo>
                  <a:lnTo>
                    <a:pt x="19740" y="48610"/>
                  </a:lnTo>
                  <a:lnTo>
                    <a:pt x="20162" y="48690"/>
                  </a:lnTo>
                  <a:lnTo>
                    <a:pt x="20585" y="48763"/>
                  </a:lnTo>
                  <a:lnTo>
                    <a:pt x="21010" y="48829"/>
                  </a:lnTo>
                  <a:lnTo>
                    <a:pt x="21435" y="48887"/>
                  </a:lnTo>
                  <a:lnTo>
                    <a:pt x="21862" y="48938"/>
                  </a:lnTo>
                  <a:lnTo>
                    <a:pt x="22289" y="48981"/>
                  </a:lnTo>
                  <a:lnTo>
                    <a:pt x="22717" y="49016"/>
                  </a:lnTo>
                  <a:lnTo>
                    <a:pt x="23146" y="49045"/>
                  </a:lnTo>
                  <a:lnTo>
                    <a:pt x="23575" y="49065"/>
                  </a:lnTo>
                  <a:lnTo>
                    <a:pt x="24004" y="49078"/>
                  </a:lnTo>
                  <a:lnTo>
                    <a:pt x="24434" y="49084"/>
                  </a:lnTo>
                  <a:lnTo>
                    <a:pt x="24863" y="49082"/>
                  </a:lnTo>
                  <a:lnTo>
                    <a:pt x="25293" y="49073"/>
                  </a:lnTo>
                  <a:lnTo>
                    <a:pt x="25722" y="49056"/>
                  </a:lnTo>
                  <a:lnTo>
                    <a:pt x="26151" y="49032"/>
                  </a:lnTo>
                  <a:lnTo>
                    <a:pt x="26579" y="49000"/>
                  </a:lnTo>
                  <a:lnTo>
                    <a:pt x="27007" y="48960"/>
                  </a:lnTo>
                  <a:lnTo>
                    <a:pt x="27434" y="48913"/>
                  </a:lnTo>
                  <a:lnTo>
                    <a:pt x="27860" y="48859"/>
                  </a:lnTo>
                  <a:lnTo>
                    <a:pt x="28285" y="48797"/>
                  </a:lnTo>
                  <a:lnTo>
                    <a:pt x="28709" y="48728"/>
                  </a:lnTo>
                  <a:lnTo>
                    <a:pt x="29131" y="48651"/>
                  </a:lnTo>
                  <a:lnTo>
                    <a:pt x="29553" y="48567"/>
                  </a:lnTo>
                  <a:lnTo>
                    <a:pt x="29972" y="48476"/>
                  </a:lnTo>
                  <a:lnTo>
                    <a:pt x="30390" y="48377"/>
                  </a:lnTo>
                  <a:lnTo>
                    <a:pt x="30807" y="48271"/>
                  </a:lnTo>
                  <a:lnTo>
                    <a:pt x="31221" y="48158"/>
                  </a:lnTo>
                  <a:lnTo>
                    <a:pt x="31633" y="48037"/>
                  </a:lnTo>
                  <a:lnTo>
                    <a:pt x="32043" y="47910"/>
                  </a:lnTo>
                  <a:lnTo>
                    <a:pt x="32451" y="47775"/>
                  </a:lnTo>
                  <a:lnTo>
                    <a:pt x="32857" y="47633"/>
                  </a:lnTo>
                  <a:lnTo>
                    <a:pt x="33259" y="47484"/>
                  </a:lnTo>
                  <a:lnTo>
                    <a:pt x="33660" y="47328"/>
                  </a:lnTo>
                  <a:lnTo>
                    <a:pt x="34057" y="47164"/>
                  </a:lnTo>
                  <a:lnTo>
                    <a:pt x="34451" y="46994"/>
                  </a:lnTo>
                  <a:lnTo>
                    <a:pt x="34843" y="46818"/>
                  </a:lnTo>
                  <a:lnTo>
                    <a:pt x="35231" y="46634"/>
                  </a:lnTo>
                  <a:lnTo>
                    <a:pt x="35616" y="46443"/>
                  </a:lnTo>
                  <a:lnTo>
                    <a:pt x="35998" y="46246"/>
                  </a:lnTo>
                  <a:lnTo>
                    <a:pt x="36376" y="46042"/>
                  </a:lnTo>
                  <a:lnTo>
                    <a:pt x="36750" y="45832"/>
                  </a:lnTo>
                  <a:lnTo>
                    <a:pt x="37121" y="45615"/>
                  </a:lnTo>
                  <a:lnTo>
                    <a:pt x="37488" y="45392"/>
                  </a:lnTo>
                  <a:lnTo>
                    <a:pt x="37851" y="45162"/>
                  </a:lnTo>
                  <a:lnTo>
                    <a:pt x="38210" y="44926"/>
                  </a:lnTo>
                  <a:lnTo>
                    <a:pt x="38564" y="44683"/>
                  </a:lnTo>
                  <a:lnTo>
                    <a:pt x="38915" y="44435"/>
                  </a:lnTo>
                  <a:lnTo>
                    <a:pt x="39261" y="44180"/>
                  </a:lnTo>
                  <a:lnTo>
                    <a:pt x="39602" y="43920"/>
                  </a:lnTo>
                  <a:lnTo>
                    <a:pt x="39939" y="43653"/>
                  </a:lnTo>
                  <a:lnTo>
                    <a:pt x="40271" y="43381"/>
                  </a:lnTo>
                  <a:lnTo>
                    <a:pt x="40598" y="43103"/>
                  </a:lnTo>
                  <a:lnTo>
                    <a:pt x="40921" y="42819"/>
                  </a:lnTo>
                  <a:lnTo>
                    <a:pt x="41238" y="42529"/>
                  </a:lnTo>
                  <a:lnTo>
                    <a:pt x="41550" y="42234"/>
                  </a:lnTo>
                  <a:lnTo>
                    <a:pt x="41857" y="41934"/>
                  </a:lnTo>
                  <a:lnTo>
                    <a:pt x="42159" y="41628"/>
                  </a:lnTo>
                  <a:lnTo>
                    <a:pt x="42455" y="41317"/>
                  </a:lnTo>
                  <a:lnTo>
                    <a:pt x="42746" y="41001"/>
                  </a:lnTo>
                  <a:lnTo>
                    <a:pt x="43031" y="40680"/>
                  </a:lnTo>
                  <a:lnTo>
                    <a:pt x="43311" y="40354"/>
                  </a:lnTo>
                  <a:lnTo>
                    <a:pt x="43585" y="40023"/>
                  </a:lnTo>
                  <a:lnTo>
                    <a:pt x="43853" y="39687"/>
                  </a:lnTo>
                  <a:lnTo>
                    <a:pt x="44115" y="39347"/>
                  </a:lnTo>
                  <a:lnTo>
                    <a:pt x="44371" y="39002"/>
                  </a:lnTo>
                  <a:lnTo>
                    <a:pt x="44621" y="38653"/>
                  </a:lnTo>
                  <a:lnTo>
                    <a:pt x="44865" y="38299"/>
                  </a:lnTo>
                  <a:lnTo>
                    <a:pt x="45103" y="37942"/>
                  </a:lnTo>
                  <a:lnTo>
                    <a:pt x="45334" y="37580"/>
                  </a:lnTo>
                  <a:lnTo>
                    <a:pt x="45559" y="37214"/>
                  </a:lnTo>
                  <a:lnTo>
                    <a:pt x="45778" y="36844"/>
                  </a:lnTo>
                  <a:lnTo>
                    <a:pt x="45990" y="36471"/>
                  </a:lnTo>
                  <a:lnTo>
                    <a:pt x="46195" y="36093"/>
                  </a:lnTo>
                  <a:lnTo>
                    <a:pt x="46394" y="35713"/>
                  </a:lnTo>
                  <a:lnTo>
                    <a:pt x="46586" y="35328"/>
                  </a:lnTo>
                  <a:lnTo>
                    <a:pt x="46772" y="34941"/>
                  </a:lnTo>
                  <a:lnTo>
                    <a:pt x="46950" y="34550"/>
                  </a:lnTo>
                  <a:lnTo>
                    <a:pt x="47122" y="34157"/>
                  </a:lnTo>
                  <a:lnTo>
                    <a:pt x="47287" y="33760"/>
                  </a:lnTo>
                  <a:lnTo>
                    <a:pt x="47445" y="33360"/>
                  </a:lnTo>
                  <a:lnTo>
                    <a:pt x="47595" y="32958"/>
                  </a:lnTo>
                  <a:lnTo>
                    <a:pt x="47739" y="32554"/>
                  </a:lnTo>
                  <a:lnTo>
                    <a:pt x="47876" y="32146"/>
                  </a:lnTo>
                  <a:lnTo>
                    <a:pt x="48005" y="31737"/>
                  </a:lnTo>
                  <a:lnTo>
                    <a:pt x="48128" y="31325"/>
                  </a:lnTo>
                  <a:lnTo>
                    <a:pt x="48243" y="30911"/>
                  </a:lnTo>
                  <a:lnTo>
                    <a:pt x="48351" y="30495"/>
                  </a:lnTo>
                  <a:lnTo>
                    <a:pt x="48451" y="30078"/>
                  </a:lnTo>
                  <a:lnTo>
                    <a:pt x="48544" y="29658"/>
                  </a:lnTo>
                  <a:lnTo>
                    <a:pt x="48630" y="29238"/>
                  </a:lnTo>
                  <a:lnTo>
                    <a:pt x="48709" y="28815"/>
                  </a:lnTo>
                  <a:lnTo>
                    <a:pt x="48780" y="28392"/>
                  </a:lnTo>
                  <a:lnTo>
                    <a:pt x="48843" y="27967"/>
                  </a:lnTo>
                  <a:lnTo>
                    <a:pt x="48900" y="27541"/>
                  </a:lnTo>
                  <a:lnTo>
                    <a:pt x="48948" y="27114"/>
                  </a:lnTo>
                  <a:lnTo>
                    <a:pt x="48990" y="26687"/>
                  </a:lnTo>
                  <a:lnTo>
                    <a:pt x="49024" y="26259"/>
                  </a:lnTo>
                  <a:lnTo>
                    <a:pt x="49050" y="25830"/>
                  </a:lnTo>
                  <a:lnTo>
                    <a:pt x="49069" y="25401"/>
                  </a:lnTo>
                  <a:lnTo>
                    <a:pt x="49080" y="24971"/>
                  </a:lnTo>
                  <a:lnTo>
                    <a:pt x="49084" y="24542"/>
                  </a:lnTo>
                </a:path>
              </a:pathLst>
            </a:custGeom>
            <a:ln w="13550" cap="flat">
              <a:solidFill>
                <a:srgbClr val="7FC5D8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508" name="pl508"/>
            <p:cNvSpPr/>
            <p:nvPr/>
          </p:nvSpPr>
          <p:spPr>
            <a:xfrm>
              <a:off x="4437021" y="3759298"/>
              <a:ext cx="269962" cy="269965"/>
            </a:xfrm>
            <a:custGeom>
              <a:avLst/>
              <a:pathLst>
                <a:path w="269962" h="269965">
                  <a:moveTo>
                    <a:pt x="269962" y="134982"/>
                  </a:moveTo>
                  <a:lnTo>
                    <a:pt x="269942" y="132620"/>
                  </a:lnTo>
                  <a:lnTo>
                    <a:pt x="269880" y="130258"/>
                  </a:lnTo>
                  <a:lnTo>
                    <a:pt x="269776" y="127898"/>
                  </a:lnTo>
                  <a:lnTo>
                    <a:pt x="269632" y="125540"/>
                  </a:lnTo>
                  <a:lnTo>
                    <a:pt x="269446" y="123185"/>
                  </a:lnTo>
                  <a:lnTo>
                    <a:pt x="269219" y="120833"/>
                  </a:lnTo>
                  <a:lnTo>
                    <a:pt x="268951" y="118486"/>
                  </a:lnTo>
                  <a:lnTo>
                    <a:pt x="268641" y="116144"/>
                  </a:lnTo>
                  <a:lnTo>
                    <a:pt x="268291" y="113808"/>
                  </a:lnTo>
                  <a:lnTo>
                    <a:pt x="267900" y="111478"/>
                  </a:lnTo>
                  <a:lnTo>
                    <a:pt x="267468" y="109155"/>
                  </a:lnTo>
                  <a:lnTo>
                    <a:pt x="266996" y="106840"/>
                  </a:lnTo>
                  <a:lnTo>
                    <a:pt x="266483" y="104534"/>
                  </a:lnTo>
                  <a:lnTo>
                    <a:pt x="265930" y="102237"/>
                  </a:lnTo>
                  <a:lnTo>
                    <a:pt x="265337" y="99951"/>
                  </a:lnTo>
                  <a:lnTo>
                    <a:pt x="264704" y="97675"/>
                  </a:lnTo>
                  <a:lnTo>
                    <a:pt x="264031" y="95410"/>
                  </a:lnTo>
                  <a:lnTo>
                    <a:pt x="263319" y="93158"/>
                  </a:lnTo>
                  <a:lnTo>
                    <a:pt x="262568" y="90918"/>
                  </a:lnTo>
                  <a:lnTo>
                    <a:pt x="261777" y="88692"/>
                  </a:lnTo>
                  <a:lnTo>
                    <a:pt x="260947" y="86480"/>
                  </a:lnTo>
                  <a:lnTo>
                    <a:pt x="260079" y="84282"/>
                  </a:lnTo>
                  <a:lnTo>
                    <a:pt x="259173" y="82101"/>
                  </a:lnTo>
                  <a:lnTo>
                    <a:pt x="258228" y="79935"/>
                  </a:lnTo>
                  <a:lnTo>
                    <a:pt x="257246" y="77787"/>
                  </a:lnTo>
                  <a:lnTo>
                    <a:pt x="256226" y="75656"/>
                  </a:lnTo>
                  <a:lnTo>
                    <a:pt x="255169" y="73543"/>
                  </a:lnTo>
                  <a:lnTo>
                    <a:pt x="254076" y="71449"/>
                  </a:lnTo>
                  <a:lnTo>
                    <a:pt x="252946" y="69374"/>
                  </a:lnTo>
                  <a:lnTo>
                    <a:pt x="251779" y="67320"/>
                  </a:lnTo>
                  <a:lnTo>
                    <a:pt x="250577" y="65286"/>
                  </a:lnTo>
                  <a:lnTo>
                    <a:pt x="249340" y="63274"/>
                  </a:lnTo>
                  <a:lnTo>
                    <a:pt x="248067" y="61283"/>
                  </a:lnTo>
                  <a:lnTo>
                    <a:pt x="246760" y="59315"/>
                  </a:lnTo>
                  <a:lnTo>
                    <a:pt x="245419" y="57371"/>
                  </a:lnTo>
                  <a:lnTo>
                    <a:pt x="244044" y="55450"/>
                  </a:lnTo>
                  <a:lnTo>
                    <a:pt x="242635" y="53553"/>
                  </a:lnTo>
                  <a:lnTo>
                    <a:pt x="241193" y="51681"/>
                  </a:lnTo>
                  <a:lnTo>
                    <a:pt x="239719" y="49835"/>
                  </a:lnTo>
                  <a:lnTo>
                    <a:pt x="238213" y="48015"/>
                  </a:lnTo>
                  <a:lnTo>
                    <a:pt x="236675" y="46222"/>
                  </a:lnTo>
                  <a:lnTo>
                    <a:pt x="235106" y="44456"/>
                  </a:lnTo>
                  <a:lnTo>
                    <a:pt x="233507" y="42717"/>
                  </a:lnTo>
                  <a:lnTo>
                    <a:pt x="231877" y="41007"/>
                  </a:lnTo>
                  <a:lnTo>
                    <a:pt x="230217" y="39326"/>
                  </a:lnTo>
                  <a:lnTo>
                    <a:pt x="228529" y="37673"/>
                  </a:lnTo>
                  <a:lnTo>
                    <a:pt x="226811" y="36051"/>
                  </a:lnTo>
                  <a:lnTo>
                    <a:pt x="225066" y="34459"/>
                  </a:lnTo>
                  <a:lnTo>
                    <a:pt x="223293" y="32898"/>
                  </a:lnTo>
                  <a:lnTo>
                    <a:pt x="221493" y="31368"/>
                  </a:lnTo>
                  <a:lnTo>
                    <a:pt x="219666" y="29870"/>
                  </a:lnTo>
                  <a:lnTo>
                    <a:pt x="217814" y="28404"/>
                  </a:lnTo>
                  <a:lnTo>
                    <a:pt x="215936" y="26970"/>
                  </a:lnTo>
                  <a:lnTo>
                    <a:pt x="214033" y="25570"/>
                  </a:lnTo>
                  <a:lnTo>
                    <a:pt x="212106" y="24203"/>
                  </a:lnTo>
                  <a:lnTo>
                    <a:pt x="210155" y="22870"/>
                  </a:lnTo>
                  <a:lnTo>
                    <a:pt x="208182" y="21572"/>
                  </a:lnTo>
                  <a:lnTo>
                    <a:pt x="206186" y="20308"/>
                  </a:lnTo>
                  <a:lnTo>
                    <a:pt x="204168" y="19079"/>
                  </a:lnTo>
                  <a:lnTo>
                    <a:pt x="202129" y="17886"/>
                  </a:lnTo>
                  <a:lnTo>
                    <a:pt x="200069" y="16729"/>
                  </a:lnTo>
                  <a:lnTo>
                    <a:pt x="197990" y="15608"/>
                  </a:lnTo>
                  <a:lnTo>
                    <a:pt x="195891" y="14523"/>
                  </a:lnTo>
                  <a:lnTo>
                    <a:pt x="193774" y="13476"/>
                  </a:lnTo>
                  <a:lnTo>
                    <a:pt x="191638" y="12465"/>
                  </a:lnTo>
                  <a:lnTo>
                    <a:pt x="189485" y="11493"/>
                  </a:lnTo>
                  <a:lnTo>
                    <a:pt x="187316" y="10558"/>
                  </a:lnTo>
                  <a:lnTo>
                    <a:pt x="185130" y="9661"/>
                  </a:lnTo>
                  <a:lnTo>
                    <a:pt x="182929" y="8802"/>
                  </a:lnTo>
                  <a:lnTo>
                    <a:pt x="180714" y="7982"/>
                  </a:lnTo>
                  <a:lnTo>
                    <a:pt x="178484" y="7201"/>
                  </a:lnTo>
                  <a:lnTo>
                    <a:pt x="176241" y="6460"/>
                  </a:lnTo>
                  <a:lnTo>
                    <a:pt x="173985" y="5757"/>
                  </a:lnTo>
                  <a:lnTo>
                    <a:pt x="171718" y="5094"/>
                  </a:lnTo>
                  <a:lnTo>
                    <a:pt x="169439" y="4471"/>
                  </a:lnTo>
                  <a:lnTo>
                    <a:pt x="167150" y="3888"/>
                  </a:lnTo>
                  <a:lnTo>
                    <a:pt x="164851" y="3345"/>
                  </a:lnTo>
                  <a:lnTo>
                    <a:pt x="162542" y="2842"/>
                  </a:lnTo>
                  <a:lnTo>
                    <a:pt x="160225" y="2380"/>
                  </a:lnTo>
                  <a:lnTo>
                    <a:pt x="157901" y="1959"/>
                  </a:lnTo>
                  <a:lnTo>
                    <a:pt x="155569" y="1578"/>
                  </a:lnTo>
                  <a:lnTo>
                    <a:pt x="153231" y="1238"/>
                  </a:lnTo>
                  <a:lnTo>
                    <a:pt x="150888" y="939"/>
                  </a:lnTo>
                  <a:lnTo>
                    <a:pt x="148540" y="681"/>
                  </a:lnTo>
                  <a:lnTo>
                    <a:pt x="146187" y="464"/>
                  </a:lnTo>
                  <a:lnTo>
                    <a:pt x="143831" y="289"/>
                  </a:lnTo>
                  <a:lnTo>
                    <a:pt x="141473" y="155"/>
                  </a:lnTo>
                  <a:lnTo>
                    <a:pt x="139112" y="62"/>
                  </a:lnTo>
                  <a:lnTo>
                    <a:pt x="136750" y="10"/>
                  </a:lnTo>
                  <a:lnTo>
                    <a:pt x="134388" y="0"/>
                  </a:lnTo>
                  <a:lnTo>
                    <a:pt x="132025" y="31"/>
                  </a:lnTo>
                  <a:lnTo>
                    <a:pt x="129664" y="103"/>
                  </a:lnTo>
                  <a:lnTo>
                    <a:pt x="127304" y="217"/>
                  </a:lnTo>
                  <a:lnTo>
                    <a:pt x="124947" y="371"/>
                  </a:lnTo>
                  <a:lnTo>
                    <a:pt x="122593" y="568"/>
                  </a:lnTo>
                  <a:lnTo>
                    <a:pt x="120242" y="805"/>
                  </a:lnTo>
                  <a:lnTo>
                    <a:pt x="117896" y="1083"/>
                  </a:lnTo>
                  <a:lnTo>
                    <a:pt x="115556" y="1403"/>
                  </a:lnTo>
                  <a:lnTo>
                    <a:pt x="113221" y="1763"/>
                  </a:lnTo>
                  <a:lnTo>
                    <a:pt x="110893" y="2164"/>
                  </a:lnTo>
                  <a:lnTo>
                    <a:pt x="108572" y="2606"/>
                  </a:lnTo>
                  <a:lnTo>
                    <a:pt x="106259" y="3089"/>
                  </a:lnTo>
                  <a:lnTo>
                    <a:pt x="103955" y="3612"/>
                  </a:lnTo>
                  <a:lnTo>
                    <a:pt x="101661" y="4175"/>
                  </a:lnTo>
                  <a:lnTo>
                    <a:pt x="99377" y="4778"/>
                  </a:lnTo>
                  <a:lnTo>
                    <a:pt x="97104" y="5421"/>
                  </a:lnTo>
                  <a:lnTo>
                    <a:pt x="94842" y="6103"/>
                  </a:lnTo>
                  <a:lnTo>
                    <a:pt x="92592" y="6826"/>
                  </a:lnTo>
                  <a:lnTo>
                    <a:pt x="90356" y="7587"/>
                  </a:lnTo>
                  <a:lnTo>
                    <a:pt x="88133" y="8387"/>
                  </a:lnTo>
                  <a:lnTo>
                    <a:pt x="85925" y="9227"/>
                  </a:lnTo>
                  <a:lnTo>
                    <a:pt x="83732" y="10104"/>
                  </a:lnTo>
                  <a:lnTo>
                    <a:pt x="81554" y="11020"/>
                  </a:lnTo>
                  <a:lnTo>
                    <a:pt x="79393" y="11974"/>
                  </a:lnTo>
                  <a:lnTo>
                    <a:pt x="77249" y="12966"/>
                  </a:lnTo>
                  <a:lnTo>
                    <a:pt x="75122" y="13995"/>
                  </a:lnTo>
                  <a:lnTo>
                    <a:pt x="73014" y="15061"/>
                  </a:lnTo>
                  <a:lnTo>
                    <a:pt x="70924" y="16164"/>
                  </a:lnTo>
                  <a:lnTo>
                    <a:pt x="68855" y="17303"/>
                  </a:lnTo>
                  <a:lnTo>
                    <a:pt x="66805" y="18478"/>
                  </a:lnTo>
                  <a:lnTo>
                    <a:pt x="64777" y="19689"/>
                  </a:lnTo>
                  <a:lnTo>
                    <a:pt x="62770" y="20936"/>
                  </a:lnTo>
                  <a:lnTo>
                    <a:pt x="60785" y="22217"/>
                  </a:lnTo>
                  <a:lnTo>
                    <a:pt x="58823" y="23532"/>
                  </a:lnTo>
                  <a:lnTo>
                    <a:pt x="56884" y="24882"/>
                  </a:lnTo>
                  <a:lnTo>
                    <a:pt x="54969" y="26266"/>
                  </a:lnTo>
                  <a:lnTo>
                    <a:pt x="53079" y="27683"/>
                  </a:lnTo>
                  <a:lnTo>
                    <a:pt x="51214" y="29133"/>
                  </a:lnTo>
                  <a:lnTo>
                    <a:pt x="49374" y="30615"/>
                  </a:lnTo>
                  <a:lnTo>
                    <a:pt x="47560" y="32129"/>
                  </a:lnTo>
                  <a:lnTo>
                    <a:pt x="45774" y="33675"/>
                  </a:lnTo>
                  <a:lnTo>
                    <a:pt x="44015" y="35251"/>
                  </a:lnTo>
                  <a:lnTo>
                    <a:pt x="42283" y="36858"/>
                  </a:lnTo>
                  <a:lnTo>
                    <a:pt x="40580" y="38496"/>
                  </a:lnTo>
                  <a:lnTo>
                    <a:pt x="38906" y="40163"/>
                  </a:lnTo>
                  <a:lnTo>
                    <a:pt x="37261" y="41858"/>
                  </a:lnTo>
                  <a:lnTo>
                    <a:pt x="35646" y="43583"/>
                  </a:lnTo>
                  <a:lnTo>
                    <a:pt x="34062" y="45335"/>
                  </a:lnTo>
                  <a:lnTo>
                    <a:pt x="32508" y="47115"/>
                  </a:lnTo>
                  <a:lnTo>
                    <a:pt x="30986" y="48922"/>
                  </a:lnTo>
                  <a:lnTo>
                    <a:pt x="29496" y="50755"/>
                  </a:lnTo>
                  <a:lnTo>
                    <a:pt x="28038" y="52614"/>
                  </a:lnTo>
                  <a:lnTo>
                    <a:pt x="26613" y="54498"/>
                  </a:lnTo>
                  <a:lnTo>
                    <a:pt x="25221" y="56407"/>
                  </a:lnTo>
                  <a:lnTo>
                    <a:pt x="23863" y="58340"/>
                  </a:lnTo>
                  <a:lnTo>
                    <a:pt x="22539" y="60296"/>
                  </a:lnTo>
                  <a:lnTo>
                    <a:pt x="21249" y="62276"/>
                  </a:lnTo>
                  <a:lnTo>
                    <a:pt x="19994" y="64277"/>
                  </a:lnTo>
                  <a:lnTo>
                    <a:pt x="18774" y="66300"/>
                  </a:lnTo>
                  <a:lnTo>
                    <a:pt x="17590" y="68344"/>
                  </a:lnTo>
                  <a:lnTo>
                    <a:pt x="16441" y="70409"/>
                  </a:lnTo>
                  <a:lnTo>
                    <a:pt x="15329" y="72493"/>
                  </a:lnTo>
                  <a:lnTo>
                    <a:pt x="14254" y="74597"/>
                  </a:lnTo>
                  <a:lnTo>
                    <a:pt x="13216" y="76719"/>
                  </a:lnTo>
                  <a:lnTo>
                    <a:pt x="12215" y="78859"/>
                  </a:lnTo>
                  <a:lnTo>
                    <a:pt x="11251" y="81016"/>
                  </a:lnTo>
                  <a:lnTo>
                    <a:pt x="10326" y="83190"/>
                  </a:lnTo>
                  <a:lnTo>
                    <a:pt x="9439" y="85379"/>
                  </a:lnTo>
                  <a:lnTo>
                    <a:pt x="8590" y="87584"/>
                  </a:lnTo>
                  <a:lnTo>
                    <a:pt x="7780" y="89803"/>
                  </a:lnTo>
                  <a:lnTo>
                    <a:pt x="7008" y="92036"/>
                  </a:lnTo>
                  <a:lnTo>
                    <a:pt x="6276" y="94282"/>
                  </a:lnTo>
                  <a:lnTo>
                    <a:pt x="5584" y="96541"/>
                  </a:lnTo>
                  <a:lnTo>
                    <a:pt x="4931" y="98811"/>
                  </a:lnTo>
                  <a:lnTo>
                    <a:pt x="4318" y="101093"/>
                  </a:lnTo>
                  <a:lnTo>
                    <a:pt x="3745" y="103385"/>
                  </a:lnTo>
                  <a:lnTo>
                    <a:pt x="3212" y="105686"/>
                  </a:lnTo>
                  <a:lnTo>
                    <a:pt x="2719" y="107997"/>
                  </a:lnTo>
                  <a:lnTo>
                    <a:pt x="2267" y="110316"/>
                  </a:lnTo>
                  <a:lnTo>
                    <a:pt x="1856" y="112642"/>
                  </a:lnTo>
                  <a:lnTo>
                    <a:pt x="1485" y="114975"/>
                  </a:lnTo>
                  <a:lnTo>
                    <a:pt x="1156" y="117314"/>
                  </a:lnTo>
                  <a:lnTo>
                    <a:pt x="867" y="119659"/>
                  </a:lnTo>
                  <a:lnTo>
                    <a:pt x="619" y="122009"/>
                  </a:lnTo>
                  <a:lnTo>
                    <a:pt x="413" y="124362"/>
                  </a:lnTo>
                  <a:lnTo>
                    <a:pt x="248" y="126719"/>
                  </a:lnTo>
                  <a:lnTo>
                    <a:pt x="124" y="129078"/>
                  </a:lnTo>
                  <a:lnTo>
                    <a:pt x="41" y="131439"/>
                  </a:lnTo>
                  <a:lnTo>
                    <a:pt x="0" y="133801"/>
                  </a:lnTo>
                  <a:lnTo>
                    <a:pt x="0" y="136163"/>
                  </a:lnTo>
                  <a:lnTo>
                    <a:pt x="41" y="138525"/>
                  </a:lnTo>
                  <a:lnTo>
                    <a:pt x="124" y="140886"/>
                  </a:lnTo>
                  <a:lnTo>
                    <a:pt x="248" y="143246"/>
                  </a:lnTo>
                  <a:lnTo>
                    <a:pt x="413" y="145602"/>
                  </a:lnTo>
                  <a:lnTo>
                    <a:pt x="619" y="147956"/>
                  </a:lnTo>
                  <a:lnTo>
                    <a:pt x="867" y="150305"/>
                  </a:lnTo>
                  <a:lnTo>
                    <a:pt x="1156" y="152650"/>
                  </a:lnTo>
                  <a:lnTo>
                    <a:pt x="1485" y="154989"/>
                  </a:lnTo>
                  <a:lnTo>
                    <a:pt x="1856" y="157322"/>
                  </a:lnTo>
                  <a:lnTo>
                    <a:pt x="2267" y="159649"/>
                  </a:lnTo>
                  <a:lnTo>
                    <a:pt x="2719" y="161968"/>
                  </a:lnTo>
                  <a:lnTo>
                    <a:pt x="3212" y="164278"/>
                  </a:lnTo>
                  <a:lnTo>
                    <a:pt x="3745" y="166580"/>
                  </a:lnTo>
                  <a:lnTo>
                    <a:pt x="4318" y="168872"/>
                  </a:lnTo>
                  <a:lnTo>
                    <a:pt x="4931" y="171153"/>
                  </a:lnTo>
                  <a:lnTo>
                    <a:pt x="5584" y="173424"/>
                  </a:lnTo>
                  <a:lnTo>
                    <a:pt x="6276" y="175682"/>
                  </a:lnTo>
                  <a:lnTo>
                    <a:pt x="7008" y="177928"/>
                  </a:lnTo>
                  <a:lnTo>
                    <a:pt x="7780" y="180161"/>
                  </a:lnTo>
                  <a:lnTo>
                    <a:pt x="8590" y="182381"/>
                  </a:lnTo>
                  <a:lnTo>
                    <a:pt x="9439" y="184585"/>
                  </a:lnTo>
                  <a:lnTo>
                    <a:pt x="10326" y="186775"/>
                  </a:lnTo>
                  <a:lnTo>
                    <a:pt x="11251" y="188948"/>
                  </a:lnTo>
                  <a:lnTo>
                    <a:pt x="12215" y="191105"/>
                  </a:lnTo>
                  <a:lnTo>
                    <a:pt x="13216" y="193245"/>
                  </a:lnTo>
                  <a:lnTo>
                    <a:pt x="14254" y="195367"/>
                  </a:lnTo>
                  <a:lnTo>
                    <a:pt x="15329" y="197471"/>
                  </a:lnTo>
                  <a:lnTo>
                    <a:pt x="16441" y="199555"/>
                  </a:lnTo>
                  <a:lnTo>
                    <a:pt x="17590" y="201620"/>
                  </a:lnTo>
                  <a:lnTo>
                    <a:pt x="18774" y="203664"/>
                  </a:lnTo>
                  <a:lnTo>
                    <a:pt x="19994" y="205687"/>
                  </a:lnTo>
                  <a:lnTo>
                    <a:pt x="21249" y="207689"/>
                  </a:lnTo>
                  <a:lnTo>
                    <a:pt x="22539" y="209668"/>
                  </a:lnTo>
                  <a:lnTo>
                    <a:pt x="23863" y="211624"/>
                  </a:lnTo>
                  <a:lnTo>
                    <a:pt x="25221" y="213557"/>
                  </a:lnTo>
                  <a:lnTo>
                    <a:pt x="26613" y="215466"/>
                  </a:lnTo>
                  <a:lnTo>
                    <a:pt x="28038" y="217350"/>
                  </a:lnTo>
                  <a:lnTo>
                    <a:pt x="29496" y="219209"/>
                  </a:lnTo>
                  <a:lnTo>
                    <a:pt x="30986" y="221042"/>
                  </a:lnTo>
                  <a:lnTo>
                    <a:pt x="32508" y="222849"/>
                  </a:lnTo>
                  <a:lnTo>
                    <a:pt x="34062" y="224629"/>
                  </a:lnTo>
                  <a:lnTo>
                    <a:pt x="35646" y="226381"/>
                  </a:lnTo>
                  <a:lnTo>
                    <a:pt x="37261" y="228106"/>
                  </a:lnTo>
                  <a:lnTo>
                    <a:pt x="38906" y="229802"/>
                  </a:lnTo>
                  <a:lnTo>
                    <a:pt x="40580" y="231469"/>
                  </a:lnTo>
                  <a:lnTo>
                    <a:pt x="42283" y="233106"/>
                  </a:lnTo>
                  <a:lnTo>
                    <a:pt x="44015" y="234713"/>
                  </a:lnTo>
                  <a:lnTo>
                    <a:pt x="45774" y="236290"/>
                  </a:lnTo>
                  <a:lnTo>
                    <a:pt x="47560" y="237835"/>
                  </a:lnTo>
                  <a:lnTo>
                    <a:pt x="49374" y="239350"/>
                  </a:lnTo>
                  <a:lnTo>
                    <a:pt x="51214" y="240832"/>
                  </a:lnTo>
                  <a:lnTo>
                    <a:pt x="53079" y="242282"/>
                  </a:lnTo>
                  <a:lnTo>
                    <a:pt x="54969" y="243698"/>
                  </a:lnTo>
                  <a:lnTo>
                    <a:pt x="56884" y="245082"/>
                  </a:lnTo>
                  <a:lnTo>
                    <a:pt x="58823" y="246432"/>
                  </a:lnTo>
                  <a:lnTo>
                    <a:pt x="60785" y="247748"/>
                  </a:lnTo>
                  <a:lnTo>
                    <a:pt x="62770" y="249029"/>
                  </a:lnTo>
                  <a:lnTo>
                    <a:pt x="64777" y="250275"/>
                  </a:lnTo>
                  <a:lnTo>
                    <a:pt x="66805" y="251486"/>
                  </a:lnTo>
                  <a:lnTo>
                    <a:pt x="68855" y="252661"/>
                  </a:lnTo>
                  <a:lnTo>
                    <a:pt x="70924" y="253800"/>
                  </a:lnTo>
                  <a:lnTo>
                    <a:pt x="73014" y="254903"/>
                  </a:lnTo>
                  <a:lnTo>
                    <a:pt x="75122" y="255969"/>
                  </a:lnTo>
                  <a:lnTo>
                    <a:pt x="77249" y="256998"/>
                  </a:lnTo>
                  <a:lnTo>
                    <a:pt x="79393" y="257990"/>
                  </a:lnTo>
                  <a:lnTo>
                    <a:pt x="81554" y="258944"/>
                  </a:lnTo>
                  <a:lnTo>
                    <a:pt x="83732" y="259860"/>
                  </a:lnTo>
                  <a:lnTo>
                    <a:pt x="85925" y="260738"/>
                  </a:lnTo>
                  <a:lnTo>
                    <a:pt x="88133" y="261577"/>
                  </a:lnTo>
                  <a:lnTo>
                    <a:pt x="90356" y="262377"/>
                  </a:lnTo>
                  <a:lnTo>
                    <a:pt x="92592" y="263139"/>
                  </a:lnTo>
                  <a:lnTo>
                    <a:pt x="94842" y="263861"/>
                  </a:lnTo>
                  <a:lnTo>
                    <a:pt x="97104" y="264544"/>
                  </a:lnTo>
                  <a:lnTo>
                    <a:pt x="99377" y="265187"/>
                  </a:lnTo>
                  <a:lnTo>
                    <a:pt x="101661" y="265790"/>
                  </a:lnTo>
                  <a:lnTo>
                    <a:pt x="103955" y="266353"/>
                  </a:lnTo>
                  <a:lnTo>
                    <a:pt x="106259" y="266876"/>
                  </a:lnTo>
                  <a:lnTo>
                    <a:pt x="108572" y="267358"/>
                  </a:lnTo>
                  <a:lnTo>
                    <a:pt x="110893" y="267800"/>
                  </a:lnTo>
                  <a:lnTo>
                    <a:pt x="113221" y="268201"/>
                  </a:lnTo>
                  <a:lnTo>
                    <a:pt x="115556" y="268561"/>
                  </a:lnTo>
                  <a:lnTo>
                    <a:pt x="117896" y="268881"/>
                  </a:lnTo>
                  <a:lnTo>
                    <a:pt x="120242" y="269159"/>
                  </a:lnTo>
                  <a:lnTo>
                    <a:pt x="122593" y="269397"/>
                  </a:lnTo>
                  <a:lnTo>
                    <a:pt x="124947" y="269593"/>
                  </a:lnTo>
                  <a:lnTo>
                    <a:pt x="127304" y="269748"/>
                  </a:lnTo>
                  <a:lnTo>
                    <a:pt x="129664" y="269862"/>
                  </a:lnTo>
                  <a:lnTo>
                    <a:pt x="132025" y="269934"/>
                  </a:lnTo>
                  <a:lnTo>
                    <a:pt x="134388" y="269965"/>
                  </a:lnTo>
                  <a:lnTo>
                    <a:pt x="136750" y="269955"/>
                  </a:lnTo>
                  <a:lnTo>
                    <a:pt x="139112" y="269903"/>
                  </a:lnTo>
                  <a:lnTo>
                    <a:pt x="141473" y="269810"/>
                  </a:lnTo>
                  <a:lnTo>
                    <a:pt x="143831" y="269676"/>
                  </a:lnTo>
                  <a:lnTo>
                    <a:pt x="146187" y="269500"/>
                  </a:lnTo>
                  <a:lnTo>
                    <a:pt x="148540" y="269283"/>
                  </a:lnTo>
                  <a:lnTo>
                    <a:pt x="150888" y="269025"/>
                  </a:lnTo>
                  <a:lnTo>
                    <a:pt x="153231" y="268726"/>
                  </a:lnTo>
                  <a:lnTo>
                    <a:pt x="155569" y="268386"/>
                  </a:lnTo>
                  <a:lnTo>
                    <a:pt x="157901" y="268006"/>
                  </a:lnTo>
                  <a:lnTo>
                    <a:pt x="160225" y="267584"/>
                  </a:lnTo>
                  <a:lnTo>
                    <a:pt x="162542" y="267122"/>
                  </a:lnTo>
                  <a:lnTo>
                    <a:pt x="164851" y="266619"/>
                  </a:lnTo>
                  <a:lnTo>
                    <a:pt x="167150" y="266076"/>
                  </a:lnTo>
                  <a:lnTo>
                    <a:pt x="169439" y="265493"/>
                  </a:lnTo>
                  <a:lnTo>
                    <a:pt x="171718" y="264870"/>
                  </a:lnTo>
                  <a:lnTo>
                    <a:pt x="173985" y="264207"/>
                  </a:lnTo>
                  <a:lnTo>
                    <a:pt x="176241" y="263505"/>
                  </a:lnTo>
                  <a:lnTo>
                    <a:pt x="178484" y="262763"/>
                  </a:lnTo>
                  <a:lnTo>
                    <a:pt x="180714" y="261982"/>
                  </a:lnTo>
                  <a:lnTo>
                    <a:pt x="182929" y="261162"/>
                  </a:lnTo>
                  <a:lnTo>
                    <a:pt x="185130" y="260304"/>
                  </a:lnTo>
                  <a:lnTo>
                    <a:pt x="187316" y="259407"/>
                  </a:lnTo>
                  <a:lnTo>
                    <a:pt x="189485" y="258472"/>
                  </a:lnTo>
                  <a:lnTo>
                    <a:pt x="191638" y="257499"/>
                  </a:lnTo>
                  <a:lnTo>
                    <a:pt x="193774" y="256489"/>
                  </a:lnTo>
                  <a:lnTo>
                    <a:pt x="195891" y="255441"/>
                  </a:lnTo>
                  <a:lnTo>
                    <a:pt x="197990" y="254356"/>
                  </a:lnTo>
                  <a:lnTo>
                    <a:pt x="200069" y="253235"/>
                  </a:lnTo>
                  <a:lnTo>
                    <a:pt x="202129" y="252078"/>
                  </a:lnTo>
                  <a:lnTo>
                    <a:pt x="204168" y="250885"/>
                  </a:lnTo>
                  <a:lnTo>
                    <a:pt x="206186" y="249656"/>
                  </a:lnTo>
                  <a:lnTo>
                    <a:pt x="208182" y="248393"/>
                  </a:lnTo>
                  <a:lnTo>
                    <a:pt x="210155" y="247094"/>
                  </a:lnTo>
                  <a:lnTo>
                    <a:pt x="212106" y="245761"/>
                  </a:lnTo>
                  <a:lnTo>
                    <a:pt x="214033" y="244394"/>
                  </a:lnTo>
                  <a:lnTo>
                    <a:pt x="215936" y="242994"/>
                  </a:lnTo>
                  <a:lnTo>
                    <a:pt x="217814" y="241561"/>
                  </a:lnTo>
                  <a:lnTo>
                    <a:pt x="219666" y="240095"/>
                  </a:lnTo>
                  <a:lnTo>
                    <a:pt x="221493" y="238597"/>
                  </a:lnTo>
                  <a:lnTo>
                    <a:pt x="223293" y="237067"/>
                  </a:lnTo>
                  <a:lnTo>
                    <a:pt x="225066" y="235505"/>
                  </a:lnTo>
                  <a:lnTo>
                    <a:pt x="226811" y="233913"/>
                  </a:lnTo>
                  <a:lnTo>
                    <a:pt x="228529" y="232291"/>
                  </a:lnTo>
                  <a:lnTo>
                    <a:pt x="230217" y="230639"/>
                  </a:lnTo>
                  <a:lnTo>
                    <a:pt x="231877" y="228957"/>
                  </a:lnTo>
                  <a:lnTo>
                    <a:pt x="233507" y="227247"/>
                  </a:lnTo>
                  <a:lnTo>
                    <a:pt x="235106" y="225509"/>
                  </a:lnTo>
                  <a:lnTo>
                    <a:pt x="236675" y="223743"/>
                  </a:lnTo>
                  <a:lnTo>
                    <a:pt x="238213" y="221949"/>
                  </a:lnTo>
                  <a:lnTo>
                    <a:pt x="239719" y="220129"/>
                  </a:lnTo>
                  <a:lnTo>
                    <a:pt x="241193" y="218283"/>
                  </a:lnTo>
                  <a:lnTo>
                    <a:pt x="242635" y="216411"/>
                  </a:lnTo>
                  <a:lnTo>
                    <a:pt x="244044" y="214515"/>
                  </a:lnTo>
                  <a:lnTo>
                    <a:pt x="245419" y="212594"/>
                  </a:lnTo>
                  <a:lnTo>
                    <a:pt x="246760" y="210649"/>
                  </a:lnTo>
                  <a:lnTo>
                    <a:pt x="248067" y="208681"/>
                  </a:lnTo>
                  <a:lnTo>
                    <a:pt x="249340" y="206691"/>
                  </a:lnTo>
                  <a:lnTo>
                    <a:pt x="250577" y="204678"/>
                  </a:lnTo>
                  <a:lnTo>
                    <a:pt x="251779" y="202645"/>
                  </a:lnTo>
                  <a:lnTo>
                    <a:pt x="252946" y="200590"/>
                  </a:lnTo>
                  <a:lnTo>
                    <a:pt x="254076" y="198516"/>
                  </a:lnTo>
                  <a:lnTo>
                    <a:pt x="255169" y="196421"/>
                  </a:lnTo>
                  <a:lnTo>
                    <a:pt x="256226" y="194309"/>
                  </a:lnTo>
                  <a:lnTo>
                    <a:pt x="257246" y="192178"/>
                  </a:lnTo>
                  <a:lnTo>
                    <a:pt x="258228" y="190029"/>
                  </a:lnTo>
                  <a:lnTo>
                    <a:pt x="259173" y="187864"/>
                  </a:lnTo>
                  <a:lnTo>
                    <a:pt x="260079" y="185682"/>
                  </a:lnTo>
                  <a:lnTo>
                    <a:pt x="260947" y="183485"/>
                  </a:lnTo>
                  <a:lnTo>
                    <a:pt x="261777" y="181273"/>
                  </a:lnTo>
                  <a:lnTo>
                    <a:pt x="262568" y="179047"/>
                  </a:lnTo>
                  <a:lnTo>
                    <a:pt x="263319" y="176807"/>
                  </a:lnTo>
                  <a:lnTo>
                    <a:pt x="264031" y="174554"/>
                  </a:lnTo>
                  <a:lnTo>
                    <a:pt x="264704" y="172290"/>
                  </a:lnTo>
                  <a:lnTo>
                    <a:pt x="265337" y="170014"/>
                  </a:lnTo>
                  <a:lnTo>
                    <a:pt x="265930" y="167727"/>
                  </a:lnTo>
                  <a:lnTo>
                    <a:pt x="266483" y="165430"/>
                  </a:lnTo>
                  <a:lnTo>
                    <a:pt x="266996" y="163124"/>
                  </a:lnTo>
                  <a:lnTo>
                    <a:pt x="267468" y="160809"/>
                  </a:lnTo>
                  <a:lnTo>
                    <a:pt x="267900" y="158487"/>
                  </a:lnTo>
                  <a:lnTo>
                    <a:pt x="268291" y="156157"/>
                  </a:lnTo>
                  <a:lnTo>
                    <a:pt x="268641" y="153820"/>
                  </a:lnTo>
                  <a:lnTo>
                    <a:pt x="268951" y="151478"/>
                  </a:lnTo>
                  <a:lnTo>
                    <a:pt x="269219" y="149131"/>
                  </a:lnTo>
                  <a:lnTo>
                    <a:pt x="269446" y="146779"/>
                  </a:lnTo>
                  <a:lnTo>
                    <a:pt x="269632" y="144424"/>
                  </a:lnTo>
                  <a:lnTo>
                    <a:pt x="269776" y="142066"/>
                  </a:lnTo>
                  <a:lnTo>
                    <a:pt x="269880" y="139706"/>
                  </a:lnTo>
                  <a:lnTo>
                    <a:pt x="269942" y="137345"/>
                  </a:lnTo>
                  <a:lnTo>
                    <a:pt x="269962" y="134982"/>
                  </a:lnTo>
                </a:path>
              </a:pathLst>
            </a:custGeom>
            <a:ln w="13550" cap="flat">
              <a:solidFill>
                <a:srgbClr val="7FC5D8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509" name="pl509"/>
            <p:cNvSpPr/>
            <p:nvPr/>
          </p:nvSpPr>
          <p:spPr>
            <a:xfrm>
              <a:off x="4326583" y="3648857"/>
              <a:ext cx="490841" cy="490846"/>
            </a:xfrm>
            <a:custGeom>
              <a:avLst/>
              <a:pathLst>
                <a:path w="490841" h="490846">
                  <a:moveTo>
                    <a:pt x="490841" y="245423"/>
                  </a:moveTo>
                  <a:lnTo>
                    <a:pt x="490803" y="241127"/>
                  </a:lnTo>
                  <a:lnTo>
                    <a:pt x="490691" y="236833"/>
                  </a:lnTo>
                  <a:lnTo>
                    <a:pt x="490503" y="232542"/>
                  </a:lnTo>
                  <a:lnTo>
                    <a:pt x="490240" y="228255"/>
                  </a:lnTo>
                  <a:lnTo>
                    <a:pt x="489902" y="223973"/>
                  </a:lnTo>
                  <a:lnTo>
                    <a:pt x="489489" y="219697"/>
                  </a:lnTo>
                  <a:lnTo>
                    <a:pt x="489001" y="215430"/>
                  </a:lnTo>
                  <a:lnTo>
                    <a:pt x="488439" y="211171"/>
                  </a:lnTo>
                  <a:lnTo>
                    <a:pt x="487803" y="206924"/>
                  </a:lnTo>
                  <a:lnTo>
                    <a:pt x="487092" y="202687"/>
                  </a:lnTo>
                  <a:lnTo>
                    <a:pt x="486307" y="198464"/>
                  </a:lnTo>
                  <a:lnTo>
                    <a:pt x="485448" y="194256"/>
                  </a:lnTo>
                  <a:lnTo>
                    <a:pt x="484516" y="190063"/>
                  </a:lnTo>
                  <a:lnTo>
                    <a:pt x="483510" y="185887"/>
                  </a:lnTo>
                  <a:lnTo>
                    <a:pt x="482432" y="181729"/>
                  </a:lnTo>
                  <a:lnTo>
                    <a:pt x="481281" y="177591"/>
                  </a:lnTo>
                  <a:lnTo>
                    <a:pt x="480058" y="173473"/>
                  </a:lnTo>
                  <a:lnTo>
                    <a:pt x="478762" y="169378"/>
                  </a:lnTo>
                  <a:lnTo>
                    <a:pt x="477396" y="165306"/>
                  </a:lnTo>
                  <a:lnTo>
                    <a:pt x="475958" y="161258"/>
                  </a:lnTo>
                  <a:lnTo>
                    <a:pt x="474450" y="157236"/>
                  </a:lnTo>
                  <a:lnTo>
                    <a:pt x="472872" y="153241"/>
                  </a:lnTo>
                  <a:lnTo>
                    <a:pt x="471223" y="149275"/>
                  </a:lnTo>
                  <a:lnTo>
                    <a:pt x="469506" y="145338"/>
                  </a:lnTo>
                  <a:lnTo>
                    <a:pt x="467720" y="141431"/>
                  </a:lnTo>
                  <a:lnTo>
                    <a:pt x="465866" y="137556"/>
                  </a:lnTo>
                  <a:lnTo>
                    <a:pt x="463945" y="133715"/>
                  </a:lnTo>
                  <a:lnTo>
                    <a:pt x="461956" y="129907"/>
                  </a:lnTo>
                  <a:lnTo>
                    <a:pt x="459901" y="126135"/>
                  </a:lnTo>
                  <a:lnTo>
                    <a:pt x="457781" y="122400"/>
                  </a:lnTo>
                  <a:lnTo>
                    <a:pt x="455595" y="118702"/>
                  </a:lnTo>
                  <a:lnTo>
                    <a:pt x="453345" y="115043"/>
                  </a:lnTo>
                  <a:lnTo>
                    <a:pt x="451032" y="111424"/>
                  </a:lnTo>
                  <a:lnTo>
                    <a:pt x="448655" y="107846"/>
                  </a:lnTo>
                  <a:lnTo>
                    <a:pt x="446216" y="104310"/>
                  </a:lnTo>
                  <a:lnTo>
                    <a:pt x="443716" y="100818"/>
                  </a:lnTo>
                  <a:lnTo>
                    <a:pt x="441155" y="97370"/>
                  </a:lnTo>
                  <a:lnTo>
                    <a:pt x="438534" y="93967"/>
                  </a:lnTo>
                  <a:lnTo>
                    <a:pt x="435854" y="90610"/>
                  </a:lnTo>
                  <a:lnTo>
                    <a:pt x="433115" y="87301"/>
                  </a:lnTo>
                  <a:lnTo>
                    <a:pt x="430319" y="84040"/>
                  </a:lnTo>
                  <a:lnTo>
                    <a:pt x="427466" y="80829"/>
                  </a:lnTo>
                  <a:lnTo>
                    <a:pt x="424558" y="77668"/>
                  </a:lnTo>
                  <a:lnTo>
                    <a:pt x="421595" y="74558"/>
                  </a:lnTo>
                  <a:lnTo>
                    <a:pt x="418577" y="71501"/>
                  </a:lnTo>
                  <a:lnTo>
                    <a:pt x="415507" y="68497"/>
                  </a:lnTo>
                  <a:lnTo>
                    <a:pt x="412385" y="65548"/>
                  </a:lnTo>
                  <a:lnTo>
                    <a:pt x="409211" y="62653"/>
                  </a:lnTo>
                  <a:lnTo>
                    <a:pt x="405987" y="59815"/>
                  </a:lnTo>
                  <a:lnTo>
                    <a:pt x="402714" y="57033"/>
                  </a:lnTo>
                  <a:lnTo>
                    <a:pt x="399393" y="54309"/>
                  </a:lnTo>
                  <a:lnTo>
                    <a:pt x="396025" y="51643"/>
                  </a:lnTo>
                  <a:lnTo>
                    <a:pt x="392611" y="49037"/>
                  </a:lnTo>
                  <a:lnTo>
                    <a:pt x="389151" y="46491"/>
                  </a:lnTo>
                  <a:lnTo>
                    <a:pt x="385648" y="44006"/>
                  </a:lnTo>
                  <a:lnTo>
                    <a:pt x="382101" y="41583"/>
                  </a:lnTo>
                  <a:lnTo>
                    <a:pt x="378513" y="39222"/>
                  </a:lnTo>
                  <a:lnTo>
                    <a:pt x="374884" y="36924"/>
                  </a:lnTo>
                  <a:lnTo>
                    <a:pt x="371215" y="34690"/>
                  </a:lnTo>
                  <a:lnTo>
                    <a:pt x="367508" y="32521"/>
                  </a:lnTo>
                  <a:lnTo>
                    <a:pt x="363763" y="30417"/>
                  </a:lnTo>
                  <a:lnTo>
                    <a:pt x="359982" y="28378"/>
                  </a:lnTo>
                  <a:lnTo>
                    <a:pt x="356166" y="26407"/>
                  </a:lnTo>
                  <a:lnTo>
                    <a:pt x="352316" y="24502"/>
                  </a:lnTo>
                  <a:lnTo>
                    <a:pt x="348433" y="22665"/>
                  </a:lnTo>
                  <a:lnTo>
                    <a:pt x="344519" y="20896"/>
                  </a:lnTo>
                  <a:lnTo>
                    <a:pt x="340574" y="19196"/>
                  </a:lnTo>
                  <a:lnTo>
                    <a:pt x="336601" y="17565"/>
                  </a:lnTo>
                  <a:lnTo>
                    <a:pt x="332599" y="16004"/>
                  </a:lnTo>
                  <a:lnTo>
                    <a:pt x="328571" y="14514"/>
                  </a:lnTo>
                  <a:lnTo>
                    <a:pt x="324517" y="13094"/>
                  </a:lnTo>
                  <a:lnTo>
                    <a:pt x="320439" y="11745"/>
                  </a:lnTo>
                  <a:lnTo>
                    <a:pt x="316338" y="10468"/>
                  </a:lnTo>
                  <a:lnTo>
                    <a:pt x="312215" y="9263"/>
                  </a:lnTo>
                  <a:lnTo>
                    <a:pt x="308071" y="8130"/>
                  </a:lnTo>
                  <a:lnTo>
                    <a:pt x="303909" y="7070"/>
                  </a:lnTo>
                  <a:lnTo>
                    <a:pt x="299729" y="6082"/>
                  </a:lnTo>
                  <a:lnTo>
                    <a:pt x="295532" y="5169"/>
                  </a:lnTo>
                  <a:lnTo>
                    <a:pt x="291319" y="4328"/>
                  </a:lnTo>
                  <a:lnTo>
                    <a:pt x="287093" y="3562"/>
                  </a:lnTo>
                  <a:lnTo>
                    <a:pt x="282854" y="2869"/>
                  </a:lnTo>
                  <a:lnTo>
                    <a:pt x="278603" y="2251"/>
                  </a:lnTo>
                  <a:lnTo>
                    <a:pt x="274342" y="1708"/>
                  </a:lnTo>
                  <a:lnTo>
                    <a:pt x="270072" y="1239"/>
                  </a:lnTo>
                  <a:lnTo>
                    <a:pt x="265795" y="845"/>
                  </a:lnTo>
                  <a:lnTo>
                    <a:pt x="261512" y="526"/>
                  </a:lnTo>
                  <a:lnTo>
                    <a:pt x="257223" y="281"/>
                  </a:lnTo>
                  <a:lnTo>
                    <a:pt x="252931" y="112"/>
                  </a:lnTo>
                  <a:lnTo>
                    <a:pt x="248637" y="18"/>
                  </a:lnTo>
                  <a:lnTo>
                    <a:pt x="244342" y="0"/>
                  </a:lnTo>
                  <a:lnTo>
                    <a:pt x="240047" y="56"/>
                  </a:lnTo>
                  <a:lnTo>
                    <a:pt x="235753" y="187"/>
                  </a:lnTo>
                  <a:lnTo>
                    <a:pt x="231463" y="394"/>
                  </a:lnTo>
                  <a:lnTo>
                    <a:pt x="227177" y="676"/>
                  </a:lnTo>
                  <a:lnTo>
                    <a:pt x="222896" y="1032"/>
                  </a:lnTo>
                  <a:lnTo>
                    <a:pt x="218623" y="1464"/>
                  </a:lnTo>
                  <a:lnTo>
                    <a:pt x="214357" y="1970"/>
                  </a:lnTo>
                  <a:lnTo>
                    <a:pt x="210101" y="2551"/>
                  </a:lnTo>
                  <a:lnTo>
                    <a:pt x="205856" y="3206"/>
                  </a:lnTo>
                  <a:lnTo>
                    <a:pt x="201623" y="3936"/>
                  </a:lnTo>
                  <a:lnTo>
                    <a:pt x="197404" y="4739"/>
                  </a:lnTo>
                  <a:lnTo>
                    <a:pt x="193199" y="5616"/>
                  </a:lnTo>
                  <a:lnTo>
                    <a:pt x="189010" y="6567"/>
                  </a:lnTo>
                  <a:lnTo>
                    <a:pt x="184838" y="7591"/>
                  </a:lnTo>
                  <a:lnTo>
                    <a:pt x="180685" y="8687"/>
                  </a:lnTo>
                  <a:lnTo>
                    <a:pt x="176552" y="9856"/>
                  </a:lnTo>
                  <a:lnTo>
                    <a:pt x="172440" y="11098"/>
                  </a:lnTo>
                  <a:lnTo>
                    <a:pt x="168350" y="12411"/>
                  </a:lnTo>
                  <a:lnTo>
                    <a:pt x="164284" y="13795"/>
                  </a:lnTo>
                  <a:lnTo>
                    <a:pt x="160243" y="15250"/>
                  </a:lnTo>
                  <a:lnTo>
                    <a:pt x="156228" y="16776"/>
                  </a:lnTo>
                  <a:lnTo>
                    <a:pt x="152240" y="18372"/>
                  </a:lnTo>
                  <a:lnTo>
                    <a:pt x="148281" y="20038"/>
                  </a:lnTo>
                  <a:lnTo>
                    <a:pt x="144351" y="21772"/>
                  </a:lnTo>
                  <a:lnTo>
                    <a:pt x="140452" y="23575"/>
                  </a:lnTo>
                  <a:lnTo>
                    <a:pt x="136586" y="25446"/>
                  </a:lnTo>
                  <a:lnTo>
                    <a:pt x="132753" y="27384"/>
                  </a:lnTo>
                  <a:lnTo>
                    <a:pt x="128954" y="29389"/>
                  </a:lnTo>
                  <a:lnTo>
                    <a:pt x="125191" y="31461"/>
                  </a:lnTo>
                  <a:lnTo>
                    <a:pt x="121465" y="33597"/>
                  </a:lnTo>
                  <a:lnTo>
                    <a:pt x="117777" y="35799"/>
                  </a:lnTo>
                  <a:lnTo>
                    <a:pt x="114128" y="38065"/>
                  </a:lnTo>
                  <a:lnTo>
                    <a:pt x="110519" y="40394"/>
                  </a:lnTo>
                  <a:lnTo>
                    <a:pt x="106951" y="42787"/>
                  </a:lnTo>
                  <a:lnTo>
                    <a:pt x="103426" y="45241"/>
                  </a:lnTo>
                  <a:lnTo>
                    <a:pt x="99945" y="47757"/>
                  </a:lnTo>
                  <a:lnTo>
                    <a:pt x="96507" y="50333"/>
                  </a:lnTo>
                  <a:lnTo>
                    <a:pt x="93116" y="52969"/>
                  </a:lnTo>
                  <a:lnTo>
                    <a:pt x="89771" y="55664"/>
                  </a:lnTo>
                  <a:lnTo>
                    <a:pt x="86474" y="58417"/>
                  </a:lnTo>
                  <a:lnTo>
                    <a:pt x="83226" y="61227"/>
                  </a:lnTo>
                  <a:lnTo>
                    <a:pt x="80027" y="64094"/>
                  </a:lnTo>
                  <a:lnTo>
                    <a:pt x="76879" y="67016"/>
                  </a:lnTo>
                  <a:lnTo>
                    <a:pt x="73782" y="69993"/>
                  </a:lnTo>
                  <a:lnTo>
                    <a:pt x="70738" y="73023"/>
                  </a:lnTo>
                  <a:lnTo>
                    <a:pt x="67748" y="76107"/>
                  </a:lnTo>
                  <a:lnTo>
                    <a:pt x="64812" y="79242"/>
                  </a:lnTo>
                  <a:lnTo>
                    <a:pt x="61931" y="82428"/>
                  </a:lnTo>
                  <a:lnTo>
                    <a:pt x="59107" y="85664"/>
                  </a:lnTo>
                  <a:lnTo>
                    <a:pt x="56339" y="88949"/>
                  </a:lnTo>
                  <a:lnTo>
                    <a:pt x="53630" y="92282"/>
                  </a:lnTo>
                  <a:lnTo>
                    <a:pt x="50979" y="95662"/>
                  </a:lnTo>
                  <a:lnTo>
                    <a:pt x="48388" y="99088"/>
                  </a:lnTo>
                  <a:lnTo>
                    <a:pt x="45857" y="102559"/>
                  </a:lnTo>
                  <a:lnTo>
                    <a:pt x="43387" y="106073"/>
                  </a:lnTo>
                  <a:lnTo>
                    <a:pt x="40980" y="109630"/>
                  </a:lnTo>
                  <a:lnTo>
                    <a:pt x="38634" y="113229"/>
                  </a:lnTo>
                  <a:lnTo>
                    <a:pt x="36353" y="116868"/>
                  </a:lnTo>
                  <a:lnTo>
                    <a:pt x="34135" y="120546"/>
                  </a:lnTo>
                  <a:lnTo>
                    <a:pt x="31982" y="124263"/>
                  </a:lnTo>
                  <a:lnTo>
                    <a:pt x="29894" y="128017"/>
                  </a:lnTo>
                  <a:lnTo>
                    <a:pt x="27872" y="131807"/>
                  </a:lnTo>
                  <a:lnTo>
                    <a:pt x="25917" y="135631"/>
                  </a:lnTo>
                  <a:lnTo>
                    <a:pt x="24029" y="139490"/>
                  </a:lnTo>
                  <a:lnTo>
                    <a:pt x="22209" y="143380"/>
                  </a:lnTo>
                  <a:lnTo>
                    <a:pt x="20458" y="147302"/>
                  </a:lnTo>
                  <a:lnTo>
                    <a:pt x="18775" y="151254"/>
                  </a:lnTo>
                  <a:lnTo>
                    <a:pt x="17162" y="155235"/>
                  </a:lnTo>
                  <a:lnTo>
                    <a:pt x="15618" y="159244"/>
                  </a:lnTo>
                  <a:lnTo>
                    <a:pt x="14145" y="163279"/>
                  </a:lnTo>
                  <a:lnTo>
                    <a:pt x="12743" y="167339"/>
                  </a:lnTo>
                  <a:lnTo>
                    <a:pt x="11412" y="171423"/>
                  </a:lnTo>
                  <a:lnTo>
                    <a:pt x="10153" y="175529"/>
                  </a:lnTo>
                  <a:lnTo>
                    <a:pt x="8966" y="179657"/>
                  </a:lnTo>
                  <a:lnTo>
                    <a:pt x="7851" y="183805"/>
                  </a:lnTo>
                  <a:lnTo>
                    <a:pt x="6809" y="187973"/>
                  </a:lnTo>
                  <a:lnTo>
                    <a:pt x="5840" y="192157"/>
                  </a:lnTo>
                  <a:lnTo>
                    <a:pt x="4944" y="196358"/>
                  </a:lnTo>
                  <a:lnTo>
                    <a:pt x="4123" y="200574"/>
                  </a:lnTo>
                  <a:lnTo>
                    <a:pt x="3375" y="204804"/>
                  </a:lnTo>
                  <a:lnTo>
                    <a:pt x="2701" y="209046"/>
                  </a:lnTo>
                  <a:lnTo>
                    <a:pt x="2101" y="213299"/>
                  </a:lnTo>
                  <a:lnTo>
                    <a:pt x="1577" y="217563"/>
                  </a:lnTo>
                  <a:lnTo>
                    <a:pt x="1126" y="221834"/>
                  </a:lnTo>
                  <a:lnTo>
                    <a:pt x="751" y="226113"/>
                  </a:lnTo>
                  <a:lnTo>
                    <a:pt x="450" y="230398"/>
                  </a:lnTo>
                  <a:lnTo>
                    <a:pt x="225" y="234687"/>
                  </a:lnTo>
                  <a:lnTo>
                    <a:pt x="75" y="238980"/>
                  </a:lnTo>
                  <a:lnTo>
                    <a:pt x="0" y="243275"/>
                  </a:lnTo>
                  <a:lnTo>
                    <a:pt x="0" y="247570"/>
                  </a:lnTo>
                  <a:lnTo>
                    <a:pt x="75" y="251865"/>
                  </a:lnTo>
                  <a:lnTo>
                    <a:pt x="225" y="256158"/>
                  </a:lnTo>
                  <a:lnTo>
                    <a:pt x="450" y="260447"/>
                  </a:lnTo>
                  <a:lnTo>
                    <a:pt x="751" y="264732"/>
                  </a:lnTo>
                  <a:lnTo>
                    <a:pt x="1126" y="269011"/>
                  </a:lnTo>
                  <a:lnTo>
                    <a:pt x="1577" y="273283"/>
                  </a:lnTo>
                  <a:lnTo>
                    <a:pt x="2101" y="277546"/>
                  </a:lnTo>
                  <a:lnTo>
                    <a:pt x="2701" y="281799"/>
                  </a:lnTo>
                  <a:lnTo>
                    <a:pt x="3375" y="286041"/>
                  </a:lnTo>
                  <a:lnTo>
                    <a:pt x="4123" y="290271"/>
                  </a:lnTo>
                  <a:lnTo>
                    <a:pt x="4944" y="294487"/>
                  </a:lnTo>
                  <a:lnTo>
                    <a:pt x="5840" y="298688"/>
                  </a:lnTo>
                  <a:lnTo>
                    <a:pt x="6809" y="302873"/>
                  </a:lnTo>
                  <a:lnTo>
                    <a:pt x="7851" y="307040"/>
                  </a:lnTo>
                  <a:lnTo>
                    <a:pt x="8966" y="311188"/>
                  </a:lnTo>
                  <a:lnTo>
                    <a:pt x="10153" y="315316"/>
                  </a:lnTo>
                  <a:lnTo>
                    <a:pt x="11412" y="319423"/>
                  </a:lnTo>
                  <a:lnTo>
                    <a:pt x="12743" y="323506"/>
                  </a:lnTo>
                  <a:lnTo>
                    <a:pt x="14145" y="327567"/>
                  </a:lnTo>
                  <a:lnTo>
                    <a:pt x="15618" y="331601"/>
                  </a:lnTo>
                  <a:lnTo>
                    <a:pt x="17162" y="335610"/>
                  </a:lnTo>
                  <a:lnTo>
                    <a:pt x="18775" y="339591"/>
                  </a:lnTo>
                  <a:lnTo>
                    <a:pt x="20458" y="343543"/>
                  </a:lnTo>
                  <a:lnTo>
                    <a:pt x="22209" y="347465"/>
                  </a:lnTo>
                  <a:lnTo>
                    <a:pt x="24029" y="351355"/>
                  </a:lnTo>
                  <a:lnTo>
                    <a:pt x="25917" y="355214"/>
                  </a:lnTo>
                  <a:lnTo>
                    <a:pt x="27872" y="359038"/>
                  </a:lnTo>
                  <a:lnTo>
                    <a:pt x="29894" y="362828"/>
                  </a:lnTo>
                  <a:lnTo>
                    <a:pt x="31982" y="366582"/>
                  </a:lnTo>
                  <a:lnTo>
                    <a:pt x="34135" y="370299"/>
                  </a:lnTo>
                  <a:lnTo>
                    <a:pt x="36353" y="373977"/>
                  </a:lnTo>
                  <a:lnTo>
                    <a:pt x="38634" y="377616"/>
                  </a:lnTo>
                  <a:lnTo>
                    <a:pt x="40980" y="381215"/>
                  </a:lnTo>
                  <a:lnTo>
                    <a:pt x="43387" y="384772"/>
                  </a:lnTo>
                  <a:lnTo>
                    <a:pt x="45857" y="388286"/>
                  </a:lnTo>
                  <a:lnTo>
                    <a:pt x="48388" y="391757"/>
                  </a:lnTo>
                  <a:lnTo>
                    <a:pt x="50979" y="395183"/>
                  </a:lnTo>
                  <a:lnTo>
                    <a:pt x="53630" y="398563"/>
                  </a:lnTo>
                  <a:lnTo>
                    <a:pt x="56339" y="401896"/>
                  </a:lnTo>
                  <a:lnTo>
                    <a:pt x="59107" y="405181"/>
                  </a:lnTo>
                  <a:lnTo>
                    <a:pt x="61931" y="408417"/>
                  </a:lnTo>
                  <a:lnTo>
                    <a:pt x="64812" y="411603"/>
                  </a:lnTo>
                  <a:lnTo>
                    <a:pt x="67748" y="414738"/>
                  </a:lnTo>
                  <a:lnTo>
                    <a:pt x="70738" y="417822"/>
                  </a:lnTo>
                  <a:lnTo>
                    <a:pt x="73782" y="420852"/>
                  </a:lnTo>
                  <a:lnTo>
                    <a:pt x="76879" y="423829"/>
                  </a:lnTo>
                  <a:lnTo>
                    <a:pt x="80027" y="426752"/>
                  </a:lnTo>
                  <a:lnTo>
                    <a:pt x="83226" y="429618"/>
                  </a:lnTo>
                  <a:lnTo>
                    <a:pt x="86474" y="432429"/>
                  </a:lnTo>
                  <a:lnTo>
                    <a:pt x="89771" y="435182"/>
                  </a:lnTo>
                  <a:lnTo>
                    <a:pt x="93116" y="437876"/>
                  </a:lnTo>
                  <a:lnTo>
                    <a:pt x="96507" y="440512"/>
                  </a:lnTo>
                  <a:lnTo>
                    <a:pt x="99945" y="443088"/>
                  </a:lnTo>
                  <a:lnTo>
                    <a:pt x="103426" y="445604"/>
                  </a:lnTo>
                  <a:lnTo>
                    <a:pt x="106951" y="448058"/>
                  </a:lnTo>
                  <a:lnTo>
                    <a:pt x="110519" y="450451"/>
                  </a:lnTo>
                  <a:lnTo>
                    <a:pt x="114128" y="452780"/>
                  </a:lnTo>
                  <a:lnTo>
                    <a:pt x="117777" y="455046"/>
                  </a:lnTo>
                  <a:lnTo>
                    <a:pt x="121465" y="457248"/>
                  </a:lnTo>
                  <a:lnTo>
                    <a:pt x="125191" y="459385"/>
                  </a:lnTo>
                  <a:lnTo>
                    <a:pt x="128954" y="461456"/>
                  </a:lnTo>
                  <a:lnTo>
                    <a:pt x="132753" y="463461"/>
                  </a:lnTo>
                  <a:lnTo>
                    <a:pt x="136586" y="465399"/>
                  </a:lnTo>
                  <a:lnTo>
                    <a:pt x="140452" y="467270"/>
                  </a:lnTo>
                  <a:lnTo>
                    <a:pt x="144351" y="469073"/>
                  </a:lnTo>
                  <a:lnTo>
                    <a:pt x="148281" y="470808"/>
                  </a:lnTo>
                  <a:lnTo>
                    <a:pt x="152240" y="472473"/>
                  </a:lnTo>
                  <a:lnTo>
                    <a:pt x="156228" y="474069"/>
                  </a:lnTo>
                  <a:lnTo>
                    <a:pt x="160243" y="475595"/>
                  </a:lnTo>
                  <a:lnTo>
                    <a:pt x="164284" y="477050"/>
                  </a:lnTo>
                  <a:lnTo>
                    <a:pt x="168350" y="478435"/>
                  </a:lnTo>
                  <a:lnTo>
                    <a:pt x="172440" y="479748"/>
                  </a:lnTo>
                  <a:lnTo>
                    <a:pt x="176552" y="480989"/>
                  </a:lnTo>
                  <a:lnTo>
                    <a:pt x="180685" y="482158"/>
                  </a:lnTo>
                  <a:lnTo>
                    <a:pt x="184838" y="483255"/>
                  </a:lnTo>
                  <a:lnTo>
                    <a:pt x="189010" y="484278"/>
                  </a:lnTo>
                  <a:lnTo>
                    <a:pt x="193199" y="485229"/>
                  </a:lnTo>
                  <a:lnTo>
                    <a:pt x="197404" y="486106"/>
                  </a:lnTo>
                  <a:lnTo>
                    <a:pt x="201623" y="486909"/>
                  </a:lnTo>
                  <a:lnTo>
                    <a:pt x="205856" y="487639"/>
                  </a:lnTo>
                  <a:lnTo>
                    <a:pt x="210101" y="488294"/>
                  </a:lnTo>
                  <a:lnTo>
                    <a:pt x="214357" y="488875"/>
                  </a:lnTo>
                  <a:lnTo>
                    <a:pt x="218623" y="489381"/>
                  </a:lnTo>
                  <a:lnTo>
                    <a:pt x="222896" y="489813"/>
                  </a:lnTo>
                  <a:lnTo>
                    <a:pt x="227177" y="490169"/>
                  </a:lnTo>
                  <a:lnTo>
                    <a:pt x="231463" y="490451"/>
                  </a:lnTo>
                  <a:lnTo>
                    <a:pt x="235753" y="490658"/>
                  </a:lnTo>
                  <a:lnTo>
                    <a:pt x="240047" y="490789"/>
                  </a:lnTo>
                  <a:lnTo>
                    <a:pt x="244342" y="490846"/>
                  </a:lnTo>
                  <a:lnTo>
                    <a:pt x="248637" y="490827"/>
                  </a:lnTo>
                  <a:lnTo>
                    <a:pt x="252931" y="490733"/>
                  </a:lnTo>
                  <a:lnTo>
                    <a:pt x="257223" y="490564"/>
                  </a:lnTo>
                  <a:lnTo>
                    <a:pt x="261512" y="490320"/>
                  </a:lnTo>
                  <a:lnTo>
                    <a:pt x="265795" y="490000"/>
                  </a:lnTo>
                  <a:lnTo>
                    <a:pt x="270072" y="489606"/>
                  </a:lnTo>
                  <a:lnTo>
                    <a:pt x="274342" y="489137"/>
                  </a:lnTo>
                  <a:lnTo>
                    <a:pt x="278603" y="488594"/>
                  </a:lnTo>
                  <a:lnTo>
                    <a:pt x="282854" y="487976"/>
                  </a:lnTo>
                  <a:lnTo>
                    <a:pt x="287093" y="487283"/>
                  </a:lnTo>
                  <a:lnTo>
                    <a:pt x="291319" y="486517"/>
                  </a:lnTo>
                  <a:lnTo>
                    <a:pt x="295532" y="485677"/>
                  </a:lnTo>
                  <a:lnTo>
                    <a:pt x="299729" y="484763"/>
                  </a:lnTo>
                  <a:lnTo>
                    <a:pt x="303909" y="483776"/>
                  </a:lnTo>
                  <a:lnTo>
                    <a:pt x="308071" y="482715"/>
                  </a:lnTo>
                  <a:lnTo>
                    <a:pt x="312215" y="481582"/>
                  </a:lnTo>
                  <a:lnTo>
                    <a:pt x="316338" y="480377"/>
                  </a:lnTo>
                  <a:lnTo>
                    <a:pt x="320439" y="479100"/>
                  </a:lnTo>
                  <a:lnTo>
                    <a:pt x="324517" y="477751"/>
                  </a:lnTo>
                  <a:lnTo>
                    <a:pt x="328571" y="476331"/>
                  </a:lnTo>
                  <a:lnTo>
                    <a:pt x="332599" y="474841"/>
                  </a:lnTo>
                  <a:lnTo>
                    <a:pt x="336601" y="473280"/>
                  </a:lnTo>
                  <a:lnTo>
                    <a:pt x="340574" y="471649"/>
                  </a:lnTo>
                  <a:lnTo>
                    <a:pt x="344519" y="469949"/>
                  </a:lnTo>
                  <a:lnTo>
                    <a:pt x="348433" y="468180"/>
                  </a:lnTo>
                  <a:lnTo>
                    <a:pt x="352316" y="466343"/>
                  </a:lnTo>
                  <a:lnTo>
                    <a:pt x="356166" y="464438"/>
                  </a:lnTo>
                  <a:lnTo>
                    <a:pt x="359982" y="462467"/>
                  </a:lnTo>
                  <a:lnTo>
                    <a:pt x="363763" y="460428"/>
                  </a:lnTo>
                  <a:lnTo>
                    <a:pt x="367508" y="458324"/>
                  </a:lnTo>
                  <a:lnTo>
                    <a:pt x="371215" y="456155"/>
                  </a:lnTo>
                  <a:lnTo>
                    <a:pt x="374884" y="453921"/>
                  </a:lnTo>
                  <a:lnTo>
                    <a:pt x="378513" y="451623"/>
                  </a:lnTo>
                  <a:lnTo>
                    <a:pt x="382101" y="449262"/>
                  </a:lnTo>
                  <a:lnTo>
                    <a:pt x="385648" y="446839"/>
                  </a:lnTo>
                  <a:lnTo>
                    <a:pt x="389151" y="444354"/>
                  </a:lnTo>
                  <a:lnTo>
                    <a:pt x="392611" y="441808"/>
                  </a:lnTo>
                  <a:lnTo>
                    <a:pt x="396025" y="439202"/>
                  </a:lnTo>
                  <a:lnTo>
                    <a:pt x="399393" y="436536"/>
                  </a:lnTo>
                  <a:lnTo>
                    <a:pt x="402714" y="433812"/>
                  </a:lnTo>
                  <a:lnTo>
                    <a:pt x="405987" y="431031"/>
                  </a:lnTo>
                  <a:lnTo>
                    <a:pt x="409211" y="428192"/>
                  </a:lnTo>
                  <a:lnTo>
                    <a:pt x="412385" y="425297"/>
                  </a:lnTo>
                  <a:lnTo>
                    <a:pt x="415507" y="422348"/>
                  </a:lnTo>
                  <a:lnTo>
                    <a:pt x="418577" y="419344"/>
                  </a:lnTo>
                  <a:lnTo>
                    <a:pt x="421595" y="416287"/>
                  </a:lnTo>
                  <a:lnTo>
                    <a:pt x="424558" y="413177"/>
                  </a:lnTo>
                  <a:lnTo>
                    <a:pt x="427466" y="410016"/>
                  </a:lnTo>
                  <a:lnTo>
                    <a:pt x="430319" y="406805"/>
                  </a:lnTo>
                  <a:lnTo>
                    <a:pt x="433115" y="403544"/>
                  </a:lnTo>
                  <a:lnTo>
                    <a:pt x="435854" y="400235"/>
                  </a:lnTo>
                  <a:lnTo>
                    <a:pt x="438534" y="396879"/>
                  </a:lnTo>
                  <a:lnTo>
                    <a:pt x="441155" y="393476"/>
                  </a:lnTo>
                  <a:lnTo>
                    <a:pt x="443716" y="390027"/>
                  </a:lnTo>
                  <a:lnTo>
                    <a:pt x="446216" y="386535"/>
                  </a:lnTo>
                  <a:lnTo>
                    <a:pt x="448655" y="382999"/>
                  </a:lnTo>
                  <a:lnTo>
                    <a:pt x="451032" y="379421"/>
                  </a:lnTo>
                  <a:lnTo>
                    <a:pt x="453345" y="375802"/>
                  </a:lnTo>
                  <a:lnTo>
                    <a:pt x="455595" y="372143"/>
                  </a:lnTo>
                  <a:lnTo>
                    <a:pt x="457781" y="368445"/>
                  </a:lnTo>
                  <a:lnTo>
                    <a:pt x="459901" y="364710"/>
                  </a:lnTo>
                  <a:lnTo>
                    <a:pt x="461956" y="360938"/>
                  </a:lnTo>
                  <a:lnTo>
                    <a:pt x="463945" y="357130"/>
                  </a:lnTo>
                  <a:lnTo>
                    <a:pt x="465866" y="353289"/>
                  </a:lnTo>
                  <a:lnTo>
                    <a:pt x="467720" y="349414"/>
                  </a:lnTo>
                  <a:lnTo>
                    <a:pt x="469506" y="345508"/>
                  </a:lnTo>
                  <a:lnTo>
                    <a:pt x="471223" y="341570"/>
                  </a:lnTo>
                  <a:lnTo>
                    <a:pt x="472872" y="337604"/>
                  </a:lnTo>
                  <a:lnTo>
                    <a:pt x="474450" y="333609"/>
                  </a:lnTo>
                  <a:lnTo>
                    <a:pt x="475958" y="329587"/>
                  </a:lnTo>
                  <a:lnTo>
                    <a:pt x="477396" y="325540"/>
                  </a:lnTo>
                  <a:lnTo>
                    <a:pt x="478762" y="321467"/>
                  </a:lnTo>
                  <a:lnTo>
                    <a:pt x="480058" y="317372"/>
                  </a:lnTo>
                  <a:lnTo>
                    <a:pt x="481281" y="313254"/>
                  </a:lnTo>
                  <a:lnTo>
                    <a:pt x="482432" y="309116"/>
                  </a:lnTo>
                  <a:lnTo>
                    <a:pt x="483510" y="304958"/>
                  </a:lnTo>
                  <a:lnTo>
                    <a:pt x="484516" y="300782"/>
                  </a:lnTo>
                  <a:lnTo>
                    <a:pt x="485448" y="296589"/>
                  </a:lnTo>
                  <a:lnTo>
                    <a:pt x="486307" y="292381"/>
                  </a:lnTo>
                  <a:lnTo>
                    <a:pt x="487092" y="288158"/>
                  </a:lnTo>
                  <a:lnTo>
                    <a:pt x="487803" y="283922"/>
                  </a:lnTo>
                  <a:lnTo>
                    <a:pt x="488439" y="279674"/>
                  </a:lnTo>
                  <a:lnTo>
                    <a:pt x="489001" y="275415"/>
                  </a:lnTo>
                  <a:lnTo>
                    <a:pt x="489489" y="271148"/>
                  </a:lnTo>
                  <a:lnTo>
                    <a:pt x="489902" y="266872"/>
                  </a:lnTo>
                  <a:lnTo>
                    <a:pt x="490240" y="262590"/>
                  </a:lnTo>
                  <a:lnTo>
                    <a:pt x="490503" y="258303"/>
                  </a:lnTo>
                  <a:lnTo>
                    <a:pt x="490691" y="254012"/>
                  </a:lnTo>
                  <a:lnTo>
                    <a:pt x="490803" y="249718"/>
                  </a:lnTo>
                  <a:lnTo>
                    <a:pt x="490841" y="245423"/>
                  </a:lnTo>
                </a:path>
              </a:pathLst>
            </a:custGeom>
            <a:ln w="13550" cap="flat">
              <a:solidFill>
                <a:srgbClr val="7FC5D8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510" name="tx510"/>
            <p:cNvSpPr/>
            <p:nvPr/>
          </p:nvSpPr>
          <p:spPr>
            <a:xfrm>
              <a:off x="4439457" y="3570834"/>
              <a:ext cx="265084" cy="800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511" name="tx511"/>
            <p:cNvSpPr/>
            <p:nvPr/>
          </p:nvSpPr>
          <p:spPr>
            <a:xfrm>
              <a:off x="4430353" y="4133248"/>
              <a:ext cx="283292" cy="82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512" name="tx512"/>
            <p:cNvSpPr/>
            <p:nvPr/>
          </p:nvSpPr>
          <p:spPr>
            <a:xfrm>
              <a:off x="4771573" y="3653394"/>
              <a:ext cx="469984" cy="801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513" name="tx513"/>
            <p:cNvSpPr/>
            <p:nvPr/>
          </p:nvSpPr>
          <p:spPr>
            <a:xfrm>
              <a:off x="4854239" y="3853232"/>
              <a:ext cx="216915" cy="79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514" name="tx514"/>
            <p:cNvSpPr/>
            <p:nvPr/>
          </p:nvSpPr>
          <p:spPr>
            <a:xfrm>
              <a:off x="4771573" y="4050582"/>
              <a:ext cx="488193" cy="82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515" name="pg515"/>
            <p:cNvSpPr/>
            <p:nvPr/>
          </p:nvSpPr>
          <p:spPr>
            <a:xfrm>
              <a:off x="4326583" y="3648857"/>
              <a:ext cx="490841" cy="490846"/>
            </a:xfrm>
            <a:custGeom>
              <a:avLst/>
              <a:pathLst>
                <a:path w="490841" h="490846">
                  <a:moveTo>
                    <a:pt x="490841" y="245423"/>
                  </a:moveTo>
                  <a:lnTo>
                    <a:pt x="490803" y="241127"/>
                  </a:lnTo>
                  <a:lnTo>
                    <a:pt x="490691" y="236833"/>
                  </a:lnTo>
                  <a:lnTo>
                    <a:pt x="490503" y="232542"/>
                  </a:lnTo>
                  <a:lnTo>
                    <a:pt x="490240" y="228255"/>
                  </a:lnTo>
                  <a:lnTo>
                    <a:pt x="489902" y="223973"/>
                  </a:lnTo>
                  <a:lnTo>
                    <a:pt x="489489" y="219697"/>
                  </a:lnTo>
                  <a:lnTo>
                    <a:pt x="489001" y="215430"/>
                  </a:lnTo>
                  <a:lnTo>
                    <a:pt x="488439" y="211171"/>
                  </a:lnTo>
                  <a:lnTo>
                    <a:pt x="487803" y="206924"/>
                  </a:lnTo>
                  <a:lnTo>
                    <a:pt x="487092" y="202687"/>
                  </a:lnTo>
                  <a:lnTo>
                    <a:pt x="486307" y="198464"/>
                  </a:lnTo>
                  <a:lnTo>
                    <a:pt x="485448" y="194256"/>
                  </a:lnTo>
                  <a:lnTo>
                    <a:pt x="484516" y="190063"/>
                  </a:lnTo>
                  <a:lnTo>
                    <a:pt x="483510" y="185887"/>
                  </a:lnTo>
                  <a:lnTo>
                    <a:pt x="482432" y="181729"/>
                  </a:lnTo>
                  <a:lnTo>
                    <a:pt x="481281" y="177591"/>
                  </a:lnTo>
                  <a:lnTo>
                    <a:pt x="480058" y="173473"/>
                  </a:lnTo>
                  <a:lnTo>
                    <a:pt x="478762" y="169378"/>
                  </a:lnTo>
                  <a:lnTo>
                    <a:pt x="477396" y="165306"/>
                  </a:lnTo>
                  <a:lnTo>
                    <a:pt x="475958" y="161258"/>
                  </a:lnTo>
                  <a:lnTo>
                    <a:pt x="474450" y="157236"/>
                  </a:lnTo>
                  <a:lnTo>
                    <a:pt x="472872" y="153241"/>
                  </a:lnTo>
                  <a:lnTo>
                    <a:pt x="471223" y="149275"/>
                  </a:lnTo>
                  <a:lnTo>
                    <a:pt x="469506" y="145338"/>
                  </a:lnTo>
                  <a:lnTo>
                    <a:pt x="467720" y="141431"/>
                  </a:lnTo>
                  <a:lnTo>
                    <a:pt x="465866" y="137556"/>
                  </a:lnTo>
                  <a:lnTo>
                    <a:pt x="463945" y="133715"/>
                  </a:lnTo>
                  <a:lnTo>
                    <a:pt x="461956" y="129907"/>
                  </a:lnTo>
                  <a:lnTo>
                    <a:pt x="459901" y="126135"/>
                  </a:lnTo>
                  <a:lnTo>
                    <a:pt x="457781" y="122400"/>
                  </a:lnTo>
                  <a:lnTo>
                    <a:pt x="455595" y="118702"/>
                  </a:lnTo>
                  <a:lnTo>
                    <a:pt x="453345" y="115043"/>
                  </a:lnTo>
                  <a:lnTo>
                    <a:pt x="451032" y="111424"/>
                  </a:lnTo>
                  <a:lnTo>
                    <a:pt x="448655" y="107846"/>
                  </a:lnTo>
                  <a:lnTo>
                    <a:pt x="446216" y="104310"/>
                  </a:lnTo>
                  <a:lnTo>
                    <a:pt x="443716" y="100818"/>
                  </a:lnTo>
                  <a:lnTo>
                    <a:pt x="441155" y="97370"/>
                  </a:lnTo>
                  <a:lnTo>
                    <a:pt x="438534" y="93967"/>
                  </a:lnTo>
                  <a:lnTo>
                    <a:pt x="435854" y="90610"/>
                  </a:lnTo>
                  <a:lnTo>
                    <a:pt x="433115" y="87301"/>
                  </a:lnTo>
                  <a:lnTo>
                    <a:pt x="430319" y="84040"/>
                  </a:lnTo>
                  <a:lnTo>
                    <a:pt x="427466" y="80829"/>
                  </a:lnTo>
                  <a:lnTo>
                    <a:pt x="424558" y="77668"/>
                  </a:lnTo>
                  <a:lnTo>
                    <a:pt x="421595" y="74558"/>
                  </a:lnTo>
                  <a:lnTo>
                    <a:pt x="418577" y="71501"/>
                  </a:lnTo>
                  <a:lnTo>
                    <a:pt x="415507" y="68497"/>
                  </a:lnTo>
                  <a:lnTo>
                    <a:pt x="412385" y="65548"/>
                  </a:lnTo>
                  <a:lnTo>
                    <a:pt x="409211" y="62653"/>
                  </a:lnTo>
                  <a:lnTo>
                    <a:pt x="405987" y="59815"/>
                  </a:lnTo>
                  <a:lnTo>
                    <a:pt x="402714" y="57033"/>
                  </a:lnTo>
                  <a:lnTo>
                    <a:pt x="399393" y="54309"/>
                  </a:lnTo>
                  <a:lnTo>
                    <a:pt x="396025" y="51643"/>
                  </a:lnTo>
                  <a:lnTo>
                    <a:pt x="392611" y="49037"/>
                  </a:lnTo>
                  <a:lnTo>
                    <a:pt x="389151" y="46491"/>
                  </a:lnTo>
                  <a:lnTo>
                    <a:pt x="385648" y="44006"/>
                  </a:lnTo>
                  <a:lnTo>
                    <a:pt x="382101" y="41583"/>
                  </a:lnTo>
                  <a:lnTo>
                    <a:pt x="378513" y="39222"/>
                  </a:lnTo>
                  <a:lnTo>
                    <a:pt x="374884" y="36924"/>
                  </a:lnTo>
                  <a:lnTo>
                    <a:pt x="371215" y="34690"/>
                  </a:lnTo>
                  <a:lnTo>
                    <a:pt x="367508" y="32521"/>
                  </a:lnTo>
                  <a:lnTo>
                    <a:pt x="363763" y="30417"/>
                  </a:lnTo>
                  <a:lnTo>
                    <a:pt x="359982" y="28378"/>
                  </a:lnTo>
                  <a:lnTo>
                    <a:pt x="356166" y="26407"/>
                  </a:lnTo>
                  <a:lnTo>
                    <a:pt x="352316" y="24502"/>
                  </a:lnTo>
                  <a:lnTo>
                    <a:pt x="348433" y="22665"/>
                  </a:lnTo>
                  <a:lnTo>
                    <a:pt x="344519" y="20896"/>
                  </a:lnTo>
                  <a:lnTo>
                    <a:pt x="340574" y="19196"/>
                  </a:lnTo>
                  <a:lnTo>
                    <a:pt x="336601" y="17565"/>
                  </a:lnTo>
                  <a:lnTo>
                    <a:pt x="332599" y="16004"/>
                  </a:lnTo>
                  <a:lnTo>
                    <a:pt x="328571" y="14514"/>
                  </a:lnTo>
                  <a:lnTo>
                    <a:pt x="324517" y="13094"/>
                  </a:lnTo>
                  <a:lnTo>
                    <a:pt x="320439" y="11745"/>
                  </a:lnTo>
                  <a:lnTo>
                    <a:pt x="316338" y="10468"/>
                  </a:lnTo>
                  <a:lnTo>
                    <a:pt x="312215" y="9263"/>
                  </a:lnTo>
                  <a:lnTo>
                    <a:pt x="308071" y="8130"/>
                  </a:lnTo>
                  <a:lnTo>
                    <a:pt x="303909" y="7070"/>
                  </a:lnTo>
                  <a:lnTo>
                    <a:pt x="299729" y="6082"/>
                  </a:lnTo>
                  <a:lnTo>
                    <a:pt x="295532" y="5169"/>
                  </a:lnTo>
                  <a:lnTo>
                    <a:pt x="291319" y="4328"/>
                  </a:lnTo>
                  <a:lnTo>
                    <a:pt x="287093" y="3562"/>
                  </a:lnTo>
                  <a:lnTo>
                    <a:pt x="282854" y="2869"/>
                  </a:lnTo>
                  <a:lnTo>
                    <a:pt x="278603" y="2251"/>
                  </a:lnTo>
                  <a:lnTo>
                    <a:pt x="274342" y="1708"/>
                  </a:lnTo>
                  <a:lnTo>
                    <a:pt x="270072" y="1239"/>
                  </a:lnTo>
                  <a:lnTo>
                    <a:pt x="265795" y="845"/>
                  </a:lnTo>
                  <a:lnTo>
                    <a:pt x="261512" y="526"/>
                  </a:lnTo>
                  <a:lnTo>
                    <a:pt x="257223" y="281"/>
                  </a:lnTo>
                  <a:lnTo>
                    <a:pt x="252931" y="112"/>
                  </a:lnTo>
                  <a:lnTo>
                    <a:pt x="248637" y="18"/>
                  </a:lnTo>
                  <a:lnTo>
                    <a:pt x="244342" y="0"/>
                  </a:lnTo>
                  <a:lnTo>
                    <a:pt x="240047" y="56"/>
                  </a:lnTo>
                  <a:lnTo>
                    <a:pt x="235753" y="187"/>
                  </a:lnTo>
                  <a:lnTo>
                    <a:pt x="231463" y="394"/>
                  </a:lnTo>
                  <a:lnTo>
                    <a:pt x="227177" y="676"/>
                  </a:lnTo>
                  <a:lnTo>
                    <a:pt x="222896" y="1032"/>
                  </a:lnTo>
                  <a:lnTo>
                    <a:pt x="218623" y="1464"/>
                  </a:lnTo>
                  <a:lnTo>
                    <a:pt x="214357" y="1970"/>
                  </a:lnTo>
                  <a:lnTo>
                    <a:pt x="210101" y="2551"/>
                  </a:lnTo>
                  <a:lnTo>
                    <a:pt x="205856" y="3206"/>
                  </a:lnTo>
                  <a:lnTo>
                    <a:pt x="201623" y="3936"/>
                  </a:lnTo>
                  <a:lnTo>
                    <a:pt x="197404" y="4739"/>
                  </a:lnTo>
                  <a:lnTo>
                    <a:pt x="193199" y="5616"/>
                  </a:lnTo>
                  <a:lnTo>
                    <a:pt x="189010" y="6567"/>
                  </a:lnTo>
                  <a:lnTo>
                    <a:pt x="184838" y="7591"/>
                  </a:lnTo>
                  <a:lnTo>
                    <a:pt x="180685" y="8687"/>
                  </a:lnTo>
                  <a:lnTo>
                    <a:pt x="176552" y="9856"/>
                  </a:lnTo>
                  <a:lnTo>
                    <a:pt x="172440" y="11098"/>
                  </a:lnTo>
                  <a:lnTo>
                    <a:pt x="168350" y="12411"/>
                  </a:lnTo>
                  <a:lnTo>
                    <a:pt x="164284" y="13795"/>
                  </a:lnTo>
                  <a:lnTo>
                    <a:pt x="160243" y="15250"/>
                  </a:lnTo>
                  <a:lnTo>
                    <a:pt x="156228" y="16776"/>
                  </a:lnTo>
                  <a:lnTo>
                    <a:pt x="152240" y="18372"/>
                  </a:lnTo>
                  <a:lnTo>
                    <a:pt x="148281" y="20038"/>
                  </a:lnTo>
                  <a:lnTo>
                    <a:pt x="144351" y="21772"/>
                  </a:lnTo>
                  <a:lnTo>
                    <a:pt x="140452" y="23575"/>
                  </a:lnTo>
                  <a:lnTo>
                    <a:pt x="136586" y="25446"/>
                  </a:lnTo>
                  <a:lnTo>
                    <a:pt x="132753" y="27384"/>
                  </a:lnTo>
                  <a:lnTo>
                    <a:pt x="128954" y="29389"/>
                  </a:lnTo>
                  <a:lnTo>
                    <a:pt x="125191" y="31461"/>
                  </a:lnTo>
                  <a:lnTo>
                    <a:pt x="121465" y="33597"/>
                  </a:lnTo>
                  <a:lnTo>
                    <a:pt x="117777" y="35799"/>
                  </a:lnTo>
                  <a:lnTo>
                    <a:pt x="114128" y="38065"/>
                  </a:lnTo>
                  <a:lnTo>
                    <a:pt x="110519" y="40394"/>
                  </a:lnTo>
                  <a:lnTo>
                    <a:pt x="106951" y="42787"/>
                  </a:lnTo>
                  <a:lnTo>
                    <a:pt x="103426" y="45241"/>
                  </a:lnTo>
                  <a:lnTo>
                    <a:pt x="99945" y="47757"/>
                  </a:lnTo>
                  <a:lnTo>
                    <a:pt x="96507" y="50333"/>
                  </a:lnTo>
                  <a:lnTo>
                    <a:pt x="93116" y="52969"/>
                  </a:lnTo>
                  <a:lnTo>
                    <a:pt x="89771" y="55664"/>
                  </a:lnTo>
                  <a:lnTo>
                    <a:pt x="86474" y="58417"/>
                  </a:lnTo>
                  <a:lnTo>
                    <a:pt x="83226" y="61227"/>
                  </a:lnTo>
                  <a:lnTo>
                    <a:pt x="80027" y="64094"/>
                  </a:lnTo>
                  <a:lnTo>
                    <a:pt x="76879" y="67016"/>
                  </a:lnTo>
                  <a:lnTo>
                    <a:pt x="73782" y="69993"/>
                  </a:lnTo>
                  <a:lnTo>
                    <a:pt x="70738" y="73023"/>
                  </a:lnTo>
                  <a:lnTo>
                    <a:pt x="67748" y="76107"/>
                  </a:lnTo>
                  <a:lnTo>
                    <a:pt x="64812" y="79242"/>
                  </a:lnTo>
                  <a:lnTo>
                    <a:pt x="61931" y="82428"/>
                  </a:lnTo>
                  <a:lnTo>
                    <a:pt x="59107" y="85664"/>
                  </a:lnTo>
                  <a:lnTo>
                    <a:pt x="56339" y="88949"/>
                  </a:lnTo>
                  <a:lnTo>
                    <a:pt x="53630" y="92282"/>
                  </a:lnTo>
                  <a:lnTo>
                    <a:pt x="50979" y="95662"/>
                  </a:lnTo>
                  <a:lnTo>
                    <a:pt x="48388" y="99088"/>
                  </a:lnTo>
                  <a:lnTo>
                    <a:pt x="45857" y="102559"/>
                  </a:lnTo>
                  <a:lnTo>
                    <a:pt x="43387" y="106073"/>
                  </a:lnTo>
                  <a:lnTo>
                    <a:pt x="40980" y="109630"/>
                  </a:lnTo>
                  <a:lnTo>
                    <a:pt x="38634" y="113229"/>
                  </a:lnTo>
                  <a:lnTo>
                    <a:pt x="36353" y="116868"/>
                  </a:lnTo>
                  <a:lnTo>
                    <a:pt x="34135" y="120546"/>
                  </a:lnTo>
                  <a:lnTo>
                    <a:pt x="31982" y="124263"/>
                  </a:lnTo>
                  <a:lnTo>
                    <a:pt x="29894" y="128017"/>
                  </a:lnTo>
                  <a:lnTo>
                    <a:pt x="27872" y="131807"/>
                  </a:lnTo>
                  <a:lnTo>
                    <a:pt x="25917" y="135631"/>
                  </a:lnTo>
                  <a:lnTo>
                    <a:pt x="24029" y="139490"/>
                  </a:lnTo>
                  <a:lnTo>
                    <a:pt x="22209" y="143380"/>
                  </a:lnTo>
                  <a:lnTo>
                    <a:pt x="20458" y="147302"/>
                  </a:lnTo>
                  <a:lnTo>
                    <a:pt x="18775" y="151254"/>
                  </a:lnTo>
                  <a:lnTo>
                    <a:pt x="17162" y="155235"/>
                  </a:lnTo>
                  <a:lnTo>
                    <a:pt x="15618" y="159244"/>
                  </a:lnTo>
                  <a:lnTo>
                    <a:pt x="14145" y="163279"/>
                  </a:lnTo>
                  <a:lnTo>
                    <a:pt x="12743" y="167339"/>
                  </a:lnTo>
                  <a:lnTo>
                    <a:pt x="11412" y="171423"/>
                  </a:lnTo>
                  <a:lnTo>
                    <a:pt x="10153" y="175529"/>
                  </a:lnTo>
                  <a:lnTo>
                    <a:pt x="8966" y="179657"/>
                  </a:lnTo>
                  <a:lnTo>
                    <a:pt x="7851" y="183805"/>
                  </a:lnTo>
                  <a:lnTo>
                    <a:pt x="6809" y="187973"/>
                  </a:lnTo>
                  <a:lnTo>
                    <a:pt x="5840" y="192157"/>
                  </a:lnTo>
                  <a:lnTo>
                    <a:pt x="4944" y="196358"/>
                  </a:lnTo>
                  <a:lnTo>
                    <a:pt x="4123" y="200574"/>
                  </a:lnTo>
                  <a:lnTo>
                    <a:pt x="3375" y="204804"/>
                  </a:lnTo>
                  <a:lnTo>
                    <a:pt x="2701" y="209046"/>
                  </a:lnTo>
                  <a:lnTo>
                    <a:pt x="2101" y="213299"/>
                  </a:lnTo>
                  <a:lnTo>
                    <a:pt x="1577" y="217563"/>
                  </a:lnTo>
                  <a:lnTo>
                    <a:pt x="1126" y="221834"/>
                  </a:lnTo>
                  <a:lnTo>
                    <a:pt x="751" y="226113"/>
                  </a:lnTo>
                  <a:lnTo>
                    <a:pt x="450" y="230398"/>
                  </a:lnTo>
                  <a:lnTo>
                    <a:pt x="225" y="234687"/>
                  </a:lnTo>
                  <a:lnTo>
                    <a:pt x="75" y="238980"/>
                  </a:lnTo>
                  <a:lnTo>
                    <a:pt x="0" y="243275"/>
                  </a:lnTo>
                  <a:lnTo>
                    <a:pt x="0" y="247570"/>
                  </a:lnTo>
                  <a:lnTo>
                    <a:pt x="75" y="251865"/>
                  </a:lnTo>
                  <a:lnTo>
                    <a:pt x="225" y="256158"/>
                  </a:lnTo>
                  <a:lnTo>
                    <a:pt x="450" y="260447"/>
                  </a:lnTo>
                  <a:lnTo>
                    <a:pt x="751" y="264732"/>
                  </a:lnTo>
                  <a:lnTo>
                    <a:pt x="1126" y="269011"/>
                  </a:lnTo>
                  <a:lnTo>
                    <a:pt x="1577" y="273283"/>
                  </a:lnTo>
                  <a:lnTo>
                    <a:pt x="2101" y="277546"/>
                  </a:lnTo>
                  <a:lnTo>
                    <a:pt x="2701" y="281799"/>
                  </a:lnTo>
                  <a:lnTo>
                    <a:pt x="3375" y="286041"/>
                  </a:lnTo>
                  <a:lnTo>
                    <a:pt x="4123" y="290271"/>
                  </a:lnTo>
                  <a:lnTo>
                    <a:pt x="4944" y="294487"/>
                  </a:lnTo>
                  <a:lnTo>
                    <a:pt x="5840" y="298688"/>
                  </a:lnTo>
                  <a:lnTo>
                    <a:pt x="6809" y="302873"/>
                  </a:lnTo>
                  <a:lnTo>
                    <a:pt x="7851" y="307040"/>
                  </a:lnTo>
                  <a:lnTo>
                    <a:pt x="8966" y="311188"/>
                  </a:lnTo>
                  <a:lnTo>
                    <a:pt x="10153" y="315316"/>
                  </a:lnTo>
                  <a:lnTo>
                    <a:pt x="11412" y="319423"/>
                  </a:lnTo>
                  <a:lnTo>
                    <a:pt x="12743" y="323506"/>
                  </a:lnTo>
                  <a:lnTo>
                    <a:pt x="14145" y="327567"/>
                  </a:lnTo>
                  <a:lnTo>
                    <a:pt x="15618" y="331601"/>
                  </a:lnTo>
                  <a:lnTo>
                    <a:pt x="17162" y="335610"/>
                  </a:lnTo>
                  <a:lnTo>
                    <a:pt x="18775" y="339591"/>
                  </a:lnTo>
                  <a:lnTo>
                    <a:pt x="20458" y="343543"/>
                  </a:lnTo>
                  <a:lnTo>
                    <a:pt x="22209" y="347465"/>
                  </a:lnTo>
                  <a:lnTo>
                    <a:pt x="24029" y="351355"/>
                  </a:lnTo>
                  <a:lnTo>
                    <a:pt x="25917" y="355214"/>
                  </a:lnTo>
                  <a:lnTo>
                    <a:pt x="27872" y="359038"/>
                  </a:lnTo>
                  <a:lnTo>
                    <a:pt x="29894" y="362828"/>
                  </a:lnTo>
                  <a:lnTo>
                    <a:pt x="31982" y="366582"/>
                  </a:lnTo>
                  <a:lnTo>
                    <a:pt x="34135" y="370299"/>
                  </a:lnTo>
                  <a:lnTo>
                    <a:pt x="36353" y="373977"/>
                  </a:lnTo>
                  <a:lnTo>
                    <a:pt x="38634" y="377616"/>
                  </a:lnTo>
                  <a:lnTo>
                    <a:pt x="40980" y="381215"/>
                  </a:lnTo>
                  <a:lnTo>
                    <a:pt x="43387" y="384772"/>
                  </a:lnTo>
                  <a:lnTo>
                    <a:pt x="45857" y="388286"/>
                  </a:lnTo>
                  <a:lnTo>
                    <a:pt x="48388" y="391757"/>
                  </a:lnTo>
                  <a:lnTo>
                    <a:pt x="50979" y="395183"/>
                  </a:lnTo>
                  <a:lnTo>
                    <a:pt x="53630" y="398563"/>
                  </a:lnTo>
                  <a:lnTo>
                    <a:pt x="56339" y="401896"/>
                  </a:lnTo>
                  <a:lnTo>
                    <a:pt x="59107" y="405181"/>
                  </a:lnTo>
                  <a:lnTo>
                    <a:pt x="61931" y="408417"/>
                  </a:lnTo>
                  <a:lnTo>
                    <a:pt x="64812" y="411603"/>
                  </a:lnTo>
                  <a:lnTo>
                    <a:pt x="67748" y="414738"/>
                  </a:lnTo>
                  <a:lnTo>
                    <a:pt x="70738" y="417822"/>
                  </a:lnTo>
                  <a:lnTo>
                    <a:pt x="73782" y="420852"/>
                  </a:lnTo>
                  <a:lnTo>
                    <a:pt x="76879" y="423829"/>
                  </a:lnTo>
                  <a:lnTo>
                    <a:pt x="80027" y="426752"/>
                  </a:lnTo>
                  <a:lnTo>
                    <a:pt x="83226" y="429618"/>
                  </a:lnTo>
                  <a:lnTo>
                    <a:pt x="86474" y="432429"/>
                  </a:lnTo>
                  <a:lnTo>
                    <a:pt x="89771" y="435182"/>
                  </a:lnTo>
                  <a:lnTo>
                    <a:pt x="93116" y="437876"/>
                  </a:lnTo>
                  <a:lnTo>
                    <a:pt x="96507" y="440512"/>
                  </a:lnTo>
                  <a:lnTo>
                    <a:pt x="99945" y="443088"/>
                  </a:lnTo>
                  <a:lnTo>
                    <a:pt x="103426" y="445604"/>
                  </a:lnTo>
                  <a:lnTo>
                    <a:pt x="106951" y="448058"/>
                  </a:lnTo>
                  <a:lnTo>
                    <a:pt x="110519" y="450451"/>
                  </a:lnTo>
                  <a:lnTo>
                    <a:pt x="114128" y="452780"/>
                  </a:lnTo>
                  <a:lnTo>
                    <a:pt x="117777" y="455046"/>
                  </a:lnTo>
                  <a:lnTo>
                    <a:pt x="121465" y="457248"/>
                  </a:lnTo>
                  <a:lnTo>
                    <a:pt x="125191" y="459385"/>
                  </a:lnTo>
                  <a:lnTo>
                    <a:pt x="128954" y="461456"/>
                  </a:lnTo>
                  <a:lnTo>
                    <a:pt x="132753" y="463461"/>
                  </a:lnTo>
                  <a:lnTo>
                    <a:pt x="136586" y="465399"/>
                  </a:lnTo>
                  <a:lnTo>
                    <a:pt x="140452" y="467270"/>
                  </a:lnTo>
                  <a:lnTo>
                    <a:pt x="144351" y="469073"/>
                  </a:lnTo>
                  <a:lnTo>
                    <a:pt x="148281" y="470808"/>
                  </a:lnTo>
                  <a:lnTo>
                    <a:pt x="152240" y="472473"/>
                  </a:lnTo>
                  <a:lnTo>
                    <a:pt x="156228" y="474069"/>
                  </a:lnTo>
                  <a:lnTo>
                    <a:pt x="160243" y="475595"/>
                  </a:lnTo>
                  <a:lnTo>
                    <a:pt x="164284" y="477050"/>
                  </a:lnTo>
                  <a:lnTo>
                    <a:pt x="168350" y="478435"/>
                  </a:lnTo>
                  <a:lnTo>
                    <a:pt x="172440" y="479748"/>
                  </a:lnTo>
                  <a:lnTo>
                    <a:pt x="176552" y="480989"/>
                  </a:lnTo>
                  <a:lnTo>
                    <a:pt x="180685" y="482158"/>
                  </a:lnTo>
                  <a:lnTo>
                    <a:pt x="184838" y="483255"/>
                  </a:lnTo>
                  <a:lnTo>
                    <a:pt x="189010" y="484278"/>
                  </a:lnTo>
                  <a:lnTo>
                    <a:pt x="193199" y="485229"/>
                  </a:lnTo>
                  <a:lnTo>
                    <a:pt x="197404" y="486106"/>
                  </a:lnTo>
                  <a:lnTo>
                    <a:pt x="201623" y="486909"/>
                  </a:lnTo>
                  <a:lnTo>
                    <a:pt x="205856" y="487639"/>
                  </a:lnTo>
                  <a:lnTo>
                    <a:pt x="210101" y="488294"/>
                  </a:lnTo>
                  <a:lnTo>
                    <a:pt x="214357" y="488875"/>
                  </a:lnTo>
                  <a:lnTo>
                    <a:pt x="218623" y="489381"/>
                  </a:lnTo>
                  <a:lnTo>
                    <a:pt x="222896" y="489813"/>
                  </a:lnTo>
                  <a:lnTo>
                    <a:pt x="227177" y="490169"/>
                  </a:lnTo>
                  <a:lnTo>
                    <a:pt x="231463" y="490451"/>
                  </a:lnTo>
                  <a:lnTo>
                    <a:pt x="235753" y="490658"/>
                  </a:lnTo>
                  <a:lnTo>
                    <a:pt x="240047" y="490789"/>
                  </a:lnTo>
                  <a:lnTo>
                    <a:pt x="244342" y="490846"/>
                  </a:lnTo>
                  <a:lnTo>
                    <a:pt x="248637" y="490827"/>
                  </a:lnTo>
                  <a:lnTo>
                    <a:pt x="252931" y="490733"/>
                  </a:lnTo>
                  <a:lnTo>
                    <a:pt x="257223" y="490564"/>
                  </a:lnTo>
                  <a:lnTo>
                    <a:pt x="261512" y="490320"/>
                  </a:lnTo>
                  <a:lnTo>
                    <a:pt x="265795" y="490000"/>
                  </a:lnTo>
                  <a:lnTo>
                    <a:pt x="270072" y="489606"/>
                  </a:lnTo>
                  <a:lnTo>
                    <a:pt x="274342" y="489137"/>
                  </a:lnTo>
                  <a:lnTo>
                    <a:pt x="278603" y="488594"/>
                  </a:lnTo>
                  <a:lnTo>
                    <a:pt x="282854" y="487976"/>
                  </a:lnTo>
                  <a:lnTo>
                    <a:pt x="287093" y="487283"/>
                  </a:lnTo>
                  <a:lnTo>
                    <a:pt x="291319" y="486517"/>
                  </a:lnTo>
                  <a:lnTo>
                    <a:pt x="295532" y="485677"/>
                  </a:lnTo>
                  <a:lnTo>
                    <a:pt x="299729" y="484763"/>
                  </a:lnTo>
                  <a:lnTo>
                    <a:pt x="303909" y="483776"/>
                  </a:lnTo>
                  <a:lnTo>
                    <a:pt x="308071" y="482715"/>
                  </a:lnTo>
                  <a:lnTo>
                    <a:pt x="312215" y="481582"/>
                  </a:lnTo>
                  <a:lnTo>
                    <a:pt x="316338" y="480377"/>
                  </a:lnTo>
                  <a:lnTo>
                    <a:pt x="320439" y="479100"/>
                  </a:lnTo>
                  <a:lnTo>
                    <a:pt x="324517" y="477751"/>
                  </a:lnTo>
                  <a:lnTo>
                    <a:pt x="328571" y="476331"/>
                  </a:lnTo>
                  <a:lnTo>
                    <a:pt x="332599" y="474841"/>
                  </a:lnTo>
                  <a:lnTo>
                    <a:pt x="336601" y="473280"/>
                  </a:lnTo>
                  <a:lnTo>
                    <a:pt x="340574" y="471649"/>
                  </a:lnTo>
                  <a:lnTo>
                    <a:pt x="344519" y="469949"/>
                  </a:lnTo>
                  <a:lnTo>
                    <a:pt x="348433" y="468180"/>
                  </a:lnTo>
                  <a:lnTo>
                    <a:pt x="352316" y="466343"/>
                  </a:lnTo>
                  <a:lnTo>
                    <a:pt x="356166" y="464438"/>
                  </a:lnTo>
                  <a:lnTo>
                    <a:pt x="359982" y="462467"/>
                  </a:lnTo>
                  <a:lnTo>
                    <a:pt x="363763" y="460428"/>
                  </a:lnTo>
                  <a:lnTo>
                    <a:pt x="367508" y="458324"/>
                  </a:lnTo>
                  <a:lnTo>
                    <a:pt x="371215" y="456155"/>
                  </a:lnTo>
                  <a:lnTo>
                    <a:pt x="374884" y="453921"/>
                  </a:lnTo>
                  <a:lnTo>
                    <a:pt x="378513" y="451623"/>
                  </a:lnTo>
                  <a:lnTo>
                    <a:pt x="382101" y="449262"/>
                  </a:lnTo>
                  <a:lnTo>
                    <a:pt x="385648" y="446839"/>
                  </a:lnTo>
                  <a:lnTo>
                    <a:pt x="389151" y="444354"/>
                  </a:lnTo>
                  <a:lnTo>
                    <a:pt x="392611" y="441808"/>
                  </a:lnTo>
                  <a:lnTo>
                    <a:pt x="396025" y="439202"/>
                  </a:lnTo>
                  <a:lnTo>
                    <a:pt x="399393" y="436536"/>
                  </a:lnTo>
                  <a:lnTo>
                    <a:pt x="402714" y="433812"/>
                  </a:lnTo>
                  <a:lnTo>
                    <a:pt x="405987" y="431031"/>
                  </a:lnTo>
                  <a:lnTo>
                    <a:pt x="409211" y="428192"/>
                  </a:lnTo>
                  <a:lnTo>
                    <a:pt x="412385" y="425297"/>
                  </a:lnTo>
                  <a:lnTo>
                    <a:pt x="415507" y="422348"/>
                  </a:lnTo>
                  <a:lnTo>
                    <a:pt x="418577" y="419344"/>
                  </a:lnTo>
                  <a:lnTo>
                    <a:pt x="421595" y="416287"/>
                  </a:lnTo>
                  <a:lnTo>
                    <a:pt x="424558" y="413177"/>
                  </a:lnTo>
                  <a:lnTo>
                    <a:pt x="427466" y="410016"/>
                  </a:lnTo>
                  <a:lnTo>
                    <a:pt x="430319" y="406805"/>
                  </a:lnTo>
                  <a:lnTo>
                    <a:pt x="433115" y="403544"/>
                  </a:lnTo>
                  <a:lnTo>
                    <a:pt x="435854" y="400235"/>
                  </a:lnTo>
                  <a:lnTo>
                    <a:pt x="438534" y="396879"/>
                  </a:lnTo>
                  <a:lnTo>
                    <a:pt x="441155" y="393476"/>
                  </a:lnTo>
                  <a:lnTo>
                    <a:pt x="443716" y="390027"/>
                  </a:lnTo>
                  <a:lnTo>
                    <a:pt x="446216" y="386535"/>
                  </a:lnTo>
                  <a:lnTo>
                    <a:pt x="448655" y="382999"/>
                  </a:lnTo>
                  <a:lnTo>
                    <a:pt x="451032" y="379421"/>
                  </a:lnTo>
                  <a:lnTo>
                    <a:pt x="453345" y="375802"/>
                  </a:lnTo>
                  <a:lnTo>
                    <a:pt x="455595" y="372143"/>
                  </a:lnTo>
                  <a:lnTo>
                    <a:pt x="457781" y="368445"/>
                  </a:lnTo>
                  <a:lnTo>
                    <a:pt x="459901" y="364710"/>
                  </a:lnTo>
                  <a:lnTo>
                    <a:pt x="461956" y="360938"/>
                  </a:lnTo>
                  <a:lnTo>
                    <a:pt x="463945" y="357130"/>
                  </a:lnTo>
                  <a:lnTo>
                    <a:pt x="465866" y="353289"/>
                  </a:lnTo>
                  <a:lnTo>
                    <a:pt x="467720" y="349414"/>
                  </a:lnTo>
                  <a:lnTo>
                    <a:pt x="469506" y="345508"/>
                  </a:lnTo>
                  <a:lnTo>
                    <a:pt x="471223" y="341570"/>
                  </a:lnTo>
                  <a:lnTo>
                    <a:pt x="472872" y="337604"/>
                  </a:lnTo>
                  <a:lnTo>
                    <a:pt x="474450" y="333609"/>
                  </a:lnTo>
                  <a:lnTo>
                    <a:pt x="475958" y="329587"/>
                  </a:lnTo>
                  <a:lnTo>
                    <a:pt x="477396" y="325540"/>
                  </a:lnTo>
                  <a:lnTo>
                    <a:pt x="478762" y="321467"/>
                  </a:lnTo>
                  <a:lnTo>
                    <a:pt x="480058" y="317372"/>
                  </a:lnTo>
                  <a:lnTo>
                    <a:pt x="481281" y="313254"/>
                  </a:lnTo>
                  <a:lnTo>
                    <a:pt x="482432" y="309116"/>
                  </a:lnTo>
                  <a:lnTo>
                    <a:pt x="483510" y="304958"/>
                  </a:lnTo>
                  <a:lnTo>
                    <a:pt x="484516" y="300782"/>
                  </a:lnTo>
                  <a:lnTo>
                    <a:pt x="485448" y="296589"/>
                  </a:lnTo>
                  <a:lnTo>
                    <a:pt x="486307" y="292381"/>
                  </a:lnTo>
                  <a:lnTo>
                    <a:pt x="487092" y="288158"/>
                  </a:lnTo>
                  <a:lnTo>
                    <a:pt x="487803" y="283922"/>
                  </a:lnTo>
                  <a:lnTo>
                    <a:pt x="488439" y="279674"/>
                  </a:lnTo>
                  <a:lnTo>
                    <a:pt x="489001" y="275415"/>
                  </a:lnTo>
                  <a:lnTo>
                    <a:pt x="489489" y="271148"/>
                  </a:lnTo>
                  <a:lnTo>
                    <a:pt x="489902" y="266872"/>
                  </a:lnTo>
                  <a:lnTo>
                    <a:pt x="490240" y="262590"/>
                  </a:lnTo>
                  <a:lnTo>
                    <a:pt x="490503" y="258303"/>
                  </a:lnTo>
                  <a:lnTo>
                    <a:pt x="490691" y="254012"/>
                  </a:lnTo>
                  <a:lnTo>
                    <a:pt x="490803" y="249718"/>
                  </a:lnTo>
                  <a:close/>
                </a:path>
              </a:pathLst>
            </a:custGeom>
            <a:solidFill>
              <a:srgbClr val="F5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516" name="pl516"/>
            <p:cNvSpPr/>
            <p:nvPr/>
          </p:nvSpPr>
          <p:spPr>
            <a:xfrm>
              <a:off x="4572000" y="3648855"/>
              <a:ext cx="0" cy="220882"/>
            </a:xfrm>
            <a:custGeom>
              <a:avLst/>
              <a:pathLst>
                <a:path w="0" h="220882">
                  <a:moveTo>
                    <a:pt x="0" y="220882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l517"/>
            <p:cNvSpPr/>
            <p:nvPr/>
          </p:nvSpPr>
          <p:spPr>
            <a:xfrm>
              <a:off x="4589354" y="3720739"/>
              <a:ext cx="156187" cy="156187"/>
            </a:xfrm>
            <a:custGeom>
              <a:avLst/>
              <a:pathLst>
                <a:path w="156187" h="156187">
                  <a:moveTo>
                    <a:pt x="0" y="156187"/>
                  </a:moveTo>
                  <a:lnTo>
                    <a:pt x="156187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l518"/>
            <p:cNvSpPr/>
            <p:nvPr/>
          </p:nvSpPr>
          <p:spPr>
            <a:xfrm>
              <a:off x="4596542" y="3894280"/>
              <a:ext cx="220882" cy="0"/>
            </a:xfrm>
            <a:custGeom>
              <a:avLst/>
              <a:pathLst>
                <a:path w="220882" h="0">
                  <a:moveTo>
                    <a:pt x="0" y="0"/>
                  </a:moveTo>
                  <a:lnTo>
                    <a:pt x="220882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l519"/>
            <p:cNvSpPr/>
            <p:nvPr/>
          </p:nvSpPr>
          <p:spPr>
            <a:xfrm>
              <a:off x="4589354" y="3911635"/>
              <a:ext cx="156187" cy="156187"/>
            </a:xfrm>
            <a:custGeom>
              <a:avLst/>
              <a:pathLst>
                <a:path w="156187" h="156187">
                  <a:moveTo>
                    <a:pt x="0" y="0"/>
                  </a:moveTo>
                  <a:lnTo>
                    <a:pt x="156187" y="156187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l520"/>
            <p:cNvSpPr/>
            <p:nvPr/>
          </p:nvSpPr>
          <p:spPr>
            <a:xfrm>
              <a:off x="4572000" y="3918823"/>
              <a:ext cx="0" cy="220882"/>
            </a:xfrm>
            <a:custGeom>
              <a:avLst/>
              <a:pathLst>
                <a:path w="0" h="220882">
                  <a:moveTo>
                    <a:pt x="0" y="0"/>
                  </a:moveTo>
                  <a:lnTo>
                    <a:pt x="0" y="220882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l521"/>
            <p:cNvSpPr/>
            <p:nvPr/>
          </p:nvSpPr>
          <p:spPr>
            <a:xfrm>
              <a:off x="4398458" y="3911635"/>
              <a:ext cx="156187" cy="156187"/>
            </a:xfrm>
            <a:custGeom>
              <a:avLst/>
              <a:pathLst>
                <a:path w="156187" h="156187">
                  <a:moveTo>
                    <a:pt x="156187" y="0"/>
                  </a:moveTo>
                  <a:lnTo>
                    <a:pt x="0" y="156187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l522"/>
            <p:cNvSpPr/>
            <p:nvPr/>
          </p:nvSpPr>
          <p:spPr>
            <a:xfrm>
              <a:off x="4326574" y="3894280"/>
              <a:ext cx="220882" cy="0"/>
            </a:xfrm>
            <a:custGeom>
              <a:avLst/>
              <a:pathLst>
                <a:path w="220882" h="0">
                  <a:moveTo>
                    <a:pt x="220882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l523"/>
            <p:cNvSpPr/>
            <p:nvPr/>
          </p:nvSpPr>
          <p:spPr>
            <a:xfrm>
              <a:off x="4398458" y="3720739"/>
              <a:ext cx="156187" cy="156187"/>
            </a:xfrm>
            <a:custGeom>
              <a:avLst/>
              <a:pathLst>
                <a:path w="156187" h="156187">
                  <a:moveTo>
                    <a:pt x="156187" y="156187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l524"/>
            <p:cNvSpPr/>
            <p:nvPr/>
          </p:nvSpPr>
          <p:spPr>
            <a:xfrm>
              <a:off x="4528614" y="3824864"/>
              <a:ext cx="112802" cy="112802"/>
            </a:xfrm>
            <a:custGeom>
              <a:avLst/>
              <a:pathLst>
                <a:path w="112802" h="112802">
                  <a:moveTo>
                    <a:pt x="43385" y="8060"/>
                  </a:moveTo>
                  <a:lnTo>
                    <a:pt x="112802" y="0"/>
                  </a:lnTo>
                  <a:lnTo>
                    <a:pt x="104741" y="69416"/>
                  </a:lnTo>
                  <a:lnTo>
                    <a:pt x="86770" y="112802"/>
                  </a:lnTo>
                  <a:lnTo>
                    <a:pt x="43385" y="93959"/>
                  </a:lnTo>
                  <a:lnTo>
                    <a:pt x="0" y="112802"/>
                  </a:lnTo>
                  <a:lnTo>
                    <a:pt x="18842" y="69416"/>
                  </a:lnTo>
                  <a:lnTo>
                    <a:pt x="26031" y="52062"/>
                  </a:lnTo>
                  <a:lnTo>
                    <a:pt x="43385" y="8060"/>
                  </a:lnTo>
                </a:path>
              </a:pathLst>
            </a:custGeom>
            <a:ln w="31166" cap="flat">
              <a:solidFill>
                <a:srgbClr val="44C0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t525"/>
            <p:cNvSpPr/>
            <p:nvPr/>
          </p:nvSpPr>
          <p:spPr>
            <a:xfrm>
              <a:off x="4536052" y="3796976"/>
              <a:ext cx="71895" cy="71895"/>
            </a:xfrm>
            <a:prstGeom prst="ellipse">
              <a:avLst/>
            </a:prstGeom>
            <a:solidFill>
              <a:srgbClr val="44C08A">
                <a:alpha val="100000"/>
              </a:srgbClr>
            </a:solidFill>
            <a:ln w="12272" cap="rnd">
              <a:solidFill>
                <a:srgbClr val="44C0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t526"/>
            <p:cNvSpPr/>
            <p:nvPr/>
          </p:nvSpPr>
          <p:spPr>
            <a:xfrm>
              <a:off x="4605469" y="3788916"/>
              <a:ext cx="71895" cy="71895"/>
            </a:xfrm>
            <a:prstGeom prst="ellipse">
              <a:avLst/>
            </a:prstGeom>
            <a:solidFill>
              <a:srgbClr val="44C08A">
                <a:alpha val="100000"/>
              </a:srgbClr>
            </a:solidFill>
            <a:ln w="12272" cap="rnd">
              <a:solidFill>
                <a:srgbClr val="44C0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t527"/>
            <p:cNvSpPr/>
            <p:nvPr/>
          </p:nvSpPr>
          <p:spPr>
            <a:xfrm>
              <a:off x="4597408" y="3858333"/>
              <a:ext cx="71895" cy="71895"/>
            </a:xfrm>
            <a:prstGeom prst="ellipse">
              <a:avLst/>
            </a:prstGeom>
            <a:solidFill>
              <a:srgbClr val="44C08A">
                <a:alpha val="100000"/>
              </a:srgbClr>
            </a:solidFill>
            <a:ln w="12272" cap="rnd">
              <a:solidFill>
                <a:srgbClr val="44C0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t528"/>
            <p:cNvSpPr/>
            <p:nvPr/>
          </p:nvSpPr>
          <p:spPr>
            <a:xfrm>
              <a:off x="4579437" y="3901718"/>
              <a:ext cx="71895" cy="71895"/>
            </a:xfrm>
            <a:prstGeom prst="ellipse">
              <a:avLst/>
            </a:prstGeom>
            <a:solidFill>
              <a:srgbClr val="44C08A">
                <a:alpha val="100000"/>
              </a:srgbClr>
            </a:solidFill>
            <a:ln w="12272" cap="rnd">
              <a:solidFill>
                <a:srgbClr val="44C0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t529"/>
            <p:cNvSpPr/>
            <p:nvPr/>
          </p:nvSpPr>
          <p:spPr>
            <a:xfrm>
              <a:off x="4536052" y="3882875"/>
              <a:ext cx="71895" cy="71895"/>
            </a:xfrm>
            <a:prstGeom prst="ellipse">
              <a:avLst/>
            </a:prstGeom>
            <a:solidFill>
              <a:srgbClr val="44C08A">
                <a:alpha val="100000"/>
              </a:srgbClr>
            </a:solidFill>
            <a:ln w="12272" cap="rnd">
              <a:solidFill>
                <a:srgbClr val="44C0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t530"/>
            <p:cNvSpPr/>
            <p:nvPr/>
          </p:nvSpPr>
          <p:spPr>
            <a:xfrm>
              <a:off x="4492666" y="3901718"/>
              <a:ext cx="71895" cy="71895"/>
            </a:xfrm>
            <a:prstGeom prst="ellipse">
              <a:avLst/>
            </a:prstGeom>
            <a:solidFill>
              <a:srgbClr val="44C08A">
                <a:alpha val="100000"/>
              </a:srgbClr>
            </a:solidFill>
            <a:ln w="12272" cap="rnd">
              <a:solidFill>
                <a:srgbClr val="44C0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t531"/>
            <p:cNvSpPr/>
            <p:nvPr/>
          </p:nvSpPr>
          <p:spPr>
            <a:xfrm>
              <a:off x="4511509" y="3858333"/>
              <a:ext cx="71895" cy="71895"/>
            </a:xfrm>
            <a:prstGeom prst="ellipse">
              <a:avLst/>
            </a:prstGeom>
            <a:solidFill>
              <a:srgbClr val="44C08A">
                <a:alpha val="100000"/>
              </a:srgbClr>
            </a:solidFill>
            <a:ln w="12272" cap="rnd">
              <a:solidFill>
                <a:srgbClr val="44C0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t532"/>
            <p:cNvSpPr/>
            <p:nvPr/>
          </p:nvSpPr>
          <p:spPr>
            <a:xfrm>
              <a:off x="4518698" y="3840979"/>
              <a:ext cx="71895" cy="71895"/>
            </a:xfrm>
            <a:prstGeom prst="ellipse">
              <a:avLst/>
            </a:prstGeom>
            <a:solidFill>
              <a:srgbClr val="44C08A">
                <a:alpha val="100000"/>
              </a:srgbClr>
            </a:solidFill>
            <a:ln w="12272" cap="rnd">
              <a:solidFill>
                <a:srgbClr val="44C0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t533"/>
            <p:cNvSpPr/>
            <p:nvPr/>
          </p:nvSpPr>
          <p:spPr>
            <a:xfrm>
              <a:off x="4536052" y="3796976"/>
              <a:ext cx="71895" cy="71895"/>
            </a:xfrm>
            <a:prstGeom prst="ellipse">
              <a:avLst/>
            </a:prstGeom>
            <a:solidFill>
              <a:srgbClr val="44C08A">
                <a:alpha val="100000"/>
              </a:srgbClr>
            </a:solidFill>
            <a:ln w="12272" cap="rnd">
              <a:solidFill>
                <a:srgbClr val="44C0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tx534"/>
            <p:cNvSpPr/>
            <p:nvPr/>
          </p:nvSpPr>
          <p:spPr>
            <a:xfrm>
              <a:off x="4451360" y="3845827"/>
              <a:ext cx="96096" cy="477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2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2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535" name="tx535"/>
            <p:cNvSpPr/>
            <p:nvPr/>
          </p:nvSpPr>
          <p:spPr>
            <a:xfrm>
              <a:off x="4414383" y="3735386"/>
              <a:ext cx="133074" cy="477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2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2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536" name="tx536"/>
            <p:cNvSpPr/>
            <p:nvPr/>
          </p:nvSpPr>
          <p:spPr>
            <a:xfrm>
              <a:off x="4377405" y="3624945"/>
              <a:ext cx="170051" cy="477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2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2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  <p:sp>
          <p:nvSpPr>
            <p:cNvPr id="537" name="rc537"/>
            <p:cNvSpPr/>
            <p:nvPr/>
          </p:nvSpPr>
          <p:spPr>
            <a:xfrm>
              <a:off x="6072803" y="3429000"/>
              <a:ext cx="3001607" cy="90709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538" name="rc538"/>
            <p:cNvSpPr/>
            <p:nvPr/>
          </p:nvSpPr>
          <p:spPr>
            <a:xfrm>
              <a:off x="6072803" y="3519709"/>
              <a:ext cx="3001607" cy="74914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9" name="rc539"/>
            <p:cNvSpPr/>
            <p:nvPr/>
          </p:nvSpPr>
          <p:spPr>
            <a:xfrm>
              <a:off x="6123413" y="3429000"/>
              <a:ext cx="2900386" cy="90709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40" name="tx540"/>
            <p:cNvSpPr/>
            <p:nvPr/>
          </p:nvSpPr>
          <p:spPr>
            <a:xfrm>
              <a:off x="6983131" y="3418599"/>
              <a:ext cx="1180951" cy="1077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Procellariiformes</a:t>
              </a:r>
            </a:p>
          </p:txBody>
        </p:sp>
        <p:sp>
          <p:nvSpPr>
            <p:cNvPr id="541" name="rc541"/>
            <p:cNvSpPr/>
            <p:nvPr/>
          </p:nvSpPr>
          <p:spPr>
            <a:xfrm>
              <a:off x="7168655" y="3570319"/>
              <a:ext cx="809903" cy="64792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2" name="tx542"/>
            <p:cNvSpPr/>
            <p:nvPr/>
          </p:nvSpPr>
          <p:spPr>
            <a:xfrm>
              <a:off x="6867844" y="4050582"/>
              <a:ext cx="506189" cy="82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543" name="tx543"/>
            <p:cNvSpPr/>
            <p:nvPr/>
          </p:nvSpPr>
          <p:spPr>
            <a:xfrm>
              <a:off x="7044439" y="3853232"/>
              <a:ext cx="246928" cy="79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544" name="tx544"/>
            <p:cNvSpPr/>
            <p:nvPr/>
          </p:nvSpPr>
          <p:spPr>
            <a:xfrm>
              <a:off x="6886052" y="3653394"/>
              <a:ext cx="487981" cy="801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545" name="pl545"/>
            <p:cNvSpPr/>
            <p:nvPr/>
          </p:nvSpPr>
          <p:spPr>
            <a:xfrm>
              <a:off x="7549065" y="3869738"/>
              <a:ext cx="49084" cy="49084"/>
            </a:xfrm>
            <a:custGeom>
              <a:avLst/>
              <a:pathLst>
                <a:path w="49084" h="49084">
                  <a:moveTo>
                    <a:pt x="49084" y="24542"/>
                  </a:moveTo>
                  <a:lnTo>
                    <a:pt x="49080" y="24112"/>
                  </a:lnTo>
                  <a:lnTo>
                    <a:pt x="49069" y="23683"/>
                  </a:lnTo>
                  <a:lnTo>
                    <a:pt x="49050" y="23254"/>
                  </a:lnTo>
                  <a:lnTo>
                    <a:pt x="49024" y="22825"/>
                  </a:lnTo>
                  <a:lnTo>
                    <a:pt x="48990" y="22397"/>
                  </a:lnTo>
                  <a:lnTo>
                    <a:pt x="48948" y="21969"/>
                  </a:lnTo>
                  <a:lnTo>
                    <a:pt x="48900" y="21543"/>
                  </a:lnTo>
                  <a:lnTo>
                    <a:pt x="48843" y="21117"/>
                  </a:lnTo>
                  <a:lnTo>
                    <a:pt x="48780" y="20692"/>
                  </a:lnTo>
                  <a:lnTo>
                    <a:pt x="48709" y="20268"/>
                  </a:lnTo>
                  <a:lnTo>
                    <a:pt x="48630" y="19846"/>
                  </a:lnTo>
                  <a:lnTo>
                    <a:pt x="48544" y="19425"/>
                  </a:lnTo>
                  <a:lnTo>
                    <a:pt x="48451" y="19006"/>
                  </a:lnTo>
                  <a:lnTo>
                    <a:pt x="48351" y="18588"/>
                  </a:lnTo>
                  <a:lnTo>
                    <a:pt x="48243" y="18172"/>
                  </a:lnTo>
                  <a:lnTo>
                    <a:pt x="48128" y="17759"/>
                  </a:lnTo>
                  <a:lnTo>
                    <a:pt x="48005" y="17347"/>
                  </a:lnTo>
                  <a:lnTo>
                    <a:pt x="47876" y="16937"/>
                  </a:lnTo>
                  <a:lnTo>
                    <a:pt x="47739" y="16530"/>
                  </a:lnTo>
                  <a:lnTo>
                    <a:pt x="47595" y="16125"/>
                  </a:lnTo>
                  <a:lnTo>
                    <a:pt x="47445" y="15723"/>
                  </a:lnTo>
                  <a:lnTo>
                    <a:pt x="47287" y="15324"/>
                  </a:lnTo>
                  <a:lnTo>
                    <a:pt x="47122" y="14927"/>
                  </a:lnTo>
                  <a:lnTo>
                    <a:pt x="46950" y="14533"/>
                  </a:lnTo>
                  <a:lnTo>
                    <a:pt x="46772" y="14143"/>
                  </a:lnTo>
                  <a:lnTo>
                    <a:pt x="46586" y="13755"/>
                  </a:lnTo>
                  <a:lnTo>
                    <a:pt x="46394" y="13371"/>
                  </a:lnTo>
                  <a:lnTo>
                    <a:pt x="46195" y="12990"/>
                  </a:lnTo>
                  <a:lnTo>
                    <a:pt x="45990" y="12613"/>
                  </a:lnTo>
                  <a:lnTo>
                    <a:pt x="45778" y="12240"/>
                  </a:lnTo>
                  <a:lnTo>
                    <a:pt x="45559" y="11870"/>
                  </a:lnTo>
                  <a:lnTo>
                    <a:pt x="45334" y="11504"/>
                  </a:lnTo>
                  <a:lnTo>
                    <a:pt x="45103" y="11142"/>
                  </a:lnTo>
                  <a:lnTo>
                    <a:pt x="44865" y="10784"/>
                  </a:lnTo>
                  <a:lnTo>
                    <a:pt x="44621" y="10431"/>
                  </a:lnTo>
                  <a:lnTo>
                    <a:pt x="44371" y="10081"/>
                  </a:lnTo>
                  <a:lnTo>
                    <a:pt x="44115" y="9737"/>
                  </a:lnTo>
                  <a:lnTo>
                    <a:pt x="43853" y="9396"/>
                  </a:lnTo>
                  <a:lnTo>
                    <a:pt x="43585" y="9061"/>
                  </a:lnTo>
                  <a:lnTo>
                    <a:pt x="43311" y="8730"/>
                  </a:lnTo>
                  <a:lnTo>
                    <a:pt x="43031" y="8404"/>
                  </a:lnTo>
                  <a:lnTo>
                    <a:pt x="42746" y="8082"/>
                  </a:lnTo>
                  <a:lnTo>
                    <a:pt x="42455" y="7766"/>
                  </a:lnTo>
                  <a:lnTo>
                    <a:pt x="42159" y="7455"/>
                  </a:lnTo>
                  <a:lnTo>
                    <a:pt x="41857" y="7150"/>
                  </a:lnTo>
                  <a:lnTo>
                    <a:pt x="41550" y="6849"/>
                  </a:lnTo>
                  <a:lnTo>
                    <a:pt x="41238" y="6554"/>
                  </a:lnTo>
                  <a:lnTo>
                    <a:pt x="40921" y="6265"/>
                  </a:lnTo>
                  <a:lnTo>
                    <a:pt x="40598" y="5981"/>
                  </a:lnTo>
                  <a:lnTo>
                    <a:pt x="40271" y="5703"/>
                  </a:lnTo>
                  <a:lnTo>
                    <a:pt x="39939" y="5430"/>
                  </a:lnTo>
                  <a:lnTo>
                    <a:pt x="39602" y="5164"/>
                  </a:lnTo>
                  <a:lnTo>
                    <a:pt x="39261" y="4903"/>
                  </a:lnTo>
                  <a:lnTo>
                    <a:pt x="38915" y="4649"/>
                  </a:lnTo>
                  <a:lnTo>
                    <a:pt x="38564" y="4400"/>
                  </a:lnTo>
                  <a:lnTo>
                    <a:pt x="38210" y="4158"/>
                  </a:lnTo>
                  <a:lnTo>
                    <a:pt x="37851" y="3922"/>
                  </a:lnTo>
                  <a:lnTo>
                    <a:pt x="37488" y="3692"/>
                  </a:lnTo>
                  <a:lnTo>
                    <a:pt x="37121" y="3469"/>
                  </a:lnTo>
                  <a:lnTo>
                    <a:pt x="36750" y="3252"/>
                  </a:lnTo>
                  <a:lnTo>
                    <a:pt x="36376" y="3041"/>
                  </a:lnTo>
                  <a:lnTo>
                    <a:pt x="35998" y="2837"/>
                  </a:lnTo>
                  <a:lnTo>
                    <a:pt x="35616" y="2640"/>
                  </a:lnTo>
                  <a:lnTo>
                    <a:pt x="35231" y="2450"/>
                  </a:lnTo>
                  <a:lnTo>
                    <a:pt x="34843" y="2266"/>
                  </a:lnTo>
                  <a:lnTo>
                    <a:pt x="34451" y="2089"/>
                  </a:lnTo>
                  <a:lnTo>
                    <a:pt x="34057" y="1919"/>
                  </a:lnTo>
                  <a:lnTo>
                    <a:pt x="33660" y="1756"/>
                  </a:lnTo>
                  <a:lnTo>
                    <a:pt x="33259" y="1600"/>
                  </a:lnTo>
                  <a:lnTo>
                    <a:pt x="32857" y="1451"/>
                  </a:lnTo>
                  <a:lnTo>
                    <a:pt x="32451" y="1309"/>
                  </a:lnTo>
                  <a:lnTo>
                    <a:pt x="32043" y="1174"/>
                  </a:lnTo>
                  <a:lnTo>
                    <a:pt x="31633" y="1046"/>
                  </a:lnTo>
                  <a:lnTo>
                    <a:pt x="31221" y="926"/>
                  </a:lnTo>
                  <a:lnTo>
                    <a:pt x="30807" y="813"/>
                  </a:lnTo>
                  <a:lnTo>
                    <a:pt x="30390" y="707"/>
                  </a:lnTo>
                  <a:lnTo>
                    <a:pt x="29972" y="608"/>
                  </a:lnTo>
                  <a:lnTo>
                    <a:pt x="29553" y="516"/>
                  </a:lnTo>
                  <a:lnTo>
                    <a:pt x="29131" y="432"/>
                  </a:lnTo>
                  <a:lnTo>
                    <a:pt x="28709" y="356"/>
                  </a:lnTo>
                  <a:lnTo>
                    <a:pt x="28285" y="286"/>
                  </a:lnTo>
                  <a:lnTo>
                    <a:pt x="27860" y="225"/>
                  </a:lnTo>
                  <a:lnTo>
                    <a:pt x="27434" y="170"/>
                  </a:lnTo>
                  <a:lnTo>
                    <a:pt x="27007" y="123"/>
                  </a:lnTo>
                  <a:lnTo>
                    <a:pt x="26579" y="84"/>
                  </a:lnTo>
                  <a:lnTo>
                    <a:pt x="26151" y="52"/>
                  </a:lnTo>
                  <a:lnTo>
                    <a:pt x="25722" y="28"/>
                  </a:lnTo>
                  <a:lnTo>
                    <a:pt x="25293" y="11"/>
                  </a:lnTo>
                  <a:lnTo>
                    <a:pt x="24863" y="1"/>
                  </a:lnTo>
                  <a:lnTo>
                    <a:pt x="24434" y="0"/>
                  </a:lnTo>
                  <a:lnTo>
                    <a:pt x="24004" y="5"/>
                  </a:lnTo>
                  <a:lnTo>
                    <a:pt x="23575" y="18"/>
                  </a:lnTo>
                  <a:lnTo>
                    <a:pt x="23146" y="39"/>
                  </a:lnTo>
                  <a:lnTo>
                    <a:pt x="22717" y="67"/>
                  </a:lnTo>
                  <a:lnTo>
                    <a:pt x="22289" y="103"/>
                  </a:lnTo>
                  <a:lnTo>
                    <a:pt x="21862" y="146"/>
                  </a:lnTo>
                  <a:lnTo>
                    <a:pt x="21435" y="197"/>
                  </a:lnTo>
                  <a:lnTo>
                    <a:pt x="21010" y="255"/>
                  </a:lnTo>
                  <a:lnTo>
                    <a:pt x="20585" y="320"/>
                  </a:lnTo>
                  <a:lnTo>
                    <a:pt x="20162" y="393"/>
                  </a:lnTo>
                  <a:lnTo>
                    <a:pt x="19740" y="473"/>
                  </a:lnTo>
                  <a:lnTo>
                    <a:pt x="19319" y="561"/>
                  </a:lnTo>
                  <a:lnTo>
                    <a:pt x="18901" y="656"/>
                  </a:lnTo>
                  <a:lnTo>
                    <a:pt x="18483" y="759"/>
                  </a:lnTo>
                  <a:lnTo>
                    <a:pt x="18068" y="868"/>
                  </a:lnTo>
                  <a:lnTo>
                    <a:pt x="17655" y="985"/>
                  </a:lnTo>
                  <a:lnTo>
                    <a:pt x="17244" y="1109"/>
                  </a:lnTo>
                  <a:lnTo>
                    <a:pt x="16835" y="1241"/>
                  </a:lnTo>
                  <a:lnTo>
                    <a:pt x="16428" y="1379"/>
                  </a:lnTo>
                  <a:lnTo>
                    <a:pt x="16024" y="1525"/>
                  </a:lnTo>
                  <a:lnTo>
                    <a:pt x="15622" y="1677"/>
                  </a:lnTo>
                  <a:lnTo>
                    <a:pt x="15224" y="1837"/>
                  </a:lnTo>
                  <a:lnTo>
                    <a:pt x="14828" y="2003"/>
                  </a:lnTo>
                  <a:lnTo>
                    <a:pt x="14435" y="2177"/>
                  </a:lnTo>
                  <a:lnTo>
                    <a:pt x="14045" y="2357"/>
                  </a:lnTo>
                  <a:lnTo>
                    <a:pt x="13658" y="2544"/>
                  </a:lnTo>
                  <a:lnTo>
                    <a:pt x="13275" y="2738"/>
                  </a:lnTo>
                  <a:lnTo>
                    <a:pt x="12895" y="2938"/>
                  </a:lnTo>
                  <a:lnTo>
                    <a:pt x="12519" y="3146"/>
                  </a:lnTo>
                  <a:lnTo>
                    <a:pt x="12146" y="3359"/>
                  </a:lnTo>
                  <a:lnTo>
                    <a:pt x="11777" y="3579"/>
                  </a:lnTo>
                  <a:lnTo>
                    <a:pt x="11412" y="3806"/>
                  </a:lnTo>
                  <a:lnTo>
                    <a:pt x="11051" y="4039"/>
                  </a:lnTo>
                  <a:lnTo>
                    <a:pt x="10695" y="4278"/>
                  </a:lnTo>
                  <a:lnTo>
                    <a:pt x="10342" y="4524"/>
                  </a:lnTo>
                  <a:lnTo>
                    <a:pt x="9994" y="4775"/>
                  </a:lnTo>
                  <a:lnTo>
                    <a:pt x="9650" y="5033"/>
                  </a:lnTo>
                  <a:lnTo>
                    <a:pt x="9311" y="5296"/>
                  </a:lnTo>
                  <a:lnTo>
                    <a:pt x="8977" y="5566"/>
                  </a:lnTo>
                  <a:lnTo>
                    <a:pt x="8647" y="5841"/>
                  </a:lnTo>
                  <a:lnTo>
                    <a:pt x="8322" y="6122"/>
                  </a:lnTo>
                  <a:lnTo>
                    <a:pt x="8002" y="6409"/>
                  </a:lnTo>
                  <a:lnTo>
                    <a:pt x="7687" y="6701"/>
                  </a:lnTo>
                  <a:lnTo>
                    <a:pt x="7378" y="6999"/>
                  </a:lnTo>
                  <a:lnTo>
                    <a:pt x="7073" y="7302"/>
                  </a:lnTo>
                  <a:lnTo>
                    <a:pt x="6774" y="7610"/>
                  </a:lnTo>
                  <a:lnTo>
                    <a:pt x="6481" y="7924"/>
                  </a:lnTo>
                  <a:lnTo>
                    <a:pt x="6193" y="8242"/>
                  </a:lnTo>
                  <a:lnTo>
                    <a:pt x="5910" y="8566"/>
                  </a:lnTo>
                  <a:lnTo>
                    <a:pt x="5633" y="8894"/>
                  </a:lnTo>
                  <a:lnTo>
                    <a:pt x="5363" y="9228"/>
                  </a:lnTo>
                  <a:lnTo>
                    <a:pt x="5097" y="9566"/>
                  </a:lnTo>
                  <a:lnTo>
                    <a:pt x="4838" y="9908"/>
                  </a:lnTo>
                  <a:lnTo>
                    <a:pt x="4585" y="10255"/>
                  </a:lnTo>
                  <a:lnTo>
                    <a:pt x="4338" y="10607"/>
                  </a:lnTo>
                  <a:lnTo>
                    <a:pt x="4098" y="10963"/>
                  </a:lnTo>
                  <a:lnTo>
                    <a:pt x="3863" y="11322"/>
                  </a:lnTo>
                  <a:lnTo>
                    <a:pt x="3635" y="11686"/>
                  </a:lnTo>
                  <a:lnTo>
                    <a:pt x="3413" y="12054"/>
                  </a:lnTo>
                  <a:lnTo>
                    <a:pt x="3198" y="12426"/>
                  </a:lnTo>
                  <a:lnTo>
                    <a:pt x="2989" y="12801"/>
                  </a:lnTo>
                  <a:lnTo>
                    <a:pt x="2787" y="13180"/>
                  </a:lnTo>
                  <a:lnTo>
                    <a:pt x="2591" y="13563"/>
                  </a:lnTo>
                  <a:lnTo>
                    <a:pt x="2402" y="13949"/>
                  </a:lnTo>
                  <a:lnTo>
                    <a:pt x="2220" y="14338"/>
                  </a:lnTo>
                  <a:lnTo>
                    <a:pt x="2045" y="14730"/>
                  </a:lnTo>
                  <a:lnTo>
                    <a:pt x="1877" y="15125"/>
                  </a:lnTo>
                  <a:lnTo>
                    <a:pt x="1716" y="15523"/>
                  </a:lnTo>
                  <a:lnTo>
                    <a:pt x="1561" y="15924"/>
                  </a:lnTo>
                  <a:lnTo>
                    <a:pt x="1414" y="16327"/>
                  </a:lnTo>
                  <a:lnTo>
                    <a:pt x="1274" y="16733"/>
                  </a:lnTo>
                  <a:lnTo>
                    <a:pt x="1141" y="17142"/>
                  </a:lnTo>
                  <a:lnTo>
                    <a:pt x="1015" y="17552"/>
                  </a:lnTo>
                  <a:lnTo>
                    <a:pt x="896" y="17965"/>
                  </a:lnTo>
                  <a:lnTo>
                    <a:pt x="785" y="18380"/>
                  </a:lnTo>
                  <a:lnTo>
                    <a:pt x="680" y="18797"/>
                  </a:lnTo>
                  <a:lnTo>
                    <a:pt x="584" y="19215"/>
                  </a:lnTo>
                  <a:lnTo>
                    <a:pt x="494" y="19635"/>
                  </a:lnTo>
                  <a:lnTo>
                    <a:pt x="412" y="20057"/>
                  </a:lnTo>
                  <a:lnTo>
                    <a:pt x="337" y="20480"/>
                  </a:lnTo>
                  <a:lnTo>
                    <a:pt x="270" y="20904"/>
                  </a:lnTo>
                  <a:lnTo>
                    <a:pt x="210" y="21329"/>
                  </a:lnTo>
                  <a:lnTo>
                    <a:pt x="157" y="21756"/>
                  </a:lnTo>
                  <a:lnTo>
                    <a:pt x="112" y="22183"/>
                  </a:lnTo>
                  <a:lnTo>
                    <a:pt x="75" y="22611"/>
                  </a:lnTo>
                  <a:lnTo>
                    <a:pt x="45" y="23039"/>
                  </a:lnTo>
                  <a:lnTo>
                    <a:pt x="22" y="23468"/>
                  </a:lnTo>
                  <a:lnTo>
                    <a:pt x="7" y="23898"/>
                  </a:lnTo>
                  <a:lnTo>
                    <a:pt x="0" y="24327"/>
                  </a:lnTo>
                  <a:lnTo>
                    <a:pt x="0" y="24757"/>
                  </a:lnTo>
                  <a:lnTo>
                    <a:pt x="7" y="25186"/>
                  </a:lnTo>
                  <a:lnTo>
                    <a:pt x="22" y="25615"/>
                  </a:lnTo>
                  <a:lnTo>
                    <a:pt x="45" y="26044"/>
                  </a:lnTo>
                  <a:lnTo>
                    <a:pt x="75" y="26473"/>
                  </a:lnTo>
                  <a:lnTo>
                    <a:pt x="112" y="26901"/>
                  </a:lnTo>
                  <a:lnTo>
                    <a:pt x="157" y="27328"/>
                  </a:lnTo>
                  <a:lnTo>
                    <a:pt x="210" y="27754"/>
                  </a:lnTo>
                  <a:lnTo>
                    <a:pt x="270" y="28179"/>
                  </a:lnTo>
                  <a:lnTo>
                    <a:pt x="337" y="28604"/>
                  </a:lnTo>
                  <a:lnTo>
                    <a:pt x="412" y="29027"/>
                  </a:lnTo>
                  <a:lnTo>
                    <a:pt x="494" y="29448"/>
                  </a:lnTo>
                  <a:lnTo>
                    <a:pt x="584" y="29868"/>
                  </a:lnTo>
                  <a:lnTo>
                    <a:pt x="680" y="30287"/>
                  </a:lnTo>
                  <a:lnTo>
                    <a:pt x="785" y="30704"/>
                  </a:lnTo>
                  <a:lnTo>
                    <a:pt x="896" y="31118"/>
                  </a:lnTo>
                  <a:lnTo>
                    <a:pt x="1015" y="31531"/>
                  </a:lnTo>
                  <a:lnTo>
                    <a:pt x="1141" y="31942"/>
                  </a:lnTo>
                  <a:lnTo>
                    <a:pt x="1274" y="32350"/>
                  </a:lnTo>
                  <a:lnTo>
                    <a:pt x="1414" y="32756"/>
                  </a:lnTo>
                  <a:lnTo>
                    <a:pt x="1561" y="33160"/>
                  </a:lnTo>
                  <a:lnTo>
                    <a:pt x="1716" y="33561"/>
                  </a:lnTo>
                  <a:lnTo>
                    <a:pt x="1877" y="33959"/>
                  </a:lnTo>
                  <a:lnTo>
                    <a:pt x="2045" y="34354"/>
                  </a:lnTo>
                  <a:lnTo>
                    <a:pt x="2220" y="34746"/>
                  </a:lnTo>
                  <a:lnTo>
                    <a:pt x="2402" y="35135"/>
                  </a:lnTo>
                  <a:lnTo>
                    <a:pt x="2591" y="35521"/>
                  </a:lnTo>
                  <a:lnTo>
                    <a:pt x="2787" y="35903"/>
                  </a:lnTo>
                  <a:lnTo>
                    <a:pt x="2989" y="36282"/>
                  </a:lnTo>
                  <a:lnTo>
                    <a:pt x="3198" y="36658"/>
                  </a:lnTo>
                  <a:lnTo>
                    <a:pt x="3413" y="37029"/>
                  </a:lnTo>
                  <a:lnTo>
                    <a:pt x="3635" y="37397"/>
                  </a:lnTo>
                  <a:lnTo>
                    <a:pt x="3863" y="37761"/>
                  </a:lnTo>
                  <a:lnTo>
                    <a:pt x="4098" y="38121"/>
                  </a:lnTo>
                  <a:lnTo>
                    <a:pt x="4338" y="38477"/>
                  </a:lnTo>
                  <a:lnTo>
                    <a:pt x="4585" y="38828"/>
                  </a:lnTo>
                  <a:lnTo>
                    <a:pt x="4838" y="39175"/>
                  </a:lnTo>
                  <a:lnTo>
                    <a:pt x="5097" y="39518"/>
                  </a:lnTo>
                  <a:lnTo>
                    <a:pt x="5363" y="39856"/>
                  </a:lnTo>
                  <a:lnTo>
                    <a:pt x="5633" y="40189"/>
                  </a:lnTo>
                  <a:lnTo>
                    <a:pt x="5910" y="40518"/>
                  </a:lnTo>
                  <a:lnTo>
                    <a:pt x="6193" y="40841"/>
                  </a:lnTo>
                  <a:lnTo>
                    <a:pt x="6481" y="41160"/>
                  </a:lnTo>
                  <a:lnTo>
                    <a:pt x="6774" y="41473"/>
                  </a:lnTo>
                  <a:lnTo>
                    <a:pt x="7073" y="41782"/>
                  </a:lnTo>
                  <a:lnTo>
                    <a:pt x="7378" y="42085"/>
                  </a:lnTo>
                  <a:lnTo>
                    <a:pt x="7687" y="42382"/>
                  </a:lnTo>
                  <a:lnTo>
                    <a:pt x="8002" y="42675"/>
                  </a:lnTo>
                  <a:lnTo>
                    <a:pt x="8322" y="42961"/>
                  </a:lnTo>
                  <a:lnTo>
                    <a:pt x="8647" y="43242"/>
                  </a:lnTo>
                  <a:lnTo>
                    <a:pt x="8977" y="43518"/>
                  </a:lnTo>
                  <a:lnTo>
                    <a:pt x="9311" y="43787"/>
                  </a:lnTo>
                  <a:lnTo>
                    <a:pt x="9650" y="44051"/>
                  </a:lnTo>
                  <a:lnTo>
                    <a:pt x="9994" y="44308"/>
                  </a:lnTo>
                  <a:lnTo>
                    <a:pt x="10342" y="44560"/>
                  </a:lnTo>
                  <a:lnTo>
                    <a:pt x="10695" y="44805"/>
                  </a:lnTo>
                  <a:lnTo>
                    <a:pt x="11051" y="45045"/>
                  </a:lnTo>
                  <a:lnTo>
                    <a:pt x="11412" y="45278"/>
                  </a:lnTo>
                  <a:lnTo>
                    <a:pt x="11777" y="45504"/>
                  </a:lnTo>
                  <a:lnTo>
                    <a:pt x="12146" y="45724"/>
                  </a:lnTo>
                  <a:lnTo>
                    <a:pt x="12519" y="45938"/>
                  </a:lnTo>
                  <a:lnTo>
                    <a:pt x="12895" y="46145"/>
                  </a:lnTo>
                  <a:lnTo>
                    <a:pt x="13275" y="46346"/>
                  </a:lnTo>
                  <a:lnTo>
                    <a:pt x="13658" y="46539"/>
                  </a:lnTo>
                  <a:lnTo>
                    <a:pt x="14045" y="46727"/>
                  </a:lnTo>
                  <a:lnTo>
                    <a:pt x="14435" y="46907"/>
                  </a:lnTo>
                  <a:lnTo>
                    <a:pt x="14828" y="47080"/>
                  </a:lnTo>
                  <a:lnTo>
                    <a:pt x="15224" y="47247"/>
                  </a:lnTo>
                  <a:lnTo>
                    <a:pt x="15622" y="47406"/>
                  </a:lnTo>
                  <a:lnTo>
                    <a:pt x="16024" y="47559"/>
                  </a:lnTo>
                  <a:lnTo>
                    <a:pt x="16428" y="47705"/>
                  </a:lnTo>
                  <a:lnTo>
                    <a:pt x="16835" y="47843"/>
                  </a:lnTo>
                  <a:lnTo>
                    <a:pt x="17244" y="47974"/>
                  </a:lnTo>
                  <a:lnTo>
                    <a:pt x="17655" y="48098"/>
                  </a:lnTo>
                  <a:lnTo>
                    <a:pt x="18068" y="48215"/>
                  </a:lnTo>
                  <a:lnTo>
                    <a:pt x="18483" y="48325"/>
                  </a:lnTo>
                  <a:lnTo>
                    <a:pt x="18901" y="48427"/>
                  </a:lnTo>
                  <a:lnTo>
                    <a:pt x="19319" y="48522"/>
                  </a:lnTo>
                  <a:lnTo>
                    <a:pt x="19740" y="48610"/>
                  </a:lnTo>
                  <a:lnTo>
                    <a:pt x="20162" y="48690"/>
                  </a:lnTo>
                  <a:lnTo>
                    <a:pt x="20585" y="48763"/>
                  </a:lnTo>
                  <a:lnTo>
                    <a:pt x="21010" y="48829"/>
                  </a:lnTo>
                  <a:lnTo>
                    <a:pt x="21435" y="48887"/>
                  </a:lnTo>
                  <a:lnTo>
                    <a:pt x="21862" y="48938"/>
                  </a:lnTo>
                  <a:lnTo>
                    <a:pt x="22289" y="48981"/>
                  </a:lnTo>
                  <a:lnTo>
                    <a:pt x="22717" y="49016"/>
                  </a:lnTo>
                  <a:lnTo>
                    <a:pt x="23146" y="49045"/>
                  </a:lnTo>
                  <a:lnTo>
                    <a:pt x="23575" y="49065"/>
                  </a:lnTo>
                  <a:lnTo>
                    <a:pt x="24004" y="49078"/>
                  </a:lnTo>
                  <a:lnTo>
                    <a:pt x="24434" y="49084"/>
                  </a:lnTo>
                  <a:lnTo>
                    <a:pt x="24863" y="49082"/>
                  </a:lnTo>
                  <a:lnTo>
                    <a:pt x="25293" y="49073"/>
                  </a:lnTo>
                  <a:lnTo>
                    <a:pt x="25722" y="49056"/>
                  </a:lnTo>
                  <a:lnTo>
                    <a:pt x="26151" y="49032"/>
                  </a:lnTo>
                  <a:lnTo>
                    <a:pt x="26579" y="49000"/>
                  </a:lnTo>
                  <a:lnTo>
                    <a:pt x="27007" y="48960"/>
                  </a:lnTo>
                  <a:lnTo>
                    <a:pt x="27434" y="48913"/>
                  </a:lnTo>
                  <a:lnTo>
                    <a:pt x="27860" y="48859"/>
                  </a:lnTo>
                  <a:lnTo>
                    <a:pt x="28285" y="48797"/>
                  </a:lnTo>
                  <a:lnTo>
                    <a:pt x="28709" y="48728"/>
                  </a:lnTo>
                  <a:lnTo>
                    <a:pt x="29131" y="48651"/>
                  </a:lnTo>
                  <a:lnTo>
                    <a:pt x="29553" y="48567"/>
                  </a:lnTo>
                  <a:lnTo>
                    <a:pt x="29972" y="48476"/>
                  </a:lnTo>
                  <a:lnTo>
                    <a:pt x="30390" y="48377"/>
                  </a:lnTo>
                  <a:lnTo>
                    <a:pt x="30807" y="48271"/>
                  </a:lnTo>
                  <a:lnTo>
                    <a:pt x="31221" y="48158"/>
                  </a:lnTo>
                  <a:lnTo>
                    <a:pt x="31633" y="48037"/>
                  </a:lnTo>
                  <a:lnTo>
                    <a:pt x="32043" y="47910"/>
                  </a:lnTo>
                  <a:lnTo>
                    <a:pt x="32451" y="47775"/>
                  </a:lnTo>
                  <a:lnTo>
                    <a:pt x="32857" y="47633"/>
                  </a:lnTo>
                  <a:lnTo>
                    <a:pt x="33259" y="47484"/>
                  </a:lnTo>
                  <a:lnTo>
                    <a:pt x="33660" y="47328"/>
                  </a:lnTo>
                  <a:lnTo>
                    <a:pt x="34057" y="47164"/>
                  </a:lnTo>
                  <a:lnTo>
                    <a:pt x="34451" y="46994"/>
                  </a:lnTo>
                  <a:lnTo>
                    <a:pt x="34843" y="46818"/>
                  </a:lnTo>
                  <a:lnTo>
                    <a:pt x="35231" y="46634"/>
                  </a:lnTo>
                  <a:lnTo>
                    <a:pt x="35616" y="46443"/>
                  </a:lnTo>
                  <a:lnTo>
                    <a:pt x="35998" y="46246"/>
                  </a:lnTo>
                  <a:lnTo>
                    <a:pt x="36376" y="46042"/>
                  </a:lnTo>
                  <a:lnTo>
                    <a:pt x="36750" y="45832"/>
                  </a:lnTo>
                  <a:lnTo>
                    <a:pt x="37121" y="45615"/>
                  </a:lnTo>
                  <a:lnTo>
                    <a:pt x="37488" y="45392"/>
                  </a:lnTo>
                  <a:lnTo>
                    <a:pt x="37851" y="45162"/>
                  </a:lnTo>
                  <a:lnTo>
                    <a:pt x="38210" y="44926"/>
                  </a:lnTo>
                  <a:lnTo>
                    <a:pt x="38564" y="44683"/>
                  </a:lnTo>
                  <a:lnTo>
                    <a:pt x="38915" y="44435"/>
                  </a:lnTo>
                  <a:lnTo>
                    <a:pt x="39261" y="44180"/>
                  </a:lnTo>
                  <a:lnTo>
                    <a:pt x="39602" y="43920"/>
                  </a:lnTo>
                  <a:lnTo>
                    <a:pt x="39939" y="43653"/>
                  </a:lnTo>
                  <a:lnTo>
                    <a:pt x="40271" y="43381"/>
                  </a:lnTo>
                  <a:lnTo>
                    <a:pt x="40598" y="43103"/>
                  </a:lnTo>
                  <a:lnTo>
                    <a:pt x="40921" y="42819"/>
                  </a:lnTo>
                  <a:lnTo>
                    <a:pt x="41238" y="42529"/>
                  </a:lnTo>
                  <a:lnTo>
                    <a:pt x="41550" y="42234"/>
                  </a:lnTo>
                  <a:lnTo>
                    <a:pt x="41857" y="41934"/>
                  </a:lnTo>
                  <a:lnTo>
                    <a:pt x="42159" y="41628"/>
                  </a:lnTo>
                  <a:lnTo>
                    <a:pt x="42455" y="41317"/>
                  </a:lnTo>
                  <a:lnTo>
                    <a:pt x="42746" y="41001"/>
                  </a:lnTo>
                  <a:lnTo>
                    <a:pt x="43031" y="40680"/>
                  </a:lnTo>
                  <a:lnTo>
                    <a:pt x="43311" y="40354"/>
                  </a:lnTo>
                  <a:lnTo>
                    <a:pt x="43585" y="40023"/>
                  </a:lnTo>
                  <a:lnTo>
                    <a:pt x="43853" y="39687"/>
                  </a:lnTo>
                  <a:lnTo>
                    <a:pt x="44115" y="39347"/>
                  </a:lnTo>
                  <a:lnTo>
                    <a:pt x="44371" y="39002"/>
                  </a:lnTo>
                  <a:lnTo>
                    <a:pt x="44621" y="38653"/>
                  </a:lnTo>
                  <a:lnTo>
                    <a:pt x="44865" y="38299"/>
                  </a:lnTo>
                  <a:lnTo>
                    <a:pt x="45103" y="37942"/>
                  </a:lnTo>
                  <a:lnTo>
                    <a:pt x="45334" y="37580"/>
                  </a:lnTo>
                  <a:lnTo>
                    <a:pt x="45559" y="37214"/>
                  </a:lnTo>
                  <a:lnTo>
                    <a:pt x="45778" y="36844"/>
                  </a:lnTo>
                  <a:lnTo>
                    <a:pt x="45990" y="36471"/>
                  </a:lnTo>
                  <a:lnTo>
                    <a:pt x="46195" y="36093"/>
                  </a:lnTo>
                  <a:lnTo>
                    <a:pt x="46394" y="35713"/>
                  </a:lnTo>
                  <a:lnTo>
                    <a:pt x="46586" y="35328"/>
                  </a:lnTo>
                  <a:lnTo>
                    <a:pt x="46772" y="34941"/>
                  </a:lnTo>
                  <a:lnTo>
                    <a:pt x="46950" y="34550"/>
                  </a:lnTo>
                  <a:lnTo>
                    <a:pt x="47122" y="34157"/>
                  </a:lnTo>
                  <a:lnTo>
                    <a:pt x="47287" y="33760"/>
                  </a:lnTo>
                  <a:lnTo>
                    <a:pt x="47445" y="33360"/>
                  </a:lnTo>
                  <a:lnTo>
                    <a:pt x="47595" y="32958"/>
                  </a:lnTo>
                  <a:lnTo>
                    <a:pt x="47739" y="32554"/>
                  </a:lnTo>
                  <a:lnTo>
                    <a:pt x="47876" y="32146"/>
                  </a:lnTo>
                  <a:lnTo>
                    <a:pt x="48005" y="31737"/>
                  </a:lnTo>
                  <a:lnTo>
                    <a:pt x="48128" y="31325"/>
                  </a:lnTo>
                  <a:lnTo>
                    <a:pt x="48243" y="30911"/>
                  </a:lnTo>
                  <a:lnTo>
                    <a:pt x="48351" y="30495"/>
                  </a:lnTo>
                  <a:lnTo>
                    <a:pt x="48451" y="30078"/>
                  </a:lnTo>
                  <a:lnTo>
                    <a:pt x="48544" y="29658"/>
                  </a:lnTo>
                  <a:lnTo>
                    <a:pt x="48630" y="29238"/>
                  </a:lnTo>
                  <a:lnTo>
                    <a:pt x="48709" y="28815"/>
                  </a:lnTo>
                  <a:lnTo>
                    <a:pt x="48780" y="28392"/>
                  </a:lnTo>
                  <a:lnTo>
                    <a:pt x="48843" y="27967"/>
                  </a:lnTo>
                  <a:lnTo>
                    <a:pt x="48900" y="27541"/>
                  </a:lnTo>
                  <a:lnTo>
                    <a:pt x="48948" y="27114"/>
                  </a:lnTo>
                  <a:lnTo>
                    <a:pt x="48990" y="26687"/>
                  </a:lnTo>
                  <a:lnTo>
                    <a:pt x="49024" y="26259"/>
                  </a:lnTo>
                  <a:lnTo>
                    <a:pt x="49050" y="25830"/>
                  </a:lnTo>
                  <a:lnTo>
                    <a:pt x="49069" y="25401"/>
                  </a:lnTo>
                  <a:lnTo>
                    <a:pt x="49080" y="24971"/>
                  </a:lnTo>
                  <a:lnTo>
                    <a:pt x="49084" y="24542"/>
                  </a:lnTo>
                </a:path>
              </a:pathLst>
            </a:custGeom>
            <a:ln w="13550" cap="flat">
              <a:solidFill>
                <a:srgbClr val="7FC5D8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546" name="pl546"/>
            <p:cNvSpPr/>
            <p:nvPr/>
          </p:nvSpPr>
          <p:spPr>
            <a:xfrm>
              <a:off x="7438628" y="3759298"/>
              <a:ext cx="269962" cy="269965"/>
            </a:xfrm>
            <a:custGeom>
              <a:avLst/>
              <a:pathLst>
                <a:path w="269962" h="269965">
                  <a:moveTo>
                    <a:pt x="269962" y="134982"/>
                  </a:moveTo>
                  <a:lnTo>
                    <a:pt x="269942" y="132620"/>
                  </a:lnTo>
                  <a:lnTo>
                    <a:pt x="269880" y="130258"/>
                  </a:lnTo>
                  <a:lnTo>
                    <a:pt x="269776" y="127898"/>
                  </a:lnTo>
                  <a:lnTo>
                    <a:pt x="269632" y="125540"/>
                  </a:lnTo>
                  <a:lnTo>
                    <a:pt x="269446" y="123185"/>
                  </a:lnTo>
                  <a:lnTo>
                    <a:pt x="269219" y="120833"/>
                  </a:lnTo>
                  <a:lnTo>
                    <a:pt x="268951" y="118486"/>
                  </a:lnTo>
                  <a:lnTo>
                    <a:pt x="268641" y="116144"/>
                  </a:lnTo>
                  <a:lnTo>
                    <a:pt x="268291" y="113808"/>
                  </a:lnTo>
                  <a:lnTo>
                    <a:pt x="267900" y="111478"/>
                  </a:lnTo>
                  <a:lnTo>
                    <a:pt x="267468" y="109155"/>
                  </a:lnTo>
                  <a:lnTo>
                    <a:pt x="266996" y="106840"/>
                  </a:lnTo>
                  <a:lnTo>
                    <a:pt x="266483" y="104534"/>
                  </a:lnTo>
                  <a:lnTo>
                    <a:pt x="265930" y="102237"/>
                  </a:lnTo>
                  <a:lnTo>
                    <a:pt x="265337" y="99951"/>
                  </a:lnTo>
                  <a:lnTo>
                    <a:pt x="264704" y="97675"/>
                  </a:lnTo>
                  <a:lnTo>
                    <a:pt x="264031" y="95410"/>
                  </a:lnTo>
                  <a:lnTo>
                    <a:pt x="263319" y="93158"/>
                  </a:lnTo>
                  <a:lnTo>
                    <a:pt x="262568" y="90918"/>
                  </a:lnTo>
                  <a:lnTo>
                    <a:pt x="261777" y="88692"/>
                  </a:lnTo>
                  <a:lnTo>
                    <a:pt x="260947" y="86480"/>
                  </a:lnTo>
                  <a:lnTo>
                    <a:pt x="260079" y="84282"/>
                  </a:lnTo>
                  <a:lnTo>
                    <a:pt x="259173" y="82101"/>
                  </a:lnTo>
                  <a:lnTo>
                    <a:pt x="258228" y="79935"/>
                  </a:lnTo>
                  <a:lnTo>
                    <a:pt x="257246" y="77787"/>
                  </a:lnTo>
                  <a:lnTo>
                    <a:pt x="256226" y="75656"/>
                  </a:lnTo>
                  <a:lnTo>
                    <a:pt x="255169" y="73543"/>
                  </a:lnTo>
                  <a:lnTo>
                    <a:pt x="254076" y="71449"/>
                  </a:lnTo>
                  <a:lnTo>
                    <a:pt x="252946" y="69374"/>
                  </a:lnTo>
                  <a:lnTo>
                    <a:pt x="251779" y="67320"/>
                  </a:lnTo>
                  <a:lnTo>
                    <a:pt x="250577" y="65286"/>
                  </a:lnTo>
                  <a:lnTo>
                    <a:pt x="249340" y="63274"/>
                  </a:lnTo>
                  <a:lnTo>
                    <a:pt x="248067" y="61283"/>
                  </a:lnTo>
                  <a:lnTo>
                    <a:pt x="246760" y="59315"/>
                  </a:lnTo>
                  <a:lnTo>
                    <a:pt x="245419" y="57371"/>
                  </a:lnTo>
                  <a:lnTo>
                    <a:pt x="244044" y="55450"/>
                  </a:lnTo>
                  <a:lnTo>
                    <a:pt x="242635" y="53553"/>
                  </a:lnTo>
                  <a:lnTo>
                    <a:pt x="241193" y="51681"/>
                  </a:lnTo>
                  <a:lnTo>
                    <a:pt x="239719" y="49835"/>
                  </a:lnTo>
                  <a:lnTo>
                    <a:pt x="238213" y="48015"/>
                  </a:lnTo>
                  <a:lnTo>
                    <a:pt x="236675" y="46222"/>
                  </a:lnTo>
                  <a:lnTo>
                    <a:pt x="235106" y="44456"/>
                  </a:lnTo>
                  <a:lnTo>
                    <a:pt x="233507" y="42717"/>
                  </a:lnTo>
                  <a:lnTo>
                    <a:pt x="231877" y="41007"/>
                  </a:lnTo>
                  <a:lnTo>
                    <a:pt x="230217" y="39326"/>
                  </a:lnTo>
                  <a:lnTo>
                    <a:pt x="228529" y="37673"/>
                  </a:lnTo>
                  <a:lnTo>
                    <a:pt x="226811" y="36051"/>
                  </a:lnTo>
                  <a:lnTo>
                    <a:pt x="225066" y="34459"/>
                  </a:lnTo>
                  <a:lnTo>
                    <a:pt x="223293" y="32898"/>
                  </a:lnTo>
                  <a:lnTo>
                    <a:pt x="221493" y="31368"/>
                  </a:lnTo>
                  <a:lnTo>
                    <a:pt x="219666" y="29870"/>
                  </a:lnTo>
                  <a:lnTo>
                    <a:pt x="217814" y="28404"/>
                  </a:lnTo>
                  <a:lnTo>
                    <a:pt x="215936" y="26970"/>
                  </a:lnTo>
                  <a:lnTo>
                    <a:pt x="214033" y="25570"/>
                  </a:lnTo>
                  <a:lnTo>
                    <a:pt x="212106" y="24203"/>
                  </a:lnTo>
                  <a:lnTo>
                    <a:pt x="210155" y="22870"/>
                  </a:lnTo>
                  <a:lnTo>
                    <a:pt x="208182" y="21572"/>
                  </a:lnTo>
                  <a:lnTo>
                    <a:pt x="206186" y="20308"/>
                  </a:lnTo>
                  <a:lnTo>
                    <a:pt x="204168" y="19079"/>
                  </a:lnTo>
                  <a:lnTo>
                    <a:pt x="202129" y="17886"/>
                  </a:lnTo>
                  <a:lnTo>
                    <a:pt x="200069" y="16729"/>
                  </a:lnTo>
                  <a:lnTo>
                    <a:pt x="197990" y="15608"/>
                  </a:lnTo>
                  <a:lnTo>
                    <a:pt x="195891" y="14523"/>
                  </a:lnTo>
                  <a:lnTo>
                    <a:pt x="193774" y="13476"/>
                  </a:lnTo>
                  <a:lnTo>
                    <a:pt x="191638" y="12465"/>
                  </a:lnTo>
                  <a:lnTo>
                    <a:pt x="189485" y="11493"/>
                  </a:lnTo>
                  <a:lnTo>
                    <a:pt x="187316" y="10558"/>
                  </a:lnTo>
                  <a:lnTo>
                    <a:pt x="185130" y="9661"/>
                  </a:lnTo>
                  <a:lnTo>
                    <a:pt x="182929" y="8802"/>
                  </a:lnTo>
                  <a:lnTo>
                    <a:pt x="180714" y="7982"/>
                  </a:lnTo>
                  <a:lnTo>
                    <a:pt x="178484" y="7201"/>
                  </a:lnTo>
                  <a:lnTo>
                    <a:pt x="176241" y="6460"/>
                  </a:lnTo>
                  <a:lnTo>
                    <a:pt x="173985" y="5757"/>
                  </a:lnTo>
                  <a:lnTo>
                    <a:pt x="171718" y="5094"/>
                  </a:lnTo>
                  <a:lnTo>
                    <a:pt x="169439" y="4471"/>
                  </a:lnTo>
                  <a:lnTo>
                    <a:pt x="167150" y="3888"/>
                  </a:lnTo>
                  <a:lnTo>
                    <a:pt x="164851" y="3345"/>
                  </a:lnTo>
                  <a:lnTo>
                    <a:pt x="162542" y="2842"/>
                  </a:lnTo>
                  <a:lnTo>
                    <a:pt x="160225" y="2380"/>
                  </a:lnTo>
                  <a:lnTo>
                    <a:pt x="157901" y="1959"/>
                  </a:lnTo>
                  <a:lnTo>
                    <a:pt x="155569" y="1578"/>
                  </a:lnTo>
                  <a:lnTo>
                    <a:pt x="153231" y="1238"/>
                  </a:lnTo>
                  <a:lnTo>
                    <a:pt x="150888" y="939"/>
                  </a:lnTo>
                  <a:lnTo>
                    <a:pt x="148540" y="681"/>
                  </a:lnTo>
                  <a:lnTo>
                    <a:pt x="146187" y="464"/>
                  </a:lnTo>
                  <a:lnTo>
                    <a:pt x="143831" y="289"/>
                  </a:lnTo>
                  <a:lnTo>
                    <a:pt x="141473" y="155"/>
                  </a:lnTo>
                  <a:lnTo>
                    <a:pt x="139112" y="62"/>
                  </a:lnTo>
                  <a:lnTo>
                    <a:pt x="136750" y="10"/>
                  </a:lnTo>
                  <a:lnTo>
                    <a:pt x="134388" y="0"/>
                  </a:lnTo>
                  <a:lnTo>
                    <a:pt x="132025" y="31"/>
                  </a:lnTo>
                  <a:lnTo>
                    <a:pt x="129664" y="103"/>
                  </a:lnTo>
                  <a:lnTo>
                    <a:pt x="127304" y="217"/>
                  </a:lnTo>
                  <a:lnTo>
                    <a:pt x="124947" y="371"/>
                  </a:lnTo>
                  <a:lnTo>
                    <a:pt x="122593" y="568"/>
                  </a:lnTo>
                  <a:lnTo>
                    <a:pt x="120242" y="805"/>
                  </a:lnTo>
                  <a:lnTo>
                    <a:pt x="117896" y="1083"/>
                  </a:lnTo>
                  <a:lnTo>
                    <a:pt x="115556" y="1403"/>
                  </a:lnTo>
                  <a:lnTo>
                    <a:pt x="113221" y="1763"/>
                  </a:lnTo>
                  <a:lnTo>
                    <a:pt x="110893" y="2164"/>
                  </a:lnTo>
                  <a:lnTo>
                    <a:pt x="108572" y="2606"/>
                  </a:lnTo>
                  <a:lnTo>
                    <a:pt x="106259" y="3089"/>
                  </a:lnTo>
                  <a:lnTo>
                    <a:pt x="103955" y="3612"/>
                  </a:lnTo>
                  <a:lnTo>
                    <a:pt x="101661" y="4175"/>
                  </a:lnTo>
                  <a:lnTo>
                    <a:pt x="99377" y="4778"/>
                  </a:lnTo>
                  <a:lnTo>
                    <a:pt x="97104" y="5421"/>
                  </a:lnTo>
                  <a:lnTo>
                    <a:pt x="94842" y="6103"/>
                  </a:lnTo>
                  <a:lnTo>
                    <a:pt x="92592" y="6826"/>
                  </a:lnTo>
                  <a:lnTo>
                    <a:pt x="90356" y="7587"/>
                  </a:lnTo>
                  <a:lnTo>
                    <a:pt x="88133" y="8387"/>
                  </a:lnTo>
                  <a:lnTo>
                    <a:pt x="85925" y="9227"/>
                  </a:lnTo>
                  <a:lnTo>
                    <a:pt x="83732" y="10104"/>
                  </a:lnTo>
                  <a:lnTo>
                    <a:pt x="81554" y="11020"/>
                  </a:lnTo>
                  <a:lnTo>
                    <a:pt x="79393" y="11974"/>
                  </a:lnTo>
                  <a:lnTo>
                    <a:pt x="77249" y="12966"/>
                  </a:lnTo>
                  <a:lnTo>
                    <a:pt x="75122" y="13995"/>
                  </a:lnTo>
                  <a:lnTo>
                    <a:pt x="73014" y="15061"/>
                  </a:lnTo>
                  <a:lnTo>
                    <a:pt x="70924" y="16164"/>
                  </a:lnTo>
                  <a:lnTo>
                    <a:pt x="68855" y="17303"/>
                  </a:lnTo>
                  <a:lnTo>
                    <a:pt x="66805" y="18478"/>
                  </a:lnTo>
                  <a:lnTo>
                    <a:pt x="64777" y="19689"/>
                  </a:lnTo>
                  <a:lnTo>
                    <a:pt x="62770" y="20936"/>
                  </a:lnTo>
                  <a:lnTo>
                    <a:pt x="60785" y="22217"/>
                  </a:lnTo>
                  <a:lnTo>
                    <a:pt x="58823" y="23532"/>
                  </a:lnTo>
                  <a:lnTo>
                    <a:pt x="56884" y="24882"/>
                  </a:lnTo>
                  <a:lnTo>
                    <a:pt x="54969" y="26266"/>
                  </a:lnTo>
                  <a:lnTo>
                    <a:pt x="53079" y="27683"/>
                  </a:lnTo>
                  <a:lnTo>
                    <a:pt x="51214" y="29133"/>
                  </a:lnTo>
                  <a:lnTo>
                    <a:pt x="49374" y="30615"/>
                  </a:lnTo>
                  <a:lnTo>
                    <a:pt x="47560" y="32129"/>
                  </a:lnTo>
                  <a:lnTo>
                    <a:pt x="45774" y="33675"/>
                  </a:lnTo>
                  <a:lnTo>
                    <a:pt x="44015" y="35251"/>
                  </a:lnTo>
                  <a:lnTo>
                    <a:pt x="42283" y="36858"/>
                  </a:lnTo>
                  <a:lnTo>
                    <a:pt x="40580" y="38496"/>
                  </a:lnTo>
                  <a:lnTo>
                    <a:pt x="38906" y="40163"/>
                  </a:lnTo>
                  <a:lnTo>
                    <a:pt x="37261" y="41858"/>
                  </a:lnTo>
                  <a:lnTo>
                    <a:pt x="35646" y="43583"/>
                  </a:lnTo>
                  <a:lnTo>
                    <a:pt x="34062" y="45335"/>
                  </a:lnTo>
                  <a:lnTo>
                    <a:pt x="32508" y="47115"/>
                  </a:lnTo>
                  <a:lnTo>
                    <a:pt x="30986" y="48922"/>
                  </a:lnTo>
                  <a:lnTo>
                    <a:pt x="29496" y="50755"/>
                  </a:lnTo>
                  <a:lnTo>
                    <a:pt x="28038" y="52614"/>
                  </a:lnTo>
                  <a:lnTo>
                    <a:pt x="26613" y="54498"/>
                  </a:lnTo>
                  <a:lnTo>
                    <a:pt x="25221" y="56407"/>
                  </a:lnTo>
                  <a:lnTo>
                    <a:pt x="23863" y="58340"/>
                  </a:lnTo>
                  <a:lnTo>
                    <a:pt x="22539" y="60296"/>
                  </a:lnTo>
                  <a:lnTo>
                    <a:pt x="21249" y="62276"/>
                  </a:lnTo>
                  <a:lnTo>
                    <a:pt x="19994" y="64277"/>
                  </a:lnTo>
                  <a:lnTo>
                    <a:pt x="18774" y="66300"/>
                  </a:lnTo>
                  <a:lnTo>
                    <a:pt x="17590" y="68344"/>
                  </a:lnTo>
                  <a:lnTo>
                    <a:pt x="16441" y="70409"/>
                  </a:lnTo>
                  <a:lnTo>
                    <a:pt x="15329" y="72493"/>
                  </a:lnTo>
                  <a:lnTo>
                    <a:pt x="14254" y="74597"/>
                  </a:lnTo>
                  <a:lnTo>
                    <a:pt x="13216" y="76719"/>
                  </a:lnTo>
                  <a:lnTo>
                    <a:pt x="12215" y="78859"/>
                  </a:lnTo>
                  <a:lnTo>
                    <a:pt x="11251" y="81016"/>
                  </a:lnTo>
                  <a:lnTo>
                    <a:pt x="10326" y="83190"/>
                  </a:lnTo>
                  <a:lnTo>
                    <a:pt x="9439" y="85379"/>
                  </a:lnTo>
                  <a:lnTo>
                    <a:pt x="8590" y="87584"/>
                  </a:lnTo>
                  <a:lnTo>
                    <a:pt x="7780" y="89803"/>
                  </a:lnTo>
                  <a:lnTo>
                    <a:pt x="7008" y="92036"/>
                  </a:lnTo>
                  <a:lnTo>
                    <a:pt x="6276" y="94282"/>
                  </a:lnTo>
                  <a:lnTo>
                    <a:pt x="5584" y="96541"/>
                  </a:lnTo>
                  <a:lnTo>
                    <a:pt x="4931" y="98811"/>
                  </a:lnTo>
                  <a:lnTo>
                    <a:pt x="4318" y="101093"/>
                  </a:lnTo>
                  <a:lnTo>
                    <a:pt x="3745" y="103385"/>
                  </a:lnTo>
                  <a:lnTo>
                    <a:pt x="3212" y="105686"/>
                  </a:lnTo>
                  <a:lnTo>
                    <a:pt x="2719" y="107997"/>
                  </a:lnTo>
                  <a:lnTo>
                    <a:pt x="2267" y="110316"/>
                  </a:lnTo>
                  <a:lnTo>
                    <a:pt x="1856" y="112642"/>
                  </a:lnTo>
                  <a:lnTo>
                    <a:pt x="1485" y="114975"/>
                  </a:lnTo>
                  <a:lnTo>
                    <a:pt x="1156" y="117314"/>
                  </a:lnTo>
                  <a:lnTo>
                    <a:pt x="867" y="119659"/>
                  </a:lnTo>
                  <a:lnTo>
                    <a:pt x="619" y="122009"/>
                  </a:lnTo>
                  <a:lnTo>
                    <a:pt x="413" y="124362"/>
                  </a:lnTo>
                  <a:lnTo>
                    <a:pt x="248" y="126719"/>
                  </a:lnTo>
                  <a:lnTo>
                    <a:pt x="124" y="129078"/>
                  </a:lnTo>
                  <a:lnTo>
                    <a:pt x="41" y="131439"/>
                  </a:lnTo>
                  <a:lnTo>
                    <a:pt x="0" y="133801"/>
                  </a:lnTo>
                  <a:lnTo>
                    <a:pt x="0" y="136163"/>
                  </a:lnTo>
                  <a:lnTo>
                    <a:pt x="41" y="138525"/>
                  </a:lnTo>
                  <a:lnTo>
                    <a:pt x="124" y="140886"/>
                  </a:lnTo>
                  <a:lnTo>
                    <a:pt x="248" y="143246"/>
                  </a:lnTo>
                  <a:lnTo>
                    <a:pt x="413" y="145602"/>
                  </a:lnTo>
                  <a:lnTo>
                    <a:pt x="619" y="147956"/>
                  </a:lnTo>
                  <a:lnTo>
                    <a:pt x="867" y="150305"/>
                  </a:lnTo>
                  <a:lnTo>
                    <a:pt x="1156" y="152650"/>
                  </a:lnTo>
                  <a:lnTo>
                    <a:pt x="1485" y="154989"/>
                  </a:lnTo>
                  <a:lnTo>
                    <a:pt x="1856" y="157322"/>
                  </a:lnTo>
                  <a:lnTo>
                    <a:pt x="2267" y="159649"/>
                  </a:lnTo>
                  <a:lnTo>
                    <a:pt x="2719" y="161968"/>
                  </a:lnTo>
                  <a:lnTo>
                    <a:pt x="3212" y="164278"/>
                  </a:lnTo>
                  <a:lnTo>
                    <a:pt x="3745" y="166580"/>
                  </a:lnTo>
                  <a:lnTo>
                    <a:pt x="4318" y="168872"/>
                  </a:lnTo>
                  <a:lnTo>
                    <a:pt x="4931" y="171153"/>
                  </a:lnTo>
                  <a:lnTo>
                    <a:pt x="5584" y="173424"/>
                  </a:lnTo>
                  <a:lnTo>
                    <a:pt x="6276" y="175682"/>
                  </a:lnTo>
                  <a:lnTo>
                    <a:pt x="7008" y="177928"/>
                  </a:lnTo>
                  <a:lnTo>
                    <a:pt x="7780" y="180161"/>
                  </a:lnTo>
                  <a:lnTo>
                    <a:pt x="8590" y="182381"/>
                  </a:lnTo>
                  <a:lnTo>
                    <a:pt x="9439" y="184585"/>
                  </a:lnTo>
                  <a:lnTo>
                    <a:pt x="10326" y="186775"/>
                  </a:lnTo>
                  <a:lnTo>
                    <a:pt x="11251" y="188948"/>
                  </a:lnTo>
                  <a:lnTo>
                    <a:pt x="12215" y="191105"/>
                  </a:lnTo>
                  <a:lnTo>
                    <a:pt x="13216" y="193245"/>
                  </a:lnTo>
                  <a:lnTo>
                    <a:pt x="14254" y="195367"/>
                  </a:lnTo>
                  <a:lnTo>
                    <a:pt x="15329" y="197471"/>
                  </a:lnTo>
                  <a:lnTo>
                    <a:pt x="16441" y="199555"/>
                  </a:lnTo>
                  <a:lnTo>
                    <a:pt x="17590" y="201620"/>
                  </a:lnTo>
                  <a:lnTo>
                    <a:pt x="18774" y="203664"/>
                  </a:lnTo>
                  <a:lnTo>
                    <a:pt x="19994" y="205687"/>
                  </a:lnTo>
                  <a:lnTo>
                    <a:pt x="21249" y="207689"/>
                  </a:lnTo>
                  <a:lnTo>
                    <a:pt x="22539" y="209668"/>
                  </a:lnTo>
                  <a:lnTo>
                    <a:pt x="23863" y="211624"/>
                  </a:lnTo>
                  <a:lnTo>
                    <a:pt x="25221" y="213557"/>
                  </a:lnTo>
                  <a:lnTo>
                    <a:pt x="26613" y="215466"/>
                  </a:lnTo>
                  <a:lnTo>
                    <a:pt x="28038" y="217350"/>
                  </a:lnTo>
                  <a:lnTo>
                    <a:pt x="29496" y="219209"/>
                  </a:lnTo>
                  <a:lnTo>
                    <a:pt x="30986" y="221042"/>
                  </a:lnTo>
                  <a:lnTo>
                    <a:pt x="32508" y="222849"/>
                  </a:lnTo>
                  <a:lnTo>
                    <a:pt x="34062" y="224629"/>
                  </a:lnTo>
                  <a:lnTo>
                    <a:pt x="35646" y="226381"/>
                  </a:lnTo>
                  <a:lnTo>
                    <a:pt x="37261" y="228106"/>
                  </a:lnTo>
                  <a:lnTo>
                    <a:pt x="38906" y="229802"/>
                  </a:lnTo>
                  <a:lnTo>
                    <a:pt x="40580" y="231469"/>
                  </a:lnTo>
                  <a:lnTo>
                    <a:pt x="42283" y="233106"/>
                  </a:lnTo>
                  <a:lnTo>
                    <a:pt x="44015" y="234713"/>
                  </a:lnTo>
                  <a:lnTo>
                    <a:pt x="45774" y="236290"/>
                  </a:lnTo>
                  <a:lnTo>
                    <a:pt x="47560" y="237835"/>
                  </a:lnTo>
                  <a:lnTo>
                    <a:pt x="49374" y="239350"/>
                  </a:lnTo>
                  <a:lnTo>
                    <a:pt x="51214" y="240832"/>
                  </a:lnTo>
                  <a:lnTo>
                    <a:pt x="53079" y="242282"/>
                  </a:lnTo>
                  <a:lnTo>
                    <a:pt x="54969" y="243698"/>
                  </a:lnTo>
                  <a:lnTo>
                    <a:pt x="56884" y="245082"/>
                  </a:lnTo>
                  <a:lnTo>
                    <a:pt x="58823" y="246432"/>
                  </a:lnTo>
                  <a:lnTo>
                    <a:pt x="60785" y="247748"/>
                  </a:lnTo>
                  <a:lnTo>
                    <a:pt x="62770" y="249029"/>
                  </a:lnTo>
                  <a:lnTo>
                    <a:pt x="64777" y="250275"/>
                  </a:lnTo>
                  <a:lnTo>
                    <a:pt x="66805" y="251486"/>
                  </a:lnTo>
                  <a:lnTo>
                    <a:pt x="68855" y="252661"/>
                  </a:lnTo>
                  <a:lnTo>
                    <a:pt x="70924" y="253800"/>
                  </a:lnTo>
                  <a:lnTo>
                    <a:pt x="73014" y="254903"/>
                  </a:lnTo>
                  <a:lnTo>
                    <a:pt x="75122" y="255969"/>
                  </a:lnTo>
                  <a:lnTo>
                    <a:pt x="77249" y="256998"/>
                  </a:lnTo>
                  <a:lnTo>
                    <a:pt x="79393" y="257990"/>
                  </a:lnTo>
                  <a:lnTo>
                    <a:pt x="81554" y="258944"/>
                  </a:lnTo>
                  <a:lnTo>
                    <a:pt x="83732" y="259860"/>
                  </a:lnTo>
                  <a:lnTo>
                    <a:pt x="85925" y="260738"/>
                  </a:lnTo>
                  <a:lnTo>
                    <a:pt x="88133" y="261577"/>
                  </a:lnTo>
                  <a:lnTo>
                    <a:pt x="90356" y="262377"/>
                  </a:lnTo>
                  <a:lnTo>
                    <a:pt x="92592" y="263139"/>
                  </a:lnTo>
                  <a:lnTo>
                    <a:pt x="94842" y="263861"/>
                  </a:lnTo>
                  <a:lnTo>
                    <a:pt x="97104" y="264544"/>
                  </a:lnTo>
                  <a:lnTo>
                    <a:pt x="99377" y="265187"/>
                  </a:lnTo>
                  <a:lnTo>
                    <a:pt x="101661" y="265790"/>
                  </a:lnTo>
                  <a:lnTo>
                    <a:pt x="103955" y="266353"/>
                  </a:lnTo>
                  <a:lnTo>
                    <a:pt x="106259" y="266876"/>
                  </a:lnTo>
                  <a:lnTo>
                    <a:pt x="108572" y="267358"/>
                  </a:lnTo>
                  <a:lnTo>
                    <a:pt x="110893" y="267800"/>
                  </a:lnTo>
                  <a:lnTo>
                    <a:pt x="113221" y="268201"/>
                  </a:lnTo>
                  <a:lnTo>
                    <a:pt x="115556" y="268561"/>
                  </a:lnTo>
                  <a:lnTo>
                    <a:pt x="117896" y="268881"/>
                  </a:lnTo>
                  <a:lnTo>
                    <a:pt x="120242" y="269159"/>
                  </a:lnTo>
                  <a:lnTo>
                    <a:pt x="122593" y="269397"/>
                  </a:lnTo>
                  <a:lnTo>
                    <a:pt x="124947" y="269593"/>
                  </a:lnTo>
                  <a:lnTo>
                    <a:pt x="127304" y="269748"/>
                  </a:lnTo>
                  <a:lnTo>
                    <a:pt x="129664" y="269862"/>
                  </a:lnTo>
                  <a:lnTo>
                    <a:pt x="132025" y="269934"/>
                  </a:lnTo>
                  <a:lnTo>
                    <a:pt x="134388" y="269965"/>
                  </a:lnTo>
                  <a:lnTo>
                    <a:pt x="136750" y="269955"/>
                  </a:lnTo>
                  <a:lnTo>
                    <a:pt x="139112" y="269903"/>
                  </a:lnTo>
                  <a:lnTo>
                    <a:pt x="141473" y="269810"/>
                  </a:lnTo>
                  <a:lnTo>
                    <a:pt x="143831" y="269676"/>
                  </a:lnTo>
                  <a:lnTo>
                    <a:pt x="146187" y="269500"/>
                  </a:lnTo>
                  <a:lnTo>
                    <a:pt x="148540" y="269283"/>
                  </a:lnTo>
                  <a:lnTo>
                    <a:pt x="150888" y="269025"/>
                  </a:lnTo>
                  <a:lnTo>
                    <a:pt x="153231" y="268726"/>
                  </a:lnTo>
                  <a:lnTo>
                    <a:pt x="155569" y="268386"/>
                  </a:lnTo>
                  <a:lnTo>
                    <a:pt x="157901" y="268006"/>
                  </a:lnTo>
                  <a:lnTo>
                    <a:pt x="160225" y="267584"/>
                  </a:lnTo>
                  <a:lnTo>
                    <a:pt x="162542" y="267122"/>
                  </a:lnTo>
                  <a:lnTo>
                    <a:pt x="164851" y="266619"/>
                  </a:lnTo>
                  <a:lnTo>
                    <a:pt x="167150" y="266076"/>
                  </a:lnTo>
                  <a:lnTo>
                    <a:pt x="169439" y="265493"/>
                  </a:lnTo>
                  <a:lnTo>
                    <a:pt x="171718" y="264870"/>
                  </a:lnTo>
                  <a:lnTo>
                    <a:pt x="173985" y="264207"/>
                  </a:lnTo>
                  <a:lnTo>
                    <a:pt x="176241" y="263505"/>
                  </a:lnTo>
                  <a:lnTo>
                    <a:pt x="178484" y="262763"/>
                  </a:lnTo>
                  <a:lnTo>
                    <a:pt x="180714" y="261982"/>
                  </a:lnTo>
                  <a:lnTo>
                    <a:pt x="182929" y="261162"/>
                  </a:lnTo>
                  <a:lnTo>
                    <a:pt x="185130" y="260304"/>
                  </a:lnTo>
                  <a:lnTo>
                    <a:pt x="187316" y="259407"/>
                  </a:lnTo>
                  <a:lnTo>
                    <a:pt x="189485" y="258472"/>
                  </a:lnTo>
                  <a:lnTo>
                    <a:pt x="191638" y="257499"/>
                  </a:lnTo>
                  <a:lnTo>
                    <a:pt x="193774" y="256489"/>
                  </a:lnTo>
                  <a:lnTo>
                    <a:pt x="195891" y="255441"/>
                  </a:lnTo>
                  <a:lnTo>
                    <a:pt x="197990" y="254356"/>
                  </a:lnTo>
                  <a:lnTo>
                    <a:pt x="200069" y="253235"/>
                  </a:lnTo>
                  <a:lnTo>
                    <a:pt x="202129" y="252078"/>
                  </a:lnTo>
                  <a:lnTo>
                    <a:pt x="204168" y="250885"/>
                  </a:lnTo>
                  <a:lnTo>
                    <a:pt x="206186" y="249656"/>
                  </a:lnTo>
                  <a:lnTo>
                    <a:pt x="208182" y="248393"/>
                  </a:lnTo>
                  <a:lnTo>
                    <a:pt x="210155" y="247094"/>
                  </a:lnTo>
                  <a:lnTo>
                    <a:pt x="212106" y="245761"/>
                  </a:lnTo>
                  <a:lnTo>
                    <a:pt x="214033" y="244394"/>
                  </a:lnTo>
                  <a:lnTo>
                    <a:pt x="215936" y="242994"/>
                  </a:lnTo>
                  <a:lnTo>
                    <a:pt x="217814" y="241561"/>
                  </a:lnTo>
                  <a:lnTo>
                    <a:pt x="219666" y="240095"/>
                  </a:lnTo>
                  <a:lnTo>
                    <a:pt x="221493" y="238597"/>
                  </a:lnTo>
                  <a:lnTo>
                    <a:pt x="223293" y="237067"/>
                  </a:lnTo>
                  <a:lnTo>
                    <a:pt x="225066" y="235505"/>
                  </a:lnTo>
                  <a:lnTo>
                    <a:pt x="226811" y="233913"/>
                  </a:lnTo>
                  <a:lnTo>
                    <a:pt x="228529" y="232291"/>
                  </a:lnTo>
                  <a:lnTo>
                    <a:pt x="230217" y="230639"/>
                  </a:lnTo>
                  <a:lnTo>
                    <a:pt x="231877" y="228957"/>
                  </a:lnTo>
                  <a:lnTo>
                    <a:pt x="233507" y="227247"/>
                  </a:lnTo>
                  <a:lnTo>
                    <a:pt x="235106" y="225509"/>
                  </a:lnTo>
                  <a:lnTo>
                    <a:pt x="236675" y="223743"/>
                  </a:lnTo>
                  <a:lnTo>
                    <a:pt x="238213" y="221949"/>
                  </a:lnTo>
                  <a:lnTo>
                    <a:pt x="239719" y="220129"/>
                  </a:lnTo>
                  <a:lnTo>
                    <a:pt x="241193" y="218283"/>
                  </a:lnTo>
                  <a:lnTo>
                    <a:pt x="242635" y="216411"/>
                  </a:lnTo>
                  <a:lnTo>
                    <a:pt x="244044" y="214515"/>
                  </a:lnTo>
                  <a:lnTo>
                    <a:pt x="245419" y="212594"/>
                  </a:lnTo>
                  <a:lnTo>
                    <a:pt x="246760" y="210649"/>
                  </a:lnTo>
                  <a:lnTo>
                    <a:pt x="248067" y="208681"/>
                  </a:lnTo>
                  <a:lnTo>
                    <a:pt x="249340" y="206691"/>
                  </a:lnTo>
                  <a:lnTo>
                    <a:pt x="250577" y="204678"/>
                  </a:lnTo>
                  <a:lnTo>
                    <a:pt x="251779" y="202645"/>
                  </a:lnTo>
                  <a:lnTo>
                    <a:pt x="252946" y="200590"/>
                  </a:lnTo>
                  <a:lnTo>
                    <a:pt x="254076" y="198516"/>
                  </a:lnTo>
                  <a:lnTo>
                    <a:pt x="255169" y="196421"/>
                  </a:lnTo>
                  <a:lnTo>
                    <a:pt x="256226" y="194309"/>
                  </a:lnTo>
                  <a:lnTo>
                    <a:pt x="257246" y="192178"/>
                  </a:lnTo>
                  <a:lnTo>
                    <a:pt x="258228" y="190029"/>
                  </a:lnTo>
                  <a:lnTo>
                    <a:pt x="259173" y="187864"/>
                  </a:lnTo>
                  <a:lnTo>
                    <a:pt x="260079" y="185682"/>
                  </a:lnTo>
                  <a:lnTo>
                    <a:pt x="260947" y="183485"/>
                  </a:lnTo>
                  <a:lnTo>
                    <a:pt x="261777" y="181273"/>
                  </a:lnTo>
                  <a:lnTo>
                    <a:pt x="262568" y="179047"/>
                  </a:lnTo>
                  <a:lnTo>
                    <a:pt x="263319" y="176807"/>
                  </a:lnTo>
                  <a:lnTo>
                    <a:pt x="264031" y="174554"/>
                  </a:lnTo>
                  <a:lnTo>
                    <a:pt x="264704" y="172290"/>
                  </a:lnTo>
                  <a:lnTo>
                    <a:pt x="265337" y="170014"/>
                  </a:lnTo>
                  <a:lnTo>
                    <a:pt x="265930" y="167727"/>
                  </a:lnTo>
                  <a:lnTo>
                    <a:pt x="266483" y="165430"/>
                  </a:lnTo>
                  <a:lnTo>
                    <a:pt x="266996" y="163124"/>
                  </a:lnTo>
                  <a:lnTo>
                    <a:pt x="267468" y="160809"/>
                  </a:lnTo>
                  <a:lnTo>
                    <a:pt x="267900" y="158487"/>
                  </a:lnTo>
                  <a:lnTo>
                    <a:pt x="268291" y="156157"/>
                  </a:lnTo>
                  <a:lnTo>
                    <a:pt x="268641" y="153820"/>
                  </a:lnTo>
                  <a:lnTo>
                    <a:pt x="268951" y="151478"/>
                  </a:lnTo>
                  <a:lnTo>
                    <a:pt x="269219" y="149131"/>
                  </a:lnTo>
                  <a:lnTo>
                    <a:pt x="269446" y="146779"/>
                  </a:lnTo>
                  <a:lnTo>
                    <a:pt x="269632" y="144424"/>
                  </a:lnTo>
                  <a:lnTo>
                    <a:pt x="269776" y="142066"/>
                  </a:lnTo>
                  <a:lnTo>
                    <a:pt x="269880" y="139706"/>
                  </a:lnTo>
                  <a:lnTo>
                    <a:pt x="269942" y="137345"/>
                  </a:lnTo>
                  <a:lnTo>
                    <a:pt x="269962" y="134982"/>
                  </a:lnTo>
                </a:path>
              </a:pathLst>
            </a:custGeom>
            <a:ln w="13550" cap="flat">
              <a:solidFill>
                <a:srgbClr val="7FC5D8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547" name="pl547"/>
            <p:cNvSpPr/>
            <p:nvPr/>
          </p:nvSpPr>
          <p:spPr>
            <a:xfrm>
              <a:off x="7328191" y="3648857"/>
              <a:ext cx="490841" cy="490846"/>
            </a:xfrm>
            <a:custGeom>
              <a:avLst/>
              <a:pathLst>
                <a:path w="490841" h="490846">
                  <a:moveTo>
                    <a:pt x="490841" y="245423"/>
                  </a:moveTo>
                  <a:lnTo>
                    <a:pt x="490803" y="241127"/>
                  </a:lnTo>
                  <a:lnTo>
                    <a:pt x="490691" y="236833"/>
                  </a:lnTo>
                  <a:lnTo>
                    <a:pt x="490503" y="232542"/>
                  </a:lnTo>
                  <a:lnTo>
                    <a:pt x="490240" y="228255"/>
                  </a:lnTo>
                  <a:lnTo>
                    <a:pt x="489902" y="223973"/>
                  </a:lnTo>
                  <a:lnTo>
                    <a:pt x="489489" y="219697"/>
                  </a:lnTo>
                  <a:lnTo>
                    <a:pt x="489001" y="215430"/>
                  </a:lnTo>
                  <a:lnTo>
                    <a:pt x="488439" y="211171"/>
                  </a:lnTo>
                  <a:lnTo>
                    <a:pt x="487803" y="206924"/>
                  </a:lnTo>
                  <a:lnTo>
                    <a:pt x="487092" y="202687"/>
                  </a:lnTo>
                  <a:lnTo>
                    <a:pt x="486307" y="198464"/>
                  </a:lnTo>
                  <a:lnTo>
                    <a:pt x="485448" y="194256"/>
                  </a:lnTo>
                  <a:lnTo>
                    <a:pt x="484516" y="190063"/>
                  </a:lnTo>
                  <a:lnTo>
                    <a:pt x="483510" y="185887"/>
                  </a:lnTo>
                  <a:lnTo>
                    <a:pt x="482432" y="181729"/>
                  </a:lnTo>
                  <a:lnTo>
                    <a:pt x="481281" y="177591"/>
                  </a:lnTo>
                  <a:lnTo>
                    <a:pt x="480058" y="173473"/>
                  </a:lnTo>
                  <a:lnTo>
                    <a:pt x="478762" y="169378"/>
                  </a:lnTo>
                  <a:lnTo>
                    <a:pt x="477396" y="165306"/>
                  </a:lnTo>
                  <a:lnTo>
                    <a:pt x="475958" y="161258"/>
                  </a:lnTo>
                  <a:lnTo>
                    <a:pt x="474450" y="157236"/>
                  </a:lnTo>
                  <a:lnTo>
                    <a:pt x="472872" y="153241"/>
                  </a:lnTo>
                  <a:lnTo>
                    <a:pt x="471223" y="149275"/>
                  </a:lnTo>
                  <a:lnTo>
                    <a:pt x="469506" y="145338"/>
                  </a:lnTo>
                  <a:lnTo>
                    <a:pt x="467720" y="141431"/>
                  </a:lnTo>
                  <a:lnTo>
                    <a:pt x="465866" y="137556"/>
                  </a:lnTo>
                  <a:lnTo>
                    <a:pt x="463945" y="133715"/>
                  </a:lnTo>
                  <a:lnTo>
                    <a:pt x="461956" y="129907"/>
                  </a:lnTo>
                  <a:lnTo>
                    <a:pt x="459901" y="126135"/>
                  </a:lnTo>
                  <a:lnTo>
                    <a:pt x="457781" y="122400"/>
                  </a:lnTo>
                  <a:lnTo>
                    <a:pt x="455595" y="118702"/>
                  </a:lnTo>
                  <a:lnTo>
                    <a:pt x="453345" y="115043"/>
                  </a:lnTo>
                  <a:lnTo>
                    <a:pt x="451032" y="111424"/>
                  </a:lnTo>
                  <a:lnTo>
                    <a:pt x="448655" y="107846"/>
                  </a:lnTo>
                  <a:lnTo>
                    <a:pt x="446216" y="104310"/>
                  </a:lnTo>
                  <a:lnTo>
                    <a:pt x="443716" y="100818"/>
                  </a:lnTo>
                  <a:lnTo>
                    <a:pt x="441155" y="97370"/>
                  </a:lnTo>
                  <a:lnTo>
                    <a:pt x="438534" y="93967"/>
                  </a:lnTo>
                  <a:lnTo>
                    <a:pt x="435854" y="90610"/>
                  </a:lnTo>
                  <a:lnTo>
                    <a:pt x="433115" y="87301"/>
                  </a:lnTo>
                  <a:lnTo>
                    <a:pt x="430319" y="84040"/>
                  </a:lnTo>
                  <a:lnTo>
                    <a:pt x="427466" y="80829"/>
                  </a:lnTo>
                  <a:lnTo>
                    <a:pt x="424558" y="77668"/>
                  </a:lnTo>
                  <a:lnTo>
                    <a:pt x="421595" y="74558"/>
                  </a:lnTo>
                  <a:lnTo>
                    <a:pt x="418577" y="71501"/>
                  </a:lnTo>
                  <a:lnTo>
                    <a:pt x="415507" y="68497"/>
                  </a:lnTo>
                  <a:lnTo>
                    <a:pt x="412385" y="65548"/>
                  </a:lnTo>
                  <a:lnTo>
                    <a:pt x="409211" y="62653"/>
                  </a:lnTo>
                  <a:lnTo>
                    <a:pt x="405987" y="59815"/>
                  </a:lnTo>
                  <a:lnTo>
                    <a:pt x="402714" y="57033"/>
                  </a:lnTo>
                  <a:lnTo>
                    <a:pt x="399393" y="54309"/>
                  </a:lnTo>
                  <a:lnTo>
                    <a:pt x="396025" y="51643"/>
                  </a:lnTo>
                  <a:lnTo>
                    <a:pt x="392611" y="49037"/>
                  </a:lnTo>
                  <a:lnTo>
                    <a:pt x="389151" y="46491"/>
                  </a:lnTo>
                  <a:lnTo>
                    <a:pt x="385648" y="44006"/>
                  </a:lnTo>
                  <a:lnTo>
                    <a:pt x="382101" y="41583"/>
                  </a:lnTo>
                  <a:lnTo>
                    <a:pt x="378513" y="39222"/>
                  </a:lnTo>
                  <a:lnTo>
                    <a:pt x="374884" y="36924"/>
                  </a:lnTo>
                  <a:lnTo>
                    <a:pt x="371215" y="34690"/>
                  </a:lnTo>
                  <a:lnTo>
                    <a:pt x="367508" y="32521"/>
                  </a:lnTo>
                  <a:lnTo>
                    <a:pt x="363763" y="30417"/>
                  </a:lnTo>
                  <a:lnTo>
                    <a:pt x="359982" y="28378"/>
                  </a:lnTo>
                  <a:lnTo>
                    <a:pt x="356166" y="26407"/>
                  </a:lnTo>
                  <a:lnTo>
                    <a:pt x="352316" y="24502"/>
                  </a:lnTo>
                  <a:lnTo>
                    <a:pt x="348433" y="22665"/>
                  </a:lnTo>
                  <a:lnTo>
                    <a:pt x="344519" y="20896"/>
                  </a:lnTo>
                  <a:lnTo>
                    <a:pt x="340574" y="19196"/>
                  </a:lnTo>
                  <a:lnTo>
                    <a:pt x="336601" y="17565"/>
                  </a:lnTo>
                  <a:lnTo>
                    <a:pt x="332599" y="16004"/>
                  </a:lnTo>
                  <a:lnTo>
                    <a:pt x="328571" y="14514"/>
                  </a:lnTo>
                  <a:lnTo>
                    <a:pt x="324517" y="13094"/>
                  </a:lnTo>
                  <a:lnTo>
                    <a:pt x="320439" y="11745"/>
                  </a:lnTo>
                  <a:lnTo>
                    <a:pt x="316338" y="10468"/>
                  </a:lnTo>
                  <a:lnTo>
                    <a:pt x="312215" y="9263"/>
                  </a:lnTo>
                  <a:lnTo>
                    <a:pt x="308071" y="8130"/>
                  </a:lnTo>
                  <a:lnTo>
                    <a:pt x="303909" y="7070"/>
                  </a:lnTo>
                  <a:lnTo>
                    <a:pt x="299729" y="6082"/>
                  </a:lnTo>
                  <a:lnTo>
                    <a:pt x="295532" y="5169"/>
                  </a:lnTo>
                  <a:lnTo>
                    <a:pt x="291319" y="4328"/>
                  </a:lnTo>
                  <a:lnTo>
                    <a:pt x="287093" y="3562"/>
                  </a:lnTo>
                  <a:lnTo>
                    <a:pt x="282854" y="2869"/>
                  </a:lnTo>
                  <a:lnTo>
                    <a:pt x="278603" y="2251"/>
                  </a:lnTo>
                  <a:lnTo>
                    <a:pt x="274342" y="1708"/>
                  </a:lnTo>
                  <a:lnTo>
                    <a:pt x="270072" y="1239"/>
                  </a:lnTo>
                  <a:lnTo>
                    <a:pt x="265795" y="845"/>
                  </a:lnTo>
                  <a:lnTo>
                    <a:pt x="261512" y="526"/>
                  </a:lnTo>
                  <a:lnTo>
                    <a:pt x="257223" y="281"/>
                  </a:lnTo>
                  <a:lnTo>
                    <a:pt x="252931" y="112"/>
                  </a:lnTo>
                  <a:lnTo>
                    <a:pt x="248637" y="18"/>
                  </a:lnTo>
                  <a:lnTo>
                    <a:pt x="244342" y="0"/>
                  </a:lnTo>
                  <a:lnTo>
                    <a:pt x="240047" y="56"/>
                  </a:lnTo>
                  <a:lnTo>
                    <a:pt x="235753" y="187"/>
                  </a:lnTo>
                  <a:lnTo>
                    <a:pt x="231463" y="394"/>
                  </a:lnTo>
                  <a:lnTo>
                    <a:pt x="227177" y="676"/>
                  </a:lnTo>
                  <a:lnTo>
                    <a:pt x="222896" y="1032"/>
                  </a:lnTo>
                  <a:lnTo>
                    <a:pt x="218623" y="1464"/>
                  </a:lnTo>
                  <a:lnTo>
                    <a:pt x="214357" y="1970"/>
                  </a:lnTo>
                  <a:lnTo>
                    <a:pt x="210101" y="2551"/>
                  </a:lnTo>
                  <a:lnTo>
                    <a:pt x="205856" y="3206"/>
                  </a:lnTo>
                  <a:lnTo>
                    <a:pt x="201623" y="3936"/>
                  </a:lnTo>
                  <a:lnTo>
                    <a:pt x="197404" y="4739"/>
                  </a:lnTo>
                  <a:lnTo>
                    <a:pt x="193199" y="5616"/>
                  </a:lnTo>
                  <a:lnTo>
                    <a:pt x="189010" y="6567"/>
                  </a:lnTo>
                  <a:lnTo>
                    <a:pt x="184838" y="7591"/>
                  </a:lnTo>
                  <a:lnTo>
                    <a:pt x="180685" y="8687"/>
                  </a:lnTo>
                  <a:lnTo>
                    <a:pt x="176552" y="9856"/>
                  </a:lnTo>
                  <a:lnTo>
                    <a:pt x="172440" y="11098"/>
                  </a:lnTo>
                  <a:lnTo>
                    <a:pt x="168350" y="12411"/>
                  </a:lnTo>
                  <a:lnTo>
                    <a:pt x="164284" y="13795"/>
                  </a:lnTo>
                  <a:lnTo>
                    <a:pt x="160243" y="15250"/>
                  </a:lnTo>
                  <a:lnTo>
                    <a:pt x="156228" y="16776"/>
                  </a:lnTo>
                  <a:lnTo>
                    <a:pt x="152240" y="18372"/>
                  </a:lnTo>
                  <a:lnTo>
                    <a:pt x="148281" y="20038"/>
                  </a:lnTo>
                  <a:lnTo>
                    <a:pt x="144351" y="21772"/>
                  </a:lnTo>
                  <a:lnTo>
                    <a:pt x="140452" y="23575"/>
                  </a:lnTo>
                  <a:lnTo>
                    <a:pt x="136586" y="25446"/>
                  </a:lnTo>
                  <a:lnTo>
                    <a:pt x="132753" y="27384"/>
                  </a:lnTo>
                  <a:lnTo>
                    <a:pt x="128954" y="29389"/>
                  </a:lnTo>
                  <a:lnTo>
                    <a:pt x="125191" y="31461"/>
                  </a:lnTo>
                  <a:lnTo>
                    <a:pt x="121465" y="33597"/>
                  </a:lnTo>
                  <a:lnTo>
                    <a:pt x="117777" y="35799"/>
                  </a:lnTo>
                  <a:lnTo>
                    <a:pt x="114128" y="38065"/>
                  </a:lnTo>
                  <a:lnTo>
                    <a:pt x="110519" y="40394"/>
                  </a:lnTo>
                  <a:lnTo>
                    <a:pt x="106951" y="42787"/>
                  </a:lnTo>
                  <a:lnTo>
                    <a:pt x="103426" y="45241"/>
                  </a:lnTo>
                  <a:lnTo>
                    <a:pt x="99945" y="47757"/>
                  </a:lnTo>
                  <a:lnTo>
                    <a:pt x="96507" y="50333"/>
                  </a:lnTo>
                  <a:lnTo>
                    <a:pt x="93116" y="52969"/>
                  </a:lnTo>
                  <a:lnTo>
                    <a:pt x="89771" y="55664"/>
                  </a:lnTo>
                  <a:lnTo>
                    <a:pt x="86474" y="58417"/>
                  </a:lnTo>
                  <a:lnTo>
                    <a:pt x="83226" y="61227"/>
                  </a:lnTo>
                  <a:lnTo>
                    <a:pt x="80027" y="64094"/>
                  </a:lnTo>
                  <a:lnTo>
                    <a:pt x="76879" y="67016"/>
                  </a:lnTo>
                  <a:lnTo>
                    <a:pt x="73782" y="69993"/>
                  </a:lnTo>
                  <a:lnTo>
                    <a:pt x="70738" y="73023"/>
                  </a:lnTo>
                  <a:lnTo>
                    <a:pt x="67748" y="76107"/>
                  </a:lnTo>
                  <a:lnTo>
                    <a:pt x="64812" y="79242"/>
                  </a:lnTo>
                  <a:lnTo>
                    <a:pt x="61931" y="82428"/>
                  </a:lnTo>
                  <a:lnTo>
                    <a:pt x="59107" y="85664"/>
                  </a:lnTo>
                  <a:lnTo>
                    <a:pt x="56339" y="88949"/>
                  </a:lnTo>
                  <a:lnTo>
                    <a:pt x="53630" y="92282"/>
                  </a:lnTo>
                  <a:lnTo>
                    <a:pt x="50979" y="95662"/>
                  </a:lnTo>
                  <a:lnTo>
                    <a:pt x="48388" y="99088"/>
                  </a:lnTo>
                  <a:lnTo>
                    <a:pt x="45857" y="102559"/>
                  </a:lnTo>
                  <a:lnTo>
                    <a:pt x="43387" y="106073"/>
                  </a:lnTo>
                  <a:lnTo>
                    <a:pt x="40980" y="109630"/>
                  </a:lnTo>
                  <a:lnTo>
                    <a:pt x="38634" y="113229"/>
                  </a:lnTo>
                  <a:lnTo>
                    <a:pt x="36353" y="116868"/>
                  </a:lnTo>
                  <a:lnTo>
                    <a:pt x="34135" y="120546"/>
                  </a:lnTo>
                  <a:lnTo>
                    <a:pt x="31982" y="124263"/>
                  </a:lnTo>
                  <a:lnTo>
                    <a:pt x="29894" y="128017"/>
                  </a:lnTo>
                  <a:lnTo>
                    <a:pt x="27872" y="131807"/>
                  </a:lnTo>
                  <a:lnTo>
                    <a:pt x="25917" y="135631"/>
                  </a:lnTo>
                  <a:lnTo>
                    <a:pt x="24029" y="139490"/>
                  </a:lnTo>
                  <a:lnTo>
                    <a:pt x="22209" y="143380"/>
                  </a:lnTo>
                  <a:lnTo>
                    <a:pt x="20458" y="147302"/>
                  </a:lnTo>
                  <a:lnTo>
                    <a:pt x="18775" y="151254"/>
                  </a:lnTo>
                  <a:lnTo>
                    <a:pt x="17162" y="155235"/>
                  </a:lnTo>
                  <a:lnTo>
                    <a:pt x="15618" y="159244"/>
                  </a:lnTo>
                  <a:lnTo>
                    <a:pt x="14145" y="163279"/>
                  </a:lnTo>
                  <a:lnTo>
                    <a:pt x="12743" y="167339"/>
                  </a:lnTo>
                  <a:lnTo>
                    <a:pt x="11412" y="171423"/>
                  </a:lnTo>
                  <a:lnTo>
                    <a:pt x="10153" y="175529"/>
                  </a:lnTo>
                  <a:lnTo>
                    <a:pt x="8966" y="179657"/>
                  </a:lnTo>
                  <a:lnTo>
                    <a:pt x="7851" y="183805"/>
                  </a:lnTo>
                  <a:lnTo>
                    <a:pt x="6809" y="187973"/>
                  </a:lnTo>
                  <a:lnTo>
                    <a:pt x="5840" y="192157"/>
                  </a:lnTo>
                  <a:lnTo>
                    <a:pt x="4944" y="196358"/>
                  </a:lnTo>
                  <a:lnTo>
                    <a:pt x="4123" y="200574"/>
                  </a:lnTo>
                  <a:lnTo>
                    <a:pt x="3375" y="204804"/>
                  </a:lnTo>
                  <a:lnTo>
                    <a:pt x="2701" y="209046"/>
                  </a:lnTo>
                  <a:lnTo>
                    <a:pt x="2101" y="213299"/>
                  </a:lnTo>
                  <a:lnTo>
                    <a:pt x="1577" y="217563"/>
                  </a:lnTo>
                  <a:lnTo>
                    <a:pt x="1126" y="221834"/>
                  </a:lnTo>
                  <a:lnTo>
                    <a:pt x="751" y="226113"/>
                  </a:lnTo>
                  <a:lnTo>
                    <a:pt x="450" y="230398"/>
                  </a:lnTo>
                  <a:lnTo>
                    <a:pt x="225" y="234687"/>
                  </a:lnTo>
                  <a:lnTo>
                    <a:pt x="75" y="238980"/>
                  </a:lnTo>
                  <a:lnTo>
                    <a:pt x="0" y="243275"/>
                  </a:lnTo>
                  <a:lnTo>
                    <a:pt x="0" y="247570"/>
                  </a:lnTo>
                  <a:lnTo>
                    <a:pt x="75" y="251865"/>
                  </a:lnTo>
                  <a:lnTo>
                    <a:pt x="225" y="256158"/>
                  </a:lnTo>
                  <a:lnTo>
                    <a:pt x="450" y="260447"/>
                  </a:lnTo>
                  <a:lnTo>
                    <a:pt x="751" y="264732"/>
                  </a:lnTo>
                  <a:lnTo>
                    <a:pt x="1126" y="269011"/>
                  </a:lnTo>
                  <a:lnTo>
                    <a:pt x="1577" y="273283"/>
                  </a:lnTo>
                  <a:lnTo>
                    <a:pt x="2101" y="277546"/>
                  </a:lnTo>
                  <a:lnTo>
                    <a:pt x="2701" y="281799"/>
                  </a:lnTo>
                  <a:lnTo>
                    <a:pt x="3375" y="286041"/>
                  </a:lnTo>
                  <a:lnTo>
                    <a:pt x="4123" y="290271"/>
                  </a:lnTo>
                  <a:lnTo>
                    <a:pt x="4944" y="294487"/>
                  </a:lnTo>
                  <a:lnTo>
                    <a:pt x="5840" y="298688"/>
                  </a:lnTo>
                  <a:lnTo>
                    <a:pt x="6809" y="302873"/>
                  </a:lnTo>
                  <a:lnTo>
                    <a:pt x="7851" y="307040"/>
                  </a:lnTo>
                  <a:lnTo>
                    <a:pt x="8966" y="311188"/>
                  </a:lnTo>
                  <a:lnTo>
                    <a:pt x="10153" y="315316"/>
                  </a:lnTo>
                  <a:lnTo>
                    <a:pt x="11412" y="319423"/>
                  </a:lnTo>
                  <a:lnTo>
                    <a:pt x="12743" y="323506"/>
                  </a:lnTo>
                  <a:lnTo>
                    <a:pt x="14145" y="327567"/>
                  </a:lnTo>
                  <a:lnTo>
                    <a:pt x="15618" y="331601"/>
                  </a:lnTo>
                  <a:lnTo>
                    <a:pt x="17162" y="335610"/>
                  </a:lnTo>
                  <a:lnTo>
                    <a:pt x="18775" y="339591"/>
                  </a:lnTo>
                  <a:lnTo>
                    <a:pt x="20458" y="343543"/>
                  </a:lnTo>
                  <a:lnTo>
                    <a:pt x="22209" y="347465"/>
                  </a:lnTo>
                  <a:lnTo>
                    <a:pt x="24029" y="351355"/>
                  </a:lnTo>
                  <a:lnTo>
                    <a:pt x="25917" y="355214"/>
                  </a:lnTo>
                  <a:lnTo>
                    <a:pt x="27872" y="359038"/>
                  </a:lnTo>
                  <a:lnTo>
                    <a:pt x="29894" y="362828"/>
                  </a:lnTo>
                  <a:lnTo>
                    <a:pt x="31982" y="366582"/>
                  </a:lnTo>
                  <a:lnTo>
                    <a:pt x="34135" y="370299"/>
                  </a:lnTo>
                  <a:lnTo>
                    <a:pt x="36353" y="373977"/>
                  </a:lnTo>
                  <a:lnTo>
                    <a:pt x="38634" y="377616"/>
                  </a:lnTo>
                  <a:lnTo>
                    <a:pt x="40980" y="381215"/>
                  </a:lnTo>
                  <a:lnTo>
                    <a:pt x="43387" y="384772"/>
                  </a:lnTo>
                  <a:lnTo>
                    <a:pt x="45857" y="388286"/>
                  </a:lnTo>
                  <a:lnTo>
                    <a:pt x="48388" y="391757"/>
                  </a:lnTo>
                  <a:lnTo>
                    <a:pt x="50979" y="395183"/>
                  </a:lnTo>
                  <a:lnTo>
                    <a:pt x="53630" y="398563"/>
                  </a:lnTo>
                  <a:lnTo>
                    <a:pt x="56339" y="401896"/>
                  </a:lnTo>
                  <a:lnTo>
                    <a:pt x="59107" y="405181"/>
                  </a:lnTo>
                  <a:lnTo>
                    <a:pt x="61931" y="408417"/>
                  </a:lnTo>
                  <a:lnTo>
                    <a:pt x="64812" y="411603"/>
                  </a:lnTo>
                  <a:lnTo>
                    <a:pt x="67748" y="414738"/>
                  </a:lnTo>
                  <a:lnTo>
                    <a:pt x="70738" y="417822"/>
                  </a:lnTo>
                  <a:lnTo>
                    <a:pt x="73782" y="420852"/>
                  </a:lnTo>
                  <a:lnTo>
                    <a:pt x="76879" y="423829"/>
                  </a:lnTo>
                  <a:lnTo>
                    <a:pt x="80027" y="426752"/>
                  </a:lnTo>
                  <a:lnTo>
                    <a:pt x="83226" y="429618"/>
                  </a:lnTo>
                  <a:lnTo>
                    <a:pt x="86474" y="432429"/>
                  </a:lnTo>
                  <a:lnTo>
                    <a:pt x="89771" y="435182"/>
                  </a:lnTo>
                  <a:lnTo>
                    <a:pt x="93116" y="437876"/>
                  </a:lnTo>
                  <a:lnTo>
                    <a:pt x="96507" y="440512"/>
                  </a:lnTo>
                  <a:lnTo>
                    <a:pt x="99945" y="443088"/>
                  </a:lnTo>
                  <a:lnTo>
                    <a:pt x="103426" y="445604"/>
                  </a:lnTo>
                  <a:lnTo>
                    <a:pt x="106951" y="448058"/>
                  </a:lnTo>
                  <a:lnTo>
                    <a:pt x="110519" y="450451"/>
                  </a:lnTo>
                  <a:lnTo>
                    <a:pt x="114128" y="452780"/>
                  </a:lnTo>
                  <a:lnTo>
                    <a:pt x="117777" y="455046"/>
                  </a:lnTo>
                  <a:lnTo>
                    <a:pt x="121465" y="457248"/>
                  </a:lnTo>
                  <a:lnTo>
                    <a:pt x="125191" y="459385"/>
                  </a:lnTo>
                  <a:lnTo>
                    <a:pt x="128954" y="461456"/>
                  </a:lnTo>
                  <a:lnTo>
                    <a:pt x="132753" y="463461"/>
                  </a:lnTo>
                  <a:lnTo>
                    <a:pt x="136586" y="465399"/>
                  </a:lnTo>
                  <a:lnTo>
                    <a:pt x="140452" y="467270"/>
                  </a:lnTo>
                  <a:lnTo>
                    <a:pt x="144351" y="469073"/>
                  </a:lnTo>
                  <a:lnTo>
                    <a:pt x="148281" y="470808"/>
                  </a:lnTo>
                  <a:lnTo>
                    <a:pt x="152240" y="472473"/>
                  </a:lnTo>
                  <a:lnTo>
                    <a:pt x="156228" y="474069"/>
                  </a:lnTo>
                  <a:lnTo>
                    <a:pt x="160243" y="475595"/>
                  </a:lnTo>
                  <a:lnTo>
                    <a:pt x="164284" y="477050"/>
                  </a:lnTo>
                  <a:lnTo>
                    <a:pt x="168350" y="478435"/>
                  </a:lnTo>
                  <a:lnTo>
                    <a:pt x="172440" y="479748"/>
                  </a:lnTo>
                  <a:lnTo>
                    <a:pt x="176552" y="480989"/>
                  </a:lnTo>
                  <a:lnTo>
                    <a:pt x="180685" y="482158"/>
                  </a:lnTo>
                  <a:lnTo>
                    <a:pt x="184838" y="483255"/>
                  </a:lnTo>
                  <a:lnTo>
                    <a:pt x="189010" y="484278"/>
                  </a:lnTo>
                  <a:lnTo>
                    <a:pt x="193199" y="485229"/>
                  </a:lnTo>
                  <a:lnTo>
                    <a:pt x="197404" y="486106"/>
                  </a:lnTo>
                  <a:lnTo>
                    <a:pt x="201623" y="486909"/>
                  </a:lnTo>
                  <a:lnTo>
                    <a:pt x="205856" y="487639"/>
                  </a:lnTo>
                  <a:lnTo>
                    <a:pt x="210101" y="488294"/>
                  </a:lnTo>
                  <a:lnTo>
                    <a:pt x="214357" y="488875"/>
                  </a:lnTo>
                  <a:lnTo>
                    <a:pt x="218623" y="489381"/>
                  </a:lnTo>
                  <a:lnTo>
                    <a:pt x="222896" y="489813"/>
                  </a:lnTo>
                  <a:lnTo>
                    <a:pt x="227177" y="490169"/>
                  </a:lnTo>
                  <a:lnTo>
                    <a:pt x="231463" y="490451"/>
                  </a:lnTo>
                  <a:lnTo>
                    <a:pt x="235753" y="490658"/>
                  </a:lnTo>
                  <a:lnTo>
                    <a:pt x="240047" y="490789"/>
                  </a:lnTo>
                  <a:lnTo>
                    <a:pt x="244342" y="490846"/>
                  </a:lnTo>
                  <a:lnTo>
                    <a:pt x="248637" y="490827"/>
                  </a:lnTo>
                  <a:lnTo>
                    <a:pt x="252931" y="490733"/>
                  </a:lnTo>
                  <a:lnTo>
                    <a:pt x="257223" y="490564"/>
                  </a:lnTo>
                  <a:lnTo>
                    <a:pt x="261512" y="490320"/>
                  </a:lnTo>
                  <a:lnTo>
                    <a:pt x="265795" y="490000"/>
                  </a:lnTo>
                  <a:lnTo>
                    <a:pt x="270072" y="489606"/>
                  </a:lnTo>
                  <a:lnTo>
                    <a:pt x="274342" y="489137"/>
                  </a:lnTo>
                  <a:lnTo>
                    <a:pt x="278603" y="488594"/>
                  </a:lnTo>
                  <a:lnTo>
                    <a:pt x="282854" y="487976"/>
                  </a:lnTo>
                  <a:lnTo>
                    <a:pt x="287093" y="487283"/>
                  </a:lnTo>
                  <a:lnTo>
                    <a:pt x="291319" y="486517"/>
                  </a:lnTo>
                  <a:lnTo>
                    <a:pt x="295532" y="485677"/>
                  </a:lnTo>
                  <a:lnTo>
                    <a:pt x="299729" y="484763"/>
                  </a:lnTo>
                  <a:lnTo>
                    <a:pt x="303909" y="483776"/>
                  </a:lnTo>
                  <a:lnTo>
                    <a:pt x="308071" y="482715"/>
                  </a:lnTo>
                  <a:lnTo>
                    <a:pt x="312215" y="481582"/>
                  </a:lnTo>
                  <a:lnTo>
                    <a:pt x="316338" y="480377"/>
                  </a:lnTo>
                  <a:lnTo>
                    <a:pt x="320439" y="479100"/>
                  </a:lnTo>
                  <a:lnTo>
                    <a:pt x="324517" y="477751"/>
                  </a:lnTo>
                  <a:lnTo>
                    <a:pt x="328571" y="476331"/>
                  </a:lnTo>
                  <a:lnTo>
                    <a:pt x="332599" y="474841"/>
                  </a:lnTo>
                  <a:lnTo>
                    <a:pt x="336601" y="473280"/>
                  </a:lnTo>
                  <a:lnTo>
                    <a:pt x="340574" y="471649"/>
                  </a:lnTo>
                  <a:lnTo>
                    <a:pt x="344519" y="469949"/>
                  </a:lnTo>
                  <a:lnTo>
                    <a:pt x="348433" y="468180"/>
                  </a:lnTo>
                  <a:lnTo>
                    <a:pt x="352316" y="466343"/>
                  </a:lnTo>
                  <a:lnTo>
                    <a:pt x="356166" y="464438"/>
                  </a:lnTo>
                  <a:lnTo>
                    <a:pt x="359982" y="462467"/>
                  </a:lnTo>
                  <a:lnTo>
                    <a:pt x="363763" y="460428"/>
                  </a:lnTo>
                  <a:lnTo>
                    <a:pt x="367508" y="458324"/>
                  </a:lnTo>
                  <a:lnTo>
                    <a:pt x="371215" y="456155"/>
                  </a:lnTo>
                  <a:lnTo>
                    <a:pt x="374884" y="453921"/>
                  </a:lnTo>
                  <a:lnTo>
                    <a:pt x="378513" y="451623"/>
                  </a:lnTo>
                  <a:lnTo>
                    <a:pt x="382101" y="449262"/>
                  </a:lnTo>
                  <a:lnTo>
                    <a:pt x="385648" y="446839"/>
                  </a:lnTo>
                  <a:lnTo>
                    <a:pt x="389151" y="444354"/>
                  </a:lnTo>
                  <a:lnTo>
                    <a:pt x="392611" y="441808"/>
                  </a:lnTo>
                  <a:lnTo>
                    <a:pt x="396025" y="439202"/>
                  </a:lnTo>
                  <a:lnTo>
                    <a:pt x="399393" y="436536"/>
                  </a:lnTo>
                  <a:lnTo>
                    <a:pt x="402714" y="433812"/>
                  </a:lnTo>
                  <a:lnTo>
                    <a:pt x="405987" y="431031"/>
                  </a:lnTo>
                  <a:lnTo>
                    <a:pt x="409211" y="428192"/>
                  </a:lnTo>
                  <a:lnTo>
                    <a:pt x="412385" y="425297"/>
                  </a:lnTo>
                  <a:lnTo>
                    <a:pt x="415507" y="422348"/>
                  </a:lnTo>
                  <a:lnTo>
                    <a:pt x="418577" y="419344"/>
                  </a:lnTo>
                  <a:lnTo>
                    <a:pt x="421595" y="416287"/>
                  </a:lnTo>
                  <a:lnTo>
                    <a:pt x="424558" y="413177"/>
                  </a:lnTo>
                  <a:lnTo>
                    <a:pt x="427466" y="410016"/>
                  </a:lnTo>
                  <a:lnTo>
                    <a:pt x="430319" y="406805"/>
                  </a:lnTo>
                  <a:lnTo>
                    <a:pt x="433115" y="403544"/>
                  </a:lnTo>
                  <a:lnTo>
                    <a:pt x="435854" y="400235"/>
                  </a:lnTo>
                  <a:lnTo>
                    <a:pt x="438534" y="396879"/>
                  </a:lnTo>
                  <a:lnTo>
                    <a:pt x="441155" y="393476"/>
                  </a:lnTo>
                  <a:lnTo>
                    <a:pt x="443716" y="390027"/>
                  </a:lnTo>
                  <a:lnTo>
                    <a:pt x="446216" y="386535"/>
                  </a:lnTo>
                  <a:lnTo>
                    <a:pt x="448655" y="382999"/>
                  </a:lnTo>
                  <a:lnTo>
                    <a:pt x="451032" y="379421"/>
                  </a:lnTo>
                  <a:lnTo>
                    <a:pt x="453345" y="375802"/>
                  </a:lnTo>
                  <a:lnTo>
                    <a:pt x="455595" y="372143"/>
                  </a:lnTo>
                  <a:lnTo>
                    <a:pt x="457781" y="368445"/>
                  </a:lnTo>
                  <a:lnTo>
                    <a:pt x="459901" y="364710"/>
                  </a:lnTo>
                  <a:lnTo>
                    <a:pt x="461956" y="360938"/>
                  </a:lnTo>
                  <a:lnTo>
                    <a:pt x="463945" y="357130"/>
                  </a:lnTo>
                  <a:lnTo>
                    <a:pt x="465866" y="353289"/>
                  </a:lnTo>
                  <a:lnTo>
                    <a:pt x="467720" y="349414"/>
                  </a:lnTo>
                  <a:lnTo>
                    <a:pt x="469506" y="345508"/>
                  </a:lnTo>
                  <a:lnTo>
                    <a:pt x="471223" y="341570"/>
                  </a:lnTo>
                  <a:lnTo>
                    <a:pt x="472872" y="337604"/>
                  </a:lnTo>
                  <a:lnTo>
                    <a:pt x="474450" y="333609"/>
                  </a:lnTo>
                  <a:lnTo>
                    <a:pt x="475958" y="329587"/>
                  </a:lnTo>
                  <a:lnTo>
                    <a:pt x="477396" y="325540"/>
                  </a:lnTo>
                  <a:lnTo>
                    <a:pt x="478762" y="321467"/>
                  </a:lnTo>
                  <a:lnTo>
                    <a:pt x="480058" y="317372"/>
                  </a:lnTo>
                  <a:lnTo>
                    <a:pt x="481281" y="313254"/>
                  </a:lnTo>
                  <a:lnTo>
                    <a:pt x="482432" y="309116"/>
                  </a:lnTo>
                  <a:lnTo>
                    <a:pt x="483510" y="304958"/>
                  </a:lnTo>
                  <a:lnTo>
                    <a:pt x="484516" y="300782"/>
                  </a:lnTo>
                  <a:lnTo>
                    <a:pt x="485448" y="296589"/>
                  </a:lnTo>
                  <a:lnTo>
                    <a:pt x="486307" y="292381"/>
                  </a:lnTo>
                  <a:lnTo>
                    <a:pt x="487092" y="288158"/>
                  </a:lnTo>
                  <a:lnTo>
                    <a:pt x="487803" y="283922"/>
                  </a:lnTo>
                  <a:lnTo>
                    <a:pt x="488439" y="279674"/>
                  </a:lnTo>
                  <a:lnTo>
                    <a:pt x="489001" y="275415"/>
                  </a:lnTo>
                  <a:lnTo>
                    <a:pt x="489489" y="271148"/>
                  </a:lnTo>
                  <a:lnTo>
                    <a:pt x="489902" y="266872"/>
                  </a:lnTo>
                  <a:lnTo>
                    <a:pt x="490240" y="262590"/>
                  </a:lnTo>
                  <a:lnTo>
                    <a:pt x="490503" y="258303"/>
                  </a:lnTo>
                  <a:lnTo>
                    <a:pt x="490691" y="254012"/>
                  </a:lnTo>
                  <a:lnTo>
                    <a:pt x="490803" y="249718"/>
                  </a:lnTo>
                  <a:lnTo>
                    <a:pt x="490841" y="245423"/>
                  </a:lnTo>
                </a:path>
              </a:pathLst>
            </a:custGeom>
            <a:ln w="13550" cap="flat">
              <a:solidFill>
                <a:srgbClr val="7FC5D8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548" name="tx548"/>
            <p:cNvSpPr/>
            <p:nvPr/>
          </p:nvSpPr>
          <p:spPr>
            <a:xfrm>
              <a:off x="7441065" y="3570834"/>
              <a:ext cx="265084" cy="800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549" name="tx549"/>
            <p:cNvSpPr/>
            <p:nvPr/>
          </p:nvSpPr>
          <p:spPr>
            <a:xfrm>
              <a:off x="7431960" y="4133248"/>
              <a:ext cx="283292" cy="82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550" name="tx550"/>
            <p:cNvSpPr/>
            <p:nvPr/>
          </p:nvSpPr>
          <p:spPr>
            <a:xfrm>
              <a:off x="7773180" y="3653394"/>
              <a:ext cx="469984" cy="801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551" name="tx551"/>
            <p:cNvSpPr/>
            <p:nvPr/>
          </p:nvSpPr>
          <p:spPr>
            <a:xfrm>
              <a:off x="7855846" y="3853232"/>
              <a:ext cx="216915" cy="79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552" name="tx552"/>
            <p:cNvSpPr/>
            <p:nvPr/>
          </p:nvSpPr>
          <p:spPr>
            <a:xfrm>
              <a:off x="7773180" y="4050582"/>
              <a:ext cx="488193" cy="82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553" name="pg553"/>
            <p:cNvSpPr/>
            <p:nvPr/>
          </p:nvSpPr>
          <p:spPr>
            <a:xfrm>
              <a:off x="7328191" y="3648857"/>
              <a:ext cx="490841" cy="490846"/>
            </a:xfrm>
            <a:custGeom>
              <a:avLst/>
              <a:pathLst>
                <a:path w="490841" h="490846">
                  <a:moveTo>
                    <a:pt x="490841" y="245423"/>
                  </a:moveTo>
                  <a:lnTo>
                    <a:pt x="490803" y="241127"/>
                  </a:lnTo>
                  <a:lnTo>
                    <a:pt x="490691" y="236833"/>
                  </a:lnTo>
                  <a:lnTo>
                    <a:pt x="490503" y="232542"/>
                  </a:lnTo>
                  <a:lnTo>
                    <a:pt x="490240" y="228255"/>
                  </a:lnTo>
                  <a:lnTo>
                    <a:pt x="489902" y="223973"/>
                  </a:lnTo>
                  <a:lnTo>
                    <a:pt x="489489" y="219697"/>
                  </a:lnTo>
                  <a:lnTo>
                    <a:pt x="489001" y="215430"/>
                  </a:lnTo>
                  <a:lnTo>
                    <a:pt x="488439" y="211171"/>
                  </a:lnTo>
                  <a:lnTo>
                    <a:pt x="487803" y="206924"/>
                  </a:lnTo>
                  <a:lnTo>
                    <a:pt x="487092" y="202687"/>
                  </a:lnTo>
                  <a:lnTo>
                    <a:pt x="486307" y="198464"/>
                  </a:lnTo>
                  <a:lnTo>
                    <a:pt x="485448" y="194256"/>
                  </a:lnTo>
                  <a:lnTo>
                    <a:pt x="484516" y="190063"/>
                  </a:lnTo>
                  <a:lnTo>
                    <a:pt x="483510" y="185887"/>
                  </a:lnTo>
                  <a:lnTo>
                    <a:pt x="482432" y="181729"/>
                  </a:lnTo>
                  <a:lnTo>
                    <a:pt x="481281" y="177591"/>
                  </a:lnTo>
                  <a:lnTo>
                    <a:pt x="480058" y="173473"/>
                  </a:lnTo>
                  <a:lnTo>
                    <a:pt x="478762" y="169378"/>
                  </a:lnTo>
                  <a:lnTo>
                    <a:pt x="477396" y="165306"/>
                  </a:lnTo>
                  <a:lnTo>
                    <a:pt x="475958" y="161258"/>
                  </a:lnTo>
                  <a:lnTo>
                    <a:pt x="474450" y="157236"/>
                  </a:lnTo>
                  <a:lnTo>
                    <a:pt x="472872" y="153241"/>
                  </a:lnTo>
                  <a:lnTo>
                    <a:pt x="471223" y="149275"/>
                  </a:lnTo>
                  <a:lnTo>
                    <a:pt x="469506" y="145338"/>
                  </a:lnTo>
                  <a:lnTo>
                    <a:pt x="467720" y="141431"/>
                  </a:lnTo>
                  <a:lnTo>
                    <a:pt x="465866" y="137556"/>
                  </a:lnTo>
                  <a:lnTo>
                    <a:pt x="463945" y="133715"/>
                  </a:lnTo>
                  <a:lnTo>
                    <a:pt x="461956" y="129907"/>
                  </a:lnTo>
                  <a:lnTo>
                    <a:pt x="459901" y="126135"/>
                  </a:lnTo>
                  <a:lnTo>
                    <a:pt x="457781" y="122400"/>
                  </a:lnTo>
                  <a:lnTo>
                    <a:pt x="455595" y="118702"/>
                  </a:lnTo>
                  <a:lnTo>
                    <a:pt x="453345" y="115043"/>
                  </a:lnTo>
                  <a:lnTo>
                    <a:pt x="451032" y="111424"/>
                  </a:lnTo>
                  <a:lnTo>
                    <a:pt x="448655" y="107846"/>
                  </a:lnTo>
                  <a:lnTo>
                    <a:pt x="446216" y="104310"/>
                  </a:lnTo>
                  <a:lnTo>
                    <a:pt x="443716" y="100818"/>
                  </a:lnTo>
                  <a:lnTo>
                    <a:pt x="441155" y="97370"/>
                  </a:lnTo>
                  <a:lnTo>
                    <a:pt x="438534" y="93967"/>
                  </a:lnTo>
                  <a:lnTo>
                    <a:pt x="435854" y="90610"/>
                  </a:lnTo>
                  <a:lnTo>
                    <a:pt x="433115" y="87301"/>
                  </a:lnTo>
                  <a:lnTo>
                    <a:pt x="430319" y="84040"/>
                  </a:lnTo>
                  <a:lnTo>
                    <a:pt x="427466" y="80829"/>
                  </a:lnTo>
                  <a:lnTo>
                    <a:pt x="424558" y="77668"/>
                  </a:lnTo>
                  <a:lnTo>
                    <a:pt x="421595" y="74558"/>
                  </a:lnTo>
                  <a:lnTo>
                    <a:pt x="418577" y="71501"/>
                  </a:lnTo>
                  <a:lnTo>
                    <a:pt x="415507" y="68497"/>
                  </a:lnTo>
                  <a:lnTo>
                    <a:pt x="412385" y="65548"/>
                  </a:lnTo>
                  <a:lnTo>
                    <a:pt x="409211" y="62653"/>
                  </a:lnTo>
                  <a:lnTo>
                    <a:pt x="405987" y="59815"/>
                  </a:lnTo>
                  <a:lnTo>
                    <a:pt x="402714" y="57033"/>
                  </a:lnTo>
                  <a:lnTo>
                    <a:pt x="399393" y="54309"/>
                  </a:lnTo>
                  <a:lnTo>
                    <a:pt x="396025" y="51643"/>
                  </a:lnTo>
                  <a:lnTo>
                    <a:pt x="392611" y="49037"/>
                  </a:lnTo>
                  <a:lnTo>
                    <a:pt x="389151" y="46491"/>
                  </a:lnTo>
                  <a:lnTo>
                    <a:pt x="385648" y="44006"/>
                  </a:lnTo>
                  <a:lnTo>
                    <a:pt x="382101" y="41583"/>
                  </a:lnTo>
                  <a:lnTo>
                    <a:pt x="378513" y="39222"/>
                  </a:lnTo>
                  <a:lnTo>
                    <a:pt x="374884" y="36924"/>
                  </a:lnTo>
                  <a:lnTo>
                    <a:pt x="371215" y="34690"/>
                  </a:lnTo>
                  <a:lnTo>
                    <a:pt x="367508" y="32521"/>
                  </a:lnTo>
                  <a:lnTo>
                    <a:pt x="363763" y="30417"/>
                  </a:lnTo>
                  <a:lnTo>
                    <a:pt x="359982" y="28378"/>
                  </a:lnTo>
                  <a:lnTo>
                    <a:pt x="356166" y="26407"/>
                  </a:lnTo>
                  <a:lnTo>
                    <a:pt x="352316" y="24502"/>
                  </a:lnTo>
                  <a:lnTo>
                    <a:pt x="348433" y="22665"/>
                  </a:lnTo>
                  <a:lnTo>
                    <a:pt x="344519" y="20896"/>
                  </a:lnTo>
                  <a:lnTo>
                    <a:pt x="340574" y="19196"/>
                  </a:lnTo>
                  <a:lnTo>
                    <a:pt x="336601" y="17565"/>
                  </a:lnTo>
                  <a:lnTo>
                    <a:pt x="332599" y="16004"/>
                  </a:lnTo>
                  <a:lnTo>
                    <a:pt x="328571" y="14514"/>
                  </a:lnTo>
                  <a:lnTo>
                    <a:pt x="324517" y="13094"/>
                  </a:lnTo>
                  <a:lnTo>
                    <a:pt x="320439" y="11745"/>
                  </a:lnTo>
                  <a:lnTo>
                    <a:pt x="316338" y="10468"/>
                  </a:lnTo>
                  <a:lnTo>
                    <a:pt x="312215" y="9263"/>
                  </a:lnTo>
                  <a:lnTo>
                    <a:pt x="308071" y="8130"/>
                  </a:lnTo>
                  <a:lnTo>
                    <a:pt x="303909" y="7070"/>
                  </a:lnTo>
                  <a:lnTo>
                    <a:pt x="299729" y="6082"/>
                  </a:lnTo>
                  <a:lnTo>
                    <a:pt x="295532" y="5169"/>
                  </a:lnTo>
                  <a:lnTo>
                    <a:pt x="291319" y="4328"/>
                  </a:lnTo>
                  <a:lnTo>
                    <a:pt x="287093" y="3562"/>
                  </a:lnTo>
                  <a:lnTo>
                    <a:pt x="282854" y="2869"/>
                  </a:lnTo>
                  <a:lnTo>
                    <a:pt x="278603" y="2251"/>
                  </a:lnTo>
                  <a:lnTo>
                    <a:pt x="274342" y="1708"/>
                  </a:lnTo>
                  <a:lnTo>
                    <a:pt x="270072" y="1239"/>
                  </a:lnTo>
                  <a:lnTo>
                    <a:pt x="265795" y="845"/>
                  </a:lnTo>
                  <a:lnTo>
                    <a:pt x="261512" y="526"/>
                  </a:lnTo>
                  <a:lnTo>
                    <a:pt x="257223" y="281"/>
                  </a:lnTo>
                  <a:lnTo>
                    <a:pt x="252931" y="112"/>
                  </a:lnTo>
                  <a:lnTo>
                    <a:pt x="248637" y="18"/>
                  </a:lnTo>
                  <a:lnTo>
                    <a:pt x="244342" y="0"/>
                  </a:lnTo>
                  <a:lnTo>
                    <a:pt x="240047" y="56"/>
                  </a:lnTo>
                  <a:lnTo>
                    <a:pt x="235753" y="187"/>
                  </a:lnTo>
                  <a:lnTo>
                    <a:pt x="231463" y="394"/>
                  </a:lnTo>
                  <a:lnTo>
                    <a:pt x="227177" y="676"/>
                  </a:lnTo>
                  <a:lnTo>
                    <a:pt x="222896" y="1032"/>
                  </a:lnTo>
                  <a:lnTo>
                    <a:pt x="218623" y="1464"/>
                  </a:lnTo>
                  <a:lnTo>
                    <a:pt x="214357" y="1970"/>
                  </a:lnTo>
                  <a:lnTo>
                    <a:pt x="210101" y="2551"/>
                  </a:lnTo>
                  <a:lnTo>
                    <a:pt x="205856" y="3206"/>
                  </a:lnTo>
                  <a:lnTo>
                    <a:pt x="201623" y="3936"/>
                  </a:lnTo>
                  <a:lnTo>
                    <a:pt x="197404" y="4739"/>
                  </a:lnTo>
                  <a:lnTo>
                    <a:pt x="193199" y="5616"/>
                  </a:lnTo>
                  <a:lnTo>
                    <a:pt x="189010" y="6567"/>
                  </a:lnTo>
                  <a:lnTo>
                    <a:pt x="184838" y="7591"/>
                  </a:lnTo>
                  <a:lnTo>
                    <a:pt x="180685" y="8687"/>
                  </a:lnTo>
                  <a:lnTo>
                    <a:pt x="176552" y="9856"/>
                  </a:lnTo>
                  <a:lnTo>
                    <a:pt x="172440" y="11098"/>
                  </a:lnTo>
                  <a:lnTo>
                    <a:pt x="168350" y="12411"/>
                  </a:lnTo>
                  <a:lnTo>
                    <a:pt x="164284" y="13795"/>
                  </a:lnTo>
                  <a:lnTo>
                    <a:pt x="160243" y="15250"/>
                  </a:lnTo>
                  <a:lnTo>
                    <a:pt x="156228" y="16776"/>
                  </a:lnTo>
                  <a:lnTo>
                    <a:pt x="152240" y="18372"/>
                  </a:lnTo>
                  <a:lnTo>
                    <a:pt x="148281" y="20038"/>
                  </a:lnTo>
                  <a:lnTo>
                    <a:pt x="144351" y="21772"/>
                  </a:lnTo>
                  <a:lnTo>
                    <a:pt x="140452" y="23575"/>
                  </a:lnTo>
                  <a:lnTo>
                    <a:pt x="136586" y="25446"/>
                  </a:lnTo>
                  <a:lnTo>
                    <a:pt x="132753" y="27384"/>
                  </a:lnTo>
                  <a:lnTo>
                    <a:pt x="128954" y="29389"/>
                  </a:lnTo>
                  <a:lnTo>
                    <a:pt x="125191" y="31461"/>
                  </a:lnTo>
                  <a:lnTo>
                    <a:pt x="121465" y="33597"/>
                  </a:lnTo>
                  <a:lnTo>
                    <a:pt x="117777" y="35799"/>
                  </a:lnTo>
                  <a:lnTo>
                    <a:pt x="114128" y="38065"/>
                  </a:lnTo>
                  <a:lnTo>
                    <a:pt x="110519" y="40394"/>
                  </a:lnTo>
                  <a:lnTo>
                    <a:pt x="106951" y="42787"/>
                  </a:lnTo>
                  <a:lnTo>
                    <a:pt x="103426" y="45241"/>
                  </a:lnTo>
                  <a:lnTo>
                    <a:pt x="99945" y="47757"/>
                  </a:lnTo>
                  <a:lnTo>
                    <a:pt x="96507" y="50333"/>
                  </a:lnTo>
                  <a:lnTo>
                    <a:pt x="93116" y="52969"/>
                  </a:lnTo>
                  <a:lnTo>
                    <a:pt x="89771" y="55664"/>
                  </a:lnTo>
                  <a:lnTo>
                    <a:pt x="86474" y="58417"/>
                  </a:lnTo>
                  <a:lnTo>
                    <a:pt x="83226" y="61227"/>
                  </a:lnTo>
                  <a:lnTo>
                    <a:pt x="80027" y="64094"/>
                  </a:lnTo>
                  <a:lnTo>
                    <a:pt x="76879" y="67016"/>
                  </a:lnTo>
                  <a:lnTo>
                    <a:pt x="73782" y="69993"/>
                  </a:lnTo>
                  <a:lnTo>
                    <a:pt x="70738" y="73023"/>
                  </a:lnTo>
                  <a:lnTo>
                    <a:pt x="67748" y="76107"/>
                  </a:lnTo>
                  <a:lnTo>
                    <a:pt x="64812" y="79242"/>
                  </a:lnTo>
                  <a:lnTo>
                    <a:pt x="61931" y="82428"/>
                  </a:lnTo>
                  <a:lnTo>
                    <a:pt x="59107" y="85664"/>
                  </a:lnTo>
                  <a:lnTo>
                    <a:pt x="56339" y="88949"/>
                  </a:lnTo>
                  <a:lnTo>
                    <a:pt x="53630" y="92282"/>
                  </a:lnTo>
                  <a:lnTo>
                    <a:pt x="50979" y="95662"/>
                  </a:lnTo>
                  <a:lnTo>
                    <a:pt x="48388" y="99088"/>
                  </a:lnTo>
                  <a:lnTo>
                    <a:pt x="45857" y="102559"/>
                  </a:lnTo>
                  <a:lnTo>
                    <a:pt x="43387" y="106073"/>
                  </a:lnTo>
                  <a:lnTo>
                    <a:pt x="40980" y="109630"/>
                  </a:lnTo>
                  <a:lnTo>
                    <a:pt x="38634" y="113229"/>
                  </a:lnTo>
                  <a:lnTo>
                    <a:pt x="36353" y="116868"/>
                  </a:lnTo>
                  <a:lnTo>
                    <a:pt x="34135" y="120546"/>
                  </a:lnTo>
                  <a:lnTo>
                    <a:pt x="31982" y="124263"/>
                  </a:lnTo>
                  <a:lnTo>
                    <a:pt x="29894" y="128017"/>
                  </a:lnTo>
                  <a:lnTo>
                    <a:pt x="27872" y="131807"/>
                  </a:lnTo>
                  <a:lnTo>
                    <a:pt x="25917" y="135631"/>
                  </a:lnTo>
                  <a:lnTo>
                    <a:pt x="24029" y="139490"/>
                  </a:lnTo>
                  <a:lnTo>
                    <a:pt x="22209" y="143380"/>
                  </a:lnTo>
                  <a:lnTo>
                    <a:pt x="20458" y="147302"/>
                  </a:lnTo>
                  <a:lnTo>
                    <a:pt x="18775" y="151254"/>
                  </a:lnTo>
                  <a:lnTo>
                    <a:pt x="17162" y="155235"/>
                  </a:lnTo>
                  <a:lnTo>
                    <a:pt x="15618" y="159244"/>
                  </a:lnTo>
                  <a:lnTo>
                    <a:pt x="14145" y="163279"/>
                  </a:lnTo>
                  <a:lnTo>
                    <a:pt x="12743" y="167339"/>
                  </a:lnTo>
                  <a:lnTo>
                    <a:pt x="11412" y="171423"/>
                  </a:lnTo>
                  <a:lnTo>
                    <a:pt x="10153" y="175529"/>
                  </a:lnTo>
                  <a:lnTo>
                    <a:pt x="8966" y="179657"/>
                  </a:lnTo>
                  <a:lnTo>
                    <a:pt x="7851" y="183805"/>
                  </a:lnTo>
                  <a:lnTo>
                    <a:pt x="6809" y="187973"/>
                  </a:lnTo>
                  <a:lnTo>
                    <a:pt x="5840" y="192157"/>
                  </a:lnTo>
                  <a:lnTo>
                    <a:pt x="4944" y="196358"/>
                  </a:lnTo>
                  <a:lnTo>
                    <a:pt x="4123" y="200574"/>
                  </a:lnTo>
                  <a:lnTo>
                    <a:pt x="3375" y="204804"/>
                  </a:lnTo>
                  <a:lnTo>
                    <a:pt x="2701" y="209046"/>
                  </a:lnTo>
                  <a:lnTo>
                    <a:pt x="2101" y="213299"/>
                  </a:lnTo>
                  <a:lnTo>
                    <a:pt x="1577" y="217563"/>
                  </a:lnTo>
                  <a:lnTo>
                    <a:pt x="1126" y="221834"/>
                  </a:lnTo>
                  <a:lnTo>
                    <a:pt x="751" y="226113"/>
                  </a:lnTo>
                  <a:lnTo>
                    <a:pt x="450" y="230398"/>
                  </a:lnTo>
                  <a:lnTo>
                    <a:pt x="225" y="234687"/>
                  </a:lnTo>
                  <a:lnTo>
                    <a:pt x="75" y="238980"/>
                  </a:lnTo>
                  <a:lnTo>
                    <a:pt x="0" y="243275"/>
                  </a:lnTo>
                  <a:lnTo>
                    <a:pt x="0" y="247570"/>
                  </a:lnTo>
                  <a:lnTo>
                    <a:pt x="75" y="251865"/>
                  </a:lnTo>
                  <a:lnTo>
                    <a:pt x="225" y="256158"/>
                  </a:lnTo>
                  <a:lnTo>
                    <a:pt x="450" y="260447"/>
                  </a:lnTo>
                  <a:lnTo>
                    <a:pt x="751" y="264732"/>
                  </a:lnTo>
                  <a:lnTo>
                    <a:pt x="1126" y="269011"/>
                  </a:lnTo>
                  <a:lnTo>
                    <a:pt x="1577" y="273283"/>
                  </a:lnTo>
                  <a:lnTo>
                    <a:pt x="2101" y="277546"/>
                  </a:lnTo>
                  <a:lnTo>
                    <a:pt x="2701" y="281799"/>
                  </a:lnTo>
                  <a:lnTo>
                    <a:pt x="3375" y="286041"/>
                  </a:lnTo>
                  <a:lnTo>
                    <a:pt x="4123" y="290271"/>
                  </a:lnTo>
                  <a:lnTo>
                    <a:pt x="4944" y="294487"/>
                  </a:lnTo>
                  <a:lnTo>
                    <a:pt x="5840" y="298688"/>
                  </a:lnTo>
                  <a:lnTo>
                    <a:pt x="6809" y="302873"/>
                  </a:lnTo>
                  <a:lnTo>
                    <a:pt x="7851" y="307040"/>
                  </a:lnTo>
                  <a:lnTo>
                    <a:pt x="8966" y="311188"/>
                  </a:lnTo>
                  <a:lnTo>
                    <a:pt x="10153" y="315316"/>
                  </a:lnTo>
                  <a:lnTo>
                    <a:pt x="11412" y="319423"/>
                  </a:lnTo>
                  <a:lnTo>
                    <a:pt x="12743" y="323506"/>
                  </a:lnTo>
                  <a:lnTo>
                    <a:pt x="14145" y="327567"/>
                  </a:lnTo>
                  <a:lnTo>
                    <a:pt x="15618" y="331601"/>
                  </a:lnTo>
                  <a:lnTo>
                    <a:pt x="17162" y="335610"/>
                  </a:lnTo>
                  <a:lnTo>
                    <a:pt x="18775" y="339591"/>
                  </a:lnTo>
                  <a:lnTo>
                    <a:pt x="20458" y="343543"/>
                  </a:lnTo>
                  <a:lnTo>
                    <a:pt x="22209" y="347465"/>
                  </a:lnTo>
                  <a:lnTo>
                    <a:pt x="24029" y="351355"/>
                  </a:lnTo>
                  <a:lnTo>
                    <a:pt x="25917" y="355214"/>
                  </a:lnTo>
                  <a:lnTo>
                    <a:pt x="27872" y="359038"/>
                  </a:lnTo>
                  <a:lnTo>
                    <a:pt x="29894" y="362828"/>
                  </a:lnTo>
                  <a:lnTo>
                    <a:pt x="31982" y="366582"/>
                  </a:lnTo>
                  <a:lnTo>
                    <a:pt x="34135" y="370299"/>
                  </a:lnTo>
                  <a:lnTo>
                    <a:pt x="36353" y="373977"/>
                  </a:lnTo>
                  <a:lnTo>
                    <a:pt x="38634" y="377616"/>
                  </a:lnTo>
                  <a:lnTo>
                    <a:pt x="40980" y="381215"/>
                  </a:lnTo>
                  <a:lnTo>
                    <a:pt x="43387" y="384772"/>
                  </a:lnTo>
                  <a:lnTo>
                    <a:pt x="45857" y="388286"/>
                  </a:lnTo>
                  <a:lnTo>
                    <a:pt x="48388" y="391757"/>
                  </a:lnTo>
                  <a:lnTo>
                    <a:pt x="50979" y="395183"/>
                  </a:lnTo>
                  <a:lnTo>
                    <a:pt x="53630" y="398563"/>
                  </a:lnTo>
                  <a:lnTo>
                    <a:pt x="56339" y="401896"/>
                  </a:lnTo>
                  <a:lnTo>
                    <a:pt x="59107" y="405181"/>
                  </a:lnTo>
                  <a:lnTo>
                    <a:pt x="61931" y="408417"/>
                  </a:lnTo>
                  <a:lnTo>
                    <a:pt x="64812" y="411603"/>
                  </a:lnTo>
                  <a:lnTo>
                    <a:pt x="67748" y="414738"/>
                  </a:lnTo>
                  <a:lnTo>
                    <a:pt x="70738" y="417822"/>
                  </a:lnTo>
                  <a:lnTo>
                    <a:pt x="73782" y="420852"/>
                  </a:lnTo>
                  <a:lnTo>
                    <a:pt x="76879" y="423829"/>
                  </a:lnTo>
                  <a:lnTo>
                    <a:pt x="80027" y="426752"/>
                  </a:lnTo>
                  <a:lnTo>
                    <a:pt x="83226" y="429618"/>
                  </a:lnTo>
                  <a:lnTo>
                    <a:pt x="86474" y="432429"/>
                  </a:lnTo>
                  <a:lnTo>
                    <a:pt x="89771" y="435182"/>
                  </a:lnTo>
                  <a:lnTo>
                    <a:pt x="93116" y="437876"/>
                  </a:lnTo>
                  <a:lnTo>
                    <a:pt x="96507" y="440512"/>
                  </a:lnTo>
                  <a:lnTo>
                    <a:pt x="99945" y="443088"/>
                  </a:lnTo>
                  <a:lnTo>
                    <a:pt x="103426" y="445604"/>
                  </a:lnTo>
                  <a:lnTo>
                    <a:pt x="106951" y="448058"/>
                  </a:lnTo>
                  <a:lnTo>
                    <a:pt x="110519" y="450451"/>
                  </a:lnTo>
                  <a:lnTo>
                    <a:pt x="114128" y="452780"/>
                  </a:lnTo>
                  <a:lnTo>
                    <a:pt x="117777" y="455046"/>
                  </a:lnTo>
                  <a:lnTo>
                    <a:pt x="121465" y="457248"/>
                  </a:lnTo>
                  <a:lnTo>
                    <a:pt x="125191" y="459385"/>
                  </a:lnTo>
                  <a:lnTo>
                    <a:pt x="128954" y="461456"/>
                  </a:lnTo>
                  <a:lnTo>
                    <a:pt x="132753" y="463461"/>
                  </a:lnTo>
                  <a:lnTo>
                    <a:pt x="136586" y="465399"/>
                  </a:lnTo>
                  <a:lnTo>
                    <a:pt x="140452" y="467270"/>
                  </a:lnTo>
                  <a:lnTo>
                    <a:pt x="144351" y="469073"/>
                  </a:lnTo>
                  <a:lnTo>
                    <a:pt x="148281" y="470808"/>
                  </a:lnTo>
                  <a:lnTo>
                    <a:pt x="152240" y="472473"/>
                  </a:lnTo>
                  <a:lnTo>
                    <a:pt x="156228" y="474069"/>
                  </a:lnTo>
                  <a:lnTo>
                    <a:pt x="160243" y="475595"/>
                  </a:lnTo>
                  <a:lnTo>
                    <a:pt x="164284" y="477050"/>
                  </a:lnTo>
                  <a:lnTo>
                    <a:pt x="168350" y="478435"/>
                  </a:lnTo>
                  <a:lnTo>
                    <a:pt x="172440" y="479748"/>
                  </a:lnTo>
                  <a:lnTo>
                    <a:pt x="176552" y="480989"/>
                  </a:lnTo>
                  <a:lnTo>
                    <a:pt x="180685" y="482158"/>
                  </a:lnTo>
                  <a:lnTo>
                    <a:pt x="184838" y="483255"/>
                  </a:lnTo>
                  <a:lnTo>
                    <a:pt x="189010" y="484278"/>
                  </a:lnTo>
                  <a:lnTo>
                    <a:pt x="193199" y="485229"/>
                  </a:lnTo>
                  <a:lnTo>
                    <a:pt x="197404" y="486106"/>
                  </a:lnTo>
                  <a:lnTo>
                    <a:pt x="201623" y="486909"/>
                  </a:lnTo>
                  <a:lnTo>
                    <a:pt x="205856" y="487639"/>
                  </a:lnTo>
                  <a:lnTo>
                    <a:pt x="210101" y="488294"/>
                  </a:lnTo>
                  <a:lnTo>
                    <a:pt x="214357" y="488875"/>
                  </a:lnTo>
                  <a:lnTo>
                    <a:pt x="218623" y="489381"/>
                  </a:lnTo>
                  <a:lnTo>
                    <a:pt x="222896" y="489813"/>
                  </a:lnTo>
                  <a:lnTo>
                    <a:pt x="227177" y="490169"/>
                  </a:lnTo>
                  <a:lnTo>
                    <a:pt x="231463" y="490451"/>
                  </a:lnTo>
                  <a:lnTo>
                    <a:pt x="235753" y="490658"/>
                  </a:lnTo>
                  <a:lnTo>
                    <a:pt x="240047" y="490789"/>
                  </a:lnTo>
                  <a:lnTo>
                    <a:pt x="244342" y="490846"/>
                  </a:lnTo>
                  <a:lnTo>
                    <a:pt x="248637" y="490827"/>
                  </a:lnTo>
                  <a:lnTo>
                    <a:pt x="252931" y="490733"/>
                  </a:lnTo>
                  <a:lnTo>
                    <a:pt x="257223" y="490564"/>
                  </a:lnTo>
                  <a:lnTo>
                    <a:pt x="261512" y="490320"/>
                  </a:lnTo>
                  <a:lnTo>
                    <a:pt x="265795" y="490000"/>
                  </a:lnTo>
                  <a:lnTo>
                    <a:pt x="270072" y="489606"/>
                  </a:lnTo>
                  <a:lnTo>
                    <a:pt x="274342" y="489137"/>
                  </a:lnTo>
                  <a:lnTo>
                    <a:pt x="278603" y="488594"/>
                  </a:lnTo>
                  <a:lnTo>
                    <a:pt x="282854" y="487976"/>
                  </a:lnTo>
                  <a:lnTo>
                    <a:pt x="287093" y="487283"/>
                  </a:lnTo>
                  <a:lnTo>
                    <a:pt x="291319" y="486517"/>
                  </a:lnTo>
                  <a:lnTo>
                    <a:pt x="295532" y="485677"/>
                  </a:lnTo>
                  <a:lnTo>
                    <a:pt x="299729" y="484763"/>
                  </a:lnTo>
                  <a:lnTo>
                    <a:pt x="303909" y="483776"/>
                  </a:lnTo>
                  <a:lnTo>
                    <a:pt x="308071" y="482715"/>
                  </a:lnTo>
                  <a:lnTo>
                    <a:pt x="312215" y="481582"/>
                  </a:lnTo>
                  <a:lnTo>
                    <a:pt x="316338" y="480377"/>
                  </a:lnTo>
                  <a:lnTo>
                    <a:pt x="320439" y="479100"/>
                  </a:lnTo>
                  <a:lnTo>
                    <a:pt x="324517" y="477751"/>
                  </a:lnTo>
                  <a:lnTo>
                    <a:pt x="328571" y="476331"/>
                  </a:lnTo>
                  <a:lnTo>
                    <a:pt x="332599" y="474841"/>
                  </a:lnTo>
                  <a:lnTo>
                    <a:pt x="336601" y="473280"/>
                  </a:lnTo>
                  <a:lnTo>
                    <a:pt x="340574" y="471649"/>
                  </a:lnTo>
                  <a:lnTo>
                    <a:pt x="344519" y="469949"/>
                  </a:lnTo>
                  <a:lnTo>
                    <a:pt x="348433" y="468180"/>
                  </a:lnTo>
                  <a:lnTo>
                    <a:pt x="352316" y="466343"/>
                  </a:lnTo>
                  <a:lnTo>
                    <a:pt x="356166" y="464438"/>
                  </a:lnTo>
                  <a:lnTo>
                    <a:pt x="359982" y="462467"/>
                  </a:lnTo>
                  <a:lnTo>
                    <a:pt x="363763" y="460428"/>
                  </a:lnTo>
                  <a:lnTo>
                    <a:pt x="367508" y="458324"/>
                  </a:lnTo>
                  <a:lnTo>
                    <a:pt x="371215" y="456155"/>
                  </a:lnTo>
                  <a:lnTo>
                    <a:pt x="374884" y="453921"/>
                  </a:lnTo>
                  <a:lnTo>
                    <a:pt x="378513" y="451623"/>
                  </a:lnTo>
                  <a:lnTo>
                    <a:pt x="382101" y="449262"/>
                  </a:lnTo>
                  <a:lnTo>
                    <a:pt x="385648" y="446839"/>
                  </a:lnTo>
                  <a:lnTo>
                    <a:pt x="389151" y="444354"/>
                  </a:lnTo>
                  <a:lnTo>
                    <a:pt x="392611" y="441808"/>
                  </a:lnTo>
                  <a:lnTo>
                    <a:pt x="396025" y="439202"/>
                  </a:lnTo>
                  <a:lnTo>
                    <a:pt x="399393" y="436536"/>
                  </a:lnTo>
                  <a:lnTo>
                    <a:pt x="402714" y="433812"/>
                  </a:lnTo>
                  <a:lnTo>
                    <a:pt x="405987" y="431031"/>
                  </a:lnTo>
                  <a:lnTo>
                    <a:pt x="409211" y="428192"/>
                  </a:lnTo>
                  <a:lnTo>
                    <a:pt x="412385" y="425297"/>
                  </a:lnTo>
                  <a:lnTo>
                    <a:pt x="415507" y="422348"/>
                  </a:lnTo>
                  <a:lnTo>
                    <a:pt x="418577" y="419344"/>
                  </a:lnTo>
                  <a:lnTo>
                    <a:pt x="421595" y="416287"/>
                  </a:lnTo>
                  <a:lnTo>
                    <a:pt x="424558" y="413177"/>
                  </a:lnTo>
                  <a:lnTo>
                    <a:pt x="427466" y="410016"/>
                  </a:lnTo>
                  <a:lnTo>
                    <a:pt x="430319" y="406805"/>
                  </a:lnTo>
                  <a:lnTo>
                    <a:pt x="433115" y="403544"/>
                  </a:lnTo>
                  <a:lnTo>
                    <a:pt x="435854" y="400235"/>
                  </a:lnTo>
                  <a:lnTo>
                    <a:pt x="438534" y="396879"/>
                  </a:lnTo>
                  <a:lnTo>
                    <a:pt x="441155" y="393476"/>
                  </a:lnTo>
                  <a:lnTo>
                    <a:pt x="443716" y="390027"/>
                  </a:lnTo>
                  <a:lnTo>
                    <a:pt x="446216" y="386535"/>
                  </a:lnTo>
                  <a:lnTo>
                    <a:pt x="448655" y="382999"/>
                  </a:lnTo>
                  <a:lnTo>
                    <a:pt x="451032" y="379421"/>
                  </a:lnTo>
                  <a:lnTo>
                    <a:pt x="453345" y="375802"/>
                  </a:lnTo>
                  <a:lnTo>
                    <a:pt x="455595" y="372143"/>
                  </a:lnTo>
                  <a:lnTo>
                    <a:pt x="457781" y="368445"/>
                  </a:lnTo>
                  <a:lnTo>
                    <a:pt x="459901" y="364710"/>
                  </a:lnTo>
                  <a:lnTo>
                    <a:pt x="461956" y="360938"/>
                  </a:lnTo>
                  <a:lnTo>
                    <a:pt x="463945" y="357130"/>
                  </a:lnTo>
                  <a:lnTo>
                    <a:pt x="465866" y="353289"/>
                  </a:lnTo>
                  <a:lnTo>
                    <a:pt x="467720" y="349414"/>
                  </a:lnTo>
                  <a:lnTo>
                    <a:pt x="469506" y="345508"/>
                  </a:lnTo>
                  <a:lnTo>
                    <a:pt x="471223" y="341570"/>
                  </a:lnTo>
                  <a:lnTo>
                    <a:pt x="472872" y="337604"/>
                  </a:lnTo>
                  <a:lnTo>
                    <a:pt x="474450" y="333609"/>
                  </a:lnTo>
                  <a:lnTo>
                    <a:pt x="475958" y="329587"/>
                  </a:lnTo>
                  <a:lnTo>
                    <a:pt x="477396" y="325540"/>
                  </a:lnTo>
                  <a:lnTo>
                    <a:pt x="478762" y="321467"/>
                  </a:lnTo>
                  <a:lnTo>
                    <a:pt x="480058" y="317372"/>
                  </a:lnTo>
                  <a:lnTo>
                    <a:pt x="481281" y="313254"/>
                  </a:lnTo>
                  <a:lnTo>
                    <a:pt x="482432" y="309116"/>
                  </a:lnTo>
                  <a:lnTo>
                    <a:pt x="483510" y="304958"/>
                  </a:lnTo>
                  <a:lnTo>
                    <a:pt x="484516" y="300782"/>
                  </a:lnTo>
                  <a:lnTo>
                    <a:pt x="485448" y="296589"/>
                  </a:lnTo>
                  <a:lnTo>
                    <a:pt x="486307" y="292381"/>
                  </a:lnTo>
                  <a:lnTo>
                    <a:pt x="487092" y="288158"/>
                  </a:lnTo>
                  <a:lnTo>
                    <a:pt x="487803" y="283922"/>
                  </a:lnTo>
                  <a:lnTo>
                    <a:pt x="488439" y="279674"/>
                  </a:lnTo>
                  <a:lnTo>
                    <a:pt x="489001" y="275415"/>
                  </a:lnTo>
                  <a:lnTo>
                    <a:pt x="489489" y="271148"/>
                  </a:lnTo>
                  <a:lnTo>
                    <a:pt x="489902" y="266872"/>
                  </a:lnTo>
                  <a:lnTo>
                    <a:pt x="490240" y="262590"/>
                  </a:lnTo>
                  <a:lnTo>
                    <a:pt x="490503" y="258303"/>
                  </a:lnTo>
                  <a:lnTo>
                    <a:pt x="490691" y="254012"/>
                  </a:lnTo>
                  <a:lnTo>
                    <a:pt x="490803" y="249718"/>
                  </a:lnTo>
                  <a:close/>
                </a:path>
              </a:pathLst>
            </a:custGeom>
            <a:solidFill>
              <a:srgbClr val="F5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554" name="pl554"/>
            <p:cNvSpPr/>
            <p:nvPr/>
          </p:nvSpPr>
          <p:spPr>
            <a:xfrm>
              <a:off x="7573607" y="3648855"/>
              <a:ext cx="0" cy="220882"/>
            </a:xfrm>
            <a:custGeom>
              <a:avLst/>
              <a:pathLst>
                <a:path w="0" h="220882">
                  <a:moveTo>
                    <a:pt x="0" y="220882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l555"/>
            <p:cNvSpPr/>
            <p:nvPr/>
          </p:nvSpPr>
          <p:spPr>
            <a:xfrm>
              <a:off x="7590961" y="3720739"/>
              <a:ext cx="156187" cy="156187"/>
            </a:xfrm>
            <a:custGeom>
              <a:avLst/>
              <a:pathLst>
                <a:path w="156187" h="156187">
                  <a:moveTo>
                    <a:pt x="0" y="156187"/>
                  </a:moveTo>
                  <a:lnTo>
                    <a:pt x="156187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l556"/>
            <p:cNvSpPr/>
            <p:nvPr/>
          </p:nvSpPr>
          <p:spPr>
            <a:xfrm>
              <a:off x="7598149" y="3894280"/>
              <a:ext cx="220882" cy="0"/>
            </a:xfrm>
            <a:custGeom>
              <a:avLst/>
              <a:pathLst>
                <a:path w="220882" h="0">
                  <a:moveTo>
                    <a:pt x="0" y="0"/>
                  </a:moveTo>
                  <a:lnTo>
                    <a:pt x="220882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l557"/>
            <p:cNvSpPr/>
            <p:nvPr/>
          </p:nvSpPr>
          <p:spPr>
            <a:xfrm>
              <a:off x="7590961" y="3911635"/>
              <a:ext cx="156187" cy="156187"/>
            </a:xfrm>
            <a:custGeom>
              <a:avLst/>
              <a:pathLst>
                <a:path w="156187" h="156187">
                  <a:moveTo>
                    <a:pt x="0" y="0"/>
                  </a:moveTo>
                  <a:lnTo>
                    <a:pt x="156187" y="156187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l558"/>
            <p:cNvSpPr/>
            <p:nvPr/>
          </p:nvSpPr>
          <p:spPr>
            <a:xfrm>
              <a:off x="7573607" y="3918823"/>
              <a:ext cx="0" cy="220882"/>
            </a:xfrm>
            <a:custGeom>
              <a:avLst/>
              <a:pathLst>
                <a:path w="0" h="220882">
                  <a:moveTo>
                    <a:pt x="0" y="0"/>
                  </a:moveTo>
                  <a:lnTo>
                    <a:pt x="0" y="220882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l559"/>
            <p:cNvSpPr/>
            <p:nvPr/>
          </p:nvSpPr>
          <p:spPr>
            <a:xfrm>
              <a:off x="7400065" y="3911635"/>
              <a:ext cx="156187" cy="156187"/>
            </a:xfrm>
            <a:custGeom>
              <a:avLst/>
              <a:pathLst>
                <a:path w="156187" h="156187">
                  <a:moveTo>
                    <a:pt x="156187" y="0"/>
                  </a:moveTo>
                  <a:lnTo>
                    <a:pt x="0" y="156187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l560"/>
            <p:cNvSpPr/>
            <p:nvPr/>
          </p:nvSpPr>
          <p:spPr>
            <a:xfrm>
              <a:off x="7328181" y="3894280"/>
              <a:ext cx="220882" cy="0"/>
            </a:xfrm>
            <a:custGeom>
              <a:avLst/>
              <a:pathLst>
                <a:path w="220882" h="0">
                  <a:moveTo>
                    <a:pt x="220882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l561"/>
            <p:cNvSpPr/>
            <p:nvPr/>
          </p:nvSpPr>
          <p:spPr>
            <a:xfrm>
              <a:off x="7400065" y="3720739"/>
              <a:ext cx="156187" cy="156187"/>
            </a:xfrm>
            <a:custGeom>
              <a:avLst/>
              <a:pathLst>
                <a:path w="156187" h="156187">
                  <a:moveTo>
                    <a:pt x="156187" y="156187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l562"/>
            <p:cNvSpPr/>
            <p:nvPr/>
          </p:nvSpPr>
          <p:spPr>
            <a:xfrm>
              <a:off x="7530221" y="3850895"/>
              <a:ext cx="215183" cy="67928"/>
            </a:xfrm>
            <a:custGeom>
              <a:avLst/>
              <a:pathLst>
                <a:path w="215183" h="67928">
                  <a:moveTo>
                    <a:pt x="43385" y="18842"/>
                  </a:moveTo>
                  <a:lnTo>
                    <a:pt x="86770" y="0"/>
                  </a:lnTo>
                  <a:lnTo>
                    <a:pt x="215183" y="43385"/>
                  </a:lnTo>
                  <a:lnTo>
                    <a:pt x="60739" y="60739"/>
                  </a:lnTo>
                  <a:lnTo>
                    <a:pt x="43385" y="67928"/>
                  </a:lnTo>
                  <a:lnTo>
                    <a:pt x="26031" y="60739"/>
                  </a:lnTo>
                  <a:lnTo>
                    <a:pt x="18842" y="43385"/>
                  </a:lnTo>
                  <a:lnTo>
                    <a:pt x="0" y="0"/>
                  </a:lnTo>
                  <a:lnTo>
                    <a:pt x="43385" y="18842"/>
                  </a:lnTo>
                </a:path>
              </a:pathLst>
            </a:custGeom>
            <a:ln w="31166" cap="flat">
              <a:solidFill>
                <a:srgbClr val="00C1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t563"/>
            <p:cNvSpPr/>
            <p:nvPr/>
          </p:nvSpPr>
          <p:spPr>
            <a:xfrm>
              <a:off x="7537659" y="3833790"/>
              <a:ext cx="71895" cy="71895"/>
            </a:xfrm>
            <a:prstGeom prst="ellipse">
              <a:avLst/>
            </a:prstGeom>
            <a:solidFill>
              <a:srgbClr val="00C1A5">
                <a:alpha val="100000"/>
              </a:srgbClr>
            </a:solidFill>
            <a:ln w="12272" cap="rnd">
              <a:solidFill>
                <a:srgbClr val="00C1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t564"/>
            <p:cNvSpPr/>
            <p:nvPr/>
          </p:nvSpPr>
          <p:spPr>
            <a:xfrm>
              <a:off x="7581045" y="3814947"/>
              <a:ext cx="71895" cy="71895"/>
            </a:xfrm>
            <a:prstGeom prst="ellipse">
              <a:avLst/>
            </a:prstGeom>
            <a:solidFill>
              <a:srgbClr val="00C1A5">
                <a:alpha val="100000"/>
              </a:srgbClr>
            </a:solidFill>
            <a:ln w="12272" cap="rnd">
              <a:solidFill>
                <a:srgbClr val="00C1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t565"/>
            <p:cNvSpPr/>
            <p:nvPr/>
          </p:nvSpPr>
          <p:spPr>
            <a:xfrm>
              <a:off x="7709457" y="3858333"/>
              <a:ext cx="71895" cy="71895"/>
            </a:xfrm>
            <a:prstGeom prst="ellipse">
              <a:avLst/>
            </a:prstGeom>
            <a:solidFill>
              <a:srgbClr val="00C1A5">
                <a:alpha val="100000"/>
              </a:srgbClr>
            </a:solidFill>
            <a:ln w="12272" cap="rnd">
              <a:solidFill>
                <a:srgbClr val="00C1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t566"/>
            <p:cNvSpPr/>
            <p:nvPr/>
          </p:nvSpPr>
          <p:spPr>
            <a:xfrm>
              <a:off x="7555013" y="3875687"/>
              <a:ext cx="71895" cy="71895"/>
            </a:xfrm>
            <a:prstGeom prst="ellipse">
              <a:avLst/>
            </a:prstGeom>
            <a:solidFill>
              <a:srgbClr val="00C1A5">
                <a:alpha val="100000"/>
              </a:srgbClr>
            </a:solidFill>
            <a:ln w="12272" cap="rnd">
              <a:solidFill>
                <a:srgbClr val="00C1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t567"/>
            <p:cNvSpPr/>
            <p:nvPr/>
          </p:nvSpPr>
          <p:spPr>
            <a:xfrm>
              <a:off x="7537659" y="3882875"/>
              <a:ext cx="71895" cy="71895"/>
            </a:xfrm>
            <a:prstGeom prst="ellipse">
              <a:avLst/>
            </a:prstGeom>
            <a:solidFill>
              <a:srgbClr val="00C1A5">
                <a:alpha val="100000"/>
              </a:srgbClr>
            </a:solidFill>
            <a:ln w="12272" cap="rnd">
              <a:solidFill>
                <a:srgbClr val="00C1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t568"/>
            <p:cNvSpPr/>
            <p:nvPr/>
          </p:nvSpPr>
          <p:spPr>
            <a:xfrm>
              <a:off x="7520305" y="3875687"/>
              <a:ext cx="71895" cy="71895"/>
            </a:xfrm>
            <a:prstGeom prst="ellipse">
              <a:avLst/>
            </a:prstGeom>
            <a:solidFill>
              <a:srgbClr val="00C1A5">
                <a:alpha val="100000"/>
              </a:srgbClr>
            </a:solidFill>
            <a:ln w="12272" cap="rnd">
              <a:solidFill>
                <a:srgbClr val="00C1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t569"/>
            <p:cNvSpPr/>
            <p:nvPr/>
          </p:nvSpPr>
          <p:spPr>
            <a:xfrm>
              <a:off x="7513117" y="3858333"/>
              <a:ext cx="71895" cy="71895"/>
            </a:xfrm>
            <a:prstGeom prst="ellipse">
              <a:avLst/>
            </a:prstGeom>
            <a:solidFill>
              <a:srgbClr val="00C1A5">
                <a:alpha val="100000"/>
              </a:srgbClr>
            </a:solidFill>
            <a:ln w="12272" cap="rnd">
              <a:solidFill>
                <a:srgbClr val="00C1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t570"/>
            <p:cNvSpPr/>
            <p:nvPr/>
          </p:nvSpPr>
          <p:spPr>
            <a:xfrm>
              <a:off x="7494274" y="3814947"/>
              <a:ext cx="71895" cy="71895"/>
            </a:xfrm>
            <a:prstGeom prst="ellipse">
              <a:avLst/>
            </a:prstGeom>
            <a:solidFill>
              <a:srgbClr val="00C1A5">
                <a:alpha val="100000"/>
              </a:srgbClr>
            </a:solidFill>
            <a:ln w="12272" cap="rnd">
              <a:solidFill>
                <a:srgbClr val="00C1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t571"/>
            <p:cNvSpPr/>
            <p:nvPr/>
          </p:nvSpPr>
          <p:spPr>
            <a:xfrm>
              <a:off x="7537659" y="3833790"/>
              <a:ext cx="71895" cy="71895"/>
            </a:xfrm>
            <a:prstGeom prst="ellipse">
              <a:avLst/>
            </a:prstGeom>
            <a:solidFill>
              <a:srgbClr val="00C1A5">
                <a:alpha val="100000"/>
              </a:srgbClr>
            </a:solidFill>
            <a:ln w="12272" cap="rnd">
              <a:solidFill>
                <a:srgbClr val="00C1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tx572"/>
            <p:cNvSpPr/>
            <p:nvPr/>
          </p:nvSpPr>
          <p:spPr>
            <a:xfrm>
              <a:off x="7452968" y="3845827"/>
              <a:ext cx="96096" cy="477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2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2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573" name="tx573"/>
            <p:cNvSpPr/>
            <p:nvPr/>
          </p:nvSpPr>
          <p:spPr>
            <a:xfrm>
              <a:off x="7415990" y="3735386"/>
              <a:ext cx="133074" cy="477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2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2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574" name="tx574"/>
            <p:cNvSpPr/>
            <p:nvPr/>
          </p:nvSpPr>
          <p:spPr>
            <a:xfrm>
              <a:off x="7379012" y="3624945"/>
              <a:ext cx="170051" cy="477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2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2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  <p:sp>
          <p:nvSpPr>
            <p:cNvPr id="575" name="rc575"/>
            <p:cNvSpPr/>
            <p:nvPr/>
          </p:nvSpPr>
          <p:spPr>
            <a:xfrm>
              <a:off x="69589" y="4268852"/>
              <a:ext cx="3001607" cy="90709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576" name="rc576"/>
            <p:cNvSpPr/>
            <p:nvPr/>
          </p:nvSpPr>
          <p:spPr>
            <a:xfrm>
              <a:off x="69589" y="4359561"/>
              <a:ext cx="3001607" cy="74914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7" name="rc577"/>
            <p:cNvSpPr/>
            <p:nvPr/>
          </p:nvSpPr>
          <p:spPr>
            <a:xfrm>
              <a:off x="120199" y="4268852"/>
              <a:ext cx="2900386" cy="90709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78" name="tx578"/>
            <p:cNvSpPr/>
            <p:nvPr/>
          </p:nvSpPr>
          <p:spPr>
            <a:xfrm>
              <a:off x="1196903" y="4256476"/>
              <a:ext cx="746978" cy="1097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Suliformes</a:t>
              </a:r>
            </a:p>
          </p:txBody>
        </p:sp>
        <p:sp>
          <p:nvSpPr>
            <p:cNvPr id="579" name="rc579"/>
            <p:cNvSpPr/>
            <p:nvPr/>
          </p:nvSpPr>
          <p:spPr>
            <a:xfrm>
              <a:off x="1165440" y="4410172"/>
              <a:ext cx="809903" cy="64792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0" name="tx580"/>
            <p:cNvSpPr/>
            <p:nvPr/>
          </p:nvSpPr>
          <p:spPr>
            <a:xfrm>
              <a:off x="864629" y="4890434"/>
              <a:ext cx="506189" cy="82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581" name="tx581"/>
            <p:cNvSpPr/>
            <p:nvPr/>
          </p:nvSpPr>
          <p:spPr>
            <a:xfrm>
              <a:off x="1041225" y="4693084"/>
              <a:ext cx="246928" cy="79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582" name="tx582"/>
            <p:cNvSpPr/>
            <p:nvPr/>
          </p:nvSpPr>
          <p:spPr>
            <a:xfrm>
              <a:off x="882838" y="4493246"/>
              <a:ext cx="487981" cy="801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583" name="pl583"/>
            <p:cNvSpPr/>
            <p:nvPr/>
          </p:nvSpPr>
          <p:spPr>
            <a:xfrm>
              <a:off x="1545851" y="4709591"/>
              <a:ext cx="49084" cy="49084"/>
            </a:xfrm>
            <a:custGeom>
              <a:avLst/>
              <a:pathLst>
                <a:path w="49084" h="49084">
                  <a:moveTo>
                    <a:pt x="49084" y="24542"/>
                  </a:moveTo>
                  <a:lnTo>
                    <a:pt x="49080" y="24112"/>
                  </a:lnTo>
                  <a:lnTo>
                    <a:pt x="49069" y="23683"/>
                  </a:lnTo>
                  <a:lnTo>
                    <a:pt x="49050" y="23254"/>
                  </a:lnTo>
                  <a:lnTo>
                    <a:pt x="49024" y="22825"/>
                  </a:lnTo>
                  <a:lnTo>
                    <a:pt x="48990" y="22397"/>
                  </a:lnTo>
                  <a:lnTo>
                    <a:pt x="48948" y="21969"/>
                  </a:lnTo>
                  <a:lnTo>
                    <a:pt x="48900" y="21543"/>
                  </a:lnTo>
                  <a:lnTo>
                    <a:pt x="48843" y="21117"/>
                  </a:lnTo>
                  <a:lnTo>
                    <a:pt x="48780" y="20692"/>
                  </a:lnTo>
                  <a:lnTo>
                    <a:pt x="48709" y="20268"/>
                  </a:lnTo>
                  <a:lnTo>
                    <a:pt x="48630" y="19846"/>
                  </a:lnTo>
                  <a:lnTo>
                    <a:pt x="48544" y="19425"/>
                  </a:lnTo>
                  <a:lnTo>
                    <a:pt x="48451" y="19006"/>
                  </a:lnTo>
                  <a:lnTo>
                    <a:pt x="48351" y="18588"/>
                  </a:lnTo>
                  <a:lnTo>
                    <a:pt x="48243" y="18172"/>
                  </a:lnTo>
                  <a:lnTo>
                    <a:pt x="48128" y="17759"/>
                  </a:lnTo>
                  <a:lnTo>
                    <a:pt x="48005" y="17347"/>
                  </a:lnTo>
                  <a:lnTo>
                    <a:pt x="47876" y="16937"/>
                  </a:lnTo>
                  <a:lnTo>
                    <a:pt x="47739" y="16530"/>
                  </a:lnTo>
                  <a:lnTo>
                    <a:pt x="47595" y="16125"/>
                  </a:lnTo>
                  <a:lnTo>
                    <a:pt x="47445" y="15723"/>
                  </a:lnTo>
                  <a:lnTo>
                    <a:pt x="47287" y="15324"/>
                  </a:lnTo>
                  <a:lnTo>
                    <a:pt x="47122" y="14927"/>
                  </a:lnTo>
                  <a:lnTo>
                    <a:pt x="46950" y="14533"/>
                  </a:lnTo>
                  <a:lnTo>
                    <a:pt x="46772" y="14143"/>
                  </a:lnTo>
                  <a:lnTo>
                    <a:pt x="46586" y="13755"/>
                  </a:lnTo>
                  <a:lnTo>
                    <a:pt x="46394" y="13371"/>
                  </a:lnTo>
                  <a:lnTo>
                    <a:pt x="46195" y="12990"/>
                  </a:lnTo>
                  <a:lnTo>
                    <a:pt x="45990" y="12613"/>
                  </a:lnTo>
                  <a:lnTo>
                    <a:pt x="45778" y="12240"/>
                  </a:lnTo>
                  <a:lnTo>
                    <a:pt x="45559" y="11870"/>
                  </a:lnTo>
                  <a:lnTo>
                    <a:pt x="45334" y="11504"/>
                  </a:lnTo>
                  <a:lnTo>
                    <a:pt x="45103" y="11142"/>
                  </a:lnTo>
                  <a:lnTo>
                    <a:pt x="44865" y="10784"/>
                  </a:lnTo>
                  <a:lnTo>
                    <a:pt x="44621" y="10431"/>
                  </a:lnTo>
                  <a:lnTo>
                    <a:pt x="44371" y="10081"/>
                  </a:lnTo>
                  <a:lnTo>
                    <a:pt x="44115" y="9737"/>
                  </a:lnTo>
                  <a:lnTo>
                    <a:pt x="43853" y="9396"/>
                  </a:lnTo>
                  <a:lnTo>
                    <a:pt x="43585" y="9061"/>
                  </a:lnTo>
                  <a:lnTo>
                    <a:pt x="43311" y="8730"/>
                  </a:lnTo>
                  <a:lnTo>
                    <a:pt x="43031" y="8404"/>
                  </a:lnTo>
                  <a:lnTo>
                    <a:pt x="42746" y="8082"/>
                  </a:lnTo>
                  <a:lnTo>
                    <a:pt x="42455" y="7766"/>
                  </a:lnTo>
                  <a:lnTo>
                    <a:pt x="42159" y="7455"/>
                  </a:lnTo>
                  <a:lnTo>
                    <a:pt x="41857" y="7150"/>
                  </a:lnTo>
                  <a:lnTo>
                    <a:pt x="41550" y="6849"/>
                  </a:lnTo>
                  <a:lnTo>
                    <a:pt x="41238" y="6554"/>
                  </a:lnTo>
                  <a:lnTo>
                    <a:pt x="40921" y="6265"/>
                  </a:lnTo>
                  <a:lnTo>
                    <a:pt x="40598" y="5981"/>
                  </a:lnTo>
                  <a:lnTo>
                    <a:pt x="40271" y="5703"/>
                  </a:lnTo>
                  <a:lnTo>
                    <a:pt x="39939" y="5430"/>
                  </a:lnTo>
                  <a:lnTo>
                    <a:pt x="39602" y="5164"/>
                  </a:lnTo>
                  <a:lnTo>
                    <a:pt x="39261" y="4903"/>
                  </a:lnTo>
                  <a:lnTo>
                    <a:pt x="38915" y="4649"/>
                  </a:lnTo>
                  <a:lnTo>
                    <a:pt x="38564" y="4400"/>
                  </a:lnTo>
                  <a:lnTo>
                    <a:pt x="38210" y="4158"/>
                  </a:lnTo>
                  <a:lnTo>
                    <a:pt x="37851" y="3922"/>
                  </a:lnTo>
                  <a:lnTo>
                    <a:pt x="37488" y="3692"/>
                  </a:lnTo>
                  <a:lnTo>
                    <a:pt x="37121" y="3469"/>
                  </a:lnTo>
                  <a:lnTo>
                    <a:pt x="36750" y="3252"/>
                  </a:lnTo>
                  <a:lnTo>
                    <a:pt x="36376" y="3041"/>
                  </a:lnTo>
                  <a:lnTo>
                    <a:pt x="35998" y="2837"/>
                  </a:lnTo>
                  <a:lnTo>
                    <a:pt x="35616" y="2640"/>
                  </a:lnTo>
                  <a:lnTo>
                    <a:pt x="35231" y="2450"/>
                  </a:lnTo>
                  <a:lnTo>
                    <a:pt x="34843" y="2266"/>
                  </a:lnTo>
                  <a:lnTo>
                    <a:pt x="34451" y="2089"/>
                  </a:lnTo>
                  <a:lnTo>
                    <a:pt x="34057" y="1919"/>
                  </a:lnTo>
                  <a:lnTo>
                    <a:pt x="33660" y="1756"/>
                  </a:lnTo>
                  <a:lnTo>
                    <a:pt x="33259" y="1600"/>
                  </a:lnTo>
                  <a:lnTo>
                    <a:pt x="32857" y="1451"/>
                  </a:lnTo>
                  <a:lnTo>
                    <a:pt x="32451" y="1309"/>
                  </a:lnTo>
                  <a:lnTo>
                    <a:pt x="32043" y="1174"/>
                  </a:lnTo>
                  <a:lnTo>
                    <a:pt x="31633" y="1046"/>
                  </a:lnTo>
                  <a:lnTo>
                    <a:pt x="31221" y="926"/>
                  </a:lnTo>
                  <a:lnTo>
                    <a:pt x="30807" y="813"/>
                  </a:lnTo>
                  <a:lnTo>
                    <a:pt x="30390" y="707"/>
                  </a:lnTo>
                  <a:lnTo>
                    <a:pt x="29972" y="608"/>
                  </a:lnTo>
                  <a:lnTo>
                    <a:pt x="29553" y="516"/>
                  </a:lnTo>
                  <a:lnTo>
                    <a:pt x="29131" y="432"/>
                  </a:lnTo>
                  <a:lnTo>
                    <a:pt x="28709" y="356"/>
                  </a:lnTo>
                  <a:lnTo>
                    <a:pt x="28285" y="286"/>
                  </a:lnTo>
                  <a:lnTo>
                    <a:pt x="27860" y="225"/>
                  </a:lnTo>
                  <a:lnTo>
                    <a:pt x="27434" y="170"/>
                  </a:lnTo>
                  <a:lnTo>
                    <a:pt x="27007" y="123"/>
                  </a:lnTo>
                  <a:lnTo>
                    <a:pt x="26579" y="84"/>
                  </a:lnTo>
                  <a:lnTo>
                    <a:pt x="26151" y="52"/>
                  </a:lnTo>
                  <a:lnTo>
                    <a:pt x="25722" y="28"/>
                  </a:lnTo>
                  <a:lnTo>
                    <a:pt x="25293" y="11"/>
                  </a:lnTo>
                  <a:lnTo>
                    <a:pt x="24863" y="1"/>
                  </a:lnTo>
                  <a:lnTo>
                    <a:pt x="24434" y="0"/>
                  </a:lnTo>
                  <a:lnTo>
                    <a:pt x="24004" y="5"/>
                  </a:lnTo>
                  <a:lnTo>
                    <a:pt x="23575" y="18"/>
                  </a:lnTo>
                  <a:lnTo>
                    <a:pt x="23146" y="39"/>
                  </a:lnTo>
                  <a:lnTo>
                    <a:pt x="22717" y="67"/>
                  </a:lnTo>
                  <a:lnTo>
                    <a:pt x="22289" y="103"/>
                  </a:lnTo>
                  <a:lnTo>
                    <a:pt x="21862" y="146"/>
                  </a:lnTo>
                  <a:lnTo>
                    <a:pt x="21435" y="197"/>
                  </a:lnTo>
                  <a:lnTo>
                    <a:pt x="21010" y="255"/>
                  </a:lnTo>
                  <a:lnTo>
                    <a:pt x="20585" y="320"/>
                  </a:lnTo>
                  <a:lnTo>
                    <a:pt x="20162" y="393"/>
                  </a:lnTo>
                  <a:lnTo>
                    <a:pt x="19740" y="473"/>
                  </a:lnTo>
                  <a:lnTo>
                    <a:pt x="19319" y="561"/>
                  </a:lnTo>
                  <a:lnTo>
                    <a:pt x="18901" y="656"/>
                  </a:lnTo>
                  <a:lnTo>
                    <a:pt x="18483" y="759"/>
                  </a:lnTo>
                  <a:lnTo>
                    <a:pt x="18068" y="868"/>
                  </a:lnTo>
                  <a:lnTo>
                    <a:pt x="17655" y="985"/>
                  </a:lnTo>
                  <a:lnTo>
                    <a:pt x="17244" y="1109"/>
                  </a:lnTo>
                  <a:lnTo>
                    <a:pt x="16835" y="1241"/>
                  </a:lnTo>
                  <a:lnTo>
                    <a:pt x="16428" y="1379"/>
                  </a:lnTo>
                  <a:lnTo>
                    <a:pt x="16024" y="1525"/>
                  </a:lnTo>
                  <a:lnTo>
                    <a:pt x="15622" y="1677"/>
                  </a:lnTo>
                  <a:lnTo>
                    <a:pt x="15224" y="1837"/>
                  </a:lnTo>
                  <a:lnTo>
                    <a:pt x="14828" y="2003"/>
                  </a:lnTo>
                  <a:lnTo>
                    <a:pt x="14435" y="2177"/>
                  </a:lnTo>
                  <a:lnTo>
                    <a:pt x="14045" y="2357"/>
                  </a:lnTo>
                  <a:lnTo>
                    <a:pt x="13658" y="2544"/>
                  </a:lnTo>
                  <a:lnTo>
                    <a:pt x="13275" y="2738"/>
                  </a:lnTo>
                  <a:lnTo>
                    <a:pt x="12895" y="2938"/>
                  </a:lnTo>
                  <a:lnTo>
                    <a:pt x="12519" y="3146"/>
                  </a:lnTo>
                  <a:lnTo>
                    <a:pt x="12146" y="3359"/>
                  </a:lnTo>
                  <a:lnTo>
                    <a:pt x="11777" y="3579"/>
                  </a:lnTo>
                  <a:lnTo>
                    <a:pt x="11412" y="3806"/>
                  </a:lnTo>
                  <a:lnTo>
                    <a:pt x="11051" y="4039"/>
                  </a:lnTo>
                  <a:lnTo>
                    <a:pt x="10695" y="4278"/>
                  </a:lnTo>
                  <a:lnTo>
                    <a:pt x="10342" y="4524"/>
                  </a:lnTo>
                  <a:lnTo>
                    <a:pt x="9994" y="4775"/>
                  </a:lnTo>
                  <a:lnTo>
                    <a:pt x="9650" y="5033"/>
                  </a:lnTo>
                  <a:lnTo>
                    <a:pt x="9311" y="5296"/>
                  </a:lnTo>
                  <a:lnTo>
                    <a:pt x="8977" y="5566"/>
                  </a:lnTo>
                  <a:lnTo>
                    <a:pt x="8647" y="5841"/>
                  </a:lnTo>
                  <a:lnTo>
                    <a:pt x="8322" y="6122"/>
                  </a:lnTo>
                  <a:lnTo>
                    <a:pt x="8002" y="6409"/>
                  </a:lnTo>
                  <a:lnTo>
                    <a:pt x="7687" y="6701"/>
                  </a:lnTo>
                  <a:lnTo>
                    <a:pt x="7378" y="6999"/>
                  </a:lnTo>
                  <a:lnTo>
                    <a:pt x="7073" y="7302"/>
                  </a:lnTo>
                  <a:lnTo>
                    <a:pt x="6774" y="7610"/>
                  </a:lnTo>
                  <a:lnTo>
                    <a:pt x="6481" y="7924"/>
                  </a:lnTo>
                  <a:lnTo>
                    <a:pt x="6193" y="8242"/>
                  </a:lnTo>
                  <a:lnTo>
                    <a:pt x="5910" y="8566"/>
                  </a:lnTo>
                  <a:lnTo>
                    <a:pt x="5633" y="8894"/>
                  </a:lnTo>
                  <a:lnTo>
                    <a:pt x="5363" y="9228"/>
                  </a:lnTo>
                  <a:lnTo>
                    <a:pt x="5097" y="9566"/>
                  </a:lnTo>
                  <a:lnTo>
                    <a:pt x="4838" y="9908"/>
                  </a:lnTo>
                  <a:lnTo>
                    <a:pt x="4585" y="10255"/>
                  </a:lnTo>
                  <a:lnTo>
                    <a:pt x="4338" y="10607"/>
                  </a:lnTo>
                  <a:lnTo>
                    <a:pt x="4098" y="10963"/>
                  </a:lnTo>
                  <a:lnTo>
                    <a:pt x="3863" y="11322"/>
                  </a:lnTo>
                  <a:lnTo>
                    <a:pt x="3635" y="11686"/>
                  </a:lnTo>
                  <a:lnTo>
                    <a:pt x="3413" y="12054"/>
                  </a:lnTo>
                  <a:lnTo>
                    <a:pt x="3198" y="12426"/>
                  </a:lnTo>
                  <a:lnTo>
                    <a:pt x="2989" y="12801"/>
                  </a:lnTo>
                  <a:lnTo>
                    <a:pt x="2787" y="13180"/>
                  </a:lnTo>
                  <a:lnTo>
                    <a:pt x="2591" y="13563"/>
                  </a:lnTo>
                  <a:lnTo>
                    <a:pt x="2402" y="13949"/>
                  </a:lnTo>
                  <a:lnTo>
                    <a:pt x="2220" y="14338"/>
                  </a:lnTo>
                  <a:lnTo>
                    <a:pt x="2045" y="14730"/>
                  </a:lnTo>
                  <a:lnTo>
                    <a:pt x="1877" y="15125"/>
                  </a:lnTo>
                  <a:lnTo>
                    <a:pt x="1716" y="15523"/>
                  </a:lnTo>
                  <a:lnTo>
                    <a:pt x="1561" y="15924"/>
                  </a:lnTo>
                  <a:lnTo>
                    <a:pt x="1414" y="16327"/>
                  </a:lnTo>
                  <a:lnTo>
                    <a:pt x="1274" y="16733"/>
                  </a:lnTo>
                  <a:lnTo>
                    <a:pt x="1141" y="17142"/>
                  </a:lnTo>
                  <a:lnTo>
                    <a:pt x="1015" y="17552"/>
                  </a:lnTo>
                  <a:lnTo>
                    <a:pt x="896" y="17965"/>
                  </a:lnTo>
                  <a:lnTo>
                    <a:pt x="785" y="18380"/>
                  </a:lnTo>
                  <a:lnTo>
                    <a:pt x="680" y="18797"/>
                  </a:lnTo>
                  <a:lnTo>
                    <a:pt x="584" y="19215"/>
                  </a:lnTo>
                  <a:lnTo>
                    <a:pt x="494" y="19635"/>
                  </a:lnTo>
                  <a:lnTo>
                    <a:pt x="412" y="20057"/>
                  </a:lnTo>
                  <a:lnTo>
                    <a:pt x="337" y="20480"/>
                  </a:lnTo>
                  <a:lnTo>
                    <a:pt x="270" y="20904"/>
                  </a:lnTo>
                  <a:lnTo>
                    <a:pt x="210" y="21329"/>
                  </a:lnTo>
                  <a:lnTo>
                    <a:pt x="157" y="21756"/>
                  </a:lnTo>
                  <a:lnTo>
                    <a:pt x="112" y="22183"/>
                  </a:lnTo>
                  <a:lnTo>
                    <a:pt x="75" y="22611"/>
                  </a:lnTo>
                  <a:lnTo>
                    <a:pt x="45" y="23039"/>
                  </a:lnTo>
                  <a:lnTo>
                    <a:pt x="22" y="23468"/>
                  </a:lnTo>
                  <a:lnTo>
                    <a:pt x="7" y="23898"/>
                  </a:lnTo>
                  <a:lnTo>
                    <a:pt x="0" y="24327"/>
                  </a:lnTo>
                  <a:lnTo>
                    <a:pt x="0" y="24757"/>
                  </a:lnTo>
                  <a:lnTo>
                    <a:pt x="7" y="25186"/>
                  </a:lnTo>
                  <a:lnTo>
                    <a:pt x="22" y="25615"/>
                  </a:lnTo>
                  <a:lnTo>
                    <a:pt x="45" y="26044"/>
                  </a:lnTo>
                  <a:lnTo>
                    <a:pt x="75" y="26473"/>
                  </a:lnTo>
                  <a:lnTo>
                    <a:pt x="112" y="26901"/>
                  </a:lnTo>
                  <a:lnTo>
                    <a:pt x="157" y="27328"/>
                  </a:lnTo>
                  <a:lnTo>
                    <a:pt x="210" y="27754"/>
                  </a:lnTo>
                  <a:lnTo>
                    <a:pt x="270" y="28179"/>
                  </a:lnTo>
                  <a:lnTo>
                    <a:pt x="337" y="28604"/>
                  </a:lnTo>
                  <a:lnTo>
                    <a:pt x="412" y="29027"/>
                  </a:lnTo>
                  <a:lnTo>
                    <a:pt x="494" y="29448"/>
                  </a:lnTo>
                  <a:lnTo>
                    <a:pt x="584" y="29868"/>
                  </a:lnTo>
                  <a:lnTo>
                    <a:pt x="680" y="30287"/>
                  </a:lnTo>
                  <a:lnTo>
                    <a:pt x="785" y="30704"/>
                  </a:lnTo>
                  <a:lnTo>
                    <a:pt x="896" y="31118"/>
                  </a:lnTo>
                  <a:lnTo>
                    <a:pt x="1015" y="31531"/>
                  </a:lnTo>
                  <a:lnTo>
                    <a:pt x="1141" y="31942"/>
                  </a:lnTo>
                  <a:lnTo>
                    <a:pt x="1274" y="32350"/>
                  </a:lnTo>
                  <a:lnTo>
                    <a:pt x="1414" y="32756"/>
                  </a:lnTo>
                  <a:lnTo>
                    <a:pt x="1561" y="33160"/>
                  </a:lnTo>
                  <a:lnTo>
                    <a:pt x="1716" y="33561"/>
                  </a:lnTo>
                  <a:lnTo>
                    <a:pt x="1877" y="33959"/>
                  </a:lnTo>
                  <a:lnTo>
                    <a:pt x="2045" y="34354"/>
                  </a:lnTo>
                  <a:lnTo>
                    <a:pt x="2220" y="34746"/>
                  </a:lnTo>
                  <a:lnTo>
                    <a:pt x="2402" y="35135"/>
                  </a:lnTo>
                  <a:lnTo>
                    <a:pt x="2591" y="35521"/>
                  </a:lnTo>
                  <a:lnTo>
                    <a:pt x="2787" y="35903"/>
                  </a:lnTo>
                  <a:lnTo>
                    <a:pt x="2989" y="36282"/>
                  </a:lnTo>
                  <a:lnTo>
                    <a:pt x="3198" y="36658"/>
                  </a:lnTo>
                  <a:lnTo>
                    <a:pt x="3413" y="37029"/>
                  </a:lnTo>
                  <a:lnTo>
                    <a:pt x="3635" y="37397"/>
                  </a:lnTo>
                  <a:lnTo>
                    <a:pt x="3863" y="37761"/>
                  </a:lnTo>
                  <a:lnTo>
                    <a:pt x="4098" y="38121"/>
                  </a:lnTo>
                  <a:lnTo>
                    <a:pt x="4338" y="38477"/>
                  </a:lnTo>
                  <a:lnTo>
                    <a:pt x="4585" y="38828"/>
                  </a:lnTo>
                  <a:lnTo>
                    <a:pt x="4838" y="39175"/>
                  </a:lnTo>
                  <a:lnTo>
                    <a:pt x="5097" y="39518"/>
                  </a:lnTo>
                  <a:lnTo>
                    <a:pt x="5363" y="39856"/>
                  </a:lnTo>
                  <a:lnTo>
                    <a:pt x="5633" y="40189"/>
                  </a:lnTo>
                  <a:lnTo>
                    <a:pt x="5910" y="40518"/>
                  </a:lnTo>
                  <a:lnTo>
                    <a:pt x="6193" y="40841"/>
                  </a:lnTo>
                  <a:lnTo>
                    <a:pt x="6481" y="41160"/>
                  </a:lnTo>
                  <a:lnTo>
                    <a:pt x="6774" y="41473"/>
                  </a:lnTo>
                  <a:lnTo>
                    <a:pt x="7073" y="41782"/>
                  </a:lnTo>
                  <a:lnTo>
                    <a:pt x="7378" y="42085"/>
                  </a:lnTo>
                  <a:lnTo>
                    <a:pt x="7687" y="42382"/>
                  </a:lnTo>
                  <a:lnTo>
                    <a:pt x="8002" y="42675"/>
                  </a:lnTo>
                  <a:lnTo>
                    <a:pt x="8322" y="42961"/>
                  </a:lnTo>
                  <a:lnTo>
                    <a:pt x="8647" y="43242"/>
                  </a:lnTo>
                  <a:lnTo>
                    <a:pt x="8977" y="43518"/>
                  </a:lnTo>
                  <a:lnTo>
                    <a:pt x="9311" y="43787"/>
                  </a:lnTo>
                  <a:lnTo>
                    <a:pt x="9650" y="44051"/>
                  </a:lnTo>
                  <a:lnTo>
                    <a:pt x="9994" y="44308"/>
                  </a:lnTo>
                  <a:lnTo>
                    <a:pt x="10342" y="44560"/>
                  </a:lnTo>
                  <a:lnTo>
                    <a:pt x="10695" y="44805"/>
                  </a:lnTo>
                  <a:lnTo>
                    <a:pt x="11051" y="45045"/>
                  </a:lnTo>
                  <a:lnTo>
                    <a:pt x="11412" y="45278"/>
                  </a:lnTo>
                  <a:lnTo>
                    <a:pt x="11777" y="45504"/>
                  </a:lnTo>
                  <a:lnTo>
                    <a:pt x="12146" y="45724"/>
                  </a:lnTo>
                  <a:lnTo>
                    <a:pt x="12519" y="45938"/>
                  </a:lnTo>
                  <a:lnTo>
                    <a:pt x="12895" y="46145"/>
                  </a:lnTo>
                  <a:lnTo>
                    <a:pt x="13275" y="46346"/>
                  </a:lnTo>
                  <a:lnTo>
                    <a:pt x="13658" y="46539"/>
                  </a:lnTo>
                  <a:lnTo>
                    <a:pt x="14045" y="46727"/>
                  </a:lnTo>
                  <a:lnTo>
                    <a:pt x="14435" y="46907"/>
                  </a:lnTo>
                  <a:lnTo>
                    <a:pt x="14828" y="47080"/>
                  </a:lnTo>
                  <a:lnTo>
                    <a:pt x="15224" y="47247"/>
                  </a:lnTo>
                  <a:lnTo>
                    <a:pt x="15622" y="47406"/>
                  </a:lnTo>
                  <a:lnTo>
                    <a:pt x="16024" y="47559"/>
                  </a:lnTo>
                  <a:lnTo>
                    <a:pt x="16428" y="47705"/>
                  </a:lnTo>
                  <a:lnTo>
                    <a:pt x="16835" y="47843"/>
                  </a:lnTo>
                  <a:lnTo>
                    <a:pt x="17244" y="47974"/>
                  </a:lnTo>
                  <a:lnTo>
                    <a:pt x="17655" y="48098"/>
                  </a:lnTo>
                  <a:lnTo>
                    <a:pt x="18068" y="48215"/>
                  </a:lnTo>
                  <a:lnTo>
                    <a:pt x="18483" y="48325"/>
                  </a:lnTo>
                  <a:lnTo>
                    <a:pt x="18901" y="48427"/>
                  </a:lnTo>
                  <a:lnTo>
                    <a:pt x="19319" y="48522"/>
                  </a:lnTo>
                  <a:lnTo>
                    <a:pt x="19740" y="48610"/>
                  </a:lnTo>
                  <a:lnTo>
                    <a:pt x="20162" y="48690"/>
                  </a:lnTo>
                  <a:lnTo>
                    <a:pt x="20585" y="48763"/>
                  </a:lnTo>
                  <a:lnTo>
                    <a:pt x="21010" y="48829"/>
                  </a:lnTo>
                  <a:lnTo>
                    <a:pt x="21435" y="48887"/>
                  </a:lnTo>
                  <a:lnTo>
                    <a:pt x="21862" y="48938"/>
                  </a:lnTo>
                  <a:lnTo>
                    <a:pt x="22289" y="48981"/>
                  </a:lnTo>
                  <a:lnTo>
                    <a:pt x="22717" y="49016"/>
                  </a:lnTo>
                  <a:lnTo>
                    <a:pt x="23146" y="49045"/>
                  </a:lnTo>
                  <a:lnTo>
                    <a:pt x="23575" y="49065"/>
                  </a:lnTo>
                  <a:lnTo>
                    <a:pt x="24004" y="49078"/>
                  </a:lnTo>
                  <a:lnTo>
                    <a:pt x="24434" y="49084"/>
                  </a:lnTo>
                  <a:lnTo>
                    <a:pt x="24863" y="49082"/>
                  </a:lnTo>
                  <a:lnTo>
                    <a:pt x="25293" y="49073"/>
                  </a:lnTo>
                  <a:lnTo>
                    <a:pt x="25722" y="49056"/>
                  </a:lnTo>
                  <a:lnTo>
                    <a:pt x="26151" y="49032"/>
                  </a:lnTo>
                  <a:lnTo>
                    <a:pt x="26579" y="49000"/>
                  </a:lnTo>
                  <a:lnTo>
                    <a:pt x="27007" y="48960"/>
                  </a:lnTo>
                  <a:lnTo>
                    <a:pt x="27434" y="48913"/>
                  </a:lnTo>
                  <a:lnTo>
                    <a:pt x="27860" y="48859"/>
                  </a:lnTo>
                  <a:lnTo>
                    <a:pt x="28285" y="48797"/>
                  </a:lnTo>
                  <a:lnTo>
                    <a:pt x="28709" y="48728"/>
                  </a:lnTo>
                  <a:lnTo>
                    <a:pt x="29131" y="48651"/>
                  </a:lnTo>
                  <a:lnTo>
                    <a:pt x="29553" y="48567"/>
                  </a:lnTo>
                  <a:lnTo>
                    <a:pt x="29972" y="48476"/>
                  </a:lnTo>
                  <a:lnTo>
                    <a:pt x="30390" y="48377"/>
                  </a:lnTo>
                  <a:lnTo>
                    <a:pt x="30807" y="48271"/>
                  </a:lnTo>
                  <a:lnTo>
                    <a:pt x="31221" y="48158"/>
                  </a:lnTo>
                  <a:lnTo>
                    <a:pt x="31633" y="48037"/>
                  </a:lnTo>
                  <a:lnTo>
                    <a:pt x="32043" y="47910"/>
                  </a:lnTo>
                  <a:lnTo>
                    <a:pt x="32451" y="47775"/>
                  </a:lnTo>
                  <a:lnTo>
                    <a:pt x="32857" y="47633"/>
                  </a:lnTo>
                  <a:lnTo>
                    <a:pt x="33259" y="47484"/>
                  </a:lnTo>
                  <a:lnTo>
                    <a:pt x="33660" y="47328"/>
                  </a:lnTo>
                  <a:lnTo>
                    <a:pt x="34057" y="47164"/>
                  </a:lnTo>
                  <a:lnTo>
                    <a:pt x="34451" y="46994"/>
                  </a:lnTo>
                  <a:lnTo>
                    <a:pt x="34843" y="46818"/>
                  </a:lnTo>
                  <a:lnTo>
                    <a:pt x="35231" y="46634"/>
                  </a:lnTo>
                  <a:lnTo>
                    <a:pt x="35616" y="46443"/>
                  </a:lnTo>
                  <a:lnTo>
                    <a:pt x="35998" y="46246"/>
                  </a:lnTo>
                  <a:lnTo>
                    <a:pt x="36376" y="46042"/>
                  </a:lnTo>
                  <a:lnTo>
                    <a:pt x="36750" y="45832"/>
                  </a:lnTo>
                  <a:lnTo>
                    <a:pt x="37121" y="45615"/>
                  </a:lnTo>
                  <a:lnTo>
                    <a:pt x="37488" y="45392"/>
                  </a:lnTo>
                  <a:lnTo>
                    <a:pt x="37851" y="45162"/>
                  </a:lnTo>
                  <a:lnTo>
                    <a:pt x="38210" y="44926"/>
                  </a:lnTo>
                  <a:lnTo>
                    <a:pt x="38564" y="44683"/>
                  </a:lnTo>
                  <a:lnTo>
                    <a:pt x="38915" y="44435"/>
                  </a:lnTo>
                  <a:lnTo>
                    <a:pt x="39261" y="44180"/>
                  </a:lnTo>
                  <a:lnTo>
                    <a:pt x="39602" y="43920"/>
                  </a:lnTo>
                  <a:lnTo>
                    <a:pt x="39939" y="43653"/>
                  </a:lnTo>
                  <a:lnTo>
                    <a:pt x="40271" y="43381"/>
                  </a:lnTo>
                  <a:lnTo>
                    <a:pt x="40598" y="43103"/>
                  </a:lnTo>
                  <a:lnTo>
                    <a:pt x="40921" y="42819"/>
                  </a:lnTo>
                  <a:lnTo>
                    <a:pt x="41238" y="42529"/>
                  </a:lnTo>
                  <a:lnTo>
                    <a:pt x="41550" y="42234"/>
                  </a:lnTo>
                  <a:lnTo>
                    <a:pt x="41857" y="41934"/>
                  </a:lnTo>
                  <a:lnTo>
                    <a:pt x="42159" y="41628"/>
                  </a:lnTo>
                  <a:lnTo>
                    <a:pt x="42455" y="41317"/>
                  </a:lnTo>
                  <a:lnTo>
                    <a:pt x="42746" y="41001"/>
                  </a:lnTo>
                  <a:lnTo>
                    <a:pt x="43031" y="40680"/>
                  </a:lnTo>
                  <a:lnTo>
                    <a:pt x="43311" y="40354"/>
                  </a:lnTo>
                  <a:lnTo>
                    <a:pt x="43585" y="40023"/>
                  </a:lnTo>
                  <a:lnTo>
                    <a:pt x="43853" y="39687"/>
                  </a:lnTo>
                  <a:lnTo>
                    <a:pt x="44115" y="39347"/>
                  </a:lnTo>
                  <a:lnTo>
                    <a:pt x="44371" y="39002"/>
                  </a:lnTo>
                  <a:lnTo>
                    <a:pt x="44621" y="38653"/>
                  </a:lnTo>
                  <a:lnTo>
                    <a:pt x="44865" y="38299"/>
                  </a:lnTo>
                  <a:lnTo>
                    <a:pt x="45103" y="37942"/>
                  </a:lnTo>
                  <a:lnTo>
                    <a:pt x="45334" y="37580"/>
                  </a:lnTo>
                  <a:lnTo>
                    <a:pt x="45559" y="37214"/>
                  </a:lnTo>
                  <a:lnTo>
                    <a:pt x="45778" y="36844"/>
                  </a:lnTo>
                  <a:lnTo>
                    <a:pt x="45990" y="36471"/>
                  </a:lnTo>
                  <a:lnTo>
                    <a:pt x="46195" y="36093"/>
                  </a:lnTo>
                  <a:lnTo>
                    <a:pt x="46394" y="35713"/>
                  </a:lnTo>
                  <a:lnTo>
                    <a:pt x="46586" y="35328"/>
                  </a:lnTo>
                  <a:lnTo>
                    <a:pt x="46772" y="34941"/>
                  </a:lnTo>
                  <a:lnTo>
                    <a:pt x="46950" y="34550"/>
                  </a:lnTo>
                  <a:lnTo>
                    <a:pt x="47122" y="34157"/>
                  </a:lnTo>
                  <a:lnTo>
                    <a:pt x="47287" y="33760"/>
                  </a:lnTo>
                  <a:lnTo>
                    <a:pt x="47445" y="33360"/>
                  </a:lnTo>
                  <a:lnTo>
                    <a:pt x="47595" y="32958"/>
                  </a:lnTo>
                  <a:lnTo>
                    <a:pt x="47739" y="32554"/>
                  </a:lnTo>
                  <a:lnTo>
                    <a:pt x="47876" y="32146"/>
                  </a:lnTo>
                  <a:lnTo>
                    <a:pt x="48005" y="31737"/>
                  </a:lnTo>
                  <a:lnTo>
                    <a:pt x="48128" y="31325"/>
                  </a:lnTo>
                  <a:lnTo>
                    <a:pt x="48243" y="30911"/>
                  </a:lnTo>
                  <a:lnTo>
                    <a:pt x="48351" y="30495"/>
                  </a:lnTo>
                  <a:lnTo>
                    <a:pt x="48451" y="30078"/>
                  </a:lnTo>
                  <a:lnTo>
                    <a:pt x="48544" y="29658"/>
                  </a:lnTo>
                  <a:lnTo>
                    <a:pt x="48630" y="29238"/>
                  </a:lnTo>
                  <a:lnTo>
                    <a:pt x="48709" y="28815"/>
                  </a:lnTo>
                  <a:lnTo>
                    <a:pt x="48780" y="28392"/>
                  </a:lnTo>
                  <a:lnTo>
                    <a:pt x="48843" y="27967"/>
                  </a:lnTo>
                  <a:lnTo>
                    <a:pt x="48900" y="27541"/>
                  </a:lnTo>
                  <a:lnTo>
                    <a:pt x="48948" y="27114"/>
                  </a:lnTo>
                  <a:lnTo>
                    <a:pt x="48990" y="26687"/>
                  </a:lnTo>
                  <a:lnTo>
                    <a:pt x="49024" y="26259"/>
                  </a:lnTo>
                  <a:lnTo>
                    <a:pt x="49050" y="25830"/>
                  </a:lnTo>
                  <a:lnTo>
                    <a:pt x="49069" y="25401"/>
                  </a:lnTo>
                  <a:lnTo>
                    <a:pt x="49080" y="24971"/>
                  </a:lnTo>
                  <a:lnTo>
                    <a:pt x="49084" y="24542"/>
                  </a:lnTo>
                </a:path>
              </a:pathLst>
            </a:custGeom>
            <a:ln w="13550" cap="flat">
              <a:solidFill>
                <a:srgbClr val="7FC5D8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584" name="pl584"/>
            <p:cNvSpPr/>
            <p:nvPr/>
          </p:nvSpPr>
          <p:spPr>
            <a:xfrm>
              <a:off x="1435413" y="4599151"/>
              <a:ext cx="269962" cy="269965"/>
            </a:xfrm>
            <a:custGeom>
              <a:avLst/>
              <a:pathLst>
                <a:path w="269962" h="269965">
                  <a:moveTo>
                    <a:pt x="269962" y="134982"/>
                  </a:moveTo>
                  <a:lnTo>
                    <a:pt x="269942" y="132620"/>
                  </a:lnTo>
                  <a:lnTo>
                    <a:pt x="269880" y="130258"/>
                  </a:lnTo>
                  <a:lnTo>
                    <a:pt x="269776" y="127898"/>
                  </a:lnTo>
                  <a:lnTo>
                    <a:pt x="269632" y="125540"/>
                  </a:lnTo>
                  <a:lnTo>
                    <a:pt x="269446" y="123185"/>
                  </a:lnTo>
                  <a:lnTo>
                    <a:pt x="269219" y="120833"/>
                  </a:lnTo>
                  <a:lnTo>
                    <a:pt x="268951" y="118486"/>
                  </a:lnTo>
                  <a:lnTo>
                    <a:pt x="268641" y="116144"/>
                  </a:lnTo>
                  <a:lnTo>
                    <a:pt x="268291" y="113808"/>
                  </a:lnTo>
                  <a:lnTo>
                    <a:pt x="267900" y="111478"/>
                  </a:lnTo>
                  <a:lnTo>
                    <a:pt x="267468" y="109155"/>
                  </a:lnTo>
                  <a:lnTo>
                    <a:pt x="266996" y="106840"/>
                  </a:lnTo>
                  <a:lnTo>
                    <a:pt x="266483" y="104534"/>
                  </a:lnTo>
                  <a:lnTo>
                    <a:pt x="265930" y="102237"/>
                  </a:lnTo>
                  <a:lnTo>
                    <a:pt x="265337" y="99951"/>
                  </a:lnTo>
                  <a:lnTo>
                    <a:pt x="264704" y="97675"/>
                  </a:lnTo>
                  <a:lnTo>
                    <a:pt x="264031" y="95410"/>
                  </a:lnTo>
                  <a:lnTo>
                    <a:pt x="263319" y="93158"/>
                  </a:lnTo>
                  <a:lnTo>
                    <a:pt x="262568" y="90918"/>
                  </a:lnTo>
                  <a:lnTo>
                    <a:pt x="261777" y="88692"/>
                  </a:lnTo>
                  <a:lnTo>
                    <a:pt x="260947" y="86480"/>
                  </a:lnTo>
                  <a:lnTo>
                    <a:pt x="260079" y="84282"/>
                  </a:lnTo>
                  <a:lnTo>
                    <a:pt x="259173" y="82101"/>
                  </a:lnTo>
                  <a:lnTo>
                    <a:pt x="258228" y="79935"/>
                  </a:lnTo>
                  <a:lnTo>
                    <a:pt x="257246" y="77787"/>
                  </a:lnTo>
                  <a:lnTo>
                    <a:pt x="256226" y="75656"/>
                  </a:lnTo>
                  <a:lnTo>
                    <a:pt x="255169" y="73543"/>
                  </a:lnTo>
                  <a:lnTo>
                    <a:pt x="254076" y="71449"/>
                  </a:lnTo>
                  <a:lnTo>
                    <a:pt x="252946" y="69374"/>
                  </a:lnTo>
                  <a:lnTo>
                    <a:pt x="251779" y="67320"/>
                  </a:lnTo>
                  <a:lnTo>
                    <a:pt x="250577" y="65286"/>
                  </a:lnTo>
                  <a:lnTo>
                    <a:pt x="249340" y="63274"/>
                  </a:lnTo>
                  <a:lnTo>
                    <a:pt x="248067" y="61283"/>
                  </a:lnTo>
                  <a:lnTo>
                    <a:pt x="246760" y="59315"/>
                  </a:lnTo>
                  <a:lnTo>
                    <a:pt x="245419" y="57371"/>
                  </a:lnTo>
                  <a:lnTo>
                    <a:pt x="244044" y="55450"/>
                  </a:lnTo>
                  <a:lnTo>
                    <a:pt x="242635" y="53553"/>
                  </a:lnTo>
                  <a:lnTo>
                    <a:pt x="241193" y="51681"/>
                  </a:lnTo>
                  <a:lnTo>
                    <a:pt x="239719" y="49835"/>
                  </a:lnTo>
                  <a:lnTo>
                    <a:pt x="238213" y="48015"/>
                  </a:lnTo>
                  <a:lnTo>
                    <a:pt x="236675" y="46222"/>
                  </a:lnTo>
                  <a:lnTo>
                    <a:pt x="235106" y="44456"/>
                  </a:lnTo>
                  <a:lnTo>
                    <a:pt x="233507" y="42717"/>
                  </a:lnTo>
                  <a:lnTo>
                    <a:pt x="231877" y="41007"/>
                  </a:lnTo>
                  <a:lnTo>
                    <a:pt x="230217" y="39326"/>
                  </a:lnTo>
                  <a:lnTo>
                    <a:pt x="228529" y="37673"/>
                  </a:lnTo>
                  <a:lnTo>
                    <a:pt x="226811" y="36051"/>
                  </a:lnTo>
                  <a:lnTo>
                    <a:pt x="225066" y="34459"/>
                  </a:lnTo>
                  <a:lnTo>
                    <a:pt x="223293" y="32898"/>
                  </a:lnTo>
                  <a:lnTo>
                    <a:pt x="221493" y="31368"/>
                  </a:lnTo>
                  <a:lnTo>
                    <a:pt x="219666" y="29870"/>
                  </a:lnTo>
                  <a:lnTo>
                    <a:pt x="217814" y="28404"/>
                  </a:lnTo>
                  <a:lnTo>
                    <a:pt x="215936" y="26970"/>
                  </a:lnTo>
                  <a:lnTo>
                    <a:pt x="214033" y="25570"/>
                  </a:lnTo>
                  <a:lnTo>
                    <a:pt x="212106" y="24203"/>
                  </a:lnTo>
                  <a:lnTo>
                    <a:pt x="210155" y="22870"/>
                  </a:lnTo>
                  <a:lnTo>
                    <a:pt x="208182" y="21572"/>
                  </a:lnTo>
                  <a:lnTo>
                    <a:pt x="206186" y="20308"/>
                  </a:lnTo>
                  <a:lnTo>
                    <a:pt x="204168" y="19079"/>
                  </a:lnTo>
                  <a:lnTo>
                    <a:pt x="202129" y="17886"/>
                  </a:lnTo>
                  <a:lnTo>
                    <a:pt x="200069" y="16729"/>
                  </a:lnTo>
                  <a:lnTo>
                    <a:pt x="197990" y="15608"/>
                  </a:lnTo>
                  <a:lnTo>
                    <a:pt x="195891" y="14523"/>
                  </a:lnTo>
                  <a:lnTo>
                    <a:pt x="193774" y="13476"/>
                  </a:lnTo>
                  <a:lnTo>
                    <a:pt x="191638" y="12465"/>
                  </a:lnTo>
                  <a:lnTo>
                    <a:pt x="189485" y="11493"/>
                  </a:lnTo>
                  <a:lnTo>
                    <a:pt x="187316" y="10558"/>
                  </a:lnTo>
                  <a:lnTo>
                    <a:pt x="185130" y="9661"/>
                  </a:lnTo>
                  <a:lnTo>
                    <a:pt x="182929" y="8802"/>
                  </a:lnTo>
                  <a:lnTo>
                    <a:pt x="180714" y="7982"/>
                  </a:lnTo>
                  <a:lnTo>
                    <a:pt x="178484" y="7201"/>
                  </a:lnTo>
                  <a:lnTo>
                    <a:pt x="176241" y="6460"/>
                  </a:lnTo>
                  <a:lnTo>
                    <a:pt x="173985" y="5757"/>
                  </a:lnTo>
                  <a:lnTo>
                    <a:pt x="171718" y="5094"/>
                  </a:lnTo>
                  <a:lnTo>
                    <a:pt x="169439" y="4471"/>
                  </a:lnTo>
                  <a:lnTo>
                    <a:pt x="167150" y="3888"/>
                  </a:lnTo>
                  <a:lnTo>
                    <a:pt x="164851" y="3345"/>
                  </a:lnTo>
                  <a:lnTo>
                    <a:pt x="162542" y="2842"/>
                  </a:lnTo>
                  <a:lnTo>
                    <a:pt x="160225" y="2380"/>
                  </a:lnTo>
                  <a:lnTo>
                    <a:pt x="157901" y="1959"/>
                  </a:lnTo>
                  <a:lnTo>
                    <a:pt x="155569" y="1578"/>
                  </a:lnTo>
                  <a:lnTo>
                    <a:pt x="153231" y="1238"/>
                  </a:lnTo>
                  <a:lnTo>
                    <a:pt x="150888" y="939"/>
                  </a:lnTo>
                  <a:lnTo>
                    <a:pt x="148540" y="681"/>
                  </a:lnTo>
                  <a:lnTo>
                    <a:pt x="146187" y="464"/>
                  </a:lnTo>
                  <a:lnTo>
                    <a:pt x="143831" y="289"/>
                  </a:lnTo>
                  <a:lnTo>
                    <a:pt x="141473" y="155"/>
                  </a:lnTo>
                  <a:lnTo>
                    <a:pt x="139112" y="62"/>
                  </a:lnTo>
                  <a:lnTo>
                    <a:pt x="136750" y="10"/>
                  </a:lnTo>
                  <a:lnTo>
                    <a:pt x="134388" y="0"/>
                  </a:lnTo>
                  <a:lnTo>
                    <a:pt x="132025" y="31"/>
                  </a:lnTo>
                  <a:lnTo>
                    <a:pt x="129664" y="103"/>
                  </a:lnTo>
                  <a:lnTo>
                    <a:pt x="127304" y="217"/>
                  </a:lnTo>
                  <a:lnTo>
                    <a:pt x="124947" y="371"/>
                  </a:lnTo>
                  <a:lnTo>
                    <a:pt x="122593" y="568"/>
                  </a:lnTo>
                  <a:lnTo>
                    <a:pt x="120242" y="805"/>
                  </a:lnTo>
                  <a:lnTo>
                    <a:pt x="117896" y="1083"/>
                  </a:lnTo>
                  <a:lnTo>
                    <a:pt x="115556" y="1403"/>
                  </a:lnTo>
                  <a:lnTo>
                    <a:pt x="113221" y="1763"/>
                  </a:lnTo>
                  <a:lnTo>
                    <a:pt x="110893" y="2164"/>
                  </a:lnTo>
                  <a:lnTo>
                    <a:pt x="108572" y="2606"/>
                  </a:lnTo>
                  <a:lnTo>
                    <a:pt x="106259" y="3089"/>
                  </a:lnTo>
                  <a:lnTo>
                    <a:pt x="103955" y="3612"/>
                  </a:lnTo>
                  <a:lnTo>
                    <a:pt x="101661" y="4175"/>
                  </a:lnTo>
                  <a:lnTo>
                    <a:pt x="99377" y="4778"/>
                  </a:lnTo>
                  <a:lnTo>
                    <a:pt x="97104" y="5421"/>
                  </a:lnTo>
                  <a:lnTo>
                    <a:pt x="94842" y="6103"/>
                  </a:lnTo>
                  <a:lnTo>
                    <a:pt x="92592" y="6826"/>
                  </a:lnTo>
                  <a:lnTo>
                    <a:pt x="90356" y="7587"/>
                  </a:lnTo>
                  <a:lnTo>
                    <a:pt x="88133" y="8387"/>
                  </a:lnTo>
                  <a:lnTo>
                    <a:pt x="85925" y="9227"/>
                  </a:lnTo>
                  <a:lnTo>
                    <a:pt x="83732" y="10104"/>
                  </a:lnTo>
                  <a:lnTo>
                    <a:pt x="81554" y="11020"/>
                  </a:lnTo>
                  <a:lnTo>
                    <a:pt x="79393" y="11974"/>
                  </a:lnTo>
                  <a:lnTo>
                    <a:pt x="77249" y="12966"/>
                  </a:lnTo>
                  <a:lnTo>
                    <a:pt x="75122" y="13995"/>
                  </a:lnTo>
                  <a:lnTo>
                    <a:pt x="73014" y="15061"/>
                  </a:lnTo>
                  <a:lnTo>
                    <a:pt x="70924" y="16164"/>
                  </a:lnTo>
                  <a:lnTo>
                    <a:pt x="68855" y="17303"/>
                  </a:lnTo>
                  <a:lnTo>
                    <a:pt x="66805" y="18478"/>
                  </a:lnTo>
                  <a:lnTo>
                    <a:pt x="64777" y="19689"/>
                  </a:lnTo>
                  <a:lnTo>
                    <a:pt x="62770" y="20936"/>
                  </a:lnTo>
                  <a:lnTo>
                    <a:pt x="60785" y="22217"/>
                  </a:lnTo>
                  <a:lnTo>
                    <a:pt x="58823" y="23532"/>
                  </a:lnTo>
                  <a:lnTo>
                    <a:pt x="56884" y="24882"/>
                  </a:lnTo>
                  <a:lnTo>
                    <a:pt x="54969" y="26266"/>
                  </a:lnTo>
                  <a:lnTo>
                    <a:pt x="53079" y="27683"/>
                  </a:lnTo>
                  <a:lnTo>
                    <a:pt x="51214" y="29133"/>
                  </a:lnTo>
                  <a:lnTo>
                    <a:pt x="49374" y="30615"/>
                  </a:lnTo>
                  <a:lnTo>
                    <a:pt x="47560" y="32129"/>
                  </a:lnTo>
                  <a:lnTo>
                    <a:pt x="45774" y="33675"/>
                  </a:lnTo>
                  <a:lnTo>
                    <a:pt x="44015" y="35251"/>
                  </a:lnTo>
                  <a:lnTo>
                    <a:pt x="42283" y="36858"/>
                  </a:lnTo>
                  <a:lnTo>
                    <a:pt x="40580" y="38496"/>
                  </a:lnTo>
                  <a:lnTo>
                    <a:pt x="38906" y="40163"/>
                  </a:lnTo>
                  <a:lnTo>
                    <a:pt x="37261" y="41858"/>
                  </a:lnTo>
                  <a:lnTo>
                    <a:pt x="35646" y="43583"/>
                  </a:lnTo>
                  <a:lnTo>
                    <a:pt x="34062" y="45335"/>
                  </a:lnTo>
                  <a:lnTo>
                    <a:pt x="32508" y="47115"/>
                  </a:lnTo>
                  <a:lnTo>
                    <a:pt x="30986" y="48922"/>
                  </a:lnTo>
                  <a:lnTo>
                    <a:pt x="29496" y="50755"/>
                  </a:lnTo>
                  <a:lnTo>
                    <a:pt x="28038" y="52614"/>
                  </a:lnTo>
                  <a:lnTo>
                    <a:pt x="26613" y="54498"/>
                  </a:lnTo>
                  <a:lnTo>
                    <a:pt x="25221" y="56407"/>
                  </a:lnTo>
                  <a:lnTo>
                    <a:pt x="23863" y="58340"/>
                  </a:lnTo>
                  <a:lnTo>
                    <a:pt x="22539" y="60296"/>
                  </a:lnTo>
                  <a:lnTo>
                    <a:pt x="21249" y="62276"/>
                  </a:lnTo>
                  <a:lnTo>
                    <a:pt x="19994" y="64277"/>
                  </a:lnTo>
                  <a:lnTo>
                    <a:pt x="18774" y="66300"/>
                  </a:lnTo>
                  <a:lnTo>
                    <a:pt x="17590" y="68344"/>
                  </a:lnTo>
                  <a:lnTo>
                    <a:pt x="16441" y="70409"/>
                  </a:lnTo>
                  <a:lnTo>
                    <a:pt x="15329" y="72493"/>
                  </a:lnTo>
                  <a:lnTo>
                    <a:pt x="14254" y="74597"/>
                  </a:lnTo>
                  <a:lnTo>
                    <a:pt x="13216" y="76719"/>
                  </a:lnTo>
                  <a:lnTo>
                    <a:pt x="12215" y="78859"/>
                  </a:lnTo>
                  <a:lnTo>
                    <a:pt x="11251" y="81016"/>
                  </a:lnTo>
                  <a:lnTo>
                    <a:pt x="10326" y="83190"/>
                  </a:lnTo>
                  <a:lnTo>
                    <a:pt x="9439" y="85379"/>
                  </a:lnTo>
                  <a:lnTo>
                    <a:pt x="8590" y="87584"/>
                  </a:lnTo>
                  <a:lnTo>
                    <a:pt x="7780" y="89803"/>
                  </a:lnTo>
                  <a:lnTo>
                    <a:pt x="7008" y="92036"/>
                  </a:lnTo>
                  <a:lnTo>
                    <a:pt x="6276" y="94282"/>
                  </a:lnTo>
                  <a:lnTo>
                    <a:pt x="5584" y="96541"/>
                  </a:lnTo>
                  <a:lnTo>
                    <a:pt x="4931" y="98811"/>
                  </a:lnTo>
                  <a:lnTo>
                    <a:pt x="4318" y="101093"/>
                  </a:lnTo>
                  <a:lnTo>
                    <a:pt x="3745" y="103385"/>
                  </a:lnTo>
                  <a:lnTo>
                    <a:pt x="3212" y="105686"/>
                  </a:lnTo>
                  <a:lnTo>
                    <a:pt x="2719" y="107997"/>
                  </a:lnTo>
                  <a:lnTo>
                    <a:pt x="2267" y="110316"/>
                  </a:lnTo>
                  <a:lnTo>
                    <a:pt x="1856" y="112642"/>
                  </a:lnTo>
                  <a:lnTo>
                    <a:pt x="1485" y="114975"/>
                  </a:lnTo>
                  <a:lnTo>
                    <a:pt x="1156" y="117314"/>
                  </a:lnTo>
                  <a:lnTo>
                    <a:pt x="867" y="119659"/>
                  </a:lnTo>
                  <a:lnTo>
                    <a:pt x="619" y="122009"/>
                  </a:lnTo>
                  <a:lnTo>
                    <a:pt x="413" y="124362"/>
                  </a:lnTo>
                  <a:lnTo>
                    <a:pt x="248" y="126719"/>
                  </a:lnTo>
                  <a:lnTo>
                    <a:pt x="124" y="129078"/>
                  </a:lnTo>
                  <a:lnTo>
                    <a:pt x="41" y="131439"/>
                  </a:lnTo>
                  <a:lnTo>
                    <a:pt x="0" y="133801"/>
                  </a:lnTo>
                  <a:lnTo>
                    <a:pt x="0" y="136163"/>
                  </a:lnTo>
                  <a:lnTo>
                    <a:pt x="41" y="138525"/>
                  </a:lnTo>
                  <a:lnTo>
                    <a:pt x="124" y="140886"/>
                  </a:lnTo>
                  <a:lnTo>
                    <a:pt x="248" y="143246"/>
                  </a:lnTo>
                  <a:lnTo>
                    <a:pt x="413" y="145602"/>
                  </a:lnTo>
                  <a:lnTo>
                    <a:pt x="619" y="147956"/>
                  </a:lnTo>
                  <a:lnTo>
                    <a:pt x="867" y="150305"/>
                  </a:lnTo>
                  <a:lnTo>
                    <a:pt x="1156" y="152650"/>
                  </a:lnTo>
                  <a:lnTo>
                    <a:pt x="1485" y="154989"/>
                  </a:lnTo>
                  <a:lnTo>
                    <a:pt x="1856" y="157322"/>
                  </a:lnTo>
                  <a:lnTo>
                    <a:pt x="2267" y="159649"/>
                  </a:lnTo>
                  <a:lnTo>
                    <a:pt x="2719" y="161968"/>
                  </a:lnTo>
                  <a:lnTo>
                    <a:pt x="3212" y="164278"/>
                  </a:lnTo>
                  <a:lnTo>
                    <a:pt x="3745" y="166580"/>
                  </a:lnTo>
                  <a:lnTo>
                    <a:pt x="4318" y="168872"/>
                  </a:lnTo>
                  <a:lnTo>
                    <a:pt x="4931" y="171153"/>
                  </a:lnTo>
                  <a:lnTo>
                    <a:pt x="5584" y="173424"/>
                  </a:lnTo>
                  <a:lnTo>
                    <a:pt x="6276" y="175682"/>
                  </a:lnTo>
                  <a:lnTo>
                    <a:pt x="7008" y="177928"/>
                  </a:lnTo>
                  <a:lnTo>
                    <a:pt x="7780" y="180161"/>
                  </a:lnTo>
                  <a:lnTo>
                    <a:pt x="8590" y="182381"/>
                  </a:lnTo>
                  <a:lnTo>
                    <a:pt x="9439" y="184585"/>
                  </a:lnTo>
                  <a:lnTo>
                    <a:pt x="10326" y="186775"/>
                  </a:lnTo>
                  <a:lnTo>
                    <a:pt x="11251" y="188948"/>
                  </a:lnTo>
                  <a:lnTo>
                    <a:pt x="12215" y="191105"/>
                  </a:lnTo>
                  <a:lnTo>
                    <a:pt x="13216" y="193245"/>
                  </a:lnTo>
                  <a:lnTo>
                    <a:pt x="14254" y="195367"/>
                  </a:lnTo>
                  <a:lnTo>
                    <a:pt x="15329" y="197471"/>
                  </a:lnTo>
                  <a:lnTo>
                    <a:pt x="16441" y="199555"/>
                  </a:lnTo>
                  <a:lnTo>
                    <a:pt x="17590" y="201620"/>
                  </a:lnTo>
                  <a:lnTo>
                    <a:pt x="18774" y="203664"/>
                  </a:lnTo>
                  <a:lnTo>
                    <a:pt x="19994" y="205687"/>
                  </a:lnTo>
                  <a:lnTo>
                    <a:pt x="21249" y="207689"/>
                  </a:lnTo>
                  <a:lnTo>
                    <a:pt x="22539" y="209668"/>
                  </a:lnTo>
                  <a:lnTo>
                    <a:pt x="23863" y="211624"/>
                  </a:lnTo>
                  <a:lnTo>
                    <a:pt x="25221" y="213557"/>
                  </a:lnTo>
                  <a:lnTo>
                    <a:pt x="26613" y="215466"/>
                  </a:lnTo>
                  <a:lnTo>
                    <a:pt x="28038" y="217350"/>
                  </a:lnTo>
                  <a:lnTo>
                    <a:pt x="29496" y="219209"/>
                  </a:lnTo>
                  <a:lnTo>
                    <a:pt x="30986" y="221042"/>
                  </a:lnTo>
                  <a:lnTo>
                    <a:pt x="32508" y="222849"/>
                  </a:lnTo>
                  <a:lnTo>
                    <a:pt x="34062" y="224629"/>
                  </a:lnTo>
                  <a:lnTo>
                    <a:pt x="35646" y="226381"/>
                  </a:lnTo>
                  <a:lnTo>
                    <a:pt x="37261" y="228106"/>
                  </a:lnTo>
                  <a:lnTo>
                    <a:pt x="38906" y="229802"/>
                  </a:lnTo>
                  <a:lnTo>
                    <a:pt x="40580" y="231469"/>
                  </a:lnTo>
                  <a:lnTo>
                    <a:pt x="42283" y="233106"/>
                  </a:lnTo>
                  <a:lnTo>
                    <a:pt x="44015" y="234713"/>
                  </a:lnTo>
                  <a:lnTo>
                    <a:pt x="45774" y="236290"/>
                  </a:lnTo>
                  <a:lnTo>
                    <a:pt x="47560" y="237835"/>
                  </a:lnTo>
                  <a:lnTo>
                    <a:pt x="49374" y="239350"/>
                  </a:lnTo>
                  <a:lnTo>
                    <a:pt x="51214" y="240832"/>
                  </a:lnTo>
                  <a:lnTo>
                    <a:pt x="53079" y="242282"/>
                  </a:lnTo>
                  <a:lnTo>
                    <a:pt x="54969" y="243698"/>
                  </a:lnTo>
                  <a:lnTo>
                    <a:pt x="56884" y="245082"/>
                  </a:lnTo>
                  <a:lnTo>
                    <a:pt x="58823" y="246432"/>
                  </a:lnTo>
                  <a:lnTo>
                    <a:pt x="60785" y="247748"/>
                  </a:lnTo>
                  <a:lnTo>
                    <a:pt x="62770" y="249029"/>
                  </a:lnTo>
                  <a:lnTo>
                    <a:pt x="64777" y="250275"/>
                  </a:lnTo>
                  <a:lnTo>
                    <a:pt x="66805" y="251486"/>
                  </a:lnTo>
                  <a:lnTo>
                    <a:pt x="68855" y="252661"/>
                  </a:lnTo>
                  <a:lnTo>
                    <a:pt x="70924" y="253800"/>
                  </a:lnTo>
                  <a:lnTo>
                    <a:pt x="73014" y="254903"/>
                  </a:lnTo>
                  <a:lnTo>
                    <a:pt x="75122" y="255969"/>
                  </a:lnTo>
                  <a:lnTo>
                    <a:pt x="77249" y="256998"/>
                  </a:lnTo>
                  <a:lnTo>
                    <a:pt x="79393" y="257990"/>
                  </a:lnTo>
                  <a:lnTo>
                    <a:pt x="81554" y="258944"/>
                  </a:lnTo>
                  <a:lnTo>
                    <a:pt x="83732" y="259860"/>
                  </a:lnTo>
                  <a:lnTo>
                    <a:pt x="85925" y="260738"/>
                  </a:lnTo>
                  <a:lnTo>
                    <a:pt x="88133" y="261577"/>
                  </a:lnTo>
                  <a:lnTo>
                    <a:pt x="90356" y="262377"/>
                  </a:lnTo>
                  <a:lnTo>
                    <a:pt x="92592" y="263139"/>
                  </a:lnTo>
                  <a:lnTo>
                    <a:pt x="94842" y="263861"/>
                  </a:lnTo>
                  <a:lnTo>
                    <a:pt x="97104" y="264544"/>
                  </a:lnTo>
                  <a:lnTo>
                    <a:pt x="99377" y="265187"/>
                  </a:lnTo>
                  <a:lnTo>
                    <a:pt x="101661" y="265790"/>
                  </a:lnTo>
                  <a:lnTo>
                    <a:pt x="103955" y="266353"/>
                  </a:lnTo>
                  <a:lnTo>
                    <a:pt x="106259" y="266876"/>
                  </a:lnTo>
                  <a:lnTo>
                    <a:pt x="108572" y="267358"/>
                  </a:lnTo>
                  <a:lnTo>
                    <a:pt x="110893" y="267800"/>
                  </a:lnTo>
                  <a:lnTo>
                    <a:pt x="113221" y="268201"/>
                  </a:lnTo>
                  <a:lnTo>
                    <a:pt x="115556" y="268561"/>
                  </a:lnTo>
                  <a:lnTo>
                    <a:pt x="117896" y="268881"/>
                  </a:lnTo>
                  <a:lnTo>
                    <a:pt x="120242" y="269159"/>
                  </a:lnTo>
                  <a:lnTo>
                    <a:pt x="122593" y="269397"/>
                  </a:lnTo>
                  <a:lnTo>
                    <a:pt x="124947" y="269593"/>
                  </a:lnTo>
                  <a:lnTo>
                    <a:pt x="127304" y="269748"/>
                  </a:lnTo>
                  <a:lnTo>
                    <a:pt x="129664" y="269862"/>
                  </a:lnTo>
                  <a:lnTo>
                    <a:pt x="132025" y="269934"/>
                  </a:lnTo>
                  <a:lnTo>
                    <a:pt x="134388" y="269965"/>
                  </a:lnTo>
                  <a:lnTo>
                    <a:pt x="136750" y="269955"/>
                  </a:lnTo>
                  <a:lnTo>
                    <a:pt x="139112" y="269903"/>
                  </a:lnTo>
                  <a:lnTo>
                    <a:pt x="141473" y="269810"/>
                  </a:lnTo>
                  <a:lnTo>
                    <a:pt x="143831" y="269676"/>
                  </a:lnTo>
                  <a:lnTo>
                    <a:pt x="146187" y="269500"/>
                  </a:lnTo>
                  <a:lnTo>
                    <a:pt x="148540" y="269283"/>
                  </a:lnTo>
                  <a:lnTo>
                    <a:pt x="150888" y="269025"/>
                  </a:lnTo>
                  <a:lnTo>
                    <a:pt x="153231" y="268726"/>
                  </a:lnTo>
                  <a:lnTo>
                    <a:pt x="155569" y="268386"/>
                  </a:lnTo>
                  <a:lnTo>
                    <a:pt x="157901" y="268006"/>
                  </a:lnTo>
                  <a:lnTo>
                    <a:pt x="160225" y="267584"/>
                  </a:lnTo>
                  <a:lnTo>
                    <a:pt x="162542" y="267122"/>
                  </a:lnTo>
                  <a:lnTo>
                    <a:pt x="164851" y="266619"/>
                  </a:lnTo>
                  <a:lnTo>
                    <a:pt x="167150" y="266076"/>
                  </a:lnTo>
                  <a:lnTo>
                    <a:pt x="169439" y="265493"/>
                  </a:lnTo>
                  <a:lnTo>
                    <a:pt x="171718" y="264870"/>
                  </a:lnTo>
                  <a:lnTo>
                    <a:pt x="173985" y="264207"/>
                  </a:lnTo>
                  <a:lnTo>
                    <a:pt x="176241" y="263505"/>
                  </a:lnTo>
                  <a:lnTo>
                    <a:pt x="178484" y="262763"/>
                  </a:lnTo>
                  <a:lnTo>
                    <a:pt x="180714" y="261982"/>
                  </a:lnTo>
                  <a:lnTo>
                    <a:pt x="182929" y="261162"/>
                  </a:lnTo>
                  <a:lnTo>
                    <a:pt x="185130" y="260304"/>
                  </a:lnTo>
                  <a:lnTo>
                    <a:pt x="187316" y="259407"/>
                  </a:lnTo>
                  <a:lnTo>
                    <a:pt x="189485" y="258472"/>
                  </a:lnTo>
                  <a:lnTo>
                    <a:pt x="191638" y="257499"/>
                  </a:lnTo>
                  <a:lnTo>
                    <a:pt x="193774" y="256489"/>
                  </a:lnTo>
                  <a:lnTo>
                    <a:pt x="195891" y="255441"/>
                  </a:lnTo>
                  <a:lnTo>
                    <a:pt x="197990" y="254356"/>
                  </a:lnTo>
                  <a:lnTo>
                    <a:pt x="200069" y="253235"/>
                  </a:lnTo>
                  <a:lnTo>
                    <a:pt x="202129" y="252078"/>
                  </a:lnTo>
                  <a:lnTo>
                    <a:pt x="204168" y="250885"/>
                  </a:lnTo>
                  <a:lnTo>
                    <a:pt x="206186" y="249656"/>
                  </a:lnTo>
                  <a:lnTo>
                    <a:pt x="208182" y="248393"/>
                  </a:lnTo>
                  <a:lnTo>
                    <a:pt x="210155" y="247094"/>
                  </a:lnTo>
                  <a:lnTo>
                    <a:pt x="212106" y="245761"/>
                  </a:lnTo>
                  <a:lnTo>
                    <a:pt x="214033" y="244394"/>
                  </a:lnTo>
                  <a:lnTo>
                    <a:pt x="215936" y="242994"/>
                  </a:lnTo>
                  <a:lnTo>
                    <a:pt x="217814" y="241561"/>
                  </a:lnTo>
                  <a:lnTo>
                    <a:pt x="219666" y="240095"/>
                  </a:lnTo>
                  <a:lnTo>
                    <a:pt x="221493" y="238597"/>
                  </a:lnTo>
                  <a:lnTo>
                    <a:pt x="223293" y="237067"/>
                  </a:lnTo>
                  <a:lnTo>
                    <a:pt x="225066" y="235505"/>
                  </a:lnTo>
                  <a:lnTo>
                    <a:pt x="226811" y="233913"/>
                  </a:lnTo>
                  <a:lnTo>
                    <a:pt x="228529" y="232291"/>
                  </a:lnTo>
                  <a:lnTo>
                    <a:pt x="230217" y="230639"/>
                  </a:lnTo>
                  <a:lnTo>
                    <a:pt x="231877" y="228957"/>
                  </a:lnTo>
                  <a:lnTo>
                    <a:pt x="233507" y="227247"/>
                  </a:lnTo>
                  <a:lnTo>
                    <a:pt x="235106" y="225509"/>
                  </a:lnTo>
                  <a:lnTo>
                    <a:pt x="236675" y="223743"/>
                  </a:lnTo>
                  <a:lnTo>
                    <a:pt x="238213" y="221949"/>
                  </a:lnTo>
                  <a:lnTo>
                    <a:pt x="239719" y="220129"/>
                  </a:lnTo>
                  <a:lnTo>
                    <a:pt x="241193" y="218283"/>
                  </a:lnTo>
                  <a:lnTo>
                    <a:pt x="242635" y="216411"/>
                  </a:lnTo>
                  <a:lnTo>
                    <a:pt x="244044" y="214515"/>
                  </a:lnTo>
                  <a:lnTo>
                    <a:pt x="245419" y="212594"/>
                  </a:lnTo>
                  <a:lnTo>
                    <a:pt x="246760" y="210649"/>
                  </a:lnTo>
                  <a:lnTo>
                    <a:pt x="248067" y="208681"/>
                  </a:lnTo>
                  <a:lnTo>
                    <a:pt x="249340" y="206691"/>
                  </a:lnTo>
                  <a:lnTo>
                    <a:pt x="250577" y="204678"/>
                  </a:lnTo>
                  <a:lnTo>
                    <a:pt x="251779" y="202645"/>
                  </a:lnTo>
                  <a:lnTo>
                    <a:pt x="252946" y="200590"/>
                  </a:lnTo>
                  <a:lnTo>
                    <a:pt x="254076" y="198516"/>
                  </a:lnTo>
                  <a:lnTo>
                    <a:pt x="255169" y="196421"/>
                  </a:lnTo>
                  <a:lnTo>
                    <a:pt x="256226" y="194309"/>
                  </a:lnTo>
                  <a:lnTo>
                    <a:pt x="257246" y="192178"/>
                  </a:lnTo>
                  <a:lnTo>
                    <a:pt x="258228" y="190029"/>
                  </a:lnTo>
                  <a:lnTo>
                    <a:pt x="259173" y="187864"/>
                  </a:lnTo>
                  <a:lnTo>
                    <a:pt x="260079" y="185682"/>
                  </a:lnTo>
                  <a:lnTo>
                    <a:pt x="260947" y="183485"/>
                  </a:lnTo>
                  <a:lnTo>
                    <a:pt x="261777" y="181273"/>
                  </a:lnTo>
                  <a:lnTo>
                    <a:pt x="262568" y="179047"/>
                  </a:lnTo>
                  <a:lnTo>
                    <a:pt x="263319" y="176807"/>
                  </a:lnTo>
                  <a:lnTo>
                    <a:pt x="264031" y="174554"/>
                  </a:lnTo>
                  <a:lnTo>
                    <a:pt x="264704" y="172290"/>
                  </a:lnTo>
                  <a:lnTo>
                    <a:pt x="265337" y="170014"/>
                  </a:lnTo>
                  <a:lnTo>
                    <a:pt x="265930" y="167727"/>
                  </a:lnTo>
                  <a:lnTo>
                    <a:pt x="266483" y="165430"/>
                  </a:lnTo>
                  <a:lnTo>
                    <a:pt x="266996" y="163124"/>
                  </a:lnTo>
                  <a:lnTo>
                    <a:pt x="267468" y="160809"/>
                  </a:lnTo>
                  <a:lnTo>
                    <a:pt x="267900" y="158487"/>
                  </a:lnTo>
                  <a:lnTo>
                    <a:pt x="268291" y="156157"/>
                  </a:lnTo>
                  <a:lnTo>
                    <a:pt x="268641" y="153820"/>
                  </a:lnTo>
                  <a:lnTo>
                    <a:pt x="268951" y="151478"/>
                  </a:lnTo>
                  <a:lnTo>
                    <a:pt x="269219" y="149131"/>
                  </a:lnTo>
                  <a:lnTo>
                    <a:pt x="269446" y="146779"/>
                  </a:lnTo>
                  <a:lnTo>
                    <a:pt x="269632" y="144424"/>
                  </a:lnTo>
                  <a:lnTo>
                    <a:pt x="269776" y="142066"/>
                  </a:lnTo>
                  <a:lnTo>
                    <a:pt x="269880" y="139706"/>
                  </a:lnTo>
                  <a:lnTo>
                    <a:pt x="269942" y="137345"/>
                  </a:lnTo>
                  <a:lnTo>
                    <a:pt x="269962" y="134982"/>
                  </a:lnTo>
                </a:path>
              </a:pathLst>
            </a:custGeom>
            <a:ln w="13550" cap="flat">
              <a:solidFill>
                <a:srgbClr val="7FC5D8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585" name="pl585"/>
            <p:cNvSpPr/>
            <p:nvPr/>
          </p:nvSpPr>
          <p:spPr>
            <a:xfrm>
              <a:off x="1324976" y="4488710"/>
              <a:ext cx="490841" cy="490846"/>
            </a:xfrm>
            <a:custGeom>
              <a:avLst/>
              <a:pathLst>
                <a:path w="490841" h="490846">
                  <a:moveTo>
                    <a:pt x="490841" y="245423"/>
                  </a:moveTo>
                  <a:lnTo>
                    <a:pt x="490803" y="241127"/>
                  </a:lnTo>
                  <a:lnTo>
                    <a:pt x="490691" y="236833"/>
                  </a:lnTo>
                  <a:lnTo>
                    <a:pt x="490503" y="232542"/>
                  </a:lnTo>
                  <a:lnTo>
                    <a:pt x="490240" y="228255"/>
                  </a:lnTo>
                  <a:lnTo>
                    <a:pt x="489902" y="223973"/>
                  </a:lnTo>
                  <a:lnTo>
                    <a:pt x="489489" y="219697"/>
                  </a:lnTo>
                  <a:lnTo>
                    <a:pt x="489001" y="215430"/>
                  </a:lnTo>
                  <a:lnTo>
                    <a:pt x="488439" y="211171"/>
                  </a:lnTo>
                  <a:lnTo>
                    <a:pt x="487803" y="206924"/>
                  </a:lnTo>
                  <a:lnTo>
                    <a:pt x="487092" y="202687"/>
                  </a:lnTo>
                  <a:lnTo>
                    <a:pt x="486307" y="198464"/>
                  </a:lnTo>
                  <a:lnTo>
                    <a:pt x="485448" y="194256"/>
                  </a:lnTo>
                  <a:lnTo>
                    <a:pt x="484516" y="190063"/>
                  </a:lnTo>
                  <a:lnTo>
                    <a:pt x="483510" y="185887"/>
                  </a:lnTo>
                  <a:lnTo>
                    <a:pt x="482432" y="181729"/>
                  </a:lnTo>
                  <a:lnTo>
                    <a:pt x="481281" y="177591"/>
                  </a:lnTo>
                  <a:lnTo>
                    <a:pt x="480058" y="173473"/>
                  </a:lnTo>
                  <a:lnTo>
                    <a:pt x="478762" y="169378"/>
                  </a:lnTo>
                  <a:lnTo>
                    <a:pt x="477396" y="165306"/>
                  </a:lnTo>
                  <a:lnTo>
                    <a:pt x="475958" y="161258"/>
                  </a:lnTo>
                  <a:lnTo>
                    <a:pt x="474450" y="157236"/>
                  </a:lnTo>
                  <a:lnTo>
                    <a:pt x="472872" y="153241"/>
                  </a:lnTo>
                  <a:lnTo>
                    <a:pt x="471223" y="149275"/>
                  </a:lnTo>
                  <a:lnTo>
                    <a:pt x="469506" y="145338"/>
                  </a:lnTo>
                  <a:lnTo>
                    <a:pt x="467720" y="141431"/>
                  </a:lnTo>
                  <a:lnTo>
                    <a:pt x="465866" y="137556"/>
                  </a:lnTo>
                  <a:lnTo>
                    <a:pt x="463945" y="133715"/>
                  </a:lnTo>
                  <a:lnTo>
                    <a:pt x="461956" y="129907"/>
                  </a:lnTo>
                  <a:lnTo>
                    <a:pt x="459901" y="126135"/>
                  </a:lnTo>
                  <a:lnTo>
                    <a:pt x="457781" y="122400"/>
                  </a:lnTo>
                  <a:lnTo>
                    <a:pt x="455595" y="118702"/>
                  </a:lnTo>
                  <a:lnTo>
                    <a:pt x="453345" y="115043"/>
                  </a:lnTo>
                  <a:lnTo>
                    <a:pt x="451032" y="111424"/>
                  </a:lnTo>
                  <a:lnTo>
                    <a:pt x="448655" y="107846"/>
                  </a:lnTo>
                  <a:lnTo>
                    <a:pt x="446216" y="104310"/>
                  </a:lnTo>
                  <a:lnTo>
                    <a:pt x="443716" y="100818"/>
                  </a:lnTo>
                  <a:lnTo>
                    <a:pt x="441155" y="97370"/>
                  </a:lnTo>
                  <a:lnTo>
                    <a:pt x="438534" y="93967"/>
                  </a:lnTo>
                  <a:lnTo>
                    <a:pt x="435854" y="90610"/>
                  </a:lnTo>
                  <a:lnTo>
                    <a:pt x="433115" y="87301"/>
                  </a:lnTo>
                  <a:lnTo>
                    <a:pt x="430319" y="84040"/>
                  </a:lnTo>
                  <a:lnTo>
                    <a:pt x="427466" y="80829"/>
                  </a:lnTo>
                  <a:lnTo>
                    <a:pt x="424558" y="77668"/>
                  </a:lnTo>
                  <a:lnTo>
                    <a:pt x="421595" y="74558"/>
                  </a:lnTo>
                  <a:lnTo>
                    <a:pt x="418577" y="71501"/>
                  </a:lnTo>
                  <a:lnTo>
                    <a:pt x="415507" y="68497"/>
                  </a:lnTo>
                  <a:lnTo>
                    <a:pt x="412385" y="65548"/>
                  </a:lnTo>
                  <a:lnTo>
                    <a:pt x="409211" y="62653"/>
                  </a:lnTo>
                  <a:lnTo>
                    <a:pt x="405987" y="59815"/>
                  </a:lnTo>
                  <a:lnTo>
                    <a:pt x="402714" y="57033"/>
                  </a:lnTo>
                  <a:lnTo>
                    <a:pt x="399393" y="54309"/>
                  </a:lnTo>
                  <a:lnTo>
                    <a:pt x="396025" y="51643"/>
                  </a:lnTo>
                  <a:lnTo>
                    <a:pt x="392611" y="49037"/>
                  </a:lnTo>
                  <a:lnTo>
                    <a:pt x="389151" y="46491"/>
                  </a:lnTo>
                  <a:lnTo>
                    <a:pt x="385648" y="44006"/>
                  </a:lnTo>
                  <a:lnTo>
                    <a:pt x="382101" y="41583"/>
                  </a:lnTo>
                  <a:lnTo>
                    <a:pt x="378513" y="39222"/>
                  </a:lnTo>
                  <a:lnTo>
                    <a:pt x="374884" y="36924"/>
                  </a:lnTo>
                  <a:lnTo>
                    <a:pt x="371215" y="34690"/>
                  </a:lnTo>
                  <a:lnTo>
                    <a:pt x="367508" y="32521"/>
                  </a:lnTo>
                  <a:lnTo>
                    <a:pt x="363763" y="30417"/>
                  </a:lnTo>
                  <a:lnTo>
                    <a:pt x="359982" y="28378"/>
                  </a:lnTo>
                  <a:lnTo>
                    <a:pt x="356166" y="26407"/>
                  </a:lnTo>
                  <a:lnTo>
                    <a:pt x="352316" y="24502"/>
                  </a:lnTo>
                  <a:lnTo>
                    <a:pt x="348433" y="22665"/>
                  </a:lnTo>
                  <a:lnTo>
                    <a:pt x="344519" y="20896"/>
                  </a:lnTo>
                  <a:lnTo>
                    <a:pt x="340574" y="19196"/>
                  </a:lnTo>
                  <a:lnTo>
                    <a:pt x="336601" y="17565"/>
                  </a:lnTo>
                  <a:lnTo>
                    <a:pt x="332599" y="16004"/>
                  </a:lnTo>
                  <a:lnTo>
                    <a:pt x="328571" y="14514"/>
                  </a:lnTo>
                  <a:lnTo>
                    <a:pt x="324517" y="13094"/>
                  </a:lnTo>
                  <a:lnTo>
                    <a:pt x="320439" y="11745"/>
                  </a:lnTo>
                  <a:lnTo>
                    <a:pt x="316338" y="10468"/>
                  </a:lnTo>
                  <a:lnTo>
                    <a:pt x="312215" y="9263"/>
                  </a:lnTo>
                  <a:lnTo>
                    <a:pt x="308071" y="8130"/>
                  </a:lnTo>
                  <a:lnTo>
                    <a:pt x="303909" y="7070"/>
                  </a:lnTo>
                  <a:lnTo>
                    <a:pt x="299729" y="6082"/>
                  </a:lnTo>
                  <a:lnTo>
                    <a:pt x="295532" y="5169"/>
                  </a:lnTo>
                  <a:lnTo>
                    <a:pt x="291319" y="4328"/>
                  </a:lnTo>
                  <a:lnTo>
                    <a:pt x="287093" y="3562"/>
                  </a:lnTo>
                  <a:lnTo>
                    <a:pt x="282854" y="2869"/>
                  </a:lnTo>
                  <a:lnTo>
                    <a:pt x="278603" y="2251"/>
                  </a:lnTo>
                  <a:lnTo>
                    <a:pt x="274342" y="1708"/>
                  </a:lnTo>
                  <a:lnTo>
                    <a:pt x="270072" y="1239"/>
                  </a:lnTo>
                  <a:lnTo>
                    <a:pt x="265795" y="845"/>
                  </a:lnTo>
                  <a:lnTo>
                    <a:pt x="261512" y="526"/>
                  </a:lnTo>
                  <a:lnTo>
                    <a:pt x="257223" y="281"/>
                  </a:lnTo>
                  <a:lnTo>
                    <a:pt x="252931" y="112"/>
                  </a:lnTo>
                  <a:lnTo>
                    <a:pt x="248637" y="18"/>
                  </a:lnTo>
                  <a:lnTo>
                    <a:pt x="244342" y="0"/>
                  </a:lnTo>
                  <a:lnTo>
                    <a:pt x="240047" y="56"/>
                  </a:lnTo>
                  <a:lnTo>
                    <a:pt x="235753" y="187"/>
                  </a:lnTo>
                  <a:lnTo>
                    <a:pt x="231463" y="394"/>
                  </a:lnTo>
                  <a:lnTo>
                    <a:pt x="227177" y="676"/>
                  </a:lnTo>
                  <a:lnTo>
                    <a:pt x="222896" y="1032"/>
                  </a:lnTo>
                  <a:lnTo>
                    <a:pt x="218623" y="1464"/>
                  </a:lnTo>
                  <a:lnTo>
                    <a:pt x="214357" y="1970"/>
                  </a:lnTo>
                  <a:lnTo>
                    <a:pt x="210101" y="2551"/>
                  </a:lnTo>
                  <a:lnTo>
                    <a:pt x="205856" y="3206"/>
                  </a:lnTo>
                  <a:lnTo>
                    <a:pt x="201623" y="3936"/>
                  </a:lnTo>
                  <a:lnTo>
                    <a:pt x="197404" y="4739"/>
                  </a:lnTo>
                  <a:lnTo>
                    <a:pt x="193199" y="5616"/>
                  </a:lnTo>
                  <a:lnTo>
                    <a:pt x="189010" y="6567"/>
                  </a:lnTo>
                  <a:lnTo>
                    <a:pt x="184838" y="7591"/>
                  </a:lnTo>
                  <a:lnTo>
                    <a:pt x="180685" y="8687"/>
                  </a:lnTo>
                  <a:lnTo>
                    <a:pt x="176552" y="9856"/>
                  </a:lnTo>
                  <a:lnTo>
                    <a:pt x="172440" y="11098"/>
                  </a:lnTo>
                  <a:lnTo>
                    <a:pt x="168350" y="12411"/>
                  </a:lnTo>
                  <a:lnTo>
                    <a:pt x="164284" y="13795"/>
                  </a:lnTo>
                  <a:lnTo>
                    <a:pt x="160243" y="15250"/>
                  </a:lnTo>
                  <a:lnTo>
                    <a:pt x="156228" y="16776"/>
                  </a:lnTo>
                  <a:lnTo>
                    <a:pt x="152240" y="18372"/>
                  </a:lnTo>
                  <a:lnTo>
                    <a:pt x="148281" y="20038"/>
                  </a:lnTo>
                  <a:lnTo>
                    <a:pt x="144351" y="21772"/>
                  </a:lnTo>
                  <a:lnTo>
                    <a:pt x="140452" y="23575"/>
                  </a:lnTo>
                  <a:lnTo>
                    <a:pt x="136586" y="25446"/>
                  </a:lnTo>
                  <a:lnTo>
                    <a:pt x="132753" y="27384"/>
                  </a:lnTo>
                  <a:lnTo>
                    <a:pt x="128954" y="29389"/>
                  </a:lnTo>
                  <a:lnTo>
                    <a:pt x="125191" y="31461"/>
                  </a:lnTo>
                  <a:lnTo>
                    <a:pt x="121465" y="33597"/>
                  </a:lnTo>
                  <a:lnTo>
                    <a:pt x="117777" y="35799"/>
                  </a:lnTo>
                  <a:lnTo>
                    <a:pt x="114128" y="38065"/>
                  </a:lnTo>
                  <a:lnTo>
                    <a:pt x="110519" y="40394"/>
                  </a:lnTo>
                  <a:lnTo>
                    <a:pt x="106951" y="42787"/>
                  </a:lnTo>
                  <a:lnTo>
                    <a:pt x="103426" y="45241"/>
                  </a:lnTo>
                  <a:lnTo>
                    <a:pt x="99945" y="47757"/>
                  </a:lnTo>
                  <a:lnTo>
                    <a:pt x="96507" y="50333"/>
                  </a:lnTo>
                  <a:lnTo>
                    <a:pt x="93116" y="52969"/>
                  </a:lnTo>
                  <a:lnTo>
                    <a:pt x="89771" y="55664"/>
                  </a:lnTo>
                  <a:lnTo>
                    <a:pt x="86474" y="58417"/>
                  </a:lnTo>
                  <a:lnTo>
                    <a:pt x="83226" y="61227"/>
                  </a:lnTo>
                  <a:lnTo>
                    <a:pt x="80027" y="64094"/>
                  </a:lnTo>
                  <a:lnTo>
                    <a:pt x="76879" y="67016"/>
                  </a:lnTo>
                  <a:lnTo>
                    <a:pt x="73782" y="69993"/>
                  </a:lnTo>
                  <a:lnTo>
                    <a:pt x="70738" y="73023"/>
                  </a:lnTo>
                  <a:lnTo>
                    <a:pt x="67748" y="76107"/>
                  </a:lnTo>
                  <a:lnTo>
                    <a:pt x="64812" y="79242"/>
                  </a:lnTo>
                  <a:lnTo>
                    <a:pt x="61931" y="82428"/>
                  </a:lnTo>
                  <a:lnTo>
                    <a:pt x="59107" y="85664"/>
                  </a:lnTo>
                  <a:lnTo>
                    <a:pt x="56339" y="88949"/>
                  </a:lnTo>
                  <a:lnTo>
                    <a:pt x="53630" y="92282"/>
                  </a:lnTo>
                  <a:lnTo>
                    <a:pt x="50979" y="95662"/>
                  </a:lnTo>
                  <a:lnTo>
                    <a:pt x="48388" y="99088"/>
                  </a:lnTo>
                  <a:lnTo>
                    <a:pt x="45857" y="102559"/>
                  </a:lnTo>
                  <a:lnTo>
                    <a:pt x="43387" y="106073"/>
                  </a:lnTo>
                  <a:lnTo>
                    <a:pt x="40980" y="109630"/>
                  </a:lnTo>
                  <a:lnTo>
                    <a:pt x="38634" y="113229"/>
                  </a:lnTo>
                  <a:lnTo>
                    <a:pt x="36353" y="116868"/>
                  </a:lnTo>
                  <a:lnTo>
                    <a:pt x="34135" y="120546"/>
                  </a:lnTo>
                  <a:lnTo>
                    <a:pt x="31982" y="124263"/>
                  </a:lnTo>
                  <a:lnTo>
                    <a:pt x="29894" y="128017"/>
                  </a:lnTo>
                  <a:lnTo>
                    <a:pt x="27872" y="131807"/>
                  </a:lnTo>
                  <a:lnTo>
                    <a:pt x="25917" y="135631"/>
                  </a:lnTo>
                  <a:lnTo>
                    <a:pt x="24029" y="139490"/>
                  </a:lnTo>
                  <a:lnTo>
                    <a:pt x="22209" y="143380"/>
                  </a:lnTo>
                  <a:lnTo>
                    <a:pt x="20458" y="147302"/>
                  </a:lnTo>
                  <a:lnTo>
                    <a:pt x="18775" y="151254"/>
                  </a:lnTo>
                  <a:lnTo>
                    <a:pt x="17162" y="155235"/>
                  </a:lnTo>
                  <a:lnTo>
                    <a:pt x="15618" y="159244"/>
                  </a:lnTo>
                  <a:lnTo>
                    <a:pt x="14145" y="163279"/>
                  </a:lnTo>
                  <a:lnTo>
                    <a:pt x="12743" y="167339"/>
                  </a:lnTo>
                  <a:lnTo>
                    <a:pt x="11412" y="171423"/>
                  </a:lnTo>
                  <a:lnTo>
                    <a:pt x="10153" y="175529"/>
                  </a:lnTo>
                  <a:lnTo>
                    <a:pt x="8966" y="179657"/>
                  </a:lnTo>
                  <a:lnTo>
                    <a:pt x="7851" y="183805"/>
                  </a:lnTo>
                  <a:lnTo>
                    <a:pt x="6809" y="187973"/>
                  </a:lnTo>
                  <a:lnTo>
                    <a:pt x="5840" y="192157"/>
                  </a:lnTo>
                  <a:lnTo>
                    <a:pt x="4944" y="196358"/>
                  </a:lnTo>
                  <a:lnTo>
                    <a:pt x="4123" y="200574"/>
                  </a:lnTo>
                  <a:lnTo>
                    <a:pt x="3375" y="204804"/>
                  </a:lnTo>
                  <a:lnTo>
                    <a:pt x="2701" y="209046"/>
                  </a:lnTo>
                  <a:lnTo>
                    <a:pt x="2101" y="213299"/>
                  </a:lnTo>
                  <a:lnTo>
                    <a:pt x="1577" y="217563"/>
                  </a:lnTo>
                  <a:lnTo>
                    <a:pt x="1126" y="221834"/>
                  </a:lnTo>
                  <a:lnTo>
                    <a:pt x="751" y="226113"/>
                  </a:lnTo>
                  <a:lnTo>
                    <a:pt x="450" y="230398"/>
                  </a:lnTo>
                  <a:lnTo>
                    <a:pt x="225" y="234687"/>
                  </a:lnTo>
                  <a:lnTo>
                    <a:pt x="75" y="238980"/>
                  </a:lnTo>
                  <a:lnTo>
                    <a:pt x="0" y="243275"/>
                  </a:lnTo>
                  <a:lnTo>
                    <a:pt x="0" y="247570"/>
                  </a:lnTo>
                  <a:lnTo>
                    <a:pt x="75" y="251865"/>
                  </a:lnTo>
                  <a:lnTo>
                    <a:pt x="225" y="256158"/>
                  </a:lnTo>
                  <a:lnTo>
                    <a:pt x="450" y="260447"/>
                  </a:lnTo>
                  <a:lnTo>
                    <a:pt x="751" y="264732"/>
                  </a:lnTo>
                  <a:lnTo>
                    <a:pt x="1126" y="269011"/>
                  </a:lnTo>
                  <a:lnTo>
                    <a:pt x="1577" y="273283"/>
                  </a:lnTo>
                  <a:lnTo>
                    <a:pt x="2101" y="277546"/>
                  </a:lnTo>
                  <a:lnTo>
                    <a:pt x="2701" y="281799"/>
                  </a:lnTo>
                  <a:lnTo>
                    <a:pt x="3375" y="286041"/>
                  </a:lnTo>
                  <a:lnTo>
                    <a:pt x="4123" y="290271"/>
                  </a:lnTo>
                  <a:lnTo>
                    <a:pt x="4944" y="294487"/>
                  </a:lnTo>
                  <a:lnTo>
                    <a:pt x="5840" y="298688"/>
                  </a:lnTo>
                  <a:lnTo>
                    <a:pt x="6809" y="302873"/>
                  </a:lnTo>
                  <a:lnTo>
                    <a:pt x="7851" y="307040"/>
                  </a:lnTo>
                  <a:lnTo>
                    <a:pt x="8966" y="311188"/>
                  </a:lnTo>
                  <a:lnTo>
                    <a:pt x="10153" y="315316"/>
                  </a:lnTo>
                  <a:lnTo>
                    <a:pt x="11412" y="319423"/>
                  </a:lnTo>
                  <a:lnTo>
                    <a:pt x="12743" y="323506"/>
                  </a:lnTo>
                  <a:lnTo>
                    <a:pt x="14145" y="327567"/>
                  </a:lnTo>
                  <a:lnTo>
                    <a:pt x="15618" y="331601"/>
                  </a:lnTo>
                  <a:lnTo>
                    <a:pt x="17162" y="335610"/>
                  </a:lnTo>
                  <a:lnTo>
                    <a:pt x="18775" y="339591"/>
                  </a:lnTo>
                  <a:lnTo>
                    <a:pt x="20458" y="343543"/>
                  </a:lnTo>
                  <a:lnTo>
                    <a:pt x="22209" y="347465"/>
                  </a:lnTo>
                  <a:lnTo>
                    <a:pt x="24029" y="351355"/>
                  </a:lnTo>
                  <a:lnTo>
                    <a:pt x="25917" y="355214"/>
                  </a:lnTo>
                  <a:lnTo>
                    <a:pt x="27872" y="359038"/>
                  </a:lnTo>
                  <a:lnTo>
                    <a:pt x="29894" y="362828"/>
                  </a:lnTo>
                  <a:lnTo>
                    <a:pt x="31982" y="366582"/>
                  </a:lnTo>
                  <a:lnTo>
                    <a:pt x="34135" y="370299"/>
                  </a:lnTo>
                  <a:lnTo>
                    <a:pt x="36353" y="373977"/>
                  </a:lnTo>
                  <a:lnTo>
                    <a:pt x="38634" y="377616"/>
                  </a:lnTo>
                  <a:lnTo>
                    <a:pt x="40980" y="381215"/>
                  </a:lnTo>
                  <a:lnTo>
                    <a:pt x="43387" y="384772"/>
                  </a:lnTo>
                  <a:lnTo>
                    <a:pt x="45857" y="388286"/>
                  </a:lnTo>
                  <a:lnTo>
                    <a:pt x="48388" y="391757"/>
                  </a:lnTo>
                  <a:lnTo>
                    <a:pt x="50979" y="395183"/>
                  </a:lnTo>
                  <a:lnTo>
                    <a:pt x="53630" y="398563"/>
                  </a:lnTo>
                  <a:lnTo>
                    <a:pt x="56339" y="401896"/>
                  </a:lnTo>
                  <a:lnTo>
                    <a:pt x="59107" y="405181"/>
                  </a:lnTo>
                  <a:lnTo>
                    <a:pt x="61931" y="408417"/>
                  </a:lnTo>
                  <a:lnTo>
                    <a:pt x="64812" y="411603"/>
                  </a:lnTo>
                  <a:lnTo>
                    <a:pt x="67748" y="414738"/>
                  </a:lnTo>
                  <a:lnTo>
                    <a:pt x="70738" y="417822"/>
                  </a:lnTo>
                  <a:lnTo>
                    <a:pt x="73782" y="420852"/>
                  </a:lnTo>
                  <a:lnTo>
                    <a:pt x="76879" y="423829"/>
                  </a:lnTo>
                  <a:lnTo>
                    <a:pt x="80027" y="426752"/>
                  </a:lnTo>
                  <a:lnTo>
                    <a:pt x="83226" y="429618"/>
                  </a:lnTo>
                  <a:lnTo>
                    <a:pt x="86474" y="432429"/>
                  </a:lnTo>
                  <a:lnTo>
                    <a:pt x="89771" y="435182"/>
                  </a:lnTo>
                  <a:lnTo>
                    <a:pt x="93116" y="437876"/>
                  </a:lnTo>
                  <a:lnTo>
                    <a:pt x="96507" y="440512"/>
                  </a:lnTo>
                  <a:lnTo>
                    <a:pt x="99945" y="443088"/>
                  </a:lnTo>
                  <a:lnTo>
                    <a:pt x="103426" y="445604"/>
                  </a:lnTo>
                  <a:lnTo>
                    <a:pt x="106951" y="448058"/>
                  </a:lnTo>
                  <a:lnTo>
                    <a:pt x="110519" y="450451"/>
                  </a:lnTo>
                  <a:lnTo>
                    <a:pt x="114128" y="452780"/>
                  </a:lnTo>
                  <a:lnTo>
                    <a:pt x="117777" y="455046"/>
                  </a:lnTo>
                  <a:lnTo>
                    <a:pt x="121465" y="457248"/>
                  </a:lnTo>
                  <a:lnTo>
                    <a:pt x="125191" y="459385"/>
                  </a:lnTo>
                  <a:lnTo>
                    <a:pt x="128954" y="461456"/>
                  </a:lnTo>
                  <a:lnTo>
                    <a:pt x="132753" y="463461"/>
                  </a:lnTo>
                  <a:lnTo>
                    <a:pt x="136586" y="465399"/>
                  </a:lnTo>
                  <a:lnTo>
                    <a:pt x="140452" y="467270"/>
                  </a:lnTo>
                  <a:lnTo>
                    <a:pt x="144351" y="469073"/>
                  </a:lnTo>
                  <a:lnTo>
                    <a:pt x="148281" y="470808"/>
                  </a:lnTo>
                  <a:lnTo>
                    <a:pt x="152240" y="472473"/>
                  </a:lnTo>
                  <a:lnTo>
                    <a:pt x="156228" y="474069"/>
                  </a:lnTo>
                  <a:lnTo>
                    <a:pt x="160243" y="475595"/>
                  </a:lnTo>
                  <a:lnTo>
                    <a:pt x="164284" y="477050"/>
                  </a:lnTo>
                  <a:lnTo>
                    <a:pt x="168350" y="478435"/>
                  </a:lnTo>
                  <a:lnTo>
                    <a:pt x="172440" y="479748"/>
                  </a:lnTo>
                  <a:lnTo>
                    <a:pt x="176552" y="480989"/>
                  </a:lnTo>
                  <a:lnTo>
                    <a:pt x="180685" y="482158"/>
                  </a:lnTo>
                  <a:lnTo>
                    <a:pt x="184838" y="483255"/>
                  </a:lnTo>
                  <a:lnTo>
                    <a:pt x="189010" y="484278"/>
                  </a:lnTo>
                  <a:lnTo>
                    <a:pt x="193199" y="485229"/>
                  </a:lnTo>
                  <a:lnTo>
                    <a:pt x="197404" y="486106"/>
                  </a:lnTo>
                  <a:lnTo>
                    <a:pt x="201623" y="486909"/>
                  </a:lnTo>
                  <a:lnTo>
                    <a:pt x="205856" y="487639"/>
                  </a:lnTo>
                  <a:lnTo>
                    <a:pt x="210101" y="488294"/>
                  </a:lnTo>
                  <a:lnTo>
                    <a:pt x="214357" y="488875"/>
                  </a:lnTo>
                  <a:lnTo>
                    <a:pt x="218623" y="489381"/>
                  </a:lnTo>
                  <a:lnTo>
                    <a:pt x="222896" y="489813"/>
                  </a:lnTo>
                  <a:lnTo>
                    <a:pt x="227177" y="490169"/>
                  </a:lnTo>
                  <a:lnTo>
                    <a:pt x="231463" y="490451"/>
                  </a:lnTo>
                  <a:lnTo>
                    <a:pt x="235753" y="490658"/>
                  </a:lnTo>
                  <a:lnTo>
                    <a:pt x="240047" y="490789"/>
                  </a:lnTo>
                  <a:lnTo>
                    <a:pt x="244342" y="490846"/>
                  </a:lnTo>
                  <a:lnTo>
                    <a:pt x="248637" y="490827"/>
                  </a:lnTo>
                  <a:lnTo>
                    <a:pt x="252931" y="490733"/>
                  </a:lnTo>
                  <a:lnTo>
                    <a:pt x="257223" y="490564"/>
                  </a:lnTo>
                  <a:lnTo>
                    <a:pt x="261512" y="490320"/>
                  </a:lnTo>
                  <a:lnTo>
                    <a:pt x="265795" y="490000"/>
                  </a:lnTo>
                  <a:lnTo>
                    <a:pt x="270072" y="489606"/>
                  </a:lnTo>
                  <a:lnTo>
                    <a:pt x="274342" y="489137"/>
                  </a:lnTo>
                  <a:lnTo>
                    <a:pt x="278603" y="488594"/>
                  </a:lnTo>
                  <a:lnTo>
                    <a:pt x="282854" y="487976"/>
                  </a:lnTo>
                  <a:lnTo>
                    <a:pt x="287093" y="487283"/>
                  </a:lnTo>
                  <a:lnTo>
                    <a:pt x="291319" y="486517"/>
                  </a:lnTo>
                  <a:lnTo>
                    <a:pt x="295532" y="485677"/>
                  </a:lnTo>
                  <a:lnTo>
                    <a:pt x="299729" y="484763"/>
                  </a:lnTo>
                  <a:lnTo>
                    <a:pt x="303909" y="483776"/>
                  </a:lnTo>
                  <a:lnTo>
                    <a:pt x="308071" y="482715"/>
                  </a:lnTo>
                  <a:lnTo>
                    <a:pt x="312215" y="481582"/>
                  </a:lnTo>
                  <a:lnTo>
                    <a:pt x="316338" y="480377"/>
                  </a:lnTo>
                  <a:lnTo>
                    <a:pt x="320439" y="479100"/>
                  </a:lnTo>
                  <a:lnTo>
                    <a:pt x="324517" y="477751"/>
                  </a:lnTo>
                  <a:lnTo>
                    <a:pt x="328571" y="476331"/>
                  </a:lnTo>
                  <a:lnTo>
                    <a:pt x="332599" y="474841"/>
                  </a:lnTo>
                  <a:lnTo>
                    <a:pt x="336601" y="473280"/>
                  </a:lnTo>
                  <a:lnTo>
                    <a:pt x="340574" y="471649"/>
                  </a:lnTo>
                  <a:lnTo>
                    <a:pt x="344519" y="469949"/>
                  </a:lnTo>
                  <a:lnTo>
                    <a:pt x="348433" y="468180"/>
                  </a:lnTo>
                  <a:lnTo>
                    <a:pt x="352316" y="466343"/>
                  </a:lnTo>
                  <a:lnTo>
                    <a:pt x="356166" y="464438"/>
                  </a:lnTo>
                  <a:lnTo>
                    <a:pt x="359982" y="462467"/>
                  </a:lnTo>
                  <a:lnTo>
                    <a:pt x="363763" y="460428"/>
                  </a:lnTo>
                  <a:lnTo>
                    <a:pt x="367508" y="458324"/>
                  </a:lnTo>
                  <a:lnTo>
                    <a:pt x="371215" y="456155"/>
                  </a:lnTo>
                  <a:lnTo>
                    <a:pt x="374884" y="453921"/>
                  </a:lnTo>
                  <a:lnTo>
                    <a:pt x="378513" y="451623"/>
                  </a:lnTo>
                  <a:lnTo>
                    <a:pt x="382101" y="449262"/>
                  </a:lnTo>
                  <a:lnTo>
                    <a:pt x="385648" y="446839"/>
                  </a:lnTo>
                  <a:lnTo>
                    <a:pt x="389151" y="444354"/>
                  </a:lnTo>
                  <a:lnTo>
                    <a:pt x="392611" y="441808"/>
                  </a:lnTo>
                  <a:lnTo>
                    <a:pt x="396025" y="439202"/>
                  </a:lnTo>
                  <a:lnTo>
                    <a:pt x="399393" y="436536"/>
                  </a:lnTo>
                  <a:lnTo>
                    <a:pt x="402714" y="433812"/>
                  </a:lnTo>
                  <a:lnTo>
                    <a:pt x="405987" y="431031"/>
                  </a:lnTo>
                  <a:lnTo>
                    <a:pt x="409211" y="428192"/>
                  </a:lnTo>
                  <a:lnTo>
                    <a:pt x="412385" y="425297"/>
                  </a:lnTo>
                  <a:lnTo>
                    <a:pt x="415507" y="422348"/>
                  </a:lnTo>
                  <a:lnTo>
                    <a:pt x="418577" y="419344"/>
                  </a:lnTo>
                  <a:lnTo>
                    <a:pt x="421595" y="416287"/>
                  </a:lnTo>
                  <a:lnTo>
                    <a:pt x="424558" y="413177"/>
                  </a:lnTo>
                  <a:lnTo>
                    <a:pt x="427466" y="410016"/>
                  </a:lnTo>
                  <a:lnTo>
                    <a:pt x="430319" y="406805"/>
                  </a:lnTo>
                  <a:lnTo>
                    <a:pt x="433115" y="403544"/>
                  </a:lnTo>
                  <a:lnTo>
                    <a:pt x="435854" y="400235"/>
                  </a:lnTo>
                  <a:lnTo>
                    <a:pt x="438534" y="396879"/>
                  </a:lnTo>
                  <a:lnTo>
                    <a:pt x="441155" y="393476"/>
                  </a:lnTo>
                  <a:lnTo>
                    <a:pt x="443716" y="390027"/>
                  </a:lnTo>
                  <a:lnTo>
                    <a:pt x="446216" y="386535"/>
                  </a:lnTo>
                  <a:lnTo>
                    <a:pt x="448655" y="382999"/>
                  </a:lnTo>
                  <a:lnTo>
                    <a:pt x="451032" y="379421"/>
                  </a:lnTo>
                  <a:lnTo>
                    <a:pt x="453345" y="375802"/>
                  </a:lnTo>
                  <a:lnTo>
                    <a:pt x="455595" y="372143"/>
                  </a:lnTo>
                  <a:lnTo>
                    <a:pt x="457781" y="368445"/>
                  </a:lnTo>
                  <a:lnTo>
                    <a:pt x="459901" y="364710"/>
                  </a:lnTo>
                  <a:lnTo>
                    <a:pt x="461956" y="360938"/>
                  </a:lnTo>
                  <a:lnTo>
                    <a:pt x="463945" y="357130"/>
                  </a:lnTo>
                  <a:lnTo>
                    <a:pt x="465866" y="353289"/>
                  </a:lnTo>
                  <a:lnTo>
                    <a:pt x="467720" y="349414"/>
                  </a:lnTo>
                  <a:lnTo>
                    <a:pt x="469506" y="345508"/>
                  </a:lnTo>
                  <a:lnTo>
                    <a:pt x="471223" y="341570"/>
                  </a:lnTo>
                  <a:lnTo>
                    <a:pt x="472872" y="337604"/>
                  </a:lnTo>
                  <a:lnTo>
                    <a:pt x="474450" y="333609"/>
                  </a:lnTo>
                  <a:lnTo>
                    <a:pt x="475958" y="329587"/>
                  </a:lnTo>
                  <a:lnTo>
                    <a:pt x="477396" y="325540"/>
                  </a:lnTo>
                  <a:lnTo>
                    <a:pt x="478762" y="321467"/>
                  </a:lnTo>
                  <a:lnTo>
                    <a:pt x="480058" y="317372"/>
                  </a:lnTo>
                  <a:lnTo>
                    <a:pt x="481281" y="313254"/>
                  </a:lnTo>
                  <a:lnTo>
                    <a:pt x="482432" y="309116"/>
                  </a:lnTo>
                  <a:lnTo>
                    <a:pt x="483510" y="304958"/>
                  </a:lnTo>
                  <a:lnTo>
                    <a:pt x="484516" y="300782"/>
                  </a:lnTo>
                  <a:lnTo>
                    <a:pt x="485448" y="296589"/>
                  </a:lnTo>
                  <a:lnTo>
                    <a:pt x="486307" y="292381"/>
                  </a:lnTo>
                  <a:lnTo>
                    <a:pt x="487092" y="288158"/>
                  </a:lnTo>
                  <a:lnTo>
                    <a:pt x="487803" y="283922"/>
                  </a:lnTo>
                  <a:lnTo>
                    <a:pt x="488439" y="279674"/>
                  </a:lnTo>
                  <a:lnTo>
                    <a:pt x="489001" y="275415"/>
                  </a:lnTo>
                  <a:lnTo>
                    <a:pt x="489489" y="271148"/>
                  </a:lnTo>
                  <a:lnTo>
                    <a:pt x="489902" y="266872"/>
                  </a:lnTo>
                  <a:lnTo>
                    <a:pt x="490240" y="262590"/>
                  </a:lnTo>
                  <a:lnTo>
                    <a:pt x="490503" y="258303"/>
                  </a:lnTo>
                  <a:lnTo>
                    <a:pt x="490691" y="254012"/>
                  </a:lnTo>
                  <a:lnTo>
                    <a:pt x="490803" y="249718"/>
                  </a:lnTo>
                  <a:lnTo>
                    <a:pt x="490841" y="245423"/>
                  </a:lnTo>
                </a:path>
              </a:pathLst>
            </a:custGeom>
            <a:ln w="13550" cap="flat">
              <a:solidFill>
                <a:srgbClr val="7FC5D8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586" name="tx586"/>
            <p:cNvSpPr/>
            <p:nvPr/>
          </p:nvSpPr>
          <p:spPr>
            <a:xfrm>
              <a:off x="1437850" y="4410686"/>
              <a:ext cx="265084" cy="800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587" name="tx587"/>
            <p:cNvSpPr/>
            <p:nvPr/>
          </p:nvSpPr>
          <p:spPr>
            <a:xfrm>
              <a:off x="1428746" y="4973100"/>
              <a:ext cx="283292" cy="82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588" name="tx588"/>
            <p:cNvSpPr/>
            <p:nvPr/>
          </p:nvSpPr>
          <p:spPr>
            <a:xfrm>
              <a:off x="1769965" y="4493246"/>
              <a:ext cx="469984" cy="801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589" name="tx589"/>
            <p:cNvSpPr/>
            <p:nvPr/>
          </p:nvSpPr>
          <p:spPr>
            <a:xfrm>
              <a:off x="1852631" y="4693084"/>
              <a:ext cx="216915" cy="79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590" name="tx590"/>
            <p:cNvSpPr/>
            <p:nvPr/>
          </p:nvSpPr>
          <p:spPr>
            <a:xfrm>
              <a:off x="1769965" y="4890434"/>
              <a:ext cx="488193" cy="82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591" name="pg591"/>
            <p:cNvSpPr/>
            <p:nvPr/>
          </p:nvSpPr>
          <p:spPr>
            <a:xfrm>
              <a:off x="1324976" y="4488710"/>
              <a:ext cx="490841" cy="490846"/>
            </a:xfrm>
            <a:custGeom>
              <a:avLst/>
              <a:pathLst>
                <a:path w="490841" h="490846">
                  <a:moveTo>
                    <a:pt x="490841" y="245423"/>
                  </a:moveTo>
                  <a:lnTo>
                    <a:pt x="490803" y="241127"/>
                  </a:lnTo>
                  <a:lnTo>
                    <a:pt x="490691" y="236833"/>
                  </a:lnTo>
                  <a:lnTo>
                    <a:pt x="490503" y="232542"/>
                  </a:lnTo>
                  <a:lnTo>
                    <a:pt x="490240" y="228255"/>
                  </a:lnTo>
                  <a:lnTo>
                    <a:pt x="489902" y="223973"/>
                  </a:lnTo>
                  <a:lnTo>
                    <a:pt x="489489" y="219697"/>
                  </a:lnTo>
                  <a:lnTo>
                    <a:pt x="489001" y="215430"/>
                  </a:lnTo>
                  <a:lnTo>
                    <a:pt x="488439" y="211171"/>
                  </a:lnTo>
                  <a:lnTo>
                    <a:pt x="487803" y="206924"/>
                  </a:lnTo>
                  <a:lnTo>
                    <a:pt x="487092" y="202687"/>
                  </a:lnTo>
                  <a:lnTo>
                    <a:pt x="486307" y="198464"/>
                  </a:lnTo>
                  <a:lnTo>
                    <a:pt x="485448" y="194256"/>
                  </a:lnTo>
                  <a:lnTo>
                    <a:pt x="484516" y="190063"/>
                  </a:lnTo>
                  <a:lnTo>
                    <a:pt x="483510" y="185887"/>
                  </a:lnTo>
                  <a:lnTo>
                    <a:pt x="482432" y="181729"/>
                  </a:lnTo>
                  <a:lnTo>
                    <a:pt x="481281" y="177591"/>
                  </a:lnTo>
                  <a:lnTo>
                    <a:pt x="480058" y="173473"/>
                  </a:lnTo>
                  <a:lnTo>
                    <a:pt x="478762" y="169378"/>
                  </a:lnTo>
                  <a:lnTo>
                    <a:pt x="477396" y="165306"/>
                  </a:lnTo>
                  <a:lnTo>
                    <a:pt x="475958" y="161258"/>
                  </a:lnTo>
                  <a:lnTo>
                    <a:pt x="474450" y="157236"/>
                  </a:lnTo>
                  <a:lnTo>
                    <a:pt x="472872" y="153241"/>
                  </a:lnTo>
                  <a:lnTo>
                    <a:pt x="471223" y="149275"/>
                  </a:lnTo>
                  <a:lnTo>
                    <a:pt x="469506" y="145338"/>
                  </a:lnTo>
                  <a:lnTo>
                    <a:pt x="467720" y="141431"/>
                  </a:lnTo>
                  <a:lnTo>
                    <a:pt x="465866" y="137556"/>
                  </a:lnTo>
                  <a:lnTo>
                    <a:pt x="463945" y="133715"/>
                  </a:lnTo>
                  <a:lnTo>
                    <a:pt x="461956" y="129907"/>
                  </a:lnTo>
                  <a:lnTo>
                    <a:pt x="459901" y="126135"/>
                  </a:lnTo>
                  <a:lnTo>
                    <a:pt x="457781" y="122400"/>
                  </a:lnTo>
                  <a:lnTo>
                    <a:pt x="455595" y="118702"/>
                  </a:lnTo>
                  <a:lnTo>
                    <a:pt x="453345" y="115043"/>
                  </a:lnTo>
                  <a:lnTo>
                    <a:pt x="451032" y="111424"/>
                  </a:lnTo>
                  <a:lnTo>
                    <a:pt x="448655" y="107846"/>
                  </a:lnTo>
                  <a:lnTo>
                    <a:pt x="446216" y="104310"/>
                  </a:lnTo>
                  <a:lnTo>
                    <a:pt x="443716" y="100818"/>
                  </a:lnTo>
                  <a:lnTo>
                    <a:pt x="441155" y="97370"/>
                  </a:lnTo>
                  <a:lnTo>
                    <a:pt x="438534" y="93967"/>
                  </a:lnTo>
                  <a:lnTo>
                    <a:pt x="435854" y="90610"/>
                  </a:lnTo>
                  <a:lnTo>
                    <a:pt x="433115" y="87301"/>
                  </a:lnTo>
                  <a:lnTo>
                    <a:pt x="430319" y="84040"/>
                  </a:lnTo>
                  <a:lnTo>
                    <a:pt x="427466" y="80829"/>
                  </a:lnTo>
                  <a:lnTo>
                    <a:pt x="424558" y="77668"/>
                  </a:lnTo>
                  <a:lnTo>
                    <a:pt x="421595" y="74558"/>
                  </a:lnTo>
                  <a:lnTo>
                    <a:pt x="418577" y="71501"/>
                  </a:lnTo>
                  <a:lnTo>
                    <a:pt x="415507" y="68497"/>
                  </a:lnTo>
                  <a:lnTo>
                    <a:pt x="412385" y="65548"/>
                  </a:lnTo>
                  <a:lnTo>
                    <a:pt x="409211" y="62653"/>
                  </a:lnTo>
                  <a:lnTo>
                    <a:pt x="405987" y="59815"/>
                  </a:lnTo>
                  <a:lnTo>
                    <a:pt x="402714" y="57033"/>
                  </a:lnTo>
                  <a:lnTo>
                    <a:pt x="399393" y="54309"/>
                  </a:lnTo>
                  <a:lnTo>
                    <a:pt x="396025" y="51643"/>
                  </a:lnTo>
                  <a:lnTo>
                    <a:pt x="392611" y="49037"/>
                  </a:lnTo>
                  <a:lnTo>
                    <a:pt x="389151" y="46491"/>
                  </a:lnTo>
                  <a:lnTo>
                    <a:pt x="385648" y="44006"/>
                  </a:lnTo>
                  <a:lnTo>
                    <a:pt x="382101" y="41583"/>
                  </a:lnTo>
                  <a:lnTo>
                    <a:pt x="378513" y="39222"/>
                  </a:lnTo>
                  <a:lnTo>
                    <a:pt x="374884" y="36924"/>
                  </a:lnTo>
                  <a:lnTo>
                    <a:pt x="371215" y="34690"/>
                  </a:lnTo>
                  <a:lnTo>
                    <a:pt x="367508" y="32521"/>
                  </a:lnTo>
                  <a:lnTo>
                    <a:pt x="363763" y="30417"/>
                  </a:lnTo>
                  <a:lnTo>
                    <a:pt x="359982" y="28378"/>
                  </a:lnTo>
                  <a:lnTo>
                    <a:pt x="356166" y="26407"/>
                  </a:lnTo>
                  <a:lnTo>
                    <a:pt x="352316" y="24502"/>
                  </a:lnTo>
                  <a:lnTo>
                    <a:pt x="348433" y="22665"/>
                  </a:lnTo>
                  <a:lnTo>
                    <a:pt x="344519" y="20896"/>
                  </a:lnTo>
                  <a:lnTo>
                    <a:pt x="340574" y="19196"/>
                  </a:lnTo>
                  <a:lnTo>
                    <a:pt x="336601" y="17565"/>
                  </a:lnTo>
                  <a:lnTo>
                    <a:pt x="332599" y="16004"/>
                  </a:lnTo>
                  <a:lnTo>
                    <a:pt x="328571" y="14514"/>
                  </a:lnTo>
                  <a:lnTo>
                    <a:pt x="324517" y="13094"/>
                  </a:lnTo>
                  <a:lnTo>
                    <a:pt x="320439" y="11745"/>
                  </a:lnTo>
                  <a:lnTo>
                    <a:pt x="316338" y="10468"/>
                  </a:lnTo>
                  <a:lnTo>
                    <a:pt x="312215" y="9263"/>
                  </a:lnTo>
                  <a:lnTo>
                    <a:pt x="308071" y="8130"/>
                  </a:lnTo>
                  <a:lnTo>
                    <a:pt x="303909" y="7070"/>
                  </a:lnTo>
                  <a:lnTo>
                    <a:pt x="299729" y="6082"/>
                  </a:lnTo>
                  <a:lnTo>
                    <a:pt x="295532" y="5169"/>
                  </a:lnTo>
                  <a:lnTo>
                    <a:pt x="291319" y="4328"/>
                  </a:lnTo>
                  <a:lnTo>
                    <a:pt x="287093" y="3562"/>
                  </a:lnTo>
                  <a:lnTo>
                    <a:pt x="282854" y="2869"/>
                  </a:lnTo>
                  <a:lnTo>
                    <a:pt x="278603" y="2251"/>
                  </a:lnTo>
                  <a:lnTo>
                    <a:pt x="274342" y="1708"/>
                  </a:lnTo>
                  <a:lnTo>
                    <a:pt x="270072" y="1239"/>
                  </a:lnTo>
                  <a:lnTo>
                    <a:pt x="265795" y="845"/>
                  </a:lnTo>
                  <a:lnTo>
                    <a:pt x="261512" y="526"/>
                  </a:lnTo>
                  <a:lnTo>
                    <a:pt x="257223" y="281"/>
                  </a:lnTo>
                  <a:lnTo>
                    <a:pt x="252931" y="112"/>
                  </a:lnTo>
                  <a:lnTo>
                    <a:pt x="248637" y="18"/>
                  </a:lnTo>
                  <a:lnTo>
                    <a:pt x="244342" y="0"/>
                  </a:lnTo>
                  <a:lnTo>
                    <a:pt x="240047" y="56"/>
                  </a:lnTo>
                  <a:lnTo>
                    <a:pt x="235753" y="187"/>
                  </a:lnTo>
                  <a:lnTo>
                    <a:pt x="231463" y="394"/>
                  </a:lnTo>
                  <a:lnTo>
                    <a:pt x="227177" y="676"/>
                  </a:lnTo>
                  <a:lnTo>
                    <a:pt x="222896" y="1032"/>
                  </a:lnTo>
                  <a:lnTo>
                    <a:pt x="218623" y="1464"/>
                  </a:lnTo>
                  <a:lnTo>
                    <a:pt x="214357" y="1970"/>
                  </a:lnTo>
                  <a:lnTo>
                    <a:pt x="210101" y="2551"/>
                  </a:lnTo>
                  <a:lnTo>
                    <a:pt x="205856" y="3206"/>
                  </a:lnTo>
                  <a:lnTo>
                    <a:pt x="201623" y="3936"/>
                  </a:lnTo>
                  <a:lnTo>
                    <a:pt x="197404" y="4739"/>
                  </a:lnTo>
                  <a:lnTo>
                    <a:pt x="193199" y="5616"/>
                  </a:lnTo>
                  <a:lnTo>
                    <a:pt x="189010" y="6567"/>
                  </a:lnTo>
                  <a:lnTo>
                    <a:pt x="184838" y="7591"/>
                  </a:lnTo>
                  <a:lnTo>
                    <a:pt x="180685" y="8687"/>
                  </a:lnTo>
                  <a:lnTo>
                    <a:pt x="176552" y="9856"/>
                  </a:lnTo>
                  <a:lnTo>
                    <a:pt x="172440" y="11098"/>
                  </a:lnTo>
                  <a:lnTo>
                    <a:pt x="168350" y="12411"/>
                  </a:lnTo>
                  <a:lnTo>
                    <a:pt x="164284" y="13795"/>
                  </a:lnTo>
                  <a:lnTo>
                    <a:pt x="160243" y="15250"/>
                  </a:lnTo>
                  <a:lnTo>
                    <a:pt x="156228" y="16776"/>
                  </a:lnTo>
                  <a:lnTo>
                    <a:pt x="152240" y="18372"/>
                  </a:lnTo>
                  <a:lnTo>
                    <a:pt x="148281" y="20038"/>
                  </a:lnTo>
                  <a:lnTo>
                    <a:pt x="144351" y="21772"/>
                  </a:lnTo>
                  <a:lnTo>
                    <a:pt x="140452" y="23575"/>
                  </a:lnTo>
                  <a:lnTo>
                    <a:pt x="136586" y="25446"/>
                  </a:lnTo>
                  <a:lnTo>
                    <a:pt x="132753" y="27384"/>
                  </a:lnTo>
                  <a:lnTo>
                    <a:pt x="128954" y="29389"/>
                  </a:lnTo>
                  <a:lnTo>
                    <a:pt x="125191" y="31461"/>
                  </a:lnTo>
                  <a:lnTo>
                    <a:pt x="121465" y="33597"/>
                  </a:lnTo>
                  <a:lnTo>
                    <a:pt x="117777" y="35799"/>
                  </a:lnTo>
                  <a:lnTo>
                    <a:pt x="114128" y="38065"/>
                  </a:lnTo>
                  <a:lnTo>
                    <a:pt x="110519" y="40394"/>
                  </a:lnTo>
                  <a:lnTo>
                    <a:pt x="106951" y="42787"/>
                  </a:lnTo>
                  <a:lnTo>
                    <a:pt x="103426" y="45241"/>
                  </a:lnTo>
                  <a:lnTo>
                    <a:pt x="99945" y="47757"/>
                  </a:lnTo>
                  <a:lnTo>
                    <a:pt x="96507" y="50333"/>
                  </a:lnTo>
                  <a:lnTo>
                    <a:pt x="93116" y="52969"/>
                  </a:lnTo>
                  <a:lnTo>
                    <a:pt x="89771" y="55664"/>
                  </a:lnTo>
                  <a:lnTo>
                    <a:pt x="86474" y="58417"/>
                  </a:lnTo>
                  <a:lnTo>
                    <a:pt x="83226" y="61227"/>
                  </a:lnTo>
                  <a:lnTo>
                    <a:pt x="80027" y="64094"/>
                  </a:lnTo>
                  <a:lnTo>
                    <a:pt x="76879" y="67016"/>
                  </a:lnTo>
                  <a:lnTo>
                    <a:pt x="73782" y="69993"/>
                  </a:lnTo>
                  <a:lnTo>
                    <a:pt x="70738" y="73023"/>
                  </a:lnTo>
                  <a:lnTo>
                    <a:pt x="67748" y="76107"/>
                  </a:lnTo>
                  <a:lnTo>
                    <a:pt x="64812" y="79242"/>
                  </a:lnTo>
                  <a:lnTo>
                    <a:pt x="61931" y="82428"/>
                  </a:lnTo>
                  <a:lnTo>
                    <a:pt x="59107" y="85664"/>
                  </a:lnTo>
                  <a:lnTo>
                    <a:pt x="56339" y="88949"/>
                  </a:lnTo>
                  <a:lnTo>
                    <a:pt x="53630" y="92282"/>
                  </a:lnTo>
                  <a:lnTo>
                    <a:pt x="50979" y="95662"/>
                  </a:lnTo>
                  <a:lnTo>
                    <a:pt x="48388" y="99088"/>
                  </a:lnTo>
                  <a:lnTo>
                    <a:pt x="45857" y="102559"/>
                  </a:lnTo>
                  <a:lnTo>
                    <a:pt x="43387" y="106073"/>
                  </a:lnTo>
                  <a:lnTo>
                    <a:pt x="40980" y="109630"/>
                  </a:lnTo>
                  <a:lnTo>
                    <a:pt x="38634" y="113229"/>
                  </a:lnTo>
                  <a:lnTo>
                    <a:pt x="36353" y="116868"/>
                  </a:lnTo>
                  <a:lnTo>
                    <a:pt x="34135" y="120546"/>
                  </a:lnTo>
                  <a:lnTo>
                    <a:pt x="31982" y="124263"/>
                  </a:lnTo>
                  <a:lnTo>
                    <a:pt x="29894" y="128017"/>
                  </a:lnTo>
                  <a:lnTo>
                    <a:pt x="27872" y="131807"/>
                  </a:lnTo>
                  <a:lnTo>
                    <a:pt x="25917" y="135631"/>
                  </a:lnTo>
                  <a:lnTo>
                    <a:pt x="24029" y="139490"/>
                  </a:lnTo>
                  <a:lnTo>
                    <a:pt x="22209" y="143380"/>
                  </a:lnTo>
                  <a:lnTo>
                    <a:pt x="20458" y="147302"/>
                  </a:lnTo>
                  <a:lnTo>
                    <a:pt x="18775" y="151254"/>
                  </a:lnTo>
                  <a:lnTo>
                    <a:pt x="17162" y="155235"/>
                  </a:lnTo>
                  <a:lnTo>
                    <a:pt x="15618" y="159244"/>
                  </a:lnTo>
                  <a:lnTo>
                    <a:pt x="14145" y="163279"/>
                  </a:lnTo>
                  <a:lnTo>
                    <a:pt x="12743" y="167339"/>
                  </a:lnTo>
                  <a:lnTo>
                    <a:pt x="11412" y="171423"/>
                  </a:lnTo>
                  <a:lnTo>
                    <a:pt x="10153" y="175529"/>
                  </a:lnTo>
                  <a:lnTo>
                    <a:pt x="8966" y="179657"/>
                  </a:lnTo>
                  <a:lnTo>
                    <a:pt x="7851" y="183805"/>
                  </a:lnTo>
                  <a:lnTo>
                    <a:pt x="6809" y="187973"/>
                  </a:lnTo>
                  <a:lnTo>
                    <a:pt x="5840" y="192157"/>
                  </a:lnTo>
                  <a:lnTo>
                    <a:pt x="4944" y="196358"/>
                  </a:lnTo>
                  <a:lnTo>
                    <a:pt x="4123" y="200574"/>
                  </a:lnTo>
                  <a:lnTo>
                    <a:pt x="3375" y="204804"/>
                  </a:lnTo>
                  <a:lnTo>
                    <a:pt x="2701" y="209046"/>
                  </a:lnTo>
                  <a:lnTo>
                    <a:pt x="2101" y="213299"/>
                  </a:lnTo>
                  <a:lnTo>
                    <a:pt x="1577" y="217563"/>
                  </a:lnTo>
                  <a:lnTo>
                    <a:pt x="1126" y="221834"/>
                  </a:lnTo>
                  <a:lnTo>
                    <a:pt x="751" y="226113"/>
                  </a:lnTo>
                  <a:lnTo>
                    <a:pt x="450" y="230398"/>
                  </a:lnTo>
                  <a:lnTo>
                    <a:pt x="225" y="234687"/>
                  </a:lnTo>
                  <a:lnTo>
                    <a:pt x="75" y="238980"/>
                  </a:lnTo>
                  <a:lnTo>
                    <a:pt x="0" y="243275"/>
                  </a:lnTo>
                  <a:lnTo>
                    <a:pt x="0" y="247570"/>
                  </a:lnTo>
                  <a:lnTo>
                    <a:pt x="75" y="251865"/>
                  </a:lnTo>
                  <a:lnTo>
                    <a:pt x="225" y="256158"/>
                  </a:lnTo>
                  <a:lnTo>
                    <a:pt x="450" y="260447"/>
                  </a:lnTo>
                  <a:lnTo>
                    <a:pt x="751" y="264732"/>
                  </a:lnTo>
                  <a:lnTo>
                    <a:pt x="1126" y="269011"/>
                  </a:lnTo>
                  <a:lnTo>
                    <a:pt x="1577" y="273283"/>
                  </a:lnTo>
                  <a:lnTo>
                    <a:pt x="2101" y="277546"/>
                  </a:lnTo>
                  <a:lnTo>
                    <a:pt x="2701" y="281799"/>
                  </a:lnTo>
                  <a:lnTo>
                    <a:pt x="3375" y="286041"/>
                  </a:lnTo>
                  <a:lnTo>
                    <a:pt x="4123" y="290271"/>
                  </a:lnTo>
                  <a:lnTo>
                    <a:pt x="4944" y="294487"/>
                  </a:lnTo>
                  <a:lnTo>
                    <a:pt x="5840" y="298688"/>
                  </a:lnTo>
                  <a:lnTo>
                    <a:pt x="6809" y="302873"/>
                  </a:lnTo>
                  <a:lnTo>
                    <a:pt x="7851" y="307040"/>
                  </a:lnTo>
                  <a:lnTo>
                    <a:pt x="8966" y="311188"/>
                  </a:lnTo>
                  <a:lnTo>
                    <a:pt x="10153" y="315316"/>
                  </a:lnTo>
                  <a:lnTo>
                    <a:pt x="11412" y="319423"/>
                  </a:lnTo>
                  <a:lnTo>
                    <a:pt x="12743" y="323506"/>
                  </a:lnTo>
                  <a:lnTo>
                    <a:pt x="14145" y="327567"/>
                  </a:lnTo>
                  <a:lnTo>
                    <a:pt x="15618" y="331601"/>
                  </a:lnTo>
                  <a:lnTo>
                    <a:pt x="17162" y="335610"/>
                  </a:lnTo>
                  <a:lnTo>
                    <a:pt x="18775" y="339591"/>
                  </a:lnTo>
                  <a:lnTo>
                    <a:pt x="20458" y="343543"/>
                  </a:lnTo>
                  <a:lnTo>
                    <a:pt x="22209" y="347465"/>
                  </a:lnTo>
                  <a:lnTo>
                    <a:pt x="24029" y="351355"/>
                  </a:lnTo>
                  <a:lnTo>
                    <a:pt x="25917" y="355214"/>
                  </a:lnTo>
                  <a:lnTo>
                    <a:pt x="27872" y="359038"/>
                  </a:lnTo>
                  <a:lnTo>
                    <a:pt x="29894" y="362828"/>
                  </a:lnTo>
                  <a:lnTo>
                    <a:pt x="31982" y="366582"/>
                  </a:lnTo>
                  <a:lnTo>
                    <a:pt x="34135" y="370299"/>
                  </a:lnTo>
                  <a:lnTo>
                    <a:pt x="36353" y="373977"/>
                  </a:lnTo>
                  <a:lnTo>
                    <a:pt x="38634" y="377616"/>
                  </a:lnTo>
                  <a:lnTo>
                    <a:pt x="40980" y="381215"/>
                  </a:lnTo>
                  <a:lnTo>
                    <a:pt x="43387" y="384772"/>
                  </a:lnTo>
                  <a:lnTo>
                    <a:pt x="45857" y="388286"/>
                  </a:lnTo>
                  <a:lnTo>
                    <a:pt x="48388" y="391757"/>
                  </a:lnTo>
                  <a:lnTo>
                    <a:pt x="50979" y="395183"/>
                  </a:lnTo>
                  <a:lnTo>
                    <a:pt x="53630" y="398563"/>
                  </a:lnTo>
                  <a:lnTo>
                    <a:pt x="56339" y="401896"/>
                  </a:lnTo>
                  <a:lnTo>
                    <a:pt x="59107" y="405181"/>
                  </a:lnTo>
                  <a:lnTo>
                    <a:pt x="61931" y="408417"/>
                  </a:lnTo>
                  <a:lnTo>
                    <a:pt x="64812" y="411603"/>
                  </a:lnTo>
                  <a:lnTo>
                    <a:pt x="67748" y="414738"/>
                  </a:lnTo>
                  <a:lnTo>
                    <a:pt x="70738" y="417822"/>
                  </a:lnTo>
                  <a:lnTo>
                    <a:pt x="73782" y="420852"/>
                  </a:lnTo>
                  <a:lnTo>
                    <a:pt x="76879" y="423829"/>
                  </a:lnTo>
                  <a:lnTo>
                    <a:pt x="80027" y="426752"/>
                  </a:lnTo>
                  <a:lnTo>
                    <a:pt x="83226" y="429618"/>
                  </a:lnTo>
                  <a:lnTo>
                    <a:pt x="86474" y="432429"/>
                  </a:lnTo>
                  <a:lnTo>
                    <a:pt x="89771" y="435182"/>
                  </a:lnTo>
                  <a:lnTo>
                    <a:pt x="93116" y="437876"/>
                  </a:lnTo>
                  <a:lnTo>
                    <a:pt x="96507" y="440512"/>
                  </a:lnTo>
                  <a:lnTo>
                    <a:pt x="99945" y="443088"/>
                  </a:lnTo>
                  <a:lnTo>
                    <a:pt x="103426" y="445604"/>
                  </a:lnTo>
                  <a:lnTo>
                    <a:pt x="106951" y="448058"/>
                  </a:lnTo>
                  <a:lnTo>
                    <a:pt x="110519" y="450451"/>
                  </a:lnTo>
                  <a:lnTo>
                    <a:pt x="114128" y="452780"/>
                  </a:lnTo>
                  <a:lnTo>
                    <a:pt x="117777" y="455046"/>
                  </a:lnTo>
                  <a:lnTo>
                    <a:pt x="121465" y="457248"/>
                  </a:lnTo>
                  <a:lnTo>
                    <a:pt x="125191" y="459385"/>
                  </a:lnTo>
                  <a:lnTo>
                    <a:pt x="128954" y="461456"/>
                  </a:lnTo>
                  <a:lnTo>
                    <a:pt x="132753" y="463461"/>
                  </a:lnTo>
                  <a:lnTo>
                    <a:pt x="136586" y="465399"/>
                  </a:lnTo>
                  <a:lnTo>
                    <a:pt x="140452" y="467270"/>
                  </a:lnTo>
                  <a:lnTo>
                    <a:pt x="144351" y="469073"/>
                  </a:lnTo>
                  <a:lnTo>
                    <a:pt x="148281" y="470808"/>
                  </a:lnTo>
                  <a:lnTo>
                    <a:pt x="152240" y="472473"/>
                  </a:lnTo>
                  <a:lnTo>
                    <a:pt x="156228" y="474069"/>
                  </a:lnTo>
                  <a:lnTo>
                    <a:pt x="160243" y="475595"/>
                  </a:lnTo>
                  <a:lnTo>
                    <a:pt x="164284" y="477050"/>
                  </a:lnTo>
                  <a:lnTo>
                    <a:pt x="168350" y="478435"/>
                  </a:lnTo>
                  <a:lnTo>
                    <a:pt x="172440" y="479748"/>
                  </a:lnTo>
                  <a:lnTo>
                    <a:pt x="176552" y="480989"/>
                  </a:lnTo>
                  <a:lnTo>
                    <a:pt x="180685" y="482158"/>
                  </a:lnTo>
                  <a:lnTo>
                    <a:pt x="184838" y="483255"/>
                  </a:lnTo>
                  <a:lnTo>
                    <a:pt x="189010" y="484278"/>
                  </a:lnTo>
                  <a:lnTo>
                    <a:pt x="193199" y="485229"/>
                  </a:lnTo>
                  <a:lnTo>
                    <a:pt x="197404" y="486106"/>
                  </a:lnTo>
                  <a:lnTo>
                    <a:pt x="201623" y="486909"/>
                  </a:lnTo>
                  <a:lnTo>
                    <a:pt x="205856" y="487639"/>
                  </a:lnTo>
                  <a:lnTo>
                    <a:pt x="210101" y="488294"/>
                  </a:lnTo>
                  <a:lnTo>
                    <a:pt x="214357" y="488875"/>
                  </a:lnTo>
                  <a:lnTo>
                    <a:pt x="218623" y="489381"/>
                  </a:lnTo>
                  <a:lnTo>
                    <a:pt x="222896" y="489813"/>
                  </a:lnTo>
                  <a:lnTo>
                    <a:pt x="227177" y="490169"/>
                  </a:lnTo>
                  <a:lnTo>
                    <a:pt x="231463" y="490451"/>
                  </a:lnTo>
                  <a:lnTo>
                    <a:pt x="235753" y="490658"/>
                  </a:lnTo>
                  <a:lnTo>
                    <a:pt x="240047" y="490789"/>
                  </a:lnTo>
                  <a:lnTo>
                    <a:pt x="244342" y="490846"/>
                  </a:lnTo>
                  <a:lnTo>
                    <a:pt x="248637" y="490827"/>
                  </a:lnTo>
                  <a:lnTo>
                    <a:pt x="252931" y="490733"/>
                  </a:lnTo>
                  <a:lnTo>
                    <a:pt x="257223" y="490564"/>
                  </a:lnTo>
                  <a:lnTo>
                    <a:pt x="261512" y="490320"/>
                  </a:lnTo>
                  <a:lnTo>
                    <a:pt x="265795" y="490000"/>
                  </a:lnTo>
                  <a:lnTo>
                    <a:pt x="270072" y="489606"/>
                  </a:lnTo>
                  <a:lnTo>
                    <a:pt x="274342" y="489137"/>
                  </a:lnTo>
                  <a:lnTo>
                    <a:pt x="278603" y="488594"/>
                  </a:lnTo>
                  <a:lnTo>
                    <a:pt x="282854" y="487976"/>
                  </a:lnTo>
                  <a:lnTo>
                    <a:pt x="287093" y="487283"/>
                  </a:lnTo>
                  <a:lnTo>
                    <a:pt x="291319" y="486517"/>
                  </a:lnTo>
                  <a:lnTo>
                    <a:pt x="295532" y="485677"/>
                  </a:lnTo>
                  <a:lnTo>
                    <a:pt x="299729" y="484763"/>
                  </a:lnTo>
                  <a:lnTo>
                    <a:pt x="303909" y="483776"/>
                  </a:lnTo>
                  <a:lnTo>
                    <a:pt x="308071" y="482715"/>
                  </a:lnTo>
                  <a:lnTo>
                    <a:pt x="312215" y="481582"/>
                  </a:lnTo>
                  <a:lnTo>
                    <a:pt x="316338" y="480377"/>
                  </a:lnTo>
                  <a:lnTo>
                    <a:pt x="320439" y="479100"/>
                  </a:lnTo>
                  <a:lnTo>
                    <a:pt x="324517" y="477751"/>
                  </a:lnTo>
                  <a:lnTo>
                    <a:pt x="328571" y="476331"/>
                  </a:lnTo>
                  <a:lnTo>
                    <a:pt x="332599" y="474841"/>
                  </a:lnTo>
                  <a:lnTo>
                    <a:pt x="336601" y="473280"/>
                  </a:lnTo>
                  <a:lnTo>
                    <a:pt x="340574" y="471649"/>
                  </a:lnTo>
                  <a:lnTo>
                    <a:pt x="344519" y="469949"/>
                  </a:lnTo>
                  <a:lnTo>
                    <a:pt x="348433" y="468180"/>
                  </a:lnTo>
                  <a:lnTo>
                    <a:pt x="352316" y="466343"/>
                  </a:lnTo>
                  <a:lnTo>
                    <a:pt x="356166" y="464438"/>
                  </a:lnTo>
                  <a:lnTo>
                    <a:pt x="359982" y="462467"/>
                  </a:lnTo>
                  <a:lnTo>
                    <a:pt x="363763" y="460428"/>
                  </a:lnTo>
                  <a:lnTo>
                    <a:pt x="367508" y="458324"/>
                  </a:lnTo>
                  <a:lnTo>
                    <a:pt x="371215" y="456155"/>
                  </a:lnTo>
                  <a:lnTo>
                    <a:pt x="374884" y="453921"/>
                  </a:lnTo>
                  <a:lnTo>
                    <a:pt x="378513" y="451623"/>
                  </a:lnTo>
                  <a:lnTo>
                    <a:pt x="382101" y="449262"/>
                  </a:lnTo>
                  <a:lnTo>
                    <a:pt x="385648" y="446839"/>
                  </a:lnTo>
                  <a:lnTo>
                    <a:pt x="389151" y="444354"/>
                  </a:lnTo>
                  <a:lnTo>
                    <a:pt x="392611" y="441808"/>
                  </a:lnTo>
                  <a:lnTo>
                    <a:pt x="396025" y="439202"/>
                  </a:lnTo>
                  <a:lnTo>
                    <a:pt x="399393" y="436536"/>
                  </a:lnTo>
                  <a:lnTo>
                    <a:pt x="402714" y="433812"/>
                  </a:lnTo>
                  <a:lnTo>
                    <a:pt x="405987" y="431031"/>
                  </a:lnTo>
                  <a:lnTo>
                    <a:pt x="409211" y="428192"/>
                  </a:lnTo>
                  <a:lnTo>
                    <a:pt x="412385" y="425297"/>
                  </a:lnTo>
                  <a:lnTo>
                    <a:pt x="415507" y="422348"/>
                  </a:lnTo>
                  <a:lnTo>
                    <a:pt x="418577" y="419344"/>
                  </a:lnTo>
                  <a:lnTo>
                    <a:pt x="421595" y="416287"/>
                  </a:lnTo>
                  <a:lnTo>
                    <a:pt x="424558" y="413177"/>
                  </a:lnTo>
                  <a:lnTo>
                    <a:pt x="427466" y="410016"/>
                  </a:lnTo>
                  <a:lnTo>
                    <a:pt x="430319" y="406805"/>
                  </a:lnTo>
                  <a:lnTo>
                    <a:pt x="433115" y="403544"/>
                  </a:lnTo>
                  <a:lnTo>
                    <a:pt x="435854" y="400235"/>
                  </a:lnTo>
                  <a:lnTo>
                    <a:pt x="438534" y="396879"/>
                  </a:lnTo>
                  <a:lnTo>
                    <a:pt x="441155" y="393476"/>
                  </a:lnTo>
                  <a:lnTo>
                    <a:pt x="443716" y="390027"/>
                  </a:lnTo>
                  <a:lnTo>
                    <a:pt x="446216" y="386535"/>
                  </a:lnTo>
                  <a:lnTo>
                    <a:pt x="448655" y="382999"/>
                  </a:lnTo>
                  <a:lnTo>
                    <a:pt x="451032" y="379421"/>
                  </a:lnTo>
                  <a:lnTo>
                    <a:pt x="453345" y="375802"/>
                  </a:lnTo>
                  <a:lnTo>
                    <a:pt x="455595" y="372143"/>
                  </a:lnTo>
                  <a:lnTo>
                    <a:pt x="457781" y="368445"/>
                  </a:lnTo>
                  <a:lnTo>
                    <a:pt x="459901" y="364710"/>
                  </a:lnTo>
                  <a:lnTo>
                    <a:pt x="461956" y="360938"/>
                  </a:lnTo>
                  <a:lnTo>
                    <a:pt x="463945" y="357130"/>
                  </a:lnTo>
                  <a:lnTo>
                    <a:pt x="465866" y="353289"/>
                  </a:lnTo>
                  <a:lnTo>
                    <a:pt x="467720" y="349414"/>
                  </a:lnTo>
                  <a:lnTo>
                    <a:pt x="469506" y="345508"/>
                  </a:lnTo>
                  <a:lnTo>
                    <a:pt x="471223" y="341570"/>
                  </a:lnTo>
                  <a:lnTo>
                    <a:pt x="472872" y="337604"/>
                  </a:lnTo>
                  <a:lnTo>
                    <a:pt x="474450" y="333609"/>
                  </a:lnTo>
                  <a:lnTo>
                    <a:pt x="475958" y="329587"/>
                  </a:lnTo>
                  <a:lnTo>
                    <a:pt x="477396" y="325540"/>
                  </a:lnTo>
                  <a:lnTo>
                    <a:pt x="478762" y="321467"/>
                  </a:lnTo>
                  <a:lnTo>
                    <a:pt x="480058" y="317372"/>
                  </a:lnTo>
                  <a:lnTo>
                    <a:pt x="481281" y="313254"/>
                  </a:lnTo>
                  <a:lnTo>
                    <a:pt x="482432" y="309116"/>
                  </a:lnTo>
                  <a:lnTo>
                    <a:pt x="483510" y="304958"/>
                  </a:lnTo>
                  <a:lnTo>
                    <a:pt x="484516" y="300782"/>
                  </a:lnTo>
                  <a:lnTo>
                    <a:pt x="485448" y="296589"/>
                  </a:lnTo>
                  <a:lnTo>
                    <a:pt x="486307" y="292381"/>
                  </a:lnTo>
                  <a:lnTo>
                    <a:pt x="487092" y="288158"/>
                  </a:lnTo>
                  <a:lnTo>
                    <a:pt x="487803" y="283922"/>
                  </a:lnTo>
                  <a:lnTo>
                    <a:pt x="488439" y="279674"/>
                  </a:lnTo>
                  <a:lnTo>
                    <a:pt x="489001" y="275415"/>
                  </a:lnTo>
                  <a:lnTo>
                    <a:pt x="489489" y="271148"/>
                  </a:lnTo>
                  <a:lnTo>
                    <a:pt x="489902" y="266872"/>
                  </a:lnTo>
                  <a:lnTo>
                    <a:pt x="490240" y="262590"/>
                  </a:lnTo>
                  <a:lnTo>
                    <a:pt x="490503" y="258303"/>
                  </a:lnTo>
                  <a:lnTo>
                    <a:pt x="490691" y="254012"/>
                  </a:lnTo>
                  <a:lnTo>
                    <a:pt x="490803" y="249718"/>
                  </a:lnTo>
                  <a:close/>
                </a:path>
              </a:pathLst>
            </a:custGeom>
            <a:solidFill>
              <a:srgbClr val="F5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592" name="pl592"/>
            <p:cNvSpPr/>
            <p:nvPr/>
          </p:nvSpPr>
          <p:spPr>
            <a:xfrm>
              <a:off x="1570392" y="4488708"/>
              <a:ext cx="0" cy="220882"/>
            </a:xfrm>
            <a:custGeom>
              <a:avLst/>
              <a:pathLst>
                <a:path w="0" h="220882">
                  <a:moveTo>
                    <a:pt x="0" y="220882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l593"/>
            <p:cNvSpPr/>
            <p:nvPr/>
          </p:nvSpPr>
          <p:spPr>
            <a:xfrm>
              <a:off x="1587746" y="4560591"/>
              <a:ext cx="156187" cy="156187"/>
            </a:xfrm>
            <a:custGeom>
              <a:avLst/>
              <a:pathLst>
                <a:path w="156187" h="156187">
                  <a:moveTo>
                    <a:pt x="0" y="156187"/>
                  </a:moveTo>
                  <a:lnTo>
                    <a:pt x="156187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l594"/>
            <p:cNvSpPr/>
            <p:nvPr/>
          </p:nvSpPr>
          <p:spPr>
            <a:xfrm>
              <a:off x="1594935" y="4734133"/>
              <a:ext cx="220882" cy="0"/>
            </a:xfrm>
            <a:custGeom>
              <a:avLst/>
              <a:pathLst>
                <a:path w="220882" h="0">
                  <a:moveTo>
                    <a:pt x="0" y="0"/>
                  </a:moveTo>
                  <a:lnTo>
                    <a:pt x="220882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l595"/>
            <p:cNvSpPr/>
            <p:nvPr/>
          </p:nvSpPr>
          <p:spPr>
            <a:xfrm>
              <a:off x="1587746" y="4751487"/>
              <a:ext cx="156187" cy="156187"/>
            </a:xfrm>
            <a:custGeom>
              <a:avLst/>
              <a:pathLst>
                <a:path w="156187" h="156187">
                  <a:moveTo>
                    <a:pt x="0" y="0"/>
                  </a:moveTo>
                  <a:lnTo>
                    <a:pt x="156187" y="156187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l596"/>
            <p:cNvSpPr/>
            <p:nvPr/>
          </p:nvSpPr>
          <p:spPr>
            <a:xfrm>
              <a:off x="1570392" y="4758676"/>
              <a:ext cx="0" cy="220882"/>
            </a:xfrm>
            <a:custGeom>
              <a:avLst/>
              <a:pathLst>
                <a:path w="0" h="220882">
                  <a:moveTo>
                    <a:pt x="0" y="0"/>
                  </a:moveTo>
                  <a:lnTo>
                    <a:pt x="0" y="220882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l597"/>
            <p:cNvSpPr/>
            <p:nvPr/>
          </p:nvSpPr>
          <p:spPr>
            <a:xfrm>
              <a:off x="1396850" y="4751487"/>
              <a:ext cx="156187" cy="156187"/>
            </a:xfrm>
            <a:custGeom>
              <a:avLst/>
              <a:pathLst>
                <a:path w="156187" h="156187">
                  <a:moveTo>
                    <a:pt x="156187" y="0"/>
                  </a:moveTo>
                  <a:lnTo>
                    <a:pt x="0" y="156187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l598"/>
            <p:cNvSpPr/>
            <p:nvPr/>
          </p:nvSpPr>
          <p:spPr>
            <a:xfrm>
              <a:off x="1324967" y="4734133"/>
              <a:ext cx="220882" cy="0"/>
            </a:xfrm>
            <a:custGeom>
              <a:avLst/>
              <a:pathLst>
                <a:path w="220882" h="0">
                  <a:moveTo>
                    <a:pt x="220882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l599"/>
            <p:cNvSpPr/>
            <p:nvPr/>
          </p:nvSpPr>
          <p:spPr>
            <a:xfrm>
              <a:off x="1396850" y="4560591"/>
              <a:ext cx="156187" cy="156187"/>
            </a:xfrm>
            <a:custGeom>
              <a:avLst/>
              <a:pathLst>
                <a:path w="156187" h="156187">
                  <a:moveTo>
                    <a:pt x="156187" y="156187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l600"/>
            <p:cNvSpPr/>
            <p:nvPr/>
          </p:nvSpPr>
          <p:spPr>
            <a:xfrm>
              <a:off x="1545850" y="4664716"/>
              <a:ext cx="159526" cy="93959"/>
            </a:xfrm>
            <a:custGeom>
              <a:avLst/>
              <a:pathLst>
                <a:path w="159526" h="93959">
                  <a:moveTo>
                    <a:pt x="24542" y="8060"/>
                  </a:moveTo>
                  <a:lnTo>
                    <a:pt x="93959" y="0"/>
                  </a:lnTo>
                  <a:lnTo>
                    <a:pt x="159526" y="69416"/>
                  </a:lnTo>
                  <a:lnTo>
                    <a:pt x="41896" y="86770"/>
                  </a:lnTo>
                  <a:lnTo>
                    <a:pt x="24542" y="93959"/>
                  </a:lnTo>
                  <a:lnTo>
                    <a:pt x="7188" y="86770"/>
                  </a:lnTo>
                  <a:lnTo>
                    <a:pt x="0" y="69416"/>
                  </a:lnTo>
                  <a:lnTo>
                    <a:pt x="7188" y="52062"/>
                  </a:lnTo>
                  <a:lnTo>
                    <a:pt x="24542" y="8060"/>
                  </a:lnTo>
                </a:path>
              </a:pathLst>
            </a:custGeom>
            <a:ln w="31166" cap="flat">
              <a:solidFill>
                <a:srgbClr val="00C0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t601"/>
            <p:cNvSpPr/>
            <p:nvPr/>
          </p:nvSpPr>
          <p:spPr>
            <a:xfrm>
              <a:off x="1534444" y="4636829"/>
              <a:ext cx="71895" cy="71895"/>
            </a:xfrm>
            <a:prstGeom prst="ellipse">
              <a:avLst/>
            </a:prstGeom>
            <a:solidFill>
              <a:srgbClr val="00C0BE">
                <a:alpha val="100000"/>
              </a:srgbClr>
            </a:solidFill>
            <a:ln w="12272" cap="rnd">
              <a:solidFill>
                <a:srgbClr val="00C0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t602"/>
            <p:cNvSpPr/>
            <p:nvPr/>
          </p:nvSpPr>
          <p:spPr>
            <a:xfrm>
              <a:off x="1603861" y="4628769"/>
              <a:ext cx="71895" cy="71895"/>
            </a:xfrm>
            <a:prstGeom prst="ellipse">
              <a:avLst/>
            </a:prstGeom>
            <a:solidFill>
              <a:srgbClr val="00C0BE">
                <a:alpha val="100000"/>
              </a:srgbClr>
            </a:solidFill>
            <a:ln w="12272" cap="rnd">
              <a:solidFill>
                <a:srgbClr val="00C0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t603"/>
            <p:cNvSpPr/>
            <p:nvPr/>
          </p:nvSpPr>
          <p:spPr>
            <a:xfrm>
              <a:off x="1669428" y="4698185"/>
              <a:ext cx="71895" cy="71895"/>
            </a:xfrm>
            <a:prstGeom prst="ellipse">
              <a:avLst/>
            </a:prstGeom>
            <a:solidFill>
              <a:srgbClr val="00C0BE">
                <a:alpha val="100000"/>
              </a:srgbClr>
            </a:solidFill>
            <a:ln w="12272" cap="rnd">
              <a:solidFill>
                <a:srgbClr val="00C0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t604"/>
            <p:cNvSpPr/>
            <p:nvPr/>
          </p:nvSpPr>
          <p:spPr>
            <a:xfrm>
              <a:off x="1551799" y="4715540"/>
              <a:ext cx="71895" cy="71895"/>
            </a:xfrm>
            <a:prstGeom prst="ellipse">
              <a:avLst/>
            </a:prstGeom>
            <a:solidFill>
              <a:srgbClr val="00C0BE">
                <a:alpha val="100000"/>
              </a:srgbClr>
            </a:solidFill>
            <a:ln w="12272" cap="rnd">
              <a:solidFill>
                <a:srgbClr val="00C0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t605"/>
            <p:cNvSpPr/>
            <p:nvPr/>
          </p:nvSpPr>
          <p:spPr>
            <a:xfrm>
              <a:off x="1534444" y="4722728"/>
              <a:ext cx="71895" cy="71895"/>
            </a:xfrm>
            <a:prstGeom prst="ellipse">
              <a:avLst/>
            </a:prstGeom>
            <a:solidFill>
              <a:srgbClr val="00C0BE">
                <a:alpha val="100000"/>
              </a:srgbClr>
            </a:solidFill>
            <a:ln w="12272" cap="rnd">
              <a:solidFill>
                <a:srgbClr val="00C0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t606"/>
            <p:cNvSpPr/>
            <p:nvPr/>
          </p:nvSpPr>
          <p:spPr>
            <a:xfrm>
              <a:off x="1517090" y="4715540"/>
              <a:ext cx="71895" cy="71895"/>
            </a:xfrm>
            <a:prstGeom prst="ellipse">
              <a:avLst/>
            </a:prstGeom>
            <a:solidFill>
              <a:srgbClr val="00C0BE">
                <a:alpha val="100000"/>
              </a:srgbClr>
            </a:solidFill>
            <a:ln w="12272" cap="rnd">
              <a:solidFill>
                <a:srgbClr val="00C0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t607"/>
            <p:cNvSpPr/>
            <p:nvPr/>
          </p:nvSpPr>
          <p:spPr>
            <a:xfrm>
              <a:off x="1509902" y="4698185"/>
              <a:ext cx="71895" cy="71895"/>
            </a:xfrm>
            <a:prstGeom prst="ellipse">
              <a:avLst/>
            </a:prstGeom>
            <a:solidFill>
              <a:srgbClr val="00C0BE">
                <a:alpha val="100000"/>
              </a:srgbClr>
            </a:solidFill>
            <a:ln w="12272" cap="rnd">
              <a:solidFill>
                <a:srgbClr val="00C0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t608"/>
            <p:cNvSpPr/>
            <p:nvPr/>
          </p:nvSpPr>
          <p:spPr>
            <a:xfrm>
              <a:off x="1517090" y="4680831"/>
              <a:ext cx="71895" cy="71895"/>
            </a:xfrm>
            <a:prstGeom prst="ellipse">
              <a:avLst/>
            </a:prstGeom>
            <a:solidFill>
              <a:srgbClr val="00C0BE">
                <a:alpha val="100000"/>
              </a:srgbClr>
            </a:solidFill>
            <a:ln w="12272" cap="rnd">
              <a:solidFill>
                <a:srgbClr val="00C0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t609"/>
            <p:cNvSpPr/>
            <p:nvPr/>
          </p:nvSpPr>
          <p:spPr>
            <a:xfrm>
              <a:off x="1534444" y="4636829"/>
              <a:ext cx="71895" cy="71895"/>
            </a:xfrm>
            <a:prstGeom prst="ellipse">
              <a:avLst/>
            </a:prstGeom>
            <a:solidFill>
              <a:srgbClr val="00C0BE">
                <a:alpha val="100000"/>
              </a:srgbClr>
            </a:solidFill>
            <a:ln w="12272" cap="rnd">
              <a:solidFill>
                <a:srgbClr val="00C0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tx610"/>
            <p:cNvSpPr/>
            <p:nvPr/>
          </p:nvSpPr>
          <p:spPr>
            <a:xfrm>
              <a:off x="1449753" y="4685680"/>
              <a:ext cx="96096" cy="477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2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2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611" name="tx611"/>
            <p:cNvSpPr/>
            <p:nvPr/>
          </p:nvSpPr>
          <p:spPr>
            <a:xfrm>
              <a:off x="1412775" y="4575239"/>
              <a:ext cx="133074" cy="477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2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2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612" name="tx612"/>
            <p:cNvSpPr/>
            <p:nvPr/>
          </p:nvSpPr>
          <p:spPr>
            <a:xfrm>
              <a:off x="1375798" y="4464797"/>
              <a:ext cx="170051" cy="477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2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2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  <p:sp>
          <p:nvSpPr>
            <p:cNvPr id="613" name="rc613"/>
            <p:cNvSpPr/>
            <p:nvPr/>
          </p:nvSpPr>
          <p:spPr>
            <a:xfrm>
              <a:off x="3071196" y="4268852"/>
              <a:ext cx="3001607" cy="90709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14" name="rc614"/>
            <p:cNvSpPr/>
            <p:nvPr/>
          </p:nvSpPr>
          <p:spPr>
            <a:xfrm>
              <a:off x="3071196" y="4359561"/>
              <a:ext cx="3001607" cy="74914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5" name="rc615"/>
            <p:cNvSpPr/>
            <p:nvPr/>
          </p:nvSpPr>
          <p:spPr>
            <a:xfrm>
              <a:off x="3121806" y="4268852"/>
              <a:ext cx="2900386" cy="90709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16" name="tx616"/>
            <p:cNvSpPr/>
            <p:nvPr/>
          </p:nvSpPr>
          <p:spPr>
            <a:xfrm>
              <a:off x="3953576" y="4228739"/>
              <a:ext cx="1236847" cy="1374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Caprimulgiformes</a:t>
              </a:r>
            </a:p>
          </p:txBody>
        </p:sp>
        <p:sp>
          <p:nvSpPr>
            <p:cNvPr id="617" name="rc617"/>
            <p:cNvSpPr/>
            <p:nvPr/>
          </p:nvSpPr>
          <p:spPr>
            <a:xfrm>
              <a:off x="4167048" y="4410172"/>
              <a:ext cx="809903" cy="64792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8" name="tx618"/>
            <p:cNvSpPr/>
            <p:nvPr/>
          </p:nvSpPr>
          <p:spPr>
            <a:xfrm>
              <a:off x="3866236" y="4890434"/>
              <a:ext cx="506189" cy="82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619" name="tx619"/>
            <p:cNvSpPr/>
            <p:nvPr/>
          </p:nvSpPr>
          <p:spPr>
            <a:xfrm>
              <a:off x="4042832" y="4693084"/>
              <a:ext cx="246928" cy="79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620" name="tx620"/>
            <p:cNvSpPr/>
            <p:nvPr/>
          </p:nvSpPr>
          <p:spPr>
            <a:xfrm>
              <a:off x="3884445" y="4493246"/>
              <a:ext cx="487981" cy="801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621" name="pl621"/>
            <p:cNvSpPr/>
            <p:nvPr/>
          </p:nvSpPr>
          <p:spPr>
            <a:xfrm>
              <a:off x="4547458" y="4709591"/>
              <a:ext cx="49084" cy="49084"/>
            </a:xfrm>
            <a:custGeom>
              <a:avLst/>
              <a:pathLst>
                <a:path w="49084" h="49084">
                  <a:moveTo>
                    <a:pt x="49084" y="24542"/>
                  </a:moveTo>
                  <a:lnTo>
                    <a:pt x="49080" y="24112"/>
                  </a:lnTo>
                  <a:lnTo>
                    <a:pt x="49069" y="23683"/>
                  </a:lnTo>
                  <a:lnTo>
                    <a:pt x="49050" y="23254"/>
                  </a:lnTo>
                  <a:lnTo>
                    <a:pt x="49024" y="22825"/>
                  </a:lnTo>
                  <a:lnTo>
                    <a:pt x="48990" y="22397"/>
                  </a:lnTo>
                  <a:lnTo>
                    <a:pt x="48948" y="21969"/>
                  </a:lnTo>
                  <a:lnTo>
                    <a:pt x="48900" y="21543"/>
                  </a:lnTo>
                  <a:lnTo>
                    <a:pt x="48843" y="21117"/>
                  </a:lnTo>
                  <a:lnTo>
                    <a:pt x="48780" y="20692"/>
                  </a:lnTo>
                  <a:lnTo>
                    <a:pt x="48709" y="20268"/>
                  </a:lnTo>
                  <a:lnTo>
                    <a:pt x="48630" y="19846"/>
                  </a:lnTo>
                  <a:lnTo>
                    <a:pt x="48544" y="19425"/>
                  </a:lnTo>
                  <a:lnTo>
                    <a:pt x="48451" y="19006"/>
                  </a:lnTo>
                  <a:lnTo>
                    <a:pt x="48351" y="18588"/>
                  </a:lnTo>
                  <a:lnTo>
                    <a:pt x="48243" y="18172"/>
                  </a:lnTo>
                  <a:lnTo>
                    <a:pt x="48128" y="17759"/>
                  </a:lnTo>
                  <a:lnTo>
                    <a:pt x="48005" y="17347"/>
                  </a:lnTo>
                  <a:lnTo>
                    <a:pt x="47876" y="16937"/>
                  </a:lnTo>
                  <a:lnTo>
                    <a:pt x="47739" y="16530"/>
                  </a:lnTo>
                  <a:lnTo>
                    <a:pt x="47595" y="16125"/>
                  </a:lnTo>
                  <a:lnTo>
                    <a:pt x="47445" y="15723"/>
                  </a:lnTo>
                  <a:lnTo>
                    <a:pt x="47287" y="15324"/>
                  </a:lnTo>
                  <a:lnTo>
                    <a:pt x="47122" y="14927"/>
                  </a:lnTo>
                  <a:lnTo>
                    <a:pt x="46950" y="14533"/>
                  </a:lnTo>
                  <a:lnTo>
                    <a:pt x="46772" y="14143"/>
                  </a:lnTo>
                  <a:lnTo>
                    <a:pt x="46586" y="13755"/>
                  </a:lnTo>
                  <a:lnTo>
                    <a:pt x="46394" y="13371"/>
                  </a:lnTo>
                  <a:lnTo>
                    <a:pt x="46195" y="12990"/>
                  </a:lnTo>
                  <a:lnTo>
                    <a:pt x="45990" y="12613"/>
                  </a:lnTo>
                  <a:lnTo>
                    <a:pt x="45778" y="12240"/>
                  </a:lnTo>
                  <a:lnTo>
                    <a:pt x="45559" y="11870"/>
                  </a:lnTo>
                  <a:lnTo>
                    <a:pt x="45334" y="11504"/>
                  </a:lnTo>
                  <a:lnTo>
                    <a:pt x="45103" y="11142"/>
                  </a:lnTo>
                  <a:lnTo>
                    <a:pt x="44865" y="10784"/>
                  </a:lnTo>
                  <a:lnTo>
                    <a:pt x="44621" y="10431"/>
                  </a:lnTo>
                  <a:lnTo>
                    <a:pt x="44371" y="10081"/>
                  </a:lnTo>
                  <a:lnTo>
                    <a:pt x="44115" y="9737"/>
                  </a:lnTo>
                  <a:lnTo>
                    <a:pt x="43853" y="9396"/>
                  </a:lnTo>
                  <a:lnTo>
                    <a:pt x="43585" y="9061"/>
                  </a:lnTo>
                  <a:lnTo>
                    <a:pt x="43311" y="8730"/>
                  </a:lnTo>
                  <a:lnTo>
                    <a:pt x="43031" y="8404"/>
                  </a:lnTo>
                  <a:lnTo>
                    <a:pt x="42746" y="8082"/>
                  </a:lnTo>
                  <a:lnTo>
                    <a:pt x="42455" y="7766"/>
                  </a:lnTo>
                  <a:lnTo>
                    <a:pt x="42159" y="7455"/>
                  </a:lnTo>
                  <a:lnTo>
                    <a:pt x="41857" y="7150"/>
                  </a:lnTo>
                  <a:lnTo>
                    <a:pt x="41550" y="6849"/>
                  </a:lnTo>
                  <a:lnTo>
                    <a:pt x="41238" y="6554"/>
                  </a:lnTo>
                  <a:lnTo>
                    <a:pt x="40921" y="6265"/>
                  </a:lnTo>
                  <a:lnTo>
                    <a:pt x="40598" y="5981"/>
                  </a:lnTo>
                  <a:lnTo>
                    <a:pt x="40271" y="5703"/>
                  </a:lnTo>
                  <a:lnTo>
                    <a:pt x="39939" y="5430"/>
                  </a:lnTo>
                  <a:lnTo>
                    <a:pt x="39602" y="5164"/>
                  </a:lnTo>
                  <a:lnTo>
                    <a:pt x="39261" y="4903"/>
                  </a:lnTo>
                  <a:lnTo>
                    <a:pt x="38915" y="4649"/>
                  </a:lnTo>
                  <a:lnTo>
                    <a:pt x="38564" y="4400"/>
                  </a:lnTo>
                  <a:lnTo>
                    <a:pt x="38210" y="4158"/>
                  </a:lnTo>
                  <a:lnTo>
                    <a:pt x="37851" y="3922"/>
                  </a:lnTo>
                  <a:lnTo>
                    <a:pt x="37488" y="3692"/>
                  </a:lnTo>
                  <a:lnTo>
                    <a:pt x="37121" y="3469"/>
                  </a:lnTo>
                  <a:lnTo>
                    <a:pt x="36750" y="3252"/>
                  </a:lnTo>
                  <a:lnTo>
                    <a:pt x="36376" y="3041"/>
                  </a:lnTo>
                  <a:lnTo>
                    <a:pt x="35998" y="2837"/>
                  </a:lnTo>
                  <a:lnTo>
                    <a:pt x="35616" y="2640"/>
                  </a:lnTo>
                  <a:lnTo>
                    <a:pt x="35231" y="2450"/>
                  </a:lnTo>
                  <a:lnTo>
                    <a:pt x="34843" y="2266"/>
                  </a:lnTo>
                  <a:lnTo>
                    <a:pt x="34451" y="2089"/>
                  </a:lnTo>
                  <a:lnTo>
                    <a:pt x="34057" y="1919"/>
                  </a:lnTo>
                  <a:lnTo>
                    <a:pt x="33660" y="1756"/>
                  </a:lnTo>
                  <a:lnTo>
                    <a:pt x="33259" y="1600"/>
                  </a:lnTo>
                  <a:lnTo>
                    <a:pt x="32857" y="1451"/>
                  </a:lnTo>
                  <a:lnTo>
                    <a:pt x="32451" y="1309"/>
                  </a:lnTo>
                  <a:lnTo>
                    <a:pt x="32043" y="1174"/>
                  </a:lnTo>
                  <a:lnTo>
                    <a:pt x="31633" y="1046"/>
                  </a:lnTo>
                  <a:lnTo>
                    <a:pt x="31221" y="926"/>
                  </a:lnTo>
                  <a:lnTo>
                    <a:pt x="30807" y="813"/>
                  </a:lnTo>
                  <a:lnTo>
                    <a:pt x="30390" y="707"/>
                  </a:lnTo>
                  <a:lnTo>
                    <a:pt x="29972" y="608"/>
                  </a:lnTo>
                  <a:lnTo>
                    <a:pt x="29553" y="516"/>
                  </a:lnTo>
                  <a:lnTo>
                    <a:pt x="29131" y="432"/>
                  </a:lnTo>
                  <a:lnTo>
                    <a:pt x="28709" y="356"/>
                  </a:lnTo>
                  <a:lnTo>
                    <a:pt x="28285" y="286"/>
                  </a:lnTo>
                  <a:lnTo>
                    <a:pt x="27860" y="225"/>
                  </a:lnTo>
                  <a:lnTo>
                    <a:pt x="27434" y="170"/>
                  </a:lnTo>
                  <a:lnTo>
                    <a:pt x="27007" y="123"/>
                  </a:lnTo>
                  <a:lnTo>
                    <a:pt x="26579" y="84"/>
                  </a:lnTo>
                  <a:lnTo>
                    <a:pt x="26151" y="52"/>
                  </a:lnTo>
                  <a:lnTo>
                    <a:pt x="25722" y="28"/>
                  </a:lnTo>
                  <a:lnTo>
                    <a:pt x="25293" y="11"/>
                  </a:lnTo>
                  <a:lnTo>
                    <a:pt x="24863" y="1"/>
                  </a:lnTo>
                  <a:lnTo>
                    <a:pt x="24434" y="0"/>
                  </a:lnTo>
                  <a:lnTo>
                    <a:pt x="24004" y="5"/>
                  </a:lnTo>
                  <a:lnTo>
                    <a:pt x="23575" y="18"/>
                  </a:lnTo>
                  <a:lnTo>
                    <a:pt x="23146" y="39"/>
                  </a:lnTo>
                  <a:lnTo>
                    <a:pt x="22717" y="67"/>
                  </a:lnTo>
                  <a:lnTo>
                    <a:pt x="22289" y="103"/>
                  </a:lnTo>
                  <a:lnTo>
                    <a:pt x="21862" y="146"/>
                  </a:lnTo>
                  <a:lnTo>
                    <a:pt x="21435" y="197"/>
                  </a:lnTo>
                  <a:lnTo>
                    <a:pt x="21010" y="255"/>
                  </a:lnTo>
                  <a:lnTo>
                    <a:pt x="20585" y="320"/>
                  </a:lnTo>
                  <a:lnTo>
                    <a:pt x="20162" y="393"/>
                  </a:lnTo>
                  <a:lnTo>
                    <a:pt x="19740" y="473"/>
                  </a:lnTo>
                  <a:lnTo>
                    <a:pt x="19319" y="561"/>
                  </a:lnTo>
                  <a:lnTo>
                    <a:pt x="18901" y="656"/>
                  </a:lnTo>
                  <a:lnTo>
                    <a:pt x="18483" y="759"/>
                  </a:lnTo>
                  <a:lnTo>
                    <a:pt x="18068" y="868"/>
                  </a:lnTo>
                  <a:lnTo>
                    <a:pt x="17655" y="985"/>
                  </a:lnTo>
                  <a:lnTo>
                    <a:pt x="17244" y="1109"/>
                  </a:lnTo>
                  <a:lnTo>
                    <a:pt x="16835" y="1241"/>
                  </a:lnTo>
                  <a:lnTo>
                    <a:pt x="16428" y="1379"/>
                  </a:lnTo>
                  <a:lnTo>
                    <a:pt x="16024" y="1525"/>
                  </a:lnTo>
                  <a:lnTo>
                    <a:pt x="15622" y="1677"/>
                  </a:lnTo>
                  <a:lnTo>
                    <a:pt x="15224" y="1837"/>
                  </a:lnTo>
                  <a:lnTo>
                    <a:pt x="14828" y="2003"/>
                  </a:lnTo>
                  <a:lnTo>
                    <a:pt x="14435" y="2177"/>
                  </a:lnTo>
                  <a:lnTo>
                    <a:pt x="14045" y="2357"/>
                  </a:lnTo>
                  <a:lnTo>
                    <a:pt x="13658" y="2544"/>
                  </a:lnTo>
                  <a:lnTo>
                    <a:pt x="13275" y="2738"/>
                  </a:lnTo>
                  <a:lnTo>
                    <a:pt x="12895" y="2938"/>
                  </a:lnTo>
                  <a:lnTo>
                    <a:pt x="12519" y="3146"/>
                  </a:lnTo>
                  <a:lnTo>
                    <a:pt x="12146" y="3359"/>
                  </a:lnTo>
                  <a:lnTo>
                    <a:pt x="11777" y="3579"/>
                  </a:lnTo>
                  <a:lnTo>
                    <a:pt x="11412" y="3806"/>
                  </a:lnTo>
                  <a:lnTo>
                    <a:pt x="11051" y="4039"/>
                  </a:lnTo>
                  <a:lnTo>
                    <a:pt x="10695" y="4278"/>
                  </a:lnTo>
                  <a:lnTo>
                    <a:pt x="10342" y="4524"/>
                  </a:lnTo>
                  <a:lnTo>
                    <a:pt x="9994" y="4775"/>
                  </a:lnTo>
                  <a:lnTo>
                    <a:pt x="9650" y="5033"/>
                  </a:lnTo>
                  <a:lnTo>
                    <a:pt x="9311" y="5296"/>
                  </a:lnTo>
                  <a:lnTo>
                    <a:pt x="8977" y="5566"/>
                  </a:lnTo>
                  <a:lnTo>
                    <a:pt x="8647" y="5841"/>
                  </a:lnTo>
                  <a:lnTo>
                    <a:pt x="8322" y="6122"/>
                  </a:lnTo>
                  <a:lnTo>
                    <a:pt x="8002" y="6409"/>
                  </a:lnTo>
                  <a:lnTo>
                    <a:pt x="7687" y="6701"/>
                  </a:lnTo>
                  <a:lnTo>
                    <a:pt x="7378" y="6999"/>
                  </a:lnTo>
                  <a:lnTo>
                    <a:pt x="7073" y="7302"/>
                  </a:lnTo>
                  <a:lnTo>
                    <a:pt x="6774" y="7610"/>
                  </a:lnTo>
                  <a:lnTo>
                    <a:pt x="6481" y="7924"/>
                  </a:lnTo>
                  <a:lnTo>
                    <a:pt x="6193" y="8242"/>
                  </a:lnTo>
                  <a:lnTo>
                    <a:pt x="5910" y="8566"/>
                  </a:lnTo>
                  <a:lnTo>
                    <a:pt x="5633" y="8894"/>
                  </a:lnTo>
                  <a:lnTo>
                    <a:pt x="5363" y="9228"/>
                  </a:lnTo>
                  <a:lnTo>
                    <a:pt x="5097" y="9566"/>
                  </a:lnTo>
                  <a:lnTo>
                    <a:pt x="4838" y="9908"/>
                  </a:lnTo>
                  <a:lnTo>
                    <a:pt x="4585" y="10255"/>
                  </a:lnTo>
                  <a:lnTo>
                    <a:pt x="4338" y="10607"/>
                  </a:lnTo>
                  <a:lnTo>
                    <a:pt x="4098" y="10963"/>
                  </a:lnTo>
                  <a:lnTo>
                    <a:pt x="3863" y="11322"/>
                  </a:lnTo>
                  <a:lnTo>
                    <a:pt x="3635" y="11686"/>
                  </a:lnTo>
                  <a:lnTo>
                    <a:pt x="3413" y="12054"/>
                  </a:lnTo>
                  <a:lnTo>
                    <a:pt x="3198" y="12426"/>
                  </a:lnTo>
                  <a:lnTo>
                    <a:pt x="2989" y="12801"/>
                  </a:lnTo>
                  <a:lnTo>
                    <a:pt x="2787" y="13180"/>
                  </a:lnTo>
                  <a:lnTo>
                    <a:pt x="2591" y="13563"/>
                  </a:lnTo>
                  <a:lnTo>
                    <a:pt x="2402" y="13949"/>
                  </a:lnTo>
                  <a:lnTo>
                    <a:pt x="2220" y="14338"/>
                  </a:lnTo>
                  <a:lnTo>
                    <a:pt x="2045" y="14730"/>
                  </a:lnTo>
                  <a:lnTo>
                    <a:pt x="1877" y="15125"/>
                  </a:lnTo>
                  <a:lnTo>
                    <a:pt x="1716" y="15523"/>
                  </a:lnTo>
                  <a:lnTo>
                    <a:pt x="1561" y="15924"/>
                  </a:lnTo>
                  <a:lnTo>
                    <a:pt x="1414" y="16327"/>
                  </a:lnTo>
                  <a:lnTo>
                    <a:pt x="1274" y="16733"/>
                  </a:lnTo>
                  <a:lnTo>
                    <a:pt x="1141" y="17142"/>
                  </a:lnTo>
                  <a:lnTo>
                    <a:pt x="1015" y="17552"/>
                  </a:lnTo>
                  <a:lnTo>
                    <a:pt x="896" y="17965"/>
                  </a:lnTo>
                  <a:lnTo>
                    <a:pt x="785" y="18380"/>
                  </a:lnTo>
                  <a:lnTo>
                    <a:pt x="680" y="18797"/>
                  </a:lnTo>
                  <a:lnTo>
                    <a:pt x="584" y="19215"/>
                  </a:lnTo>
                  <a:lnTo>
                    <a:pt x="494" y="19635"/>
                  </a:lnTo>
                  <a:lnTo>
                    <a:pt x="412" y="20057"/>
                  </a:lnTo>
                  <a:lnTo>
                    <a:pt x="337" y="20480"/>
                  </a:lnTo>
                  <a:lnTo>
                    <a:pt x="270" y="20904"/>
                  </a:lnTo>
                  <a:lnTo>
                    <a:pt x="210" y="21329"/>
                  </a:lnTo>
                  <a:lnTo>
                    <a:pt x="157" y="21756"/>
                  </a:lnTo>
                  <a:lnTo>
                    <a:pt x="112" y="22183"/>
                  </a:lnTo>
                  <a:lnTo>
                    <a:pt x="75" y="22611"/>
                  </a:lnTo>
                  <a:lnTo>
                    <a:pt x="45" y="23039"/>
                  </a:lnTo>
                  <a:lnTo>
                    <a:pt x="22" y="23468"/>
                  </a:lnTo>
                  <a:lnTo>
                    <a:pt x="7" y="23898"/>
                  </a:lnTo>
                  <a:lnTo>
                    <a:pt x="0" y="24327"/>
                  </a:lnTo>
                  <a:lnTo>
                    <a:pt x="0" y="24757"/>
                  </a:lnTo>
                  <a:lnTo>
                    <a:pt x="7" y="25186"/>
                  </a:lnTo>
                  <a:lnTo>
                    <a:pt x="22" y="25615"/>
                  </a:lnTo>
                  <a:lnTo>
                    <a:pt x="45" y="26044"/>
                  </a:lnTo>
                  <a:lnTo>
                    <a:pt x="75" y="26473"/>
                  </a:lnTo>
                  <a:lnTo>
                    <a:pt x="112" y="26901"/>
                  </a:lnTo>
                  <a:lnTo>
                    <a:pt x="157" y="27328"/>
                  </a:lnTo>
                  <a:lnTo>
                    <a:pt x="210" y="27754"/>
                  </a:lnTo>
                  <a:lnTo>
                    <a:pt x="270" y="28179"/>
                  </a:lnTo>
                  <a:lnTo>
                    <a:pt x="337" y="28604"/>
                  </a:lnTo>
                  <a:lnTo>
                    <a:pt x="412" y="29027"/>
                  </a:lnTo>
                  <a:lnTo>
                    <a:pt x="494" y="29448"/>
                  </a:lnTo>
                  <a:lnTo>
                    <a:pt x="584" y="29868"/>
                  </a:lnTo>
                  <a:lnTo>
                    <a:pt x="680" y="30287"/>
                  </a:lnTo>
                  <a:lnTo>
                    <a:pt x="785" y="30704"/>
                  </a:lnTo>
                  <a:lnTo>
                    <a:pt x="896" y="31118"/>
                  </a:lnTo>
                  <a:lnTo>
                    <a:pt x="1015" y="31531"/>
                  </a:lnTo>
                  <a:lnTo>
                    <a:pt x="1141" y="31942"/>
                  </a:lnTo>
                  <a:lnTo>
                    <a:pt x="1274" y="32350"/>
                  </a:lnTo>
                  <a:lnTo>
                    <a:pt x="1414" y="32756"/>
                  </a:lnTo>
                  <a:lnTo>
                    <a:pt x="1561" y="33160"/>
                  </a:lnTo>
                  <a:lnTo>
                    <a:pt x="1716" y="33561"/>
                  </a:lnTo>
                  <a:lnTo>
                    <a:pt x="1877" y="33959"/>
                  </a:lnTo>
                  <a:lnTo>
                    <a:pt x="2045" y="34354"/>
                  </a:lnTo>
                  <a:lnTo>
                    <a:pt x="2220" y="34746"/>
                  </a:lnTo>
                  <a:lnTo>
                    <a:pt x="2402" y="35135"/>
                  </a:lnTo>
                  <a:lnTo>
                    <a:pt x="2591" y="35521"/>
                  </a:lnTo>
                  <a:lnTo>
                    <a:pt x="2787" y="35903"/>
                  </a:lnTo>
                  <a:lnTo>
                    <a:pt x="2989" y="36282"/>
                  </a:lnTo>
                  <a:lnTo>
                    <a:pt x="3198" y="36658"/>
                  </a:lnTo>
                  <a:lnTo>
                    <a:pt x="3413" y="37029"/>
                  </a:lnTo>
                  <a:lnTo>
                    <a:pt x="3635" y="37397"/>
                  </a:lnTo>
                  <a:lnTo>
                    <a:pt x="3863" y="37761"/>
                  </a:lnTo>
                  <a:lnTo>
                    <a:pt x="4098" y="38121"/>
                  </a:lnTo>
                  <a:lnTo>
                    <a:pt x="4338" y="38477"/>
                  </a:lnTo>
                  <a:lnTo>
                    <a:pt x="4585" y="38828"/>
                  </a:lnTo>
                  <a:lnTo>
                    <a:pt x="4838" y="39175"/>
                  </a:lnTo>
                  <a:lnTo>
                    <a:pt x="5097" y="39518"/>
                  </a:lnTo>
                  <a:lnTo>
                    <a:pt x="5363" y="39856"/>
                  </a:lnTo>
                  <a:lnTo>
                    <a:pt x="5633" y="40189"/>
                  </a:lnTo>
                  <a:lnTo>
                    <a:pt x="5910" y="40518"/>
                  </a:lnTo>
                  <a:lnTo>
                    <a:pt x="6193" y="40841"/>
                  </a:lnTo>
                  <a:lnTo>
                    <a:pt x="6481" y="41160"/>
                  </a:lnTo>
                  <a:lnTo>
                    <a:pt x="6774" y="41473"/>
                  </a:lnTo>
                  <a:lnTo>
                    <a:pt x="7073" y="41782"/>
                  </a:lnTo>
                  <a:lnTo>
                    <a:pt x="7378" y="42085"/>
                  </a:lnTo>
                  <a:lnTo>
                    <a:pt x="7687" y="42382"/>
                  </a:lnTo>
                  <a:lnTo>
                    <a:pt x="8002" y="42675"/>
                  </a:lnTo>
                  <a:lnTo>
                    <a:pt x="8322" y="42961"/>
                  </a:lnTo>
                  <a:lnTo>
                    <a:pt x="8647" y="43242"/>
                  </a:lnTo>
                  <a:lnTo>
                    <a:pt x="8977" y="43518"/>
                  </a:lnTo>
                  <a:lnTo>
                    <a:pt x="9311" y="43787"/>
                  </a:lnTo>
                  <a:lnTo>
                    <a:pt x="9650" y="44051"/>
                  </a:lnTo>
                  <a:lnTo>
                    <a:pt x="9994" y="44308"/>
                  </a:lnTo>
                  <a:lnTo>
                    <a:pt x="10342" y="44560"/>
                  </a:lnTo>
                  <a:lnTo>
                    <a:pt x="10695" y="44805"/>
                  </a:lnTo>
                  <a:lnTo>
                    <a:pt x="11051" y="45045"/>
                  </a:lnTo>
                  <a:lnTo>
                    <a:pt x="11412" y="45278"/>
                  </a:lnTo>
                  <a:lnTo>
                    <a:pt x="11777" y="45504"/>
                  </a:lnTo>
                  <a:lnTo>
                    <a:pt x="12146" y="45724"/>
                  </a:lnTo>
                  <a:lnTo>
                    <a:pt x="12519" y="45938"/>
                  </a:lnTo>
                  <a:lnTo>
                    <a:pt x="12895" y="46145"/>
                  </a:lnTo>
                  <a:lnTo>
                    <a:pt x="13275" y="46346"/>
                  </a:lnTo>
                  <a:lnTo>
                    <a:pt x="13658" y="46539"/>
                  </a:lnTo>
                  <a:lnTo>
                    <a:pt x="14045" y="46727"/>
                  </a:lnTo>
                  <a:lnTo>
                    <a:pt x="14435" y="46907"/>
                  </a:lnTo>
                  <a:lnTo>
                    <a:pt x="14828" y="47080"/>
                  </a:lnTo>
                  <a:lnTo>
                    <a:pt x="15224" y="47247"/>
                  </a:lnTo>
                  <a:lnTo>
                    <a:pt x="15622" y="47406"/>
                  </a:lnTo>
                  <a:lnTo>
                    <a:pt x="16024" y="47559"/>
                  </a:lnTo>
                  <a:lnTo>
                    <a:pt x="16428" y="47705"/>
                  </a:lnTo>
                  <a:lnTo>
                    <a:pt x="16835" y="47843"/>
                  </a:lnTo>
                  <a:lnTo>
                    <a:pt x="17244" y="47974"/>
                  </a:lnTo>
                  <a:lnTo>
                    <a:pt x="17655" y="48098"/>
                  </a:lnTo>
                  <a:lnTo>
                    <a:pt x="18068" y="48215"/>
                  </a:lnTo>
                  <a:lnTo>
                    <a:pt x="18483" y="48325"/>
                  </a:lnTo>
                  <a:lnTo>
                    <a:pt x="18901" y="48427"/>
                  </a:lnTo>
                  <a:lnTo>
                    <a:pt x="19319" y="48522"/>
                  </a:lnTo>
                  <a:lnTo>
                    <a:pt x="19740" y="48610"/>
                  </a:lnTo>
                  <a:lnTo>
                    <a:pt x="20162" y="48690"/>
                  </a:lnTo>
                  <a:lnTo>
                    <a:pt x="20585" y="48763"/>
                  </a:lnTo>
                  <a:lnTo>
                    <a:pt x="21010" y="48829"/>
                  </a:lnTo>
                  <a:lnTo>
                    <a:pt x="21435" y="48887"/>
                  </a:lnTo>
                  <a:lnTo>
                    <a:pt x="21862" y="48938"/>
                  </a:lnTo>
                  <a:lnTo>
                    <a:pt x="22289" y="48981"/>
                  </a:lnTo>
                  <a:lnTo>
                    <a:pt x="22717" y="49016"/>
                  </a:lnTo>
                  <a:lnTo>
                    <a:pt x="23146" y="49045"/>
                  </a:lnTo>
                  <a:lnTo>
                    <a:pt x="23575" y="49065"/>
                  </a:lnTo>
                  <a:lnTo>
                    <a:pt x="24004" y="49078"/>
                  </a:lnTo>
                  <a:lnTo>
                    <a:pt x="24434" y="49084"/>
                  </a:lnTo>
                  <a:lnTo>
                    <a:pt x="24863" y="49082"/>
                  </a:lnTo>
                  <a:lnTo>
                    <a:pt x="25293" y="49073"/>
                  </a:lnTo>
                  <a:lnTo>
                    <a:pt x="25722" y="49056"/>
                  </a:lnTo>
                  <a:lnTo>
                    <a:pt x="26151" y="49032"/>
                  </a:lnTo>
                  <a:lnTo>
                    <a:pt x="26579" y="49000"/>
                  </a:lnTo>
                  <a:lnTo>
                    <a:pt x="27007" y="48960"/>
                  </a:lnTo>
                  <a:lnTo>
                    <a:pt x="27434" y="48913"/>
                  </a:lnTo>
                  <a:lnTo>
                    <a:pt x="27860" y="48859"/>
                  </a:lnTo>
                  <a:lnTo>
                    <a:pt x="28285" y="48797"/>
                  </a:lnTo>
                  <a:lnTo>
                    <a:pt x="28709" y="48728"/>
                  </a:lnTo>
                  <a:lnTo>
                    <a:pt x="29131" y="48651"/>
                  </a:lnTo>
                  <a:lnTo>
                    <a:pt x="29553" y="48567"/>
                  </a:lnTo>
                  <a:lnTo>
                    <a:pt x="29972" y="48476"/>
                  </a:lnTo>
                  <a:lnTo>
                    <a:pt x="30390" y="48377"/>
                  </a:lnTo>
                  <a:lnTo>
                    <a:pt x="30807" y="48271"/>
                  </a:lnTo>
                  <a:lnTo>
                    <a:pt x="31221" y="48158"/>
                  </a:lnTo>
                  <a:lnTo>
                    <a:pt x="31633" y="48037"/>
                  </a:lnTo>
                  <a:lnTo>
                    <a:pt x="32043" y="47910"/>
                  </a:lnTo>
                  <a:lnTo>
                    <a:pt x="32451" y="47775"/>
                  </a:lnTo>
                  <a:lnTo>
                    <a:pt x="32857" y="47633"/>
                  </a:lnTo>
                  <a:lnTo>
                    <a:pt x="33259" y="47484"/>
                  </a:lnTo>
                  <a:lnTo>
                    <a:pt x="33660" y="47328"/>
                  </a:lnTo>
                  <a:lnTo>
                    <a:pt x="34057" y="47164"/>
                  </a:lnTo>
                  <a:lnTo>
                    <a:pt x="34451" y="46994"/>
                  </a:lnTo>
                  <a:lnTo>
                    <a:pt x="34843" y="46818"/>
                  </a:lnTo>
                  <a:lnTo>
                    <a:pt x="35231" y="46634"/>
                  </a:lnTo>
                  <a:lnTo>
                    <a:pt x="35616" y="46443"/>
                  </a:lnTo>
                  <a:lnTo>
                    <a:pt x="35998" y="46246"/>
                  </a:lnTo>
                  <a:lnTo>
                    <a:pt x="36376" y="46042"/>
                  </a:lnTo>
                  <a:lnTo>
                    <a:pt x="36750" y="45832"/>
                  </a:lnTo>
                  <a:lnTo>
                    <a:pt x="37121" y="45615"/>
                  </a:lnTo>
                  <a:lnTo>
                    <a:pt x="37488" y="45392"/>
                  </a:lnTo>
                  <a:lnTo>
                    <a:pt x="37851" y="45162"/>
                  </a:lnTo>
                  <a:lnTo>
                    <a:pt x="38210" y="44926"/>
                  </a:lnTo>
                  <a:lnTo>
                    <a:pt x="38564" y="44683"/>
                  </a:lnTo>
                  <a:lnTo>
                    <a:pt x="38915" y="44435"/>
                  </a:lnTo>
                  <a:lnTo>
                    <a:pt x="39261" y="44180"/>
                  </a:lnTo>
                  <a:lnTo>
                    <a:pt x="39602" y="43920"/>
                  </a:lnTo>
                  <a:lnTo>
                    <a:pt x="39939" y="43653"/>
                  </a:lnTo>
                  <a:lnTo>
                    <a:pt x="40271" y="43381"/>
                  </a:lnTo>
                  <a:lnTo>
                    <a:pt x="40598" y="43103"/>
                  </a:lnTo>
                  <a:lnTo>
                    <a:pt x="40921" y="42819"/>
                  </a:lnTo>
                  <a:lnTo>
                    <a:pt x="41238" y="42529"/>
                  </a:lnTo>
                  <a:lnTo>
                    <a:pt x="41550" y="42234"/>
                  </a:lnTo>
                  <a:lnTo>
                    <a:pt x="41857" y="41934"/>
                  </a:lnTo>
                  <a:lnTo>
                    <a:pt x="42159" y="41628"/>
                  </a:lnTo>
                  <a:lnTo>
                    <a:pt x="42455" y="41317"/>
                  </a:lnTo>
                  <a:lnTo>
                    <a:pt x="42746" y="41001"/>
                  </a:lnTo>
                  <a:lnTo>
                    <a:pt x="43031" y="40680"/>
                  </a:lnTo>
                  <a:lnTo>
                    <a:pt x="43311" y="40354"/>
                  </a:lnTo>
                  <a:lnTo>
                    <a:pt x="43585" y="40023"/>
                  </a:lnTo>
                  <a:lnTo>
                    <a:pt x="43853" y="39687"/>
                  </a:lnTo>
                  <a:lnTo>
                    <a:pt x="44115" y="39347"/>
                  </a:lnTo>
                  <a:lnTo>
                    <a:pt x="44371" y="39002"/>
                  </a:lnTo>
                  <a:lnTo>
                    <a:pt x="44621" y="38653"/>
                  </a:lnTo>
                  <a:lnTo>
                    <a:pt x="44865" y="38299"/>
                  </a:lnTo>
                  <a:lnTo>
                    <a:pt x="45103" y="37942"/>
                  </a:lnTo>
                  <a:lnTo>
                    <a:pt x="45334" y="37580"/>
                  </a:lnTo>
                  <a:lnTo>
                    <a:pt x="45559" y="37214"/>
                  </a:lnTo>
                  <a:lnTo>
                    <a:pt x="45778" y="36844"/>
                  </a:lnTo>
                  <a:lnTo>
                    <a:pt x="45990" y="36471"/>
                  </a:lnTo>
                  <a:lnTo>
                    <a:pt x="46195" y="36093"/>
                  </a:lnTo>
                  <a:lnTo>
                    <a:pt x="46394" y="35713"/>
                  </a:lnTo>
                  <a:lnTo>
                    <a:pt x="46586" y="35328"/>
                  </a:lnTo>
                  <a:lnTo>
                    <a:pt x="46772" y="34941"/>
                  </a:lnTo>
                  <a:lnTo>
                    <a:pt x="46950" y="34550"/>
                  </a:lnTo>
                  <a:lnTo>
                    <a:pt x="47122" y="34157"/>
                  </a:lnTo>
                  <a:lnTo>
                    <a:pt x="47287" y="33760"/>
                  </a:lnTo>
                  <a:lnTo>
                    <a:pt x="47445" y="33360"/>
                  </a:lnTo>
                  <a:lnTo>
                    <a:pt x="47595" y="32958"/>
                  </a:lnTo>
                  <a:lnTo>
                    <a:pt x="47739" y="32554"/>
                  </a:lnTo>
                  <a:lnTo>
                    <a:pt x="47876" y="32146"/>
                  </a:lnTo>
                  <a:lnTo>
                    <a:pt x="48005" y="31737"/>
                  </a:lnTo>
                  <a:lnTo>
                    <a:pt x="48128" y="31325"/>
                  </a:lnTo>
                  <a:lnTo>
                    <a:pt x="48243" y="30911"/>
                  </a:lnTo>
                  <a:lnTo>
                    <a:pt x="48351" y="30495"/>
                  </a:lnTo>
                  <a:lnTo>
                    <a:pt x="48451" y="30078"/>
                  </a:lnTo>
                  <a:lnTo>
                    <a:pt x="48544" y="29658"/>
                  </a:lnTo>
                  <a:lnTo>
                    <a:pt x="48630" y="29238"/>
                  </a:lnTo>
                  <a:lnTo>
                    <a:pt x="48709" y="28815"/>
                  </a:lnTo>
                  <a:lnTo>
                    <a:pt x="48780" y="28392"/>
                  </a:lnTo>
                  <a:lnTo>
                    <a:pt x="48843" y="27967"/>
                  </a:lnTo>
                  <a:lnTo>
                    <a:pt x="48900" y="27541"/>
                  </a:lnTo>
                  <a:lnTo>
                    <a:pt x="48948" y="27114"/>
                  </a:lnTo>
                  <a:lnTo>
                    <a:pt x="48990" y="26687"/>
                  </a:lnTo>
                  <a:lnTo>
                    <a:pt x="49024" y="26259"/>
                  </a:lnTo>
                  <a:lnTo>
                    <a:pt x="49050" y="25830"/>
                  </a:lnTo>
                  <a:lnTo>
                    <a:pt x="49069" y="25401"/>
                  </a:lnTo>
                  <a:lnTo>
                    <a:pt x="49080" y="24971"/>
                  </a:lnTo>
                  <a:lnTo>
                    <a:pt x="49084" y="24542"/>
                  </a:lnTo>
                </a:path>
              </a:pathLst>
            </a:custGeom>
            <a:ln w="13550" cap="flat">
              <a:solidFill>
                <a:srgbClr val="7FC5D8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622" name="pl622"/>
            <p:cNvSpPr/>
            <p:nvPr/>
          </p:nvSpPr>
          <p:spPr>
            <a:xfrm>
              <a:off x="4437021" y="4599151"/>
              <a:ext cx="269962" cy="269965"/>
            </a:xfrm>
            <a:custGeom>
              <a:avLst/>
              <a:pathLst>
                <a:path w="269962" h="269965">
                  <a:moveTo>
                    <a:pt x="269962" y="134982"/>
                  </a:moveTo>
                  <a:lnTo>
                    <a:pt x="269942" y="132620"/>
                  </a:lnTo>
                  <a:lnTo>
                    <a:pt x="269880" y="130258"/>
                  </a:lnTo>
                  <a:lnTo>
                    <a:pt x="269776" y="127898"/>
                  </a:lnTo>
                  <a:lnTo>
                    <a:pt x="269632" y="125540"/>
                  </a:lnTo>
                  <a:lnTo>
                    <a:pt x="269446" y="123185"/>
                  </a:lnTo>
                  <a:lnTo>
                    <a:pt x="269219" y="120833"/>
                  </a:lnTo>
                  <a:lnTo>
                    <a:pt x="268951" y="118486"/>
                  </a:lnTo>
                  <a:lnTo>
                    <a:pt x="268641" y="116144"/>
                  </a:lnTo>
                  <a:lnTo>
                    <a:pt x="268291" y="113808"/>
                  </a:lnTo>
                  <a:lnTo>
                    <a:pt x="267900" y="111478"/>
                  </a:lnTo>
                  <a:lnTo>
                    <a:pt x="267468" y="109155"/>
                  </a:lnTo>
                  <a:lnTo>
                    <a:pt x="266996" y="106840"/>
                  </a:lnTo>
                  <a:lnTo>
                    <a:pt x="266483" y="104534"/>
                  </a:lnTo>
                  <a:lnTo>
                    <a:pt x="265930" y="102237"/>
                  </a:lnTo>
                  <a:lnTo>
                    <a:pt x="265337" y="99951"/>
                  </a:lnTo>
                  <a:lnTo>
                    <a:pt x="264704" y="97675"/>
                  </a:lnTo>
                  <a:lnTo>
                    <a:pt x="264031" y="95410"/>
                  </a:lnTo>
                  <a:lnTo>
                    <a:pt x="263319" y="93158"/>
                  </a:lnTo>
                  <a:lnTo>
                    <a:pt x="262568" y="90918"/>
                  </a:lnTo>
                  <a:lnTo>
                    <a:pt x="261777" y="88692"/>
                  </a:lnTo>
                  <a:lnTo>
                    <a:pt x="260947" y="86480"/>
                  </a:lnTo>
                  <a:lnTo>
                    <a:pt x="260079" y="84282"/>
                  </a:lnTo>
                  <a:lnTo>
                    <a:pt x="259173" y="82101"/>
                  </a:lnTo>
                  <a:lnTo>
                    <a:pt x="258228" y="79935"/>
                  </a:lnTo>
                  <a:lnTo>
                    <a:pt x="257246" y="77787"/>
                  </a:lnTo>
                  <a:lnTo>
                    <a:pt x="256226" y="75656"/>
                  </a:lnTo>
                  <a:lnTo>
                    <a:pt x="255169" y="73543"/>
                  </a:lnTo>
                  <a:lnTo>
                    <a:pt x="254076" y="71449"/>
                  </a:lnTo>
                  <a:lnTo>
                    <a:pt x="252946" y="69374"/>
                  </a:lnTo>
                  <a:lnTo>
                    <a:pt x="251779" y="67320"/>
                  </a:lnTo>
                  <a:lnTo>
                    <a:pt x="250577" y="65286"/>
                  </a:lnTo>
                  <a:lnTo>
                    <a:pt x="249340" y="63274"/>
                  </a:lnTo>
                  <a:lnTo>
                    <a:pt x="248067" y="61283"/>
                  </a:lnTo>
                  <a:lnTo>
                    <a:pt x="246760" y="59315"/>
                  </a:lnTo>
                  <a:lnTo>
                    <a:pt x="245419" y="57371"/>
                  </a:lnTo>
                  <a:lnTo>
                    <a:pt x="244044" y="55450"/>
                  </a:lnTo>
                  <a:lnTo>
                    <a:pt x="242635" y="53553"/>
                  </a:lnTo>
                  <a:lnTo>
                    <a:pt x="241193" y="51681"/>
                  </a:lnTo>
                  <a:lnTo>
                    <a:pt x="239719" y="49835"/>
                  </a:lnTo>
                  <a:lnTo>
                    <a:pt x="238213" y="48015"/>
                  </a:lnTo>
                  <a:lnTo>
                    <a:pt x="236675" y="46222"/>
                  </a:lnTo>
                  <a:lnTo>
                    <a:pt x="235106" y="44456"/>
                  </a:lnTo>
                  <a:lnTo>
                    <a:pt x="233507" y="42717"/>
                  </a:lnTo>
                  <a:lnTo>
                    <a:pt x="231877" y="41007"/>
                  </a:lnTo>
                  <a:lnTo>
                    <a:pt x="230217" y="39326"/>
                  </a:lnTo>
                  <a:lnTo>
                    <a:pt x="228529" y="37673"/>
                  </a:lnTo>
                  <a:lnTo>
                    <a:pt x="226811" y="36051"/>
                  </a:lnTo>
                  <a:lnTo>
                    <a:pt x="225066" y="34459"/>
                  </a:lnTo>
                  <a:lnTo>
                    <a:pt x="223293" y="32898"/>
                  </a:lnTo>
                  <a:lnTo>
                    <a:pt x="221493" y="31368"/>
                  </a:lnTo>
                  <a:lnTo>
                    <a:pt x="219666" y="29870"/>
                  </a:lnTo>
                  <a:lnTo>
                    <a:pt x="217814" y="28404"/>
                  </a:lnTo>
                  <a:lnTo>
                    <a:pt x="215936" y="26970"/>
                  </a:lnTo>
                  <a:lnTo>
                    <a:pt x="214033" y="25570"/>
                  </a:lnTo>
                  <a:lnTo>
                    <a:pt x="212106" y="24203"/>
                  </a:lnTo>
                  <a:lnTo>
                    <a:pt x="210155" y="22870"/>
                  </a:lnTo>
                  <a:lnTo>
                    <a:pt x="208182" y="21572"/>
                  </a:lnTo>
                  <a:lnTo>
                    <a:pt x="206186" y="20308"/>
                  </a:lnTo>
                  <a:lnTo>
                    <a:pt x="204168" y="19079"/>
                  </a:lnTo>
                  <a:lnTo>
                    <a:pt x="202129" y="17886"/>
                  </a:lnTo>
                  <a:lnTo>
                    <a:pt x="200069" y="16729"/>
                  </a:lnTo>
                  <a:lnTo>
                    <a:pt x="197990" y="15608"/>
                  </a:lnTo>
                  <a:lnTo>
                    <a:pt x="195891" y="14523"/>
                  </a:lnTo>
                  <a:lnTo>
                    <a:pt x="193774" y="13476"/>
                  </a:lnTo>
                  <a:lnTo>
                    <a:pt x="191638" y="12465"/>
                  </a:lnTo>
                  <a:lnTo>
                    <a:pt x="189485" y="11493"/>
                  </a:lnTo>
                  <a:lnTo>
                    <a:pt x="187316" y="10558"/>
                  </a:lnTo>
                  <a:lnTo>
                    <a:pt x="185130" y="9661"/>
                  </a:lnTo>
                  <a:lnTo>
                    <a:pt x="182929" y="8802"/>
                  </a:lnTo>
                  <a:lnTo>
                    <a:pt x="180714" y="7982"/>
                  </a:lnTo>
                  <a:lnTo>
                    <a:pt x="178484" y="7201"/>
                  </a:lnTo>
                  <a:lnTo>
                    <a:pt x="176241" y="6460"/>
                  </a:lnTo>
                  <a:lnTo>
                    <a:pt x="173985" y="5757"/>
                  </a:lnTo>
                  <a:lnTo>
                    <a:pt x="171718" y="5094"/>
                  </a:lnTo>
                  <a:lnTo>
                    <a:pt x="169439" y="4471"/>
                  </a:lnTo>
                  <a:lnTo>
                    <a:pt x="167150" y="3888"/>
                  </a:lnTo>
                  <a:lnTo>
                    <a:pt x="164851" y="3345"/>
                  </a:lnTo>
                  <a:lnTo>
                    <a:pt x="162542" y="2842"/>
                  </a:lnTo>
                  <a:lnTo>
                    <a:pt x="160225" y="2380"/>
                  </a:lnTo>
                  <a:lnTo>
                    <a:pt x="157901" y="1959"/>
                  </a:lnTo>
                  <a:lnTo>
                    <a:pt x="155569" y="1578"/>
                  </a:lnTo>
                  <a:lnTo>
                    <a:pt x="153231" y="1238"/>
                  </a:lnTo>
                  <a:lnTo>
                    <a:pt x="150888" y="939"/>
                  </a:lnTo>
                  <a:lnTo>
                    <a:pt x="148540" y="681"/>
                  </a:lnTo>
                  <a:lnTo>
                    <a:pt x="146187" y="464"/>
                  </a:lnTo>
                  <a:lnTo>
                    <a:pt x="143831" y="289"/>
                  </a:lnTo>
                  <a:lnTo>
                    <a:pt x="141473" y="155"/>
                  </a:lnTo>
                  <a:lnTo>
                    <a:pt x="139112" y="62"/>
                  </a:lnTo>
                  <a:lnTo>
                    <a:pt x="136750" y="10"/>
                  </a:lnTo>
                  <a:lnTo>
                    <a:pt x="134388" y="0"/>
                  </a:lnTo>
                  <a:lnTo>
                    <a:pt x="132025" y="31"/>
                  </a:lnTo>
                  <a:lnTo>
                    <a:pt x="129664" y="103"/>
                  </a:lnTo>
                  <a:lnTo>
                    <a:pt x="127304" y="217"/>
                  </a:lnTo>
                  <a:lnTo>
                    <a:pt x="124947" y="371"/>
                  </a:lnTo>
                  <a:lnTo>
                    <a:pt x="122593" y="568"/>
                  </a:lnTo>
                  <a:lnTo>
                    <a:pt x="120242" y="805"/>
                  </a:lnTo>
                  <a:lnTo>
                    <a:pt x="117896" y="1083"/>
                  </a:lnTo>
                  <a:lnTo>
                    <a:pt x="115556" y="1403"/>
                  </a:lnTo>
                  <a:lnTo>
                    <a:pt x="113221" y="1763"/>
                  </a:lnTo>
                  <a:lnTo>
                    <a:pt x="110893" y="2164"/>
                  </a:lnTo>
                  <a:lnTo>
                    <a:pt x="108572" y="2606"/>
                  </a:lnTo>
                  <a:lnTo>
                    <a:pt x="106259" y="3089"/>
                  </a:lnTo>
                  <a:lnTo>
                    <a:pt x="103955" y="3612"/>
                  </a:lnTo>
                  <a:lnTo>
                    <a:pt x="101661" y="4175"/>
                  </a:lnTo>
                  <a:lnTo>
                    <a:pt x="99377" y="4778"/>
                  </a:lnTo>
                  <a:lnTo>
                    <a:pt x="97104" y="5421"/>
                  </a:lnTo>
                  <a:lnTo>
                    <a:pt x="94842" y="6103"/>
                  </a:lnTo>
                  <a:lnTo>
                    <a:pt x="92592" y="6826"/>
                  </a:lnTo>
                  <a:lnTo>
                    <a:pt x="90356" y="7587"/>
                  </a:lnTo>
                  <a:lnTo>
                    <a:pt x="88133" y="8387"/>
                  </a:lnTo>
                  <a:lnTo>
                    <a:pt x="85925" y="9227"/>
                  </a:lnTo>
                  <a:lnTo>
                    <a:pt x="83732" y="10104"/>
                  </a:lnTo>
                  <a:lnTo>
                    <a:pt x="81554" y="11020"/>
                  </a:lnTo>
                  <a:lnTo>
                    <a:pt x="79393" y="11974"/>
                  </a:lnTo>
                  <a:lnTo>
                    <a:pt x="77249" y="12966"/>
                  </a:lnTo>
                  <a:lnTo>
                    <a:pt x="75122" y="13995"/>
                  </a:lnTo>
                  <a:lnTo>
                    <a:pt x="73014" y="15061"/>
                  </a:lnTo>
                  <a:lnTo>
                    <a:pt x="70924" y="16164"/>
                  </a:lnTo>
                  <a:lnTo>
                    <a:pt x="68855" y="17303"/>
                  </a:lnTo>
                  <a:lnTo>
                    <a:pt x="66805" y="18478"/>
                  </a:lnTo>
                  <a:lnTo>
                    <a:pt x="64777" y="19689"/>
                  </a:lnTo>
                  <a:lnTo>
                    <a:pt x="62770" y="20936"/>
                  </a:lnTo>
                  <a:lnTo>
                    <a:pt x="60785" y="22217"/>
                  </a:lnTo>
                  <a:lnTo>
                    <a:pt x="58823" y="23532"/>
                  </a:lnTo>
                  <a:lnTo>
                    <a:pt x="56884" y="24882"/>
                  </a:lnTo>
                  <a:lnTo>
                    <a:pt x="54969" y="26266"/>
                  </a:lnTo>
                  <a:lnTo>
                    <a:pt x="53079" y="27683"/>
                  </a:lnTo>
                  <a:lnTo>
                    <a:pt x="51214" y="29133"/>
                  </a:lnTo>
                  <a:lnTo>
                    <a:pt x="49374" y="30615"/>
                  </a:lnTo>
                  <a:lnTo>
                    <a:pt x="47560" y="32129"/>
                  </a:lnTo>
                  <a:lnTo>
                    <a:pt x="45774" y="33675"/>
                  </a:lnTo>
                  <a:lnTo>
                    <a:pt x="44015" y="35251"/>
                  </a:lnTo>
                  <a:lnTo>
                    <a:pt x="42283" y="36858"/>
                  </a:lnTo>
                  <a:lnTo>
                    <a:pt x="40580" y="38496"/>
                  </a:lnTo>
                  <a:lnTo>
                    <a:pt x="38906" y="40163"/>
                  </a:lnTo>
                  <a:lnTo>
                    <a:pt x="37261" y="41858"/>
                  </a:lnTo>
                  <a:lnTo>
                    <a:pt x="35646" y="43583"/>
                  </a:lnTo>
                  <a:lnTo>
                    <a:pt x="34062" y="45335"/>
                  </a:lnTo>
                  <a:lnTo>
                    <a:pt x="32508" y="47115"/>
                  </a:lnTo>
                  <a:lnTo>
                    <a:pt x="30986" y="48922"/>
                  </a:lnTo>
                  <a:lnTo>
                    <a:pt x="29496" y="50755"/>
                  </a:lnTo>
                  <a:lnTo>
                    <a:pt x="28038" y="52614"/>
                  </a:lnTo>
                  <a:lnTo>
                    <a:pt x="26613" y="54498"/>
                  </a:lnTo>
                  <a:lnTo>
                    <a:pt x="25221" y="56407"/>
                  </a:lnTo>
                  <a:lnTo>
                    <a:pt x="23863" y="58340"/>
                  </a:lnTo>
                  <a:lnTo>
                    <a:pt x="22539" y="60296"/>
                  </a:lnTo>
                  <a:lnTo>
                    <a:pt x="21249" y="62276"/>
                  </a:lnTo>
                  <a:lnTo>
                    <a:pt x="19994" y="64277"/>
                  </a:lnTo>
                  <a:lnTo>
                    <a:pt x="18774" y="66300"/>
                  </a:lnTo>
                  <a:lnTo>
                    <a:pt x="17590" y="68344"/>
                  </a:lnTo>
                  <a:lnTo>
                    <a:pt x="16441" y="70409"/>
                  </a:lnTo>
                  <a:lnTo>
                    <a:pt x="15329" y="72493"/>
                  </a:lnTo>
                  <a:lnTo>
                    <a:pt x="14254" y="74597"/>
                  </a:lnTo>
                  <a:lnTo>
                    <a:pt x="13216" y="76719"/>
                  </a:lnTo>
                  <a:lnTo>
                    <a:pt x="12215" y="78859"/>
                  </a:lnTo>
                  <a:lnTo>
                    <a:pt x="11251" y="81016"/>
                  </a:lnTo>
                  <a:lnTo>
                    <a:pt x="10326" y="83190"/>
                  </a:lnTo>
                  <a:lnTo>
                    <a:pt x="9439" y="85379"/>
                  </a:lnTo>
                  <a:lnTo>
                    <a:pt x="8590" y="87584"/>
                  </a:lnTo>
                  <a:lnTo>
                    <a:pt x="7780" y="89803"/>
                  </a:lnTo>
                  <a:lnTo>
                    <a:pt x="7008" y="92036"/>
                  </a:lnTo>
                  <a:lnTo>
                    <a:pt x="6276" y="94282"/>
                  </a:lnTo>
                  <a:lnTo>
                    <a:pt x="5584" y="96541"/>
                  </a:lnTo>
                  <a:lnTo>
                    <a:pt x="4931" y="98811"/>
                  </a:lnTo>
                  <a:lnTo>
                    <a:pt x="4318" y="101093"/>
                  </a:lnTo>
                  <a:lnTo>
                    <a:pt x="3745" y="103385"/>
                  </a:lnTo>
                  <a:lnTo>
                    <a:pt x="3212" y="105686"/>
                  </a:lnTo>
                  <a:lnTo>
                    <a:pt x="2719" y="107997"/>
                  </a:lnTo>
                  <a:lnTo>
                    <a:pt x="2267" y="110316"/>
                  </a:lnTo>
                  <a:lnTo>
                    <a:pt x="1856" y="112642"/>
                  </a:lnTo>
                  <a:lnTo>
                    <a:pt x="1485" y="114975"/>
                  </a:lnTo>
                  <a:lnTo>
                    <a:pt x="1156" y="117314"/>
                  </a:lnTo>
                  <a:lnTo>
                    <a:pt x="867" y="119659"/>
                  </a:lnTo>
                  <a:lnTo>
                    <a:pt x="619" y="122009"/>
                  </a:lnTo>
                  <a:lnTo>
                    <a:pt x="413" y="124362"/>
                  </a:lnTo>
                  <a:lnTo>
                    <a:pt x="248" y="126719"/>
                  </a:lnTo>
                  <a:lnTo>
                    <a:pt x="124" y="129078"/>
                  </a:lnTo>
                  <a:lnTo>
                    <a:pt x="41" y="131439"/>
                  </a:lnTo>
                  <a:lnTo>
                    <a:pt x="0" y="133801"/>
                  </a:lnTo>
                  <a:lnTo>
                    <a:pt x="0" y="136163"/>
                  </a:lnTo>
                  <a:lnTo>
                    <a:pt x="41" y="138525"/>
                  </a:lnTo>
                  <a:lnTo>
                    <a:pt x="124" y="140886"/>
                  </a:lnTo>
                  <a:lnTo>
                    <a:pt x="248" y="143246"/>
                  </a:lnTo>
                  <a:lnTo>
                    <a:pt x="413" y="145602"/>
                  </a:lnTo>
                  <a:lnTo>
                    <a:pt x="619" y="147956"/>
                  </a:lnTo>
                  <a:lnTo>
                    <a:pt x="867" y="150305"/>
                  </a:lnTo>
                  <a:lnTo>
                    <a:pt x="1156" y="152650"/>
                  </a:lnTo>
                  <a:lnTo>
                    <a:pt x="1485" y="154989"/>
                  </a:lnTo>
                  <a:lnTo>
                    <a:pt x="1856" y="157322"/>
                  </a:lnTo>
                  <a:lnTo>
                    <a:pt x="2267" y="159649"/>
                  </a:lnTo>
                  <a:lnTo>
                    <a:pt x="2719" y="161968"/>
                  </a:lnTo>
                  <a:lnTo>
                    <a:pt x="3212" y="164278"/>
                  </a:lnTo>
                  <a:lnTo>
                    <a:pt x="3745" y="166580"/>
                  </a:lnTo>
                  <a:lnTo>
                    <a:pt x="4318" y="168872"/>
                  </a:lnTo>
                  <a:lnTo>
                    <a:pt x="4931" y="171153"/>
                  </a:lnTo>
                  <a:lnTo>
                    <a:pt x="5584" y="173424"/>
                  </a:lnTo>
                  <a:lnTo>
                    <a:pt x="6276" y="175682"/>
                  </a:lnTo>
                  <a:lnTo>
                    <a:pt x="7008" y="177928"/>
                  </a:lnTo>
                  <a:lnTo>
                    <a:pt x="7780" y="180161"/>
                  </a:lnTo>
                  <a:lnTo>
                    <a:pt x="8590" y="182381"/>
                  </a:lnTo>
                  <a:lnTo>
                    <a:pt x="9439" y="184585"/>
                  </a:lnTo>
                  <a:lnTo>
                    <a:pt x="10326" y="186775"/>
                  </a:lnTo>
                  <a:lnTo>
                    <a:pt x="11251" y="188948"/>
                  </a:lnTo>
                  <a:lnTo>
                    <a:pt x="12215" y="191105"/>
                  </a:lnTo>
                  <a:lnTo>
                    <a:pt x="13216" y="193245"/>
                  </a:lnTo>
                  <a:lnTo>
                    <a:pt x="14254" y="195367"/>
                  </a:lnTo>
                  <a:lnTo>
                    <a:pt x="15329" y="197471"/>
                  </a:lnTo>
                  <a:lnTo>
                    <a:pt x="16441" y="199555"/>
                  </a:lnTo>
                  <a:lnTo>
                    <a:pt x="17590" y="201620"/>
                  </a:lnTo>
                  <a:lnTo>
                    <a:pt x="18774" y="203664"/>
                  </a:lnTo>
                  <a:lnTo>
                    <a:pt x="19994" y="205687"/>
                  </a:lnTo>
                  <a:lnTo>
                    <a:pt x="21249" y="207689"/>
                  </a:lnTo>
                  <a:lnTo>
                    <a:pt x="22539" y="209668"/>
                  </a:lnTo>
                  <a:lnTo>
                    <a:pt x="23863" y="211624"/>
                  </a:lnTo>
                  <a:lnTo>
                    <a:pt x="25221" y="213557"/>
                  </a:lnTo>
                  <a:lnTo>
                    <a:pt x="26613" y="215466"/>
                  </a:lnTo>
                  <a:lnTo>
                    <a:pt x="28038" y="217350"/>
                  </a:lnTo>
                  <a:lnTo>
                    <a:pt x="29496" y="219209"/>
                  </a:lnTo>
                  <a:lnTo>
                    <a:pt x="30986" y="221042"/>
                  </a:lnTo>
                  <a:lnTo>
                    <a:pt x="32508" y="222849"/>
                  </a:lnTo>
                  <a:lnTo>
                    <a:pt x="34062" y="224629"/>
                  </a:lnTo>
                  <a:lnTo>
                    <a:pt x="35646" y="226381"/>
                  </a:lnTo>
                  <a:lnTo>
                    <a:pt x="37261" y="228106"/>
                  </a:lnTo>
                  <a:lnTo>
                    <a:pt x="38906" y="229802"/>
                  </a:lnTo>
                  <a:lnTo>
                    <a:pt x="40580" y="231469"/>
                  </a:lnTo>
                  <a:lnTo>
                    <a:pt x="42283" y="233106"/>
                  </a:lnTo>
                  <a:lnTo>
                    <a:pt x="44015" y="234713"/>
                  </a:lnTo>
                  <a:lnTo>
                    <a:pt x="45774" y="236290"/>
                  </a:lnTo>
                  <a:lnTo>
                    <a:pt x="47560" y="237835"/>
                  </a:lnTo>
                  <a:lnTo>
                    <a:pt x="49374" y="239350"/>
                  </a:lnTo>
                  <a:lnTo>
                    <a:pt x="51214" y="240832"/>
                  </a:lnTo>
                  <a:lnTo>
                    <a:pt x="53079" y="242282"/>
                  </a:lnTo>
                  <a:lnTo>
                    <a:pt x="54969" y="243698"/>
                  </a:lnTo>
                  <a:lnTo>
                    <a:pt x="56884" y="245082"/>
                  </a:lnTo>
                  <a:lnTo>
                    <a:pt x="58823" y="246432"/>
                  </a:lnTo>
                  <a:lnTo>
                    <a:pt x="60785" y="247748"/>
                  </a:lnTo>
                  <a:lnTo>
                    <a:pt x="62770" y="249029"/>
                  </a:lnTo>
                  <a:lnTo>
                    <a:pt x="64777" y="250275"/>
                  </a:lnTo>
                  <a:lnTo>
                    <a:pt x="66805" y="251486"/>
                  </a:lnTo>
                  <a:lnTo>
                    <a:pt x="68855" y="252661"/>
                  </a:lnTo>
                  <a:lnTo>
                    <a:pt x="70924" y="253800"/>
                  </a:lnTo>
                  <a:lnTo>
                    <a:pt x="73014" y="254903"/>
                  </a:lnTo>
                  <a:lnTo>
                    <a:pt x="75122" y="255969"/>
                  </a:lnTo>
                  <a:lnTo>
                    <a:pt x="77249" y="256998"/>
                  </a:lnTo>
                  <a:lnTo>
                    <a:pt x="79393" y="257990"/>
                  </a:lnTo>
                  <a:lnTo>
                    <a:pt x="81554" y="258944"/>
                  </a:lnTo>
                  <a:lnTo>
                    <a:pt x="83732" y="259860"/>
                  </a:lnTo>
                  <a:lnTo>
                    <a:pt x="85925" y="260738"/>
                  </a:lnTo>
                  <a:lnTo>
                    <a:pt x="88133" y="261577"/>
                  </a:lnTo>
                  <a:lnTo>
                    <a:pt x="90356" y="262377"/>
                  </a:lnTo>
                  <a:lnTo>
                    <a:pt x="92592" y="263139"/>
                  </a:lnTo>
                  <a:lnTo>
                    <a:pt x="94842" y="263861"/>
                  </a:lnTo>
                  <a:lnTo>
                    <a:pt x="97104" y="264544"/>
                  </a:lnTo>
                  <a:lnTo>
                    <a:pt x="99377" y="265187"/>
                  </a:lnTo>
                  <a:lnTo>
                    <a:pt x="101661" y="265790"/>
                  </a:lnTo>
                  <a:lnTo>
                    <a:pt x="103955" y="266353"/>
                  </a:lnTo>
                  <a:lnTo>
                    <a:pt x="106259" y="266876"/>
                  </a:lnTo>
                  <a:lnTo>
                    <a:pt x="108572" y="267358"/>
                  </a:lnTo>
                  <a:lnTo>
                    <a:pt x="110893" y="267800"/>
                  </a:lnTo>
                  <a:lnTo>
                    <a:pt x="113221" y="268201"/>
                  </a:lnTo>
                  <a:lnTo>
                    <a:pt x="115556" y="268561"/>
                  </a:lnTo>
                  <a:lnTo>
                    <a:pt x="117896" y="268881"/>
                  </a:lnTo>
                  <a:lnTo>
                    <a:pt x="120242" y="269159"/>
                  </a:lnTo>
                  <a:lnTo>
                    <a:pt x="122593" y="269397"/>
                  </a:lnTo>
                  <a:lnTo>
                    <a:pt x="124947" y="269593"/>
                  </a:lnTo>
                  <a:lnTo>
                    <a:pt x="127304" y="269748"/>
                  </a:lnTo>
                  <a:lnTo>
                    <a:pt x="129664" y="269862"/>
                  </a:lnTo>
                  <a:lnTo>
                    <a:pt x="132025" y="269934"/>
                  </a:lnTo>
                  <a:lnTo>
                    <a:pt x="134388" y="269965"/>
                  </a:lnTo>
                  <a:lnTo>
                    <a:pt x="136750" y="269955"/>
                  </a:lnTo>
                  <a:lnTo>
                    <a:pt x="139112" y="269903"/>
                  </a:lnTo>
                  <a:lnTo>
                    <a:pt x="141473" y="269810"/>
                  </a:lnTo>
                  <a:lnTo>
                    <a:pt x="143831" y="269676"/>
                  </a:lnTo>
                  <a:lnTo>
                    <a:pt x="146187" y="269500"/>
                  </a:lnTo>
                  <a:lnTo>
                    <a:pt x="148540" y="269283"/>
                  </a:lnTo>
                  <a:lnTo>
                    <a:pt x="150888" y="269025"/>
                  </a:lnTo>
                  <a:lnTo>
                    <a:pt x="153231" y="268726"/>
                  </a:lnTo>
                  <a:lnTo>
                    <a:pt x="155569" y="268386"/>
                  </a:lnTo>
                  <a:lnTo>
                    <a:pt x="157901" y="268006"/>
                  </a:lnTo>
                  <a:lnTo>
                    <a:pt x="160225" y="267584"/>
                  </a:lnTo>
                  <a:lnTo>
                    <a:pt x="162542" y="267122"/>
                  </a:lnTo>
                  <a:lnTo>
                    <a:pt x="164851" y="266619"/>
                  </a:lnTo>
                  <a:lnTo>
                    <a:pt x="167150" y="266076"/>
                  </a:lnTo>
                  <a:lnTo>
                    <a:pt x="169439" y="265493"/>
                  </a:lnTo>
                  <a:lnTo>
                    <a:pt x="171718" y="264870"/>
                  </a:lnTo>
                  <a:lnTo>
                    <a:pt x="173985" y="264207"/>
                  </a:lnTo>
                  <a:lnTo>
                    <a:pt x="176241" y="263505"/>
                  </a:lnTo>
                  <a:lnTo>
                    <a:pt x="178484" y="262763"/>
                  </a:lnTo>
                  <a:lnTo>
                    <a:pt x="180714" y="261982"/>
                  </a:lnTo>
                  <a:lnTo>
                    <a:pt x="182929" y="261162"/>
                  </a:lnTo>
                  <a:lnTo>
                    <a:pt x="185130" y="260304"/>
                  </a:lnTo>
                  <a:lnTo>
                    <a:pt x="187316" y="259407"/>
                  </a:lnTo>
                  <a:lnTo>
                    <a:pt x="189485" y="258472"/>
                  </a:lnTo>
                  <a:lnTo>
                    <a:pt x="191638" y="257499"/>
                  </a:lnTo>
                  <a:lnTo>
                    <a:pt x="193774" y="256489"/>
                  </a:lnTo>
                  <a:lnTo>
                    <a:pt x="195891" y="255441"/>
                  </a:lnTo>
                  <a:lnTo>
                    <a:pt x="197990" y="254356"/>
                  </a:lnTo>
                  <a:lnTo>
                    <a:pt x="200069" y="253235"/>
                  </a:lnTo>
                  <a:lnTo>
                    <a:pt x="202129" y="252078"/>
                  </a:lnTo>
                  <a:lnTo>
                    <a:pt x="204168" y="250885"/>
                  </a:lnTo>
                  <a:lnTo>
                    <a:pt x="206186" y="249656"/>
                  </a:lnTo>
                  <a:lnTo>
                    <a:pt x="208182" y="248393"/>
                  </a:lnTo>
                  <a:lnTo>
                    <a:pt x="210155" y="247094"/>
                  </a:lnTo>
                  <a:lnTo>
                    <a:pt x="212106" y="245761"/>
                  </a:lnTo>
                  <a:lnTo>
                    <a:pt x="214033" y="244394"/>
                  </a:lnTo>
                  <a:lnTo>
                    <a:pt x="215936" y="242994"/>
                  </a:lnTo>
                  <a:lnTo>
                    <a:pt x="217814" y="241561"/>
                  </a:lnTo>
                  <a:lnTo>
                    <a:pt x="219666" y="240095"/>
                  </a:lnTo>
                  <a:lnTo>
                    <a:pt x="221493" y="238597"/>
                  </a:lnTo>
                  <a:lnTo>
                    <a:pt x="223293" y="237067"/>
                  </a:lnTo>
                  <a:lnTo>
                    <a:pt x="225066" y="235505"/>
                  </a:lnTo>
                  <a:lnTo>
                    <a:pt x="226811" y="233913"/>
                  </a:lnTo>
                  <a:lnTo>
                    <a:pt x="228529" y="232291"/>
                  </a:lnTo>
                  <a:lnTo>
                    <a:pt x="230217" y="230639"/>
                  </a:lnTo>
                  <a:lnTo>
                    <a:pt x="231877" y="228957"/>
                  </a:lnTo>
                  <a:lnTo>
                    <a:pt x="233507" y="227247"/>
                  </a:lnTo>
                  <a:lnTo>
                    <a:pt x="235106" y="225509"/>
                  </a:lnTo>
                  <a:lnTo>
                    <a:pt x="236675" y="223743"/>
                  </a:lnTo>
                  <a:lnTo>
                    <a:pt x="238213" y="221949"/>
                  </a:lnTo>
                  <a:lnTo>
                    <a:pt x="239719" y="220129"/>
                  </a:lnTo>
                  <a:lnTo>
                    <a:pt x="241193" y="218283"/>
                  </a:lnTo>
                  <a:lnTo>
                    <a:pt x="242635" y="216411"/>
                  </a:lnTo>
                  <a:lnTo>
                    <a:pt x="244044" y="214515"/>
                  </a:lnTo>
                  <a:lnTo>
                    <a:pt x="245419" y="212594"/>
                  </a:lnTo>
                  <a:lnTo>
                    <a:pt x="246760" y="210649"/>
                  </a:lnTo>
                  <a:lnTo>
                    <a:pt x="248067" y="208681"/>
                  </a:lnTo>
                  <a:lnTo>
                    <a:pt x="249340" y="206691"/>
                  </a:lnTo>
                  <a:lnTo>
                    <a:pt x="250577" y="204678"/>
                  </a:lnTo>
                  <a:lnTo>
                    <a:pt x="251779" y="202645"/>
                  </a:lnTo>
                  <a:lnTo>
                    <a:pt x="252946" y="200590"/>
                  </a:lnTo>
                  <a:lnTo>
                    <a:pt x="254076" y="198516"/>
                  </a:lnTo>
                  <a:lnTo>
                    <a:pt x="255169" y="196421"/>
                  </a:lnTo>
                  <a:lnTo>
                    <a:pt x="256226" y="194309"/>
                  </a:lnTo>
                  <a:lnTo>
                    <a:pt x="257246" y="192178"/>
                  </a:lnTo>
                  <a:lnTo>
                    <a:pt x="258228" y="190029"/>
                  </a:lnTo>
                  <a:lnTo>
                    <a:pt x="259173" y="187864"/>
                  </a:lnTo>
                  <a:lnTo>
                    <a:pt x="260079" y="185682"/>
                  </a:lnTo>
                  <a:lnTo>
                    <a:pt x="260947" y="183485"/>
                  </a:lnTo>
                  <a:lnTo>
                    <a:pt x="261777" y="181273"/>
                  </a:lnTo>
                  <a:lnTo>
                    <a:pt x="262568" y="179047"/>
                  </a:lnTo>
                  <a:lnTo>
                    <a:pt x="263319" y="176807"/>
                  </a:lnTo>
                  <a:lnTo>
                    <a:pt x="264031" y="174554"/>
                  </a:lnTo>
                  <a:lnTo>
                    <a:pt x="264704" y="172290"/>
                  </a:lnTo>
                  <a:lnTo>
                    <a:pt x="265337" y="170014"/>
                  </a:lnTo>
                  <a:lnTo>
                    <a:pt x="265930" y="167727"/>
                  </a:lnTo>
                  <a:lnTo>
                    <a:pt x="266483" y="165430"/>
                  </a:lnTo>
                  <a:lnTo>
                    <a:pt x="266996" y="163124"/>
                  </a:lnTo>
                  <a:lnTo>
                    <a:pt x="267468" y="160809"/>
                  </a:lnTo>
                  <a:lnTo>
                    <a:pt x="267900" y="158487"/>
                  </a:lnTo>
                  <a:lnTo>
                    <a:pt x="268291" y="156157"/>
                  </a:lnTo>
                  <a:lnTo>
                    <a:pt x="268641" y="153820"/>
                  </a:lnTo>
                  <a:lnTo>
                    <a:pt x="268951" y="151478"/>
                  </a:lnTo>
                  <a:lnTo>
                    <a:pt x="269219" y="149131"/>
                  </a:lnTo>
                  <a:lnTo>
                    <a:pt x="269446" y="146779"/>
                  </a:lnTo>
                  <a:lnTo>
                    <a:pt x="269632" y="144424"/>
                  </a:lnTo>
                  <a:lnTo>
                    <a:pt x="269776" y="142066"/>
                  </a:lnTo>
                  <a:lnTo>
                    <a:pt x="269880" y="139706"/>
                  </a:lnTo>
                  <a:lnTo>
                    <a:pt x="269942" y="137345"/>
                  </a:lnTo>
                  <a:lnTo>
                    <a:pt x="269962" y="134982"/>
                  </a:lnTo>
                </a:path>
              </a:pathLst>
            </a:custGeom>
            <a:ln w="13550" cap="flat">
              <a:solidFill>
                <a:srgbClr val="7FC5D8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623" name="pl623"/>
            <p:cNvSpPr/>
            <p:nvPr/>
          </p:nvSpPr>
          <p:spPr>
            <a:xfrm>
              <a:off x="4326583" y="4488710"/>
              <a:ext cx="490841" cy="490846"/>
            </a:xfrm>
            <a:custGeom>
              <a:avLst/>
              <a:pathLst>
                <a:path w="490841" h="490846">
                  <a:moveTo>
                    <a:pt x="490841" y="245423"/>
                  </a:moveTo>
                  <a:lnTo>
                    <a:pt x="490803" y="241127"/>
                  </a:lnTo>
                  <a:lnTo>
                    <a:pt x="490691" y="236833"/>
                  </a:lnTo>
                  <a:lnTo>
                    <a:pt x="490503" y="232542"/>
                  </a:lnTo>
                  <a:lnTo>
                    <a:pt x="490240" y="228255"/>
                  </a:lnTo>
                  <a:lnTo>
                    <a:pt x="489902" y="223973"/>
                  </a:lnTo>
                  <a:lnTo>
                    <a:pt x="489489" y="219697"/>
                  </a:lnTo>
                  <a:lnTo>
                    <a:pt x="489001" y="215430"/>
                  </a:lnTo>
                  <a:lnTo>
                    <a:pt x="488439" y="211171"/>
                  </a:lnTo>
                  <a:lnTo>
                    <a:pt x="487803" y="206924"/>
                  </a:lnTo>
                  <a:lnTo>
                    <a:pt x="487092" y="202687"/>
                  </a:lnTo>
                  <a:lnTo>
                    <a:pt x="486307" y="198464"/>
                  </a:lnTo>
                  <a:lnTo>
                    <a:pt x="485448" y="194256"/>
                  </a:lnTo>
                  <a:lnTo>
                    <a:pt x="484516" y="190063"/>
                  </a:lnTo>
                  <a:lnTo>
                    <a:pt x="483510" y="185887"/>
                  </a:lnTo>
                  <a:lnTo>
                    <a:pt x="482432" y="181729"/>
                  </a:lnTo>
                  <a:lnTo>
                    <a:pt x="481281" y="177591"/>
                  </a:lnTo>
                  <a:lnTo>
                    <a:pt x="480058" y="173473"/>
                  </a:lnTo>
                  <a:lnTo>
                    <a:pt x="478762" y="169378"/>
                  </a:lnTo>
                  <a:lnTo>
                    <a:pt x="477396" y="165306"/>
                  </a:lnTo>
                  <a:lnTo>
                    <a:pt x="475958" y="161258"/>
                  </a:lnTo>
                  <a:lnTo>
                    <a:pt x="474450" y="157236"/>
                  </a:lnTo>
                  <a:lnTo>
                    <a:pt x="472872" y="153241"/>
                  </a:lnTo>
                  <a:lnTo>
                    <a:pt x="471223" y="149275"/>
                  </a:lnTo>
                  <a:lnTo>
                    <a:pt x="469506" y="145338"/>
                  </a:lnTo>
                  <a:lnTo>
                    <a:pt x="467720" y="141431"/>
                  </a:lnTo>
                  <a:lnTo>
                    <a:pt x="465866" y="137556"/>
                  </a:lnTo>
                  <a:lnTo>
                    <a:pt x="463945" y="133715"/>
                  </a:lnTo>
                  <a:lnTo>
                    <a:pt x="461956" y="129907"/>
                  </a:lnTo>
                  <a:lnTo>
                    <a:pt x="459901" y="126135"/>
                  </a:lnTo>
                  <a:lnTo>
                    <a:pt x="457781" y="122400"/>
                  </a:lnTo>
                  <a:lnTo>
                    <a:pt x="455595" y="118702"/>
                  </a:lnTo>
                  <a:lnTo>
                    <a:pt x="453345" y="115043"/>
                  </a:lnTo>
                  <a:lnTo>
                    <a:pt x="451032" y="111424"/>
                  </a:lnTo>
                  <a:lnTo>
                    <a:pt x="448655" y="107846"/>
                  </a:lnTo>
                  <a:lnTo>
                    <a:pt x="446216" y="104310"/>
                  </a:lnTo>
                  <a:lnTo>
                    <a:pt x="443716" y="100818"/>
                  </a:lnTo>
                  <a:lnTo>
                    <a:pt x="441155" y="97370"/>
                  </a:lnTo>
                  <a:lnTo>
                    <a:pt x="438534" y="93967"/>
                  </a:lnTo>
                  <a:lnTo>
                    <a:pt x="435854" y="90610"/>
                  </a:lnTo>
                  <a:lnTo>
                    <a:pt x="433115" y="87301"/>
                  </a:lnTo>
                  <a:lnTo>
                    <a:pt x="430319" y="84040"/>
                  </a:lnTo>
                  <a:lnTo>
                    <a:pt x="427466" y="80829"/>
                  </a:lnTo>
                  <a:lnTo>
                    <a:pt x="424558" y="77668"/>
                  </a:lnTo>
                  <a:lnTo>
                    <a:pt x="421595" y="74558"/>
                  </a:lnTo>
                  <a:lnTo>
                    <a:pt x="418577" y="71501"/>
                  </a:lnTo>
                  <a:lnTo>
                    <a:pt x="415507" y="68497"/>
                  </a:lnTo>
                  <a:lnTo>
                    <a:pt x="412385" y="65548"/>
                  </a:lnTo>
                  <a:lnTo>
                    <a:pt x="409211" y="62653"/>
                  </a:lnTo>
                  <a:lnTo>
                    <a:pt x="405987" y="59815"/>
                  </a:lnTo>
                  <a:lnTo>
                    <a:pt x="402714" y="57033"/>
                  </a:lnTo>
                  <a:lnTo>
                    <a:pt x="399393" y="54309"/>
                  </a:lnTo>
                  <a:lnTo>
                    <a:pt x="396025" y="51643"/>
                  </a:lnTo>
                  <a:lnTo>
                    <a:pt x="392611" y="49037"/>
                  </a:lnTo>
                  <a:lnTo>
                    <a:pt x="389151" y="46491"/>
                  </a:lnTo>
                  <a:lnTo>
                    <a:pt x="385648" y="44006"/>
                  </a:lnTo>
                  <a:lnTo>
                    <a:pt x="382101" y="41583"/>
                  </a:lnTo>
                  <a:lnTo>
                    <a:pt x="378513" y="39222"/>
                  </a:lnTo>
                  <a:lnTo>
                    <a:pt x="374884" y="36924"/>
                  </a:lnTo>
                  <a:lnTo>
                    <a:pt x="371215" y="34690"/>
                  </a:lnTo>
                  <a:lnTo>
                    <a:pt x="367508" y="32521"/>
                  </a:lnTo>
                  <a:lnTo>
                    <a:pt x="363763" y="30417"/>
                  </a:lnTo>
                  <a:lnTo>
                    <a:pt x="359982" y="28378"/>
                  </a:lnTo>
                  <a:lnTo>
                    <a:pt x="356166" y="26407"/>
                  </a:lnTo>
                  <a:lnTo>
                    <a:pt x="352316" y="24502"/>
                  </a:lnTo>
                  <a:lnTo>
                    <a:pt x="348433" y="22665"/>
                  </a:lnTo>
                  <a:lnTo>
                    <a:pt x="344519" y="20896"/>
                  </a:lnTo>
                  <a:lnTo>
                    <a:pt x="340574" y="19196"/>
                  </a:lnTo>
                  <a:lnTo>
                    <a:pt x="336601" y="17565"/>
                  </a:lnTo>
                  <a:lnTo>
                    <a:pt x="332599" y="16004"/>
                  </a:lnTo>
                  <a:lnTo>
                    <a:pt x="328571" y="14514"/>
                  </a:lnTo>
                  <a:lnTo>
                    <a:pt x="324517" y="13094"/>
                  </a:lnTo>
                  <a:lnTo>
                    <a:pt x="320439" y="11745"/>
                  </a:lnTo>
                  <a:lnTo>
                    <a:pt x="316338" y="10468"/>
                  </a:lnTo>
                  <a:lnTo>
                    <a:pt x="312215" y="9263"/>
                  </a:lnTo>
                  <a:lnTo>
                    <a:pt x="308071" y="8130"/>
                  </a:lnTo>
                  <a:lnTo>
                    <a:pt x="303909" y="7070"/>
                  </a:lnTo>
                  <a:lnTo>
                    <a:pt x="299729" y="6082"/>
                  </a:lnTo>
                  <a:lnTo>
                    <a:pt x="295532" y="5169"/>
                  </a:lnTo>
                  <a:lnTo>
                    <a:pt x="291319" y="4328"/>
                  </a:lnTo>
                  <a:lnTo>
                    <a:pt x="287093" y="3562"/>
                  </a:lnTo>
                  <a:lnTo>
                    <a:pt x="282854" y="2869"/>
                  </a:lnTo>
                  <a:lnTo>
                    <a:pt x="278603" y="2251"/>
                  </a:lnTo>
                  <a:lnTo>
                    <a:pt x="274342" y="1708"/>
                  </a:lnTo>
                  <a:lnTo>
                    <a:pt x="270072" y="1239"/>
                  </a:lnTo>
                  <a:lnTo>
                    <a:pt x="265795" y="845"/>
                  </a:lnTo>
                  <a:lnTo>
                    <a:pt x="261512" y="526"/>
                  </a:lnTo>
                  <a:lnTo>
                    <a:pt x="257223" y="281"/>
                  </a:lnTo>
                  <a:lnTo>
                    <a:pt x="252931" y="112"/>
                  </a:lnTo>
                  <a:lnTo>
                    <a:pt x="248637" y="18"/>
                  </a:lnTo>
                  <a:lnTo>
                    <a:pt x="244342" y="0"/>
                  </a:lnTo>
                  <a:lnTo>
                    <a:pt x="240047" y="56"/>
                  </a:lnTo>
                  <a:lnTo>
                    <a:pt x="235753" y="187"/>
                  </a:lnTo>
                  <a:lnTo>
                    <a:pt x="231463" y="394"/>
                  </a:lnTo>
                  <a:lnTo>
                    <a:pt x="227177" y="676"/>
                  </a:lnTo>
                  <a:lnTo>
                    <a:pt x="222896" y="1032"/>
                  </a:lnTo>
                  <a:lnTo>
                    <a:pt x="218623" y="1464"/>
                  </a:lnTo>
                  <a:lnTo>
                    <a:pt x="214357" y="1970"/>
                  </a:lnTo>
                  <a:lnTo>
                    <a:pt x="210101" y="2551"/>
                  </a:lnTo>
                  <a:lnTo>
                    <a:pt x="205856" y="3206"/>
                  </a:lnTo>
                  <a:lnTo>
                    <a:pt x="201623" y="3936"/>
                  </a:lnTo>
                  <a:lnTo>
                    <a:pt x="197404" y="4739"/>
                  </a:lnTo>
                  <a:lnTo>
                    <a:pt x="193199" y="5616"/>
                  </a:lnTo>
                  <a:lnTo>
                    <a:pt x="189010" y="6567"/>
                  </a:lnTo>
                  <a:lnTo>
                    <a:pt x="184838" y="7591"/>
                  </a:lnTo>
                  <a:lnTo>
                    <a:pt x="180685" y="8687"/>
                  </a:lnTo>
                  <a:lnTo>
                    <a:pt x="176552" y="9856"/>
                  </a:lnTo>
                  <a:lnTo>
                    <a:pt x="172440" y="11098"/>
                  </a:lnTo>
                  <a:lnTo>
                    <a:pt x="168350" y="12411"/>
                  </a:lnTo>
                  <a:lnTo>
                    <a:pt x="164284" y="13795"/>
                  </a:lnTo>
                  <a:lnTo>
                    <a:pt x="160243" y="15250"/>
                  </a:lnTo>
                  <a:lnTo>
                    <a:pt x="156228" y="16776"/>
                  </a:lnTo>
                  <a:lnTo>
                    <a:pt x="152240" y="18372"/>
                  </a:lnTo>
                  <a:lnTo>
                    <a:pt x="148281" y="20038"/>
                  </a:lnTo>
                  <a:lnTo>
                    <a:pt x="144351" y="21772"/>
                  </a:lnTo>
                  <a:lnTo>
                    <a:pt x="140452" y="23575"/>
                  </a:lnTo>
                  <a:lnTo>
                    <a:pt x="136586" y="25446"/>
                  </a:lnTo>
                  <a:lnTo>
                    <a:pt x="132753" y="27384"/>
                  </a:lnTo>
                  <a:lnTo>
                    <a:pt x="128954" y="29389"/>
                  </a:lnTo>
                  <a:lnTo>
                    <a:pt x="125191" y="31461"/>
                  </a:lnTo>
                  <a:lnTo>
                    <a:pt x="121465" y="33597"/>
                  </a:lnTo>
                  <a:lnTo>
                    <a:pt x="117777" y="35799"/>
                  </a:lnTo>
                  <a:lnTo>
                    <a:pt x="114128" y="38065"/>
                  </a:lnTo>
                  <a:lnTo>
                    <a:pt x="110519" y="40394"/>
                  </a:lnTo>
                  <a:lnTo>
                    <a:pt x="106951" y="42787"/>
                  </a:lnTo>
                  <a:lnTo>
                    <a:pt x="103426" y="45241"/>
                  </a:lnTo>
                  <a:lnTo>
                    <a:pt x="99945" y="47757"/>
                  </a:lnTo>
                  <a:lnTo>
                    <a:pt x="96507" y="50333"/>
                  </a:lnTo>
                  <a:lnTo>
                    <a:pt x="93116" y="52969"/>
                  </a:lnTo>
                  <a:lnTo>
                    <a:pt x="89771" y="55664"/>
                  </a:lnTo>
                  <a:lnTo>
                    <a:pt x="86474" y="58417"/>
                  </a:lnTo>
                  <a:lnTo>
                    <a:pt x="83226" y="61227"/>
                  </a:lnTo>
                  <a:lnTo>
                    <a:pt x="80027" y="64094"/>
                  </a:lnTo>
                  <a:lnTo>
                    <a:pt x="76879" y="67016"/>
                  </a:lnTo>
                  <a:lnTo>
                    <a:pt x="73782" y="69993"/>
                  </a:lnTo>
                  <a:lnTo>
                    <a:pt x="70738" y="73023"/>
                  </a:lnTo>
                  <a:lnTo>
                    <a:pt x="67748" y="76107"/>
                  </a:lnTo>
                  <a:lnTo>
                    <a:pt x="64812" y="79242"/>
                  </a:lnTo>
                  <a:lnTo>
                    <a:pt x="61931" y="82428"/>
                  </a:lnTo>
                  <a:lnTo>
                    <a:pt x="59107" y="85664"/>
                  </a:lnTo>
                  <a:lnTo>
                    <a:pt x="56339" y="88949"/>
                  </a:lnTo>
                  <a:lnTo>
                    <a:pt x="53630" y="92282"/>
                  </a:lnTo>
                  <a:lnTo>
                    <a:pt x="50979" y="95662"/>
                  </a:lnTo>
                  <a:lnTo>
                    <a:pt x="48388" y="99088"/>
                  </a:lnTo>
                  <a:lnTo>
                    <a:pt x="45857" y="102559"/>
                  </a:lnTo>
                  <a:lnTo>
                    <a:pt x="43387" y="106073"/>
                  </a:lnTo>
                  <a:lnTo>
                    <a:pt x="40980" y="109630"/>
                  </a:lnTo>
                  <a:lnTo>
                    <a:pt x="38634" y="113229"/>
                  </a:lnTo>
                  <a:lnTo>
                    <a:pt x="36353" y="116868"/>
                  </a:lnTo>
                  <a:lnTo>
                    <a:pt x="34135" y="120546"/>
                  </a:lnTo>
                  <a:lnTo>
                    <a:pt x="31982" y="124263"/>
                  </a:lnTo>
                  <a:lnTo>
                    <a:pt x="29894" y="128017"/>
                  </a:lnTo>
                  <a:lnTo>
                    <a:pt x="27872" y="131807"/>
                  </a:lnTo>
                  <a:lnTo>
                    <a:pt x="25917" y="135631"/>
                  </a:lnTo>
                  <a:lnTo>
                    <a:pt x="24029" y="139490"/>
                  </a:lnTo>
                  <a:lnTo>
                    <a:pt x="22209" y="143380"/>
                  </a:lnTo>
                  <a:lnTo>
                    <a:pt x="20458" y="147302"/>
                  </a:lnTo>
                  <a:lnTo>
                    <a:pt x="18775" y="151254"/>
                  </a:lnTo>
                  <a:lnTo>
                    <a:pt x="17162" y="155235"/>
                  </a:lnTo>
                  <a:lnTo>
                    <a:pt x="15618" y="159244"/>
                  </a:lnTo>
                  <a:lnTo>
                    <a:pt x="14145" y="163279"/>
                  </a:lnTo>
                  <a:lnTo>
                    <a:pt x="12743" y="167339"/>
                  </a:lnTo>
                  <a:lnTo>
                    <a:pt x="11412" y="171423"/>
                  </a:lnTo>
                  <a:lnTo>
                    <a:pt x="10153" y="175529"/>
                  </a:lnTo>
                  <a:lnTo>
                    <a:pt x="8966" y="179657"/>
                  </a:lnTo>
                  <a:lnTo>
                    <a:pt x="7851" y="183805"/>
                  </a:lnTo>
                  <a:lnTo>
                    <a:pt x="6809" y="187973"/>
                  </a:lnTo>
                  <a:lnTo>
                    <a:pt x="5840" y="192157"/>
                  </a:lnTo>
                  <a:lnTo>
                    <a:pt x="4944" y="196358"/>
                  </a:lnTo>
                  <a:lnTo>
                    <a:pt x="4123" y="200574"/>
                  </a:lnTo>
                  <a:lnTo>
                    <a:pt x="3375" y="204804"/>
                  </a:lnTo>
                  <a:lnTo>
                    <a:pt x="2701" y="209046"/>
                  </a:lnTo>
                  <a:lnTo>
                    <a:pt x="2101" y="213299"/>
                  </a:lnTo>
                  <a:lnTo>
                    <a:pt x="1577" y="217563"/>
                  </a:lnTo>
                  <a:lnTo>
                    <a:pt x="1126" y="221834"/>
                  </a:lnTo>
                  <a:lnTo>
                    <a:pt x="751" y="226113"/>
                  </a:lnTo>
                  <a:lnTo>
                    <a:pt x="450" y="230398"/>
                  </a:lnTo>
                  <a:lnTo>
                    <a:pt x="225" y="234687"/>
                  </a:lnTo>
                  <a:lnTo>
                    <a:pt x="75" y="238980"/>
                  </a:lnTo>
                  <a:lnTo>
                    <a:pt x="0" y="243275"/>
                  </a:lnTo>
                  <a:lnTo>
                    <a:pt x="0" y="247570"/>
                  </a:lnTo>
                  <a:lnTo>
                    <a:pt x="75" y="251865"/>
                  </a:lnTo>
                  <a:lnTo>
                    <a:pt x="225" y="256158"/>
                  </a:lnTo>
                  <a:lnTo>
                    <a:pt x="450" y="260447"/>
                  </a:lnTo>
                  <a:lnTo>
                    <a:pt x="751" y="264732"/>
                  </a:lnTo>
                  <a:lnTo>
                    <a:pt x="1126" y="269011"/>
                  </a:lnTo>
                  <a:lnTo>
                    <a:pt x="1577" y="273283"/>
                  </a:lnTo>
                  <a:lnTo>
                    <a:pt x="2101" y="277546"/>
                  </a:lnTo>
                  <a:lnTo>
                    <a:pt x="2701" y="281799"/>
                  </a:lnTo>
                  <a:lnTo>
                    <a:pt x="3375" y="286041"/>
                  </a:lnTo>
                  <a:lnTo>
                    <a:pt x="4123" y="290271"/>
                  </a:lnTo>
                  <a:lnTo>
                    <a:pt x="4944" y="294487"/>
                  </a:lnTo>
                  <a:lnTo>
                    <a:pt x="5840" y="298688"/>
                  </a:lnTo>
                  <a:lnTo>
                    <a:pt x="6809" y="302873"/>
                  </a:lnTo>
                  <a:lnTo>
                    <a:pt x="7851" y="307040"/>
                  </a:lnTo>
                  <a:lnTo>
                    <a:pt x="8966" y="311188"/>
                  </a:lnTo>
                  <a:lnTo>
                    <a:pt x="10153" y="315316"/>
                  </a:lnTo>
                  <a:lnTo>
                    <a:pt x="11412" y="319423"/>
                  </a:lnTo>
                  <a:lnTo>
                    <a:pt x="12743" y="323506"/>
                  </a:lnTo>
                  <a:lnTo>
                    <a:pt x="14145" y="327567"/>
                  </a:lnTo>
                  <a:lnTo>
                    <a:pt x="15618" y="331601"/>
                  </a:lnTo>
                  <a:lnTo>
                    <a:pt x="17162" y="335610"/>
                  </a:lnTo>
                  <a:lnTo>
                    <a:pt x="18775" y="339591"/>
                  </a:lnTo>
                  <a:lnTo>
                    <a:pt x="20458" y="343543"/>
                  </a:lnTo>
                  <a:lnTo>
                    <a:pt x="22209" y="347465"/>
                  </a:lnTo>
                  <a:lnTo>
                    <a:pt x="24029" y="351355"/>
                  </a:lnTo>
                  <a:lnTo>
                    <a:pt x="25917" y="355214"/>
                  </a:lnTo>
                  <a:lnTo>
                    <a:pt x="27872" y="359038"/>
                  </a:lnTo>
                  <a:lnTo>
                    <a:pt x="29894" y="362828"/>
                  </a:lnTo>
                  <a:lnTo>
                    <a:pt x="31982" y="366582"/>
                  </a:lnTo>
                  <a:lnTo>
                    <a:pt x="34135" y="370299"/>
                  </a:lnTo>
                  <a:lnTo>
                    <a:pt x="36353" y="373977"/>
                  </a:lnTo>
                  <a:lnTo>
                    <a:pt x="38634" y="377616"/>
                  </a:lnTo>
                  <a:lnTo>
                    <a:pt x="40980" y="381215"/>
                  </a:lnTo>
                  <a:lnTo>
                    <a:pt x="43387" y="384772"/>
                  </a:lnTo>
                  <a:lnTo>
                    <a:pt x="45857" y="388286"/>
                  </a:lnTo>
                  <a:lnTo>
                    <a:pt x="48388" y="391757"/>
                  </a:lnTo>
                  <a:lnTo>
                    <a:pt x="50979" y="395183"/>
                  </a:lnTo>
                  <a:lnTo>
                    <a:pt x="53630" y="398563"/>
                  </a:lnTo>
                  <a:lnTo>
                    <a:pt x="56339" y="401896"/>
                  </a:lnTo>
                  <a:lnTo>
                    <a:pt x="59107" y="405181"/>
                  </a:lnTo>
                  <a:lnTo>
                    <a:pt x="61931" y="408417"/>
                  </a:lnTo>
                  <a:lnTo>
                    <a:pt x="64812" y="411603"/>
                  </a:lnTo>
                  <a:lnTo>
                    <a:pt x="67748" y="414738"/>
                  </a:lnTo>
                  <a:lnTo>
                    <a:pt x="70738" y="417822"/>
                  </a:lnTo>
                  <a:lnTo>
                    <a:pt x="73782" y="420852"/>
                  </a:lnTo>
                  <a:lnTo>
                    <a:pt x="76879" y="423829"/>
                  </a:lnTo>
                  <a:lnTo>
                    <a:pt x="80027" y="426752"/>
                  </a:lnTo>
                  <a:lnTo>
                    <a:pt x="83226" y="429618"/>
                  </a:lnTo>
                  <a:lnTo>
                    <a:pt x="86474" y="432429"/>
                  </a:lnTo>
                  <a:lnTo>
                    <a:pt x="89771" y="435182"/>
                  </a:lnTo>
                  <a:lnTo>
                    <a:pt x="93116" y="437876"/>
                  </a:lnTo>
                  <a:lnTo>
                    <a:pt x="96507" y="440512"/>
                  </a:lnTo>
                  <a:lnTo>
                    <a:pt x="99945" y="443088"/>
                  </a:lnTo>
                  <a:lnTo>
                    <a:pt x="103426" y="445604"/>
                  </a:lnTo>
                  <a:lnTo>
                    <a:pt x="106951" y="448058"/>
                  </a:lnTo>
                  <a:lnTo>
                    <a:pt x="110519" y="450451"/>
                  </a:lnTo>
                  <a:lnTo>
                    <a:pt x="114128" y="452780"/>
                  </a:lnTo>
                  <a:lnTo>
                    <a:pt x="117777" y="455046"/>
                  </a:lnTo>
                  <a:lnTo>
                    <a:pt x="121465" y="457248"/>
                  </a:lnTo>
                  <a:lnTo>
                    <a:pt x="125191" y="459385"/>
                  </a:lnTo>
                  <a:lnTo>
                    <a:pt x="128954" y="461456"/>
                  </a:lnTo>
                  <a:lnTo>
                    <a:pt x="132753" y="463461"/>
                  </a:lnTo>
                  <a:lnTo>
                    <a:pt x="136586" y="465399"/>
                  </a:lnTo>
                  <a:lnTo>
                    <a:pt x="140452" y="467270"/>
                  </a:lnTo>
                  <a:lnTo>
                    <a:pt x="144351" y="469073"/>
                  </a:lnTo>
                  <a:lnTo>
                    <a:pt x="148281" y="470808"/>
                  </a:lnTo>
                  <a:lnTo>
                    <a:pt x="152240" y="472473"/>
                  </a:lnTo>
                  <a:lnTo>
                    <a:pt x="156228" y="474069"/>
                  </a:lnTo>
                  <a:lnTo>
                    <a:pt x="160243" y="475595"/>
                  </a:lnTo>
                  <a:lnTo>
                    <a:pt x="164284" y="477050"/>
                  </a:lnTo>
                  <a:lnTo>
                    <a:pt x="168350" y="478435"/>
                  </a:lnTo>
                  <a:lnTo>
                    <a:pt x="172440" y="479748"/>
                  </a:lnTo>
                  <a:lnTo>
                    <a:pt x="176552" y="480989"/>
                  </a:lnTo>
                  <a:lnTo>
                    <a:pt x="180685" y="482158"/>
                  </a:lnTo>
                  <a:lnTo>
                    <a:pt x="184838" y="483255"/>
                  </a:lnTo>
                  <a:lnTo>
                    <a:pt x="189010" y="484278"/>
                  </a:lnTo>
                  <a:lnTo>
                    <a:pt x="193199" y="485229"/>
                  </a:lnTo>
                  <a:lnTo>
                    <a:pt x="197404" y="486106"/>
                  </a:lnTo>
                  <a:lnTo>
                    <a:pt x="201623" y="486909"/>
                  </a:lnTo>
                  <a:lnTo>
                    <a:pt x="205856" y="487639"/>
                  </a:lnTo>
                  <a:lnTo>
                    <a:pt x="210101" y="488294"/>
                  </a:lnTo>
                  <a:lnTo>
                    <a:pt x="214357" y="488875"/>
                  </a:lnTo>
                  <a:lnTo>
                    <a:pt x="218623" y="489381"/>
                  </a:lnTo>
                  <a:lnTo>
                    <a:pt x="222896" y="489813"/>
                  </a:lnTo>
                  <a:lnTo>
                    <a:pt x="227177" y="490169"/>
                  </a:lnTo>
                  <a:lnTo>
                    <a:pt x="231463" y="490451"/>
                  </a:lnTo>
                  <a:lnTo>
                    <a:pt x="235753" y="490658"/>
                  </a:lnTo>
                  <a:lnTo>
                    <a:pt x="240047" y="490789"/>
                  </a:lnTo>
                  <a:lnTo>
                    <a:pt x="244342" y="490846"/>
                  </a:lnTo>
                  <a:lnTo>
                    <a:pt x="248637" y="490827"/>
                  </a:lnTo>
                  <a:lnTo>
                    <a:pt x="252931" y="490733"/>
                  </a:lnTo>
                  <a:lnTo>
                    <a:pt x="257223" y="490564"/>
                  </a:lnTo>
                  <a:lnTo>
                    <a:pt x="261512" y="490320"/>
                  </a:lnTo>
                  <a:lnTo>
                    <a:pt x="265795" y="490000"/>
                  </a:lnTo>
                  <a:lnTo>
                    <a:pt x="270072" y="489606"/>
                  </a:lnTo>
                  <a:lnTo>
                    <a:pt x="274342" y="489137"/>
                  </a:lnTo>
                  <a:lnTo>
                    <a:pt x="278603" y="488594"/>
                  </a:lnTo>
                  <a:lnTo>
                    <a:pt x="282854" y="487976"/>
                  </a:lnTo>
                  <a:lnTo>
                    <a:pt x="287093" y="487283"/>
                  </a:lnTo>
                  <a:lnTo>
                    <a:pt x="291319" y="486517"/>
                  </a:lnTo>
                  <a:lnTo>
                    <a:pt x="295532" y="485677"/>
                  </a:lnTo>
                  <a:lnTo>
                    <a:pt x="299729" y="484763"/>
                  </a:lnTo>
                  <a:lnTo>
                    <a:pt x="303909" y="483776"/>
                  </a:lnTo>
                  <a:lnTo>
                    <a:pt x="308071" y="482715"/>
                  </a:lnTo>
                  <a:lnTo>
                    <a:pt x="312215" y="481582"/>
                  </a:lnTo>
                  <a:lnTo>
                    <a:pt x="316338" y="480377"/>
                  </a:lnTo>
                  <a:lnTo>
                    <a:pt x="320439" y="479100"/>
                  </a:lnTo>
                  <a:lnTo>
                    <a:pt x="324517" y="477751"/>
                  </a:lnTo>
                  <a:lnTo>
                    <a:pt x="328571" y="476331"/>
                  </a:lnTo>
                  <a:lnTo>
                    <a:pt x="332599" y="474841"/>
                  </a:lnTo>
                  <a:lnTo>
                    <a:pt x="336601" y="473280"/>
                  </a:lnTo>
                  <a:lnTo>
                    <a:pt x="340574" y="471649"/>
                  </a:lnTo>
                  <a:lnTo>
                    <a:pt x="344519" y="469949"/>
                  </a:lnTo>
                  <a:lnTo>
                    <a:pt x="348433" y="468180"/>
                  </a:lnTo>
                  <a:lnTo>
                    <a:pt x="352316" y="466343"/>
                  </a:lnTo>
                  <a:lnTo>
                    <a:pt x="356166" y="464438"/>
                  </a:lnTo>
                  <a:lnTo>
                    <a:pt x="359982" y="462467"/>
                  </a:lnTo>
                  <a:lnTo>
                    <a:pt x="363763" y="460428"/>
                  </a:lnTo>
                  <a:lnTo>
                    <a:pt x="367508" y="458324"/>
                  </a:lnTo>
                  <a:lnTo>
                    <a:pt x="371215" y="456155"/>
                  </a:lnTo>
                  <a:lnTo>
                    <a:pt x="374884" y="453921"/>
                  </a:lnTo>
                  <a:lnTo>
                    <a:pt x="378513" y="451623"/>
                  </a:lnTo>
                  <a:lnTo>
                    <a:pt x="382101" y="449262"/>
                  </a:lnTo>
                  <a:lnTo>
                    <a:pt x="385648" y="446839"/>
                  </a:lnTo>
                  <a:lnTo>
                    <a:pt x="389151" y="444354"/>
                  </a:lnTo>
                  <a:lnTo>
                    <a:pt x="392611" y="441808"/>
                  </a:lnTo>
                  <a:lnTo>
                    <a:pt x="396025" y="439202"/>
                  </a:lnTo>
                  <a:lnTo>
                    <a:pt x="399393" y="436536"/>
                  </a:lnTo>
                  <a:lnTo>
                    <a:pt x="402714" y="433812"/>
                  </a:lnTo>
                  <a:lnTo>
                    <a:pt x="405987" y="431031"/>
                  </a:lnTo>
                  <a:lnTo>
                    <a:pt x="409211" y="428192"/>
                  </a:lnTo>
                  <a:lnTo>
                    <a:pt x="412385" y="425297"/>
                  </a:lnTo>
                  <a:lnTo>
                    <a:pt x="415507" y="422348"/>
                  </a:lnTo>
                  <a:lnTo>
                    <a:pt x="418577" y="419344"/>
                  </a:lnTo>
                  <a:lnTo>
                    <a:pt x="421595" y="416287"/>
                  </a:lnTo>
                  <a:lnTo>
                    <a:pt x="424558" y="413177"/>
                  </a:lnTo>
                  <a:lnTo>
                    <a:pt x="427466" y="410016"/>
                  </a:lnTo>
                  <a:lnTo>
                    <a:pt x="430319" y="406805"/>
                  </a:lnTo>
                  <a:lnTo>
                    <a:pt x="433115" y="403544"/>
                  </a:lnTo>
                  <a:lnTo>
                    <a:pt x="435854" y="400235"/>
                  </a:lnTo>
                  <a:lnTo>
                    <a:pt x="438534" y="396879"/>
                  </a:lnTo>
                  <a:lnTo>
                    <a:pt x="441155" y="393476"/>
                  </a:lnTo>
                  <a:lnTo>
                    <a:pt x="443716" y="390027"/>
                  </a:lnTo>
                  <a:lnTo>
                    <a:pt x="446216" y="386535"/>
                  </a:lnTo>
                  <a:lnTo>
                    <a:pt x="448655" y="382999"/>
                  </a:lnTo>
                  <a:lnTo>
                    <a:pt x="451032" y="379421"/>
                  </a:lnTo>
                  <a:lnTo>
                    <a:pt x="453345" y="375802"/>
                  </a:lnTo>
                  <a:lnTo>
                    <a:pt x="455595" y="372143"/>
                  </a:lnTo>
                  <a:lnTo>
                    <a:pt x="457781" y="368445"/>
                  </a:lnTo>
                  <a:lnTo>
                    <a:pt x="459901" y="364710"/>
                  </a:lnTo>
                  <a:lnTo>
                    <a:pt x="461956" y="360938"/>
                  </a:lnTo>
                  <a:lnTo>
                    <a:pt x="463945" y="357130"/>
                  </a:lnTo>
                  <a:lnTo>
                    <a:pt x="465866" y="353289"/>
                  </a:lnTo>
                  <a:lnTo>
                    <a:pt x="467720" y="349414"/>
                  </a:lnTo>
                  <a:lnTo>
                    <a:pt x="469506" y="345508"/>
                  </a:lnTo>
                  <a:lnTo>
                    <a:pt x="471223" y="341570"/>
                  </a:lnTo>
                  <a:lnTo>
                    <a:pt x="472872" y="337604"/>
                  </a:lnTo>
                  <a:lnTo>
                    <a:pt x="474450" y="333609"/>
                  </a:lnTo>
                  <a:lnTo>
                    <a:pt x="475958" y="329587"/>
                  </a:lnTo>
                  <a:lnTo>
                    <a:pt x="477396" y="325540"/>
                  </a:lnTo>
                  <a:lnTo>
                    <a:pt x="478762" y="321467"/>
                  </a:lnTo>
                  <a:lnTo>
                    <a:pt x="480058" y="317372"/>
                  </a:lnTo>
                  <a:lnTo>
                    <a:pt x="481281" y="313254"/>
                  </a:lnTo>
                  <a:lnTo>
                    <a:pt x="482432" y="309116"/>
                  </a:lnTo>
                  <a:lnTo>
                    <a:pt x="483510" y="304958"/>
                  </a:lnTo>
                  <a:lnTo>
                    <a:pt x="484516" y="300782"/>
                  </a:lnTo>
                  <a:lnTo>
                    <a:pt x="485448" y="296589"/>
                  </a:lnTo>
                  <a:lnTo>
                    <a:pt x="486307" y="292381"/>
                  </a:lnTo>
                  <a:lnTo>
                    <a:pt x="487092" y="288158"/>
                  </a:lnTo>
                  <a:lnTo>
                    <a:pt x="487803" y="283922"/>
                  </a:lnTo>
                  <a:lnTo>
                    <a:pt x="488439" y="279674"/>
                  </a:lnTo>
                  <a:lnTo>
                    <a:pt x="489001" y="275415"/>
                  </a:lnTo>
                  <a:lnTo>
                    <a:pt x="489489" y="271148"/>
                  </a:lnTo>
                  <a:lnTo>
                    <a:pt x="489902" y="266872"/>
                  </a:lnTo>
                  <a:lnTo>
                    <a:pt x="490240" y="262590"/>
                  </a:lnTo>
                  <a:lnTo>
                    <a:pt x="490503" y="258303"/>
                  </a:lnTo>
                  <a:lnTo>
                    <a:pt x="490691" y="254012"/>
                  </a:lnTo>
                  <a:lnTo>
                    <a:pt x="490803" y="249718"/>
                  </a:lnTo>
                  <a:lnTo>
                    <a:pt x="490841" y="245423"/>
                  </a:lnTo>
                </a:path>
              </a:pathLst>
            </a:custGeom>
            <a:ln w="13550" cap="flat">
              <a:solidFill>
                <a:srgbClr val="7FC5D8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624" name="tx624"/>
            <p:cNvSpPr/>
            <p:nvPr/>
          </p:nvSpPr>
          <p:spPr>
            <a:xfrm>
              <a:off x="4439457" y="4410686"/>
              <a:ext cx="265084" cy="800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625" name="tx625"/>
            <p:cNvSpPr/>
            <p:nvPr/>
          </p:nvSpPr>
          <p:spPr>
            <a:xfrm>
              <a:off x="4430353" y="4973100"/>
              <a:ext cx="283292" cy="82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626" name="tx626"/>
            <p:cNvSpPr/>
            <p:nvPr/>
          </p:nvSpPr>
          <p:spPr>
            <a:xfrm>
              <a:off x="4771573" y="4493246"/>
              <a:ext cx="469984" cy="801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627" name="tx627"/>
            <p:cNvSpPr/>
            <p:nvPr/>
          </p:nvSpPr>
          <p:spPr>
            <a:xfrm>
              <a:off x="4854239" y="4693084"/>
              <a:ext cx="216915" cy="79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628" name="tx628"/>
            <p:cNvSpPr/>
            <p:nvPr/>
          </p:nvSpPr>
          <p:spPr>
            <a:xfrm>
              <a:off x="4771573" y="4890434"/>
              <a:ext cx="488193" cy="82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629" name="pg629"/>
            <p:cNvSpPr/>
            <p:nvPr/>
          </p:nvSpPr>
          <p:spPr>
            <a:xfrm>
              <a:off x="4326583" y="4488710"/>
              <a:ext cx="490841" cy="490846"/>
            </a:xfrm>
            <a:custGeom>
              <a:avLst/>
              <a:pathLst>
                <a:path w="490841" h="490846">
                  <a:moveTo>
                    <a:pt x="490841" y="245423"/>
                  </a:moveTo>
                  <a:lnTo>
                    <a:pt x="490803" y="241127"/>
                  </a:lnTo>
                  <a:lnTo>
                    <a:pt x="490691" y="236833"/>
                  </a:lnTo>
                  <a:lnTo>
                    <a:pt x="490503" y="232542"/>
                  </a:lnTo>
                  <a:lnTo>
                    <a:pt x="490240" y="228255"/>
                  </a:lnTo>
                  <a:lnTo>
                    <a:pt x="489902" y="223973"/>
                  </a:lnTo>
                  <a:lnTo>
                    <a:pt x="489489" y="219697"/>
                  </a:lnTo>
                  <a:lnTo>
                    <a:pt x="489001" y="215430"/>
                  </a:lnTo>
                  <a:lnTo>
                    <a:pt x="488439" y="211171"/>
                  </a:lnTo>
                  <a:lnTo>
                    <a:pt x="487803" y="206924"/>
                  </a:lnTo>
                  <a:lnTo>
                    <a:pt x="487092" y="202687"/>
                  </a:lnTo>
                  <a:lnTo>
                    <a:pt x="486307" y="198464"/>
                  </a:lnTo>
                  <a:lnTo>
                    <a:pt x="485448" y="194256"/>
                  </a:lnTo>
                  <a:lnTo>
                    <a:pt x="484516" y="190063"/>
                  </a:lnTo>
                  <a:lnTo>
                    <a:pt x="483510" y="185887"/>
                  </a:lnTo>
                  <a:lnTo>
                    <a:pt x="482432" y="181729"/>
                  </a:lnTo>
                  <a:lnTo>
                    <a:pt x="481281" y="177591"/>
                  </a:lnTo>
                  <a:lnTo>
                    <a:pt x="480058" y="173473"/>
                  </a:lnTo>
                  <a:lnTo>
                    <a:pt x="478762" y="169378"/>
                  </a:lnTo>
                  <a:lnTo>
                    <a:pt x="477396" y="165306"/>
                  </a:lnTo>
                  <a:lnTo>
                    <a:pt x="475958" y="161258"/>
                  </a:lnTo>
                  <a:lnTo>
                    <a:pt x="474450" y="157236"/>
                  </a:lnTo>
                  <a:lnTo>
                    <a:pt x="472872" y="153241"/>
                  </a:lnTo>
                  <a:lnTo>
                    <a:pt x="471223" y="149275"/>
                  </a:lnTo>
                  <a:lnTo>
                    <a:pt x="469506" y="145338"/>
                  </a:lnTo>
                  <a:lnTo>
                    <a:pt x="467720" y="141431"/>
                  </a:lnTo>
                  <a:lnTo>
                    <a:pt x="465866" y="137556"/>
                  </a:lnTo>
                  <a:lnTo>
                    <a:pt x="463945" y="133715"/>
                  </a:lnTo>
                  <a:lnTo>
                    <a:pt x="461956" y="129907"/>
                  </a:lnTo>
                  <a:lnTo>
                    <a:pt x="459901" y="126135"/>
                  </a:lnTo>
                  <a:lnTo>
                    <a:pt x="457781" y="122400"/>
                  </a:lnTo>
                  <a:lnTo>
                    <a:pt x="455595" y="118702"/>
                  </a:lnTo>
                  <a:lnTo>
                    <a:pt x="453345" y="115043"/>
                  </a:lnTo>
                  <a:lnTo>
                    <a:pt x="451032" y="111424"/>
                  </a:lnTo>
                  <a:lnTo>
                    <a:pt x="448655" y="107846"/>
                  </a:lnTo>
                  <a:lnTo>
                    <a:pt x="446216" y="104310"/>
                  </a:lnTo>
                  <a:lnTo>
                    <a:pt x="443716" y="100818"/>
                  </a:lnTo>
                  <a:lnTo>
                    <a:pt x="441155" y="97370"/>
                  </a:lnTo>
                  <a:lnTo>
                    <a:pt x="438534" y="93967"/>
                  </a:lnTo>
                  <a:lnTo>
                    <a:pt x="435854" y="90610"/>
                  </a:lnTo>
                  <a:lnTo>
                    <a:pt x="433115" y="87301"/>
                  </a:lnTo>
                  <a:lnTo>
                    <a:pt x="430319" y="84040"/>
                  </a:lnTo>
                  <a:lnTo>
                    <a:pt x="427466" y="80829"/>
                  </a:lnTo>
                  <a:lnTo>
                    <a:pt x="424558" y="77668"/>
                  </a:lnTo>
                  <a:lnTo>
                    <a:pt x="421595" y="74558"/>
                  </a:lnTo>
                  <a:lnTo>
                    <a:pt x="418577" y="71501"/>
                  </a:lnTo>
                  <a:lnTo>
                    <a:pt x="415507" y="68497"/>
                  </a:lnTo>
                  <a:lnTo>
                    <a:pt x="412385" y="65548"/>
                  </a:lnTo>
                  <a:lnTo>
                    <a:pt x="409211" y="62653"/>
                  </a:lnTo>
                  <a:lnTo>
                    <a:pt x="405987" y="59815"/>
                  </a:lnTo>
                  <a:lnTo>
                    <a:pt x="402714" y="57033"/>
                  </a:lnTo>
                  <a:lnTo>
                    <a:pt x="399393" y="54309"/>
                  </a:lnTo>
                  <a:lnTo>
                    <a:pt x="396025" y="51643"/>
                  </a:lnTo>
                  <a:lnTo>
                    <a:pt x="392611" y="49037"/>
                  </a:lnTo>
                  <a:lnTo>
                    <a:pt x="389151" y="46491"/>
                  </a:lnTo>
                  <a:lnTo>
                    <a:pt x="385648" y="44006"/>
                  </a:lnTo>
                  <a:lnTo>
                    <a:pt x="382101" y="41583"/>
                  </a:lnTo>
                  <a:lnTo>
                    <a:pt x="378513" y="39222"/>
                  </a:lnTo>
                  <a:lnTo>
                    <a:pt x="374884" y="36924"/>
                  </a:lnTo>
                  <a:lnTo>
                    <a:pt x="371215" y="34690"/>
                  </a:lnTo>
                  <a:lnTo>
                    <a:pt x="367508" y="32521"/>
                  </a:lnTo>
                  <a:lnTo>
                    <a:pt x="363763" y="30417"/>
                  </a:lnTo>
                  <a:lnTo>
                    <a:pt x="359982" y="28378"/>
                  </a:lnTo>
                  <a:lnTo>
                    <a:pt x="356166" y="26407"/>
                  </a:lnTo>
                  <a:lnTo>
                    <a:pt x="352316" y="24502"/>
                  </a:lnTo>
                  <a:lnTo>
                    <a:pt x="348433" y="22665"/>
                  </a:lnTo>
                  <a:lnTo>
                    <a:pt x="344519" y="20896"/>
                  </a:lnTo>
                  <a:lnTo>
                    <a:pt x="340574" y="19196"/>
                  </a:lnTo>
                  <a:lnTo>
                    <a:pt x="336601" y="17565"/>
                  </a:lnTo>
                  <a:lnTo>
                    <a:pt x="332599" y="16004"/>
                  </a:lnTo>
                  <a:lnTo>
                    <a:pt x="328571" y="14514"/>
                  </a:lnTo>
                  <a:lnTo>
                    <a:pt x="324517" y="13094"/>
                  </a:lnTo>
                  <a:lnTo>
                    <a:pt x="320439" y="11745"/>
                  </a:lnTo>
                  <a:lnTo>
                    <a:pt x="316338" y="10468"/>
                  </a:lnTo>
                  <a:lnTo>
                    <a:pt x="312215" y="9263"/>
                  </a:lnTo>
                  <a:lnTo>
                    <a:pt x="308071" y="8130"/>
                  </a:lnTo>
                  <a:lnTo>
                    <a:pt x="303909" y="7070"/>
                  </a:lnTo>
                  <a:lnTo>
                    <a:pt x="299729" y="6082"/>
                  </a:lnTo>
                  <a:lnTo>
                    <a:pt x="295532" y="5169"/>
                  </a:lnTo>
                  <a:lnTo>
                    <a:pt x="291319" y="4328"/>
                  </a:lnTo>
                  <a:lnTo>
                    <a:pt x="287093" y="3562"/>
                  </a:lnTo>
                  <a:lnTo>
                    <a:pt x="282854" y="2869"/>
                  </a:lnTo>
                  <a:lnTo>
                    <a:pt x="278603" y="2251"/>
                  </a:lnTo>
                  <a:lnTo>
                    <a:pt x="274342" y="1708"/>
                  </a:lnTo>
                  <a:lnTo>
                    <a:pt x="270072" y="1239"/>
                  </a:lnTo>
                  <a:lnTo>
                    <a:pt x="265795" y="845"/>
                  </a:lnTo>
                  <a:lnTo>
                    <a:pt x="261512" y="526"/>
                  </a:lnTo>
                  <a:lnTo>
                    <a:pt x="257223" y="281"/>
                  </a:lnTo>
                  <a:lnTo>
                    <a:pt x="252931" y="112"/>
                  </a:lnTo>
                  <a:lnTo>
                    <a:pt x="248637" y="18"/>
                  </a:lnTo>
                  <a:lnTo>
                    <a:pt x="244342" y="0"/>
                  </a:lnTo>
                  <a:lnTo>
                    <a:pt x="240047" y="56"/>
                  </a:lnTo>
                  <a:lnTo>
                    <a:pt x="235753" y="187"/>
                  </a:lnTo>
                  <a:lnTo>
                    <a:pt x="231463" y="394"/>
                  </a:lnTo>
                  <a:lnTo>
                    <a:pt x="227177" y="676"/>
                  </a:lnTo>
                  <a:lnTo>
                    <a:pt x="222896" y="1032"/>
                  </a:lnTo>
                  <a:lnTo>
                    <a:pt x="218623" y="1464"/>
                  </a:lnTo>
                  <a:lnTo>
                    <a:pt x="214357" y="1970"/>
                  </a:lnTo>
                  <a:lnTo>
                    <a:pt x="210101" y="2551"/>
                  </a:lnTo>
                  <a:lnTo>
                    <a:pt x="205856" y="3206"/>
                  </a:lnTo>
                  <a:lnTo>
                    <a:pt x="201623" y="3936"/>
                  </a:lnTo>
                  <a:lnTo>
                    <a:pt x="197404" y="4739"/>
                  </a:lnTo>
                  <a:lnTo>
                    <a:pt x="193199" y="5616"/>
                  </a:lnTo>
                  <a:lnTo>
                    <a:pt x="189010" y="6567"/>
                  </a:lnTo>
                  <a:lnTo>
                    <a:pt x="184838" y="7591"/>
                  </a:lnTo>
                  <a:lnTo>
                    <a:pt x="180685" y="8687"/>
                  </a:lnTo>
                  <a:lnTo>
                    <a:pt x="176552" y="9856"/>
                  </a:lnTo>
                  <a:lnTo>
                    <a:pt x="172440" y="11098"/>
                  </a:lnTo>
                  <a:lnTo>
                    <a:pt x="168350" y="12411"/>
                  </a:lnTo>
                  <a:lnTo>
                    <a:pt x="164284" y="13795"/>
                  </a:lnTo>
                  <a:lnTo>
                    <a:pt x="160243" y="15250"/>
                  </a:lnTo>
                  <a:lnTo>
                    <a:pt x="156228" y="16776"/>
                  </a:lnTo>
                  <a:lnTo>
                    <a:pt x="152240" y="18372"/>
                  </a:lnTo>
                  <a:lnTo>
                    <a:pt x="148281" y="20038"/>
                  </a:lnTo>
                  <a:lnTo>
                    <a:pt x="144351" y="21772"/>
                  </a:lnTo>
                  <a:lnTo>
                    <a:pt x="140452" y="23575"/>
                  </a:lnTo>
                  <a:lnTo>
                    <a:pt x="136586" y="25446"/>
                  </a:lnTo>
                  <a:lnTo>
                    <a:pt x="132753" y="27384"/>
                  </a:lnTo>
                  <a:lnTo>
                    <a:pt x="128954" y="29389"/>
                  </a:lnTo>
                  <a:lnTo>
                    <a:pt x="125191" y="31461"/>
                  </a:lnTo>
                  <a:lnTo>
                    <a:pt x="121465" y="33597"/>
                  </a:lnTo>
                  <a:lnTo>
                    <a:pt x="117777" y="35799"/>
                  </a:lnTo>
                  <a:lnTo>
                    <a:pt x="114128" y="38065"/>
                  </a:lnTo>
                  <a:lnTo>
                    <a:pt x="110519" y="40394"/>
                  </a:lnTo>
                  <a:lnTo>
                    <a:pt x="106951" y="42787"/>
                  </a:lnTo>
                  <a:lnTo>
                    <a:pt x="103426" y="45241"/>
                  </a:lnTo>
                  <a:lnTo>
                    <a:pt x="99945" y="47757"/>
                  </a:lnTo>
                  <a:lnTo>
                    <a:pt x="96507" y="50333"/>
                  </a:lnTo>
                  <a:lnTo>
                    <a:pt x="93116" y="52969"/>
                  </a:lnTo>
                  <a:lnTo>
                    <a:pt x="89771" y="55664"/>
                  </a:lnTo>
                  <a:lnTo>
                    <a:pt x="86474" y="58417"/>
                  </a:lnTo>
                  <a:lnTo>
                    <a:pt x="83226" y="61227"/>
                  </a:lnTo>
                  <a:lnTo>
                    <a:pt x="80027" y="64094"/>
                  </a:lnTo>
                  <a:lnTo>
                    <a:pt x="76879" y="67016"/>
                  </a:lnTo>
                  <a:lnTo>
                    <a:pt x="73782" y="69993"/>
                  </a:lnTo>
                  <a:lnTo>
                    <a:pt x="70738" y="73023"/>
                  </a:lnTo>
                  <a:lnTo>
                    <a:pt x="67748" y="76107"/>
                  </a:lnTo>
                  <a:lnTo>
                    <a:pt x="64812" y="79242"/>
                  </a:lnTo>
                  <a:lnTo>
                    <a:pt x="61931" y="82428"/>
                  </a:lnTo>
                  <a:lnTo>
                    <a:pt x="59107" y="85664"/>
                  </a:lnTo>
                  <a:lnTo>
                    <a:pt x="56339" y="88949"/>
                  </a:lnTo>
                  <a:lnTo>
                    <a:pt x="53630" y="92282"/>
                  </a:lnTo>
                  <a:lnTo>
                    <a:pt x="50979" y="95662"/>
                  </a:lnTo>
                  <a:lnTo>
                    <a:pt x="48388" y="99088"/>
                  </a:lnTo>
                  <a:lnTo>
                    <a:pt x="45857" y="102559"/>
                  </a:lnTo>
                  <a:lnTo>
                    <a:pt x="43387" y="106073"/>
                  </a:lnTo>
                  <a:lnTo>
                    <a:pt x="40980" y="109630"/>
                  </a:lnTo>
                  <a:lnTo>
                    <a:pt x="38634" y="113229"/>
                  </a:lnTo>
                  <a:lnTo>
                    <a:pt x="36353" y="116868"/>
                  </a:lnTo>
                  <a:lnTo>
                    <a:pt x="34135" y="120546"/>
                  </a:lnTo>
                  <a:lnTo>
                    <a:pt x="31982" y="124263"/>
                  </a:lnTo>
                  <a:lnTo>
                    <a:pt x="29894" y="128017"/>
                  </a:lnTo>
                  <a:lnTo>
                    <a:pt x="27872" y="131807"/>
                  </a:lnTo>
                  <a:lnTo>
                    <a:pt x="25917" y="135631"/>
                  </a:lnTo>
                  <a:lnTo>
                    <a:pt x="24029" y="139490"/>
                  </a:lnTo>
                  <a:lnTo>
                    <a:pt x="22209" y="143380"/>
                  </a:lnTo>
                  <a:lnTo>
                    <a:pt x="20458" y="147302"/>
                  </a:lnTo>
                  <a:lnTo>
                    <a:pt x="18775" y="151254"/>
                  </a:lnTo>
                  <a:lnTo>
                    <a:pt x="17162" y="155235"/>
                  </a:lnTo>
                  <a:lnTo>
                    <a:pt x="15618" y="159244"/>
                  </a:lnTo>
                  <a:lnTo>
                    <a:pt x="14145" y="163279"/>
                  </a:lnTo>
                  <a:lnTo>
                    <a:pt x="12743" y="167339"/>
                  </a:lnTo>
                  <a:lnTo>
                    <a:pt x="11412" y="171423"/>
                  </a:lnTo>
                  <a:lnTo>
                    <a:pt x="10153" y="175529"/>
                  </a:lnTo>
                  <a:lnTo>
                    <a:pt x="8966" y="179657"/>
                  </a:lnTo>
                  <a:lnTo>
                    <a:pt x="7851" y="183805"/>
                  </a:lnTo>
                  <a:lnTo>
                    <a:pt x="6809" y="187973"/>
                  </a:lnTo>
                  <a:lnTo>
                    <a:pt x="5840" y="192157"/>
                  </a:lnTo>
                  <a:lnTo>
                    <a:pt x="4944" y="196358"/>
                  </a:lnTo>
                  <a:lnTo>
                    <a:pt x="4123" y="200574"/>
                  </a:lnTo>
                  <a:lnTo>
                    <a:pt x="3375" y="204804"/>
                  </a:lnTo>
                  <a:lnTo>
                    <a:pt x="2701" y="209046"/>
                  </a:lnTo>
                  <a:lnTo>
                    <a:pt x="2101" y="213299"/>
                  </a:lnTo>
                  <a:lnTo>
                    <a:pt x="1577" y="217563"/>
                  </a:lnTo>
                  <a:lnTo>
                    <a:pt x="1126" y="221834"/>
                  </a:lnTo>
                  <a:lnTo>
                    <a:pt x="751" y="226113"/>
                  </a:lnTo>
                  <a:lnTo>
                    <a:pt x="450" y="230398"/>
                  </a:lnTo>
                  <a:lnTo>
                    <a:pt x="225" y="234687"/>
                  </a:lnTo>
                  <a:lnTo>
                    <a:pt x="75" y="238980"/>
                  </a:lnTo>
                  <a:lnTo>
                    <a:pt x="0" y="243275"/>
                  </a:lnTo>
                  <a:lnTo>
                    <a:pt x="0" y="247570"/>
                  </a:lnTo>
                  <a:lnTo>
                    <a:pt x="75" y="251865"/>
                  </a:lnTo>
                  <a:lnTo>
                    <a:pt x="225" y="256158"/>
                  </a:lnTo>
                  <a:lnTo>
                    <a:pt x="450" y="260447"/>
                  </a:lnTo>
                  <a:lnTo>
                    <a:pt x="751" y="264732"/>
                  </a:lnTo>
                  <a:lnTo>
                    <a:pt x="1126" y="269011"/>
                  </a:lnTo>
                  <a:lnTo>
                    <a:pt x="1577" y="273283"/>
                  </a:lnTo>
                  <a:lnTo>
                    <a:pt x="2101" y="277546"/>
                  </a:lnTo>
                  <a:lnTo>
                    <a:pt x="2701" y="281799"/>
                  </a:lnTo>
                  <a:lnTo>
                    <a:pt x="3375" y="286041"/>
                  </a:lnTo>
                  <a:lnTo>
                    <a:pt x="4123" y="290271"/>
                  </a:lnTo>
                  <a:lnTo>
                    <a:pt x="4944" y="294487"/>
                  </a:lnTo>
                  <a:lnTo>
                    <a:pt x="5840" y="298688"/>
                  </a:lnTo>
                  <a:lnTo>
                    <a:pt x="6809" y="302873"/>
                  </a:lnTo>
                  <a:lnTo>
                    <a:pt x="7851" y="307040"/>
                  </a:lnTo>
                  <a:lnTo>
                    <a:pt x="8966" y="311188"/>
                  </a:lnTo>
                  <a:lnTo>
                    <a:pt x="10153" y="315316"/>
                  </a:lnTo>
                  <a:lnTo>
                    <a:pt x="11412" y="319423"/>
                  </a:lnTo>
                  <a:lnTo>
                    <a:pt x="12743" y="323506"/>
                  </a:lnTo>
                  <a:lnTo>
                    <a:pt x="14145" y="327567"/>
                  </a:lnTo>
                  <a:lnTo>
                    <a:pt x="15618" y="331601"/>
                  </a:lnTo>
                  <a:lnTo>
                    <a:pt x="17162" y="335610"/>
                  </a:lnTo>
                  <a:lnTo>
                    <a:pt x="18775" y="339591"/>
                  </a:lnTo>
                  <a:lnTo>
                    <a:pt x="20458" y="343543"/>
                  </a:lnTo>
                  <a:lnTo>
                    <a:pt x="22209" y="347465"/>
                  </a:lnTo>
                  <a:lnTo>
                    <a:pt x="24029" y="351355"/>
                  </a:lnTo>
                  <a:lnTo>
                    <a:pt x="25917" y="355214"/>
                  </a:lnTo>
                  <a:lnTo>
                    <a:pt x="27872" y="359038"/>
                  </a:lnTo>
                  <a:lnTo>
                    <a:pt x="29894" y="362828"/>
                  </a:lnTo>
                  <a:lnTo>
                    <a:pt x="31982" y="366582"/>
                  </a:lnTo>
                  <a:lnTo>
                    <a:pt x="34135" y="370299"/>
                  </a:lnTo>
                  <a:lnTo>
                    <a:pt x="36353" y="373977"/>
                  </a:lnTo>
                  <a:lnTo>
                    <a:pt x="38634" y="377616"/>
                  </a:lnTo>
                  <a:lnTo>
                    <a:pt x="40980" y="381215"/>
                  </a:lnTo>
                  <a:lnTo>
                    <a:pt x="43387" y="384772"/>
                  </a:lnTo>
                  <a:lnTo>
                    <a:pt x="45857" y="388286"/>
                  </a:lnTo>
                  <a:lnTo>
                    <a:pt x="48388" y="391757"/>
                  </a:lnTo>
                  <a:lnTo>
                    <a:pt x="50979" y="395183"/>
                  </a:lnTo>
                  <a:lnTo>
                    <a:pt x="53630" y="398563"/>
                  </a:lnTo>
                  <a:lnTo>
                    <a:pt x="56339" y="401896"/>
                  </a:lnTo>
                  <a:lnTo>
                    <a:pt x="59107" y="405181"/>
                  </a:lnTo>
                  <a:lnTo>
                    <a:pt x="61931" y="408417"/>
                  </a:lnTo>
                  <a:lnTo>
                    <a:pt x="64812" y="411603"/>
                  </a:lnTo>
                  <a:lnTo>
                    <a:pt x="67748" y="414738"/>
                  </a:lnTo>
                  <a:lnTo>
                    <a:pt x="70738" y="417822"/>
                  </a:lnTo>
                  <a:lnTo>
                    <a:pt x="73782" y="420852"/>
                  </a:lnTo>
                  <a:lnTo>
                    <a:pt x="76879" y="423829"/>
                  </a:lnTo>
                  <a:lnTo>
                    <a:pt x="80027" y="426752"/>
                  </a:lnTo>
                  <a:lnTo>
                    <a:pt x="83226" y="429618"/>
                  </a:lnTo>
                  <a:lnTo>
                    <a:pt x="86474" y="432429"/>
                  </a:lnTo>
                  <a:lnTo>
                    <a:pt x="89771" y="435182"/>
                  </a:lnTo>
                  <a:lnTo>
                    <a:pt x="93116" y="437876"/>
                  </a:lnTo>
                  <a:lnTo>
                    <a:pt x="96507" y="440512"/>
                  </a:lnTo>
                  <a:lnTo>
                    <a:pt x="99945" y="443088"/>
                  </a:lnTo>
                  <a:lnTo>
                    <a:pt x="103426" y="445604"/>
                  </a:lnTo>
                  <a:lnTo>
                    <a:pt x="106951" y="448058"/>
                  </a:lnTo>
                  <a:lnTo>
                    <a:pt x="110519" y="450451"/>
                  </a:lnTo>
                  <a:lnTo>
                    <a:pt x="114128" y="452780"/>
                  </a:lnTo>
                  <a:lnTo>
                    <a:pt x="117777" y="455046"/>
                  </a:lnTo>
                  <a:lnTo>
                    <a:pt x="121465" y="457248"/>
                  </a:lnTo>
                  <a:lnTo>
                    <a:pt x="125191" y="459385"/>
                  </a:lnTo>
                  <a:lnTo>
                    <a:pt x="128954" y="461456"/>
                  </a:lnTo>
                  <a:lnTo>
                    <a:pt x="132753" y="463461"/>
                  </a:lnTo>
                  <a:lnTo>
                    <a:pt x="136586" y="465399"/>
                  </a:lnTo>
                  <a:lnTo>
                    <a:pt x="140452" y="467270"/>
                  </a:lnTo>
                  <a:lnTo>
                    <a:pt x="144351" y="469073"/>
                  </a:lnTo>
                  <a:lnTo>
                    <a:pt x="148281" y="470808"/>
                  </a:lnTo>
                  <a:lnTo>
                    <a:pt x="152240" y="472473"/>
                  </a:lnTo>
                  <a:lnTo>
                    <a:pt x="156228" y="474069"/>
                  </a:lnTo>
                  <a:lnTo>
                    <a:pt x="160243" y="475595"/>
                  </a:lnTo>
                  <a:lnTo>
                    <a:pt x="164284" y="477050"/>
                  </a:lnTo>
                  <a:lnTo>
                    <a:pt x="168350" y="478435"/>
                  </a:lnTo>
                  <a:lnTo>
                    <a:pt x="172440" y="479748"/>
                  </a:lnTo>
                  <a:lnTo>
                    <a:pt x="176552" y="480989"/>
                  </a:lnTo>
                  <a:lnTo>
                    <a:pt x="180685" y="482158"/>
                  </a:lnTo>
                  <a:lnTo>
                    <a:pt x="184838" y="483255"/>
                  </a:lnTo>
                  <a:lnTo>
                    <a:pt x="189010" y="484278"/>
                  </a:lnTo>
                  <a:lnTo>
                    <a:pt x="193199" y="485229"/>
                  </a:lnTo>
                  <a:lnTo>
                    <a:pt x="197404" y="486106"/>
                  </a:lnTo>
                  <a:lnTo>
                    <a:pt x="201623" y="486909"/>
                  </a:lnTo>
                  <a:lnTo>
                    <a:pt x="205856" y="487639"/>
                  </a:lnTo>
                  <a:lnTo>
                    <a:pt x="210101" y="488294"/>
                  </a:lnTo>
                  <a:lnTo>
                    <a:pt x="214357" y="488875"/>
                  </a:lnTo>
                  <a:lnTo>
                    <a:pt x="218623" y="489381"/>
                  </a:lnTo>
                  <a:lnTo>
                    <a:pt x="222896" y="489813"/>
                  </a:lnTo>
                  <a:lnTo>
                    <a:pt x="227177" y="490169"/>
                  </a:lnTo>
                  <a:lnTo>
                    <a:pt x="231463" y="490451"/>
                  </a:lnTo>
                  <a:lnTo>
                    <a:pt x="235753" y="490658"/>
                  </a:lnTo>
                  <a:lnTo>
                    <a:pt x="240047" y="490789"/>
                  </a:lnTo>
                  <a:lnTo>
                    <a:pt x="244342" y="490846"/>
                  </a:lnTo>
                  <a:lnTo>
                    <a:pt x="248637" y="490827"/>
                  </a:lnTo>
                  <a:lnTo>
                    <a:pt x="252931" y="490733"/>
                  </a:lnTo>
                  <a:lnTo>
                    <a:pt x="257223" y="490564"/>
                  </a:lnTo>
                  <a:lnTo>
                    <a:pt x="261512" y="490320"/>
                  </a:lnTo>
                  <a:lnTo>
                    <a:pt x="265795" y="490000"/>
                  </a:lnTo>
                  <a:lnTo>
                    <a:pt x="270072" y="489606"/>
                  </a:lnTo>
                  <a:lnTo>
                    <a:pt x="274342" y="489137"/>
                  </a:lnTo>
                  <a:lnTo>
                    <a:pt x="278603" y="488594"/>
                  </a:lnTo>
                  <a:lnTo>
                    <a:pt x="282854" y="487976"/>
                  </a:lnTo>
                  <a:lnTo>
                    <a:pt x="287093" y="487283"/>
                  </a:lnTo>
                  <a:lnTo>
                    <a:pt x="291319" y="486517"/>
                  </a:lnTo>
                  <a:lnTo>
                    <a:pt x="295532" y="485677"/>
                  </a:lnTo>
                  <a:lnTo>
                    <a:pt x="299729" y="484763"/>
                  </a:lnTo>
                  <a:lnTo>
                    <a:pt x="303909" y="483776"/>
                  </a:lnTo>
                  <a:lnTo>
                    <a:pt x="308071" y="482715"/>
                  </a:lnTo>
                  <a:lnTo>
                    <a:pt x="312215" y="481582"/>
                  </a:lnTo>
                  <a:lnTo>
                    <a:pt x="316338" y="480377"/>
                  </a:lnTo>
                  <a:lnTo>
                    <a:pt x="320439" y="479100"/>
                  </a:lnTo>
                  <a:lnTo>
                    <a:pt x="324517" y="477751"/>
                  </a:lnTo>
                  <a:lnTo>
                    <a:pt x="328571" y="476331"/>
                  </a:lnTo>
                  <a:lnTo>
                    <a:pt x="332599" y="474841"/>
                  </a:lnTo>
                  <a:lnTo>
                    <a:pt x="336601" y="473280"/>
                  </a:lnTo>
                  <a:lnTo>
                    <a:pt x="340574" y="471649"/>
                  </a:lnTo>
                  <a:lnTo>
                    <a:pt x="344519" y="469949"/>
                  </a:lnTo>
                  <a:lnTo>
                    <a:pt x="348433" y="468180"/>
                  </a:lnTo>
                  <a:lnTo>
                    <a:pt x="352316" y="466343"/>
                  </a:lnTo>
                  <a:lnTo>
                    <a:pt x="356166" y="464438"/>
                  </a:lnTo>
                  <a:lnTo>
                    <a:pt x="359982" y="462467"/>
                  </a:lnTo>
                  <a:lnTo>
                    <a:pt x="363763" y="460428"/>
                  </a:lnTo>
                  <a:lnTo>
                    <a:pt x="367508" y="458324"/>
                  </a:lnTo>
                  <a:lnTo>
                    <a:pt x="371215" y="456155"/>
                  </a:lnTo>
                  <a:lnTo>
                    <a:pt x="374884" y="453921"/>
                  </a:lnTo>
                  <a:lnTo>
                    <a:pt x="378513" y="451623"/>
                  </a:lnTo>
                  <a:lnTo>
                    <a:pt x="382101" y="449262"/>
                  </a:lnTo>
                  <a:lnTo>
                    <a:pt x="385648" y="446839"/>
                  </a:lnTo>
                  <a:lnTo>
                    <a:pt x="389151" y="444354"/>
                  </a:lnTo>
                  <a:lnTo>
                    <a:pt x="392611" y="441808"/>
                  </a:lnTo>
                  <a:lnTo>
                    <a:pt x="396025" y="439202"/>
                  </a:lnTo>
                  <a:lnTo>
                    <a:pt x="399393" y="436536"/>
                  </a:lnTo>
                  <a:lnTo>
                    <a:pt x="402714" y="433812"/>
                  </a:lnTo>
                  <a:lnTo>
                    <a:pt x="405987" y="431031"/>
                  </a:lnTo>
                  <a:lnTo>
                    <a:pt x="409211" y="428192"/>
                  </a:lnTo>
                  <a:lnTo>
                    <a:pt x="412385" y="425297"/>
                  </a:lnTo>
                  <a:lnTo>
                    <a:pt x="415507" y="422348"/>
                  </a:lnTo>
                  <a:lnTo>
                    <a:pt x="418577" y="419344"/>
                  </a:lnTo>
                  <a:lnTo>
                    <a:pt x="421595" y="416287"/>
                  </a:lnTo>
                  <a:lnTo>
                    <a:pt x="424558" y="413177"/>
                  </a:lnTo>
                  <a:lnTo>
                    <a:pt x="427466" y="410016"/>
                  </a:lnTo>
                  <a:lnTo>
                    <a:pt x="430319" y="406805"/>
                  </a:lnTo>
                  <a:lnTo>
                    <a:pt x="433115" y="403544"/>
                  </a:lnTo>
                  <a:lnTo>
                    <a:pt x="435854" y="400235"/>
                  </a:lnTo>
                  <a:lnTo>
                    <a:pt x="438534" y="396879"/>
                  </a:lnTo>
                  <a:lnTo>
                    <a:pt x="441155" y="393476"/>
                  </a:lnTo>
                  <a:lnTo>
                    <a:pt x="443716" y="390027"/>
                  </a:lnTo>
                  <a:lnTo>
                    <a:pt x="446216" y="386535"/>
                  </a:lnTo>
                  <a:lnTo>
                    <a:pt x="448655" y="382999"/>
                  </a:lnTo>
                  <a:lnTo>
                    <a:pt x="451032" y="379421"/>
                  </a:lnTo>
                  <a:lnTo>
                    <a:pt x="453345" y="375802"/>
                  </a:lnTo>
                  <a:lnTo>
                    <a:pt x="455595" y="372143"/>
                  </a:lnTo>
                  <a:lnTo>
                    <a:pt x="457781" y="368445"/>
                  </a:lnTo>
                  <a:lnTo>
                    <a:pt x="459901" y="364710"/>
                  </a:lnTo>
                  <a:lnTo>
                    <a:pt x="461956" y="360938"/>
                  </a:lnTo>
                  <a:lnTo>
                    <a:pt x="463945" y="357130"/>
                  </a:lnTo>
                  <a:lnTo>
                    <a:pt x="465866" y="353289"/>
                  </a:lnTo>
                  <a:lnTo>
                    <a:pt x="467720" y="349414"/>
                  </a:lnTo>
                  <a:lnTo>
                    <a:pt x="469506" y="345508"/>
                  </a:lnTo>
                  <a:lnTo>
                    <a:pt x="471223" y="341570"/>
                  </a:lnTo>
                  <a:lnTo>
                    <a:pt x="472872" y="337604"/>
                  </a:lnTo>
                  <a:lnTo>
                    <a:pt x="474450" y="333609"/>
                  </a:lnTo>
                  <a:lnTo>
                    <a:pt x="475958" y="329587"/>
                  </a:lnTo>
                  <a:lnTo>
                    <a:pt x="477396" y="325540"/>
                  </a:lnTo>
                  <a:lnTo>
                    <a:pt x="478762" y="321467"/>
                  </a:lnTo>
                  <a:lnTo>
                    <a:pt x="480058" y="317372"/>
                  </a:lnTo>
                  <a:lnTo>
                    <a:pt x="481281" y="313254"/>
                  </a:lnTo>
                  <a:lnTo>
                    <a:pt x="482432" y="309116"/>
                  </a:lnTo>
                  <a:lnTo>
                    <a:pt x="483510" y="304958"/>
                  </a:lnTo>
                  <a:lnTo>
                    <a:pt x="484516" y="300782"/>
                  </a:lnTo>
                  <a:lnTo>
                    <a:pt x="485448" y="296589"/>
                  </a:lnTo>
                  <a:lnTo>
                    <a:pt x="486307" y="292381"/>
                  </a:lnTo>
                  <a:lnTo>
                    <a:pt x="487092" y="288158"/>
                  </a:lnTo>
                  <a:lnTo>
                    <a:pt x="487803" y="283922"/>
                  </a:lnTo>
                  <a:lnTo>
                    <a:pt x="488439" y="279674"/>
                  </a:lnTo>
                  <a:lnTo>
                    <a:pt x="489001" y="275415"/>
                  </a:lnTo>
                  <a:lnTo>
                    <a:pt x="489489" y="271148"/>
                  </a:lnTo>
                  <a:lnTo>
                    <a:pt x="489902" y="266872"/>
                  </a:lnTo>
                  <a:lnTo>
                    <a:pt x="490240" y="262590"/>
                  </a:lnTo>
                  <a:lnTo>
                    <a:pt x="490503" y="258303"/>
                  </a:lnTo>
                  <a:lnTo>
                    <a:pt x="490691" y="254012"/>
                  </a:lnTo>
                  <a:lnTo>
                    <a:pt x="490803" y="249718"/>
                  </a:lnTo>
                  <a:close/>
                </a:path>
              </a:pathLst>
            </a:custGeom>
            <a:solidFill>
              <a:srgbClr val="F5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630" name="pl630"/>
            <p:cNvSpPr/>
            <p:nvPr/>
          </p:nvSpPr>
          <p:spPr>
            <a:xfrm>
              <a:off x="4572000" y="4488708"/>
              <a:ext cx="0" cy="220882"/>
            </a:xfrm>
            <a:custGeom>
              <a:avLst/>
              <a:pathLst>
                <a:path w="0" h="220882">
                  <a:moveTo>
                    <a:pt x="0" y="220882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l631"/>
            <p:cNvSpPr/>
            <p:nvPr/>
          </p:nvSpPr>
          <p:spPr>
            <a:xfrm>
              <a:off x="4589354" y="4560591"/>
              <a:ext cx="156187" cy="156187"/>
            </a:xfrm>
            <a:custGeom>
              <a:avLst/>
              <a:pathLst>
                <a:path w="156187" h="156187">
                  <a:moveTo>
                    <a:pt x="0" y="156187"/>
                  </a:moveTo>
                  <a:lnTo>
                    <a:pt x="156187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l632"/>
            <p:cNvSpPr/>
            <p:nvPr/>
          </p:nvSpPr>
          <p:spPr>
            <a:xfrm>
              <a:off x="4596542" y="4734133"/>
              <a:ext cx="220882" cy="0"/>
            </a:xfrm>
            <a:custGeom>
              <a:avLst/>
              <a:pathLst>
                <a:path w="220882" h="0">
                  <a:moveTo>
                    <a:pt x="0" y="0"/>
                  </a:moveTo>
                  <a:lnTo>
                    <a:pt x="220882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l633"/>
            <p:cNvSpPr/>
            <p:nvPr/>
          </p:nvSpPr>
          <p:spPr>
            <a:xfrm>
              <a:off x="4589354" y="4751487"/>
              <a:ext cx="156187" cy="156187"/>
            </a:xfrm>
            <a:custGeom>
              <a:avLst/>
              <a:pathLst>
                <a:path w="156187" h="156187">
                  <a:moveTo>
                    <a:pt x="0" y="0"/>
                  </a:moveTo>
                  <a:lnTo>
                    <a:pt x="156187" y="156187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l634"/>
            <p:cNvSpPr/>
            <p:nvPr/>
          </p:nvSpPr>
          <p:spPr>
            <a:xfrm>
              <a:off x="4572000" y="4758676"/>
              <a:ext cx="0" cy="220882"/>
            </a:xfrm>
            <a:custGeom>
              <a:avLst/>
              <a:pathLst>
                <a:path w="0" h="220882">
                  <a:moveTo>
                    <a:pt x="0" y="0"/>
                  </a:moveTo>
                  <a:lnTo>
                    <a:pt x="0" y="220882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l635"/>
            <p:cNvSpPr/>
            <p:nvPr/>
          </p:nvSpPr>
          <p:spPr>
            <a:xfrm>
              <a:off x="4398458" y="4751487"/>
              <a:ext cx="156187" cy="156187"/>
            </a:xfrm>
            <a:custGeom>
              <a:avLst/>
              <a:pathLst>
                <a:path w="156187" h="156187">
                  <a:moveTo>
                    <a:pt x="156187" y="0"/>
                  </a:moveTo>
                  <a:lnTo>
                    <a:pt x="0" y="156187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l636"/>
            <p:cNvSpPr/>
            <p:nvPr/>
          </p:nvSpPr>
          <p:spPr>
            <a:xfrm>
              <a:off x="4326574" y="4734133"/>
              <a:ext cx="220882" cy="0"/>
            </a:xfrm>
            <a:custGeom>
              <a:avLst/>
              <a:pathLst>
                <a:path w="220882" h="0">
                  <a:moveTo>
                    <a:pt x="220882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l637"/>
            <p:cNvSpPr/>
            <p:nvPr/>
          </p:nvSpPr>
          <p:spPr>
            <a:xfrm>
              <a:off x="4398458" y="4560591"/>
              <a:ext cx="156187" cy="156187"/>
            </a:xfrm>
            <a:custGeom>
              <a:avLst/>
              <a:pathLst>
                <a:path w="156187" h="156187">
                  <a:moveTo>
                    <a:pt x="156187" y="156187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l638"/>
            <p:cNvSpPr/>
            <p:nvPr/>
          </p:nvSpPr>
          <p:spPr>
            <a:xfrm>
              <a:off x="4547457" y="4654370"/>
              <a:ext cx="104305" cy="159526"/>
            </a:xfrm>
            <a:custGeom>
              <a:avLst/>
              <a:pathLst>
                <a:path w="104305" h="159526">
                  <a:moveTo>
                    <a:pt x="24542" y="0"/>
                  </a:moveTo>
                  <a:lnTo>
                    <a:pt x="80943" y="23362"/>
                  </a:lnTo>
                  <a:lnTo>
                    <a:pt x="104305" y="79763"/>
                  </a:lnTo>
                  <a:lnTo>
                    <a:pt x="41896" y="97117"/>
                  </a:lnTo>
                  <a:lnTo>
                    <a:pt x="24542" y="159526"/>
                  </a:lnTo>
                  <a:lnTo>
                    <a:pt x="7188" y="97117"/>
                  </a:lnTo>
                  <a:lnTo>
                    <a:pt x="0" y="79763"/>
                  </a:lnTo>
                  <a:lnTo>
                    <a:pt x="7188" y="62409"/>
                  </a:lnTo>
                  <a:lnTo>
                    <a:pt x="24542" y="0"/>
                  </a:lnTo>
                </a:path>
              </a:pathLst>
            </a:custGeom>
            <a:ln w="31166" cap="flat">
              <a:solidFill>
                <a:srgbClr val="10BC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t639"/>
            <p:cNvSpPr/>
            <p:nvPr/>
          </p:nvSpPr>
          <p:spPr>
            <a:xfrm>
              <a:off x="4536052" y="4618422"/>
              <a:ext cx="71895" cy="71895"/>
            </a:xfrm>
            <a:prstGeom prst="ellipse">
              <a:avLst/>
            </a:prstGeom>
            <a:solidFill>
              <a:srgbClr val="10BCD3">
                <a:alpha val="100000"/>
              </a:srgbClr>
            </a:solidFill>
            <a:ln w="12272" cap="rnd">
              <a:solidFill>
                <a:srgbClr val="10BC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t640"/>
            <p:cNvSpPr/>
            <p:nvPr/>
          </p:nvSpPr>
          <p:spPr>
            <a:xfrm>
              <a:off x="4592453" y="4641784"/>
              <a:ext cx="71895" cy="71895"/>
            </a:xfrm>
            <a:prstGeom prst="ellipse">
              <a:avLst/>
            </a:prstGeom>
            <a:solidFill>
              <a:srgbClr val="10BCD3">
                <a:alpha val="100000"/>
              </a:srgbClr>
            </a:solidFill>
            <a:ln w="12272" cap="rnd">
              <a:solidFill>
                <a:srgbClr val="10BC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t641"/>
            <p:cNvSpPr/>
            <p:nvPr/>
          </p:nvSpPr>
          <p:spPr>
            <a:xfrm>
              <a:off x="4615815" y="4698185"/>
              <a:ext cx="71895" cy="71895"/>
            </a:xfrm>
            <a:prstGeom prst="ellipse">
              <a:avLst/>
            </a:prstGeom>
            <a:solidFill>
              <a:srgbClr val="10BCD3">
                <a:alpha val="100000"/>
              </a:srgbClr>
            </a:solidFill>
            <a:ln w="12272" cap="rnd">
              <a:solidFill>
                <a:srgbClr val="10BC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t642"/>
            <p:cNvSpPr/>
            <p:nvPr/>
          </p:nvSpPr>
          <p:spPr>
            <a:xfrm>
              <a:off x="4553406" y="4715540"/>
              <a:ext cx="71895" cy="71895"/>
            </a:xfrm>
            <a:prstGeom prst="ellipse">
              <a:avLst/>
            </a:prstGeom>
            <a:solidFill>
              <a:srgbClr val="10BCD3">
                <a:alpha val="100000"/>
              </a:srgbClr>
            </a:solidFill>
            <a:ln w="12272" cap="rnd">
              <a:solidFill>
                <a:srgbClr val="10BC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t643"/>
            <p:cNvSpPr/>
            <p:nvPr/>
          </p:nvSpPr>
          <p:spPr>
            <a:xfrm>
              <a:off x="4536052" y="4777949"/>
              <a:ext cx="71895" cy="71895"/>
            </a:xfrm>
            <a:prstGeom prst="ellipse">
              <a:avLst/>
            </a:prstGeom>
            <a:solidFill>
              <a:srgbClr val="10BCD3">
                <a:alpha val="100000"/>
              </a:srgbClr>
            </a:solidFill>
            <a:ln w="12272" cap="rnd">
              <a:solidFill>
                <a:srgbClr val="10BC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t644"/>
            <p:cNvSpPr/>
            <p:nvPr/>
          </p:nvSpPr>
          <p:spPr>
            <a:xfrm>
              <a:off x="4518698" y="4715540"/>
              <a:ext cx="71895" cy="71895"/>
            </a:xfrm>
            <a:prstGeom prst="ellipse">
              <a:avLst/>
            </a:prstGeom>
            <a:solidFill>
              <a:srgbClr val="10BCD3">
                <a:alpha val="100000"/>
              </a:srgbClr>
            </a:solidFill>
            <a:ln w="12272" cap="rnd">
              <a:solidFill>
                <a:srgbClr val="10BC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t645"/>
            <p:cNvSpPr/>
            <p:nvPr/>
          </p:nvSpPr>
          <p:spPr>
            <a:xfrm>
              <a:off x="4511509" y="4698185"/>
              <a:ext cx="71895" cy="71895"/>
            </a:xfrm>
            <a:prstGeom prst="ellipse">
              <a:avLst/>
            </a:prstGeom>
            <a:solidFill>
              <a:srgbClr val="10BCD3">
                <a:alpha val="100000"/>
              </a:srgbClr>
            </a:solidFill>
            <a:ln w="12272" cap="rnd">
              <a:solidFill>
                <a:srgbClr val="10BC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t646"/>
            <p:cNvSpPr/>
            <p:nvPr/>
          </p:nvSpPr>
          <p:spPr>
            <a:xfrm>
              <a:off x="4518698" y="4680831"/>
              <a:ext cx="71895" cy="71895"/>
            </a:xfrm>
            <a:prstGeom prst="ellipse">
              <a:avLst/>
            </a:prstGeom>
            <a:solidFill>
              <a:srgbClr val="10BCD3">
                <a:alpha val="100000"/>
              </a:srgbClr>
            </a:solidFill>
            <a:ln w="12272" cap="rnd">
              <a:solidFill>
                <a:srgbClr val="10BC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t647"/>
            <p:cNvSpPr/>
            <p:nvPr/>
          </p:nvSpPr>
          <p:spPr>
            <a:xfrm>
              <a:off x="4536052" y="4618422"/>
              <a:ext cx="71895" cy="71895"/>
            </a:xfrm>
            <a:prstGeom prst="ellipse">
              <a:avLst/>
            </a:prstGeom>
            <a:solidFill>
              <a:srgbClr val="10BCD3">
                <a:alpha val="100000"/>
              </a:srgbClr>
            </a:solidFill>
            <a:ln w="12272" cap="rnd">
              <a:solidFill>
                <a:srgbClr val="10BC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tx648"/>
            <p:cNvSpPr/>
            <p:nvPr/>
          </p:nvSpPr>
          <p:spPr>
            <a:xfrm>
              <a:off x="4451360" y="4685680"/>
              <a:ext cx="96096" cy="477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2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2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649" name="tx649"/>
            <p:cNvSpPr/>
            <p:nvPr/>
          </p:nvSpPr>
          <p:spPr>
            <a:xfrm>
              <a:off x="4414383" y="4575239"/>
              <a:ext cx="133074" cy="477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2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2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650" name="tx650"/>
            <p:cNvSpPr/>
            <p:nvPr/>
          </p:nvSpPr>
          <p:spPr>
            <a:xfrm>
              <a:off x="4377405" y="4464797"/>
              <a:ext cx="170051" cy="477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2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2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  <p:sp>
          <p:nvSpPr>
            <p:cNvPr id="651" name="rc651"/>
            <p:cNvSpPr/>
            <p:nvPr/>
          </p:nvSpPr>
          <p:spPr>
            <a:xfrm>
              <a:off x="6072803" y="4268852"/>
              <a:ext cx="3001607" cy="90709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52" name="rc652"/>
            <p:cNvSpPr/>
            <p:nvPr/>
          </p:nvSpPr>
          <p:spPr>
            <a:xfrm>
              <a:off x="6072803" y="4359561"/>
              <a:ext cx="3001607" cy="74914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3" name="rc653"/>
            <p:cNvSpPr/>
            <p:nvPr/>
          </p:nvSpPr>
          <p:spPr>
            <a:xfrm>
              <a:off x="6123413" y="4268852"/>
              <a:ext cx="2900386" cy="90709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54" name="tx654"/>
            <p:cNvSpPr/>
            <p:nvPr/>
          </p:nvSpPr>
          <p:spPr>
            <a:xfrm>
              <a:off x="6967216" y="4230856"/>
              <a:ext cx="1212780" cy="1353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Podicipediformes</a:t>
              </a:r>
            </a:p>
          </p:txBody>
        </p:sp>
        <p:sp>
          <p:nvSpPr>
            <p:cNvPr id="655" name="rc655"/>
            <p:cNvSpPr/>
            <p:nvPr/>
          </p:nvSpPr>
          <p:spPr>
            <a:xfrm>
              <a:off x="7168655" y="4410172"/>
              <a:ext cx="809903" cy="64792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6" name="tx656"/>
            <p:cNvSpPr/>
            <p:nvPr/>
          </p:nvSpPr>
          <p:spPr>
            <a:xfrm>
              <a:off x="6867844" y="4890434"/>
              <a:ext cx="506189" cy="82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657" name="tx657"/>
            <p:cNvSpPr/>
            <p:nvPr/>
          </p:nvSpPr>
          <p:spPr>
            <a:xfrm>
              <a:off x="7044439" y="4693084"/>
              <a:ext cx="246928" cy="79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658" name="tx658"/>
            <p:cNvSpPr/>
            <p:nvPr/>
          </p:nvSpPr>
          <p:spPr>
            <a:xfrm>
              <a:off x="6886052" y="4493246"/>
              <a:ext cx="487981" cy="801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659" name="pl659"/>
            <p:cNvSpPr/>
            <p:nvPr/>
          </p:nvSpPr>
          <p:spPr>
            <a:xfrm>
              <a:off x="7549065" y="4709591"/>
              <a:ext cx="49084" cy="49084"/>
            </a:xfrm>
            <a:custGeom>
              <a:avLst/>
              <a:pathLst>
                <a:path w="49084" h="49084">
                  <a:moveTo>
                    <a:pt x="49084" y="24542"/>
                  </a:moveTo>
                  <a:lnTo>
                    <a:pt x="49080" y="24112"/>
                  </a:lnTo>
                  <a:lnTo>
                    <a:pt x="49069" y="23683"/>
                  </a:lnTo>
                  <a:lnTo>
                    <a:pt x="49050" y="23254"/>
                  </a:lnTo>
                  <a:lnTo>
                    <a:pt x="49024" y="22825"/>
                  </a:lnTo>
                  <a:lnTo>
                    <a:pt x="48990" y="22397"/>
                  </a:lnTo>
                  <a:lnTo>
                    <a:pt x="48948" y="21969"/>
                  </a:lnTo>
                  <a:lnTo>
                    <a:pt x="48900" y="21543"/>
                  </a:lnTo>
                  <a:lnTo>
                    <a:pt x="48843" y="21117"/>
                  </a:lnTo>
                  <a:lnTo>
                    <a:pt x="48780" y="20692"/>
                  </a:lnTo>
                  <a:lnTo>
                    <a:pt x="48709" y="20268"/>
                  </a:lnTo>
                  <a:lnTo>
                    <a:pt x="48630" y="19846"/>
                  </a:lnTo>
                  <a:lnTo>
                    <a:pt x="48544" y="19425"/>
                  </a:lnTo>
                  <a:lnTo>
                    <a:pt x="48451" y="19006"/>
                  </a:lnTo>
                  <a:lnTo>
                    <a:pt x="48351" y="18588"/>
                  </a:lnTo>
                  <a:lnTo>
                    <a:pt x="48243" y="18172"/>
                  </a:lnTo>
                  <a:lnTo>
                    <a:pt x="48128" y="17759"/>
                  </a:lnTo>
                  <a:lnTo>
                    <a:pt x="48005" y="17347"/>
                  </a:lnTo>
                  <a:lnTo>
                    <a:pt x="47876" y="16937"/>
                  </a:lnTo>
                  <a:lnTo>
                    <a:pt x="47739" y="16530"/>
                  </a:lnTo>
                  <a:lnTo>
                    <a:pt x="47595" y="16125"/>
                  </a:lnTo>
                  <a:lnTo>
                    <a:pt x="47445" y="15723"/>
                  </a:lnTo>
                  <a:lnTo>
                    <a:pt x="47287" y="15324"/>
                  </a:lnTo>
                  <a:lnTo>
                    <a:pt x="47122" y="14927"/>
                  </a:lnTo>
                  <a:lnTo>
                    <a:pt x="46950" y="14533"/>
                  </a:lnTo>
                  <a:lnTo>
                    <a:pt x="46772" y="14143"/>
                  </a:lnTo>
                  <a:lnTo>
                    <a:pt x="46586" y="13755"/>
                  </a:lnTo>
                  <a:lnTo>
                    <a:pt x="46394" y="13371"/>
                  </a:lnTo>
                  <a:lnTo>
                    <a:pt x="46195" y="12990"/>
                  </a:lnTo>
                  <a:lnTo>
                    <a:pt x="45990" y="12613"/>
                  </a:lnTo>
                  <a:lnTo>
                    <a:pt x="45778" y="12240"/>
                  </a:lnTo>
                  <a:lnTo>
                    <a:pt x="45559" y="11870"/>
                  </a:lnTo>
                  <a:lnTo>
                    <a:pt x="45334" y="11504"/>
                  </a:lnTo>
                  <a:lnTo>
                    <a:pt x="45103" y="11142"/>
                  </a:lnTo>
                  <a:lnTo>
                    <a:pt x="44865" y="10784"/>
                  </a:lnTo>
                  <a:lnTo>
                    <a:pt x="44621" y="10431"/>
                  </a:lnTo>
                  <a:lnTo>
                    <a:pt x="44371" y="10081"/>
                  </a:lnTo>
                  <a:lnTo>
                    <a:pt x="44115" y="9737"/>
                  </a:lnTo>
                  <a:lnTo>
                    <a:pt x="43853" y="9396"/>
                  </a:lnTo>
                  <a:lnTo>
                    <a:pt x="43585" y="9061"/>
                  </a:lnTo>
                  <a:lnTo>
                    <a:pt x="43311" y="8730"/>
                  </a:lnTo>
                  <a:lnTo>
                    <a:pt x="43031" y="8404"/>
                  </a:lnTo>
                  <a:lnTo>
                    <a:pt x="42746" y="8082"/>
                  </a:lnTo>
                  <a:lnTo>
                    <a:pt x="42455" y="7766"/>
                  </a:lnTo>
                  <a:lnTo>
                    <a:pt x="42159" y="7455"/>
                  </a:lnTo>
                  <a:lnTo>
                    <a:pt x="41857" y="7150"/>
                  </a:lnTo>
                  <a:lnTo>
                    <a:pt x="41550" y="6849"/>
                  </a:lnTo>
                  <a:lnTo>
                    <a:pt x="41238" y="6554"/>
                  </a:lnTo>
                  <a:lnTo>
                    <a:pt x="40921" y="6265"/>
                  </a:lnTo>
                  <a:lnTo>
                    <a:pt x="40598" y="5981"/>
                  </a:lnTo>
                  <a:lnTo>
                    <a:pt x="40271" y="5703"/>
                  </a:lnTo>
                  <a:lnTo>
                    <a:pt x="39939" y="5430"/>
                  </a:lnTo>
                  <a:lnTo>
                    <a:pt x="39602" y="5164"/>
                  </a:lnTo>
                  <a:lnTo>
                    <a:pt x="39261" y="4903"/>
                  </a:lnTo>
                  <a:lnTo>
                    <a:pt x="38915" y="4649"/>
                  </a:lnTo>
                  <a:lnTo>
                    <a:pt x="38564" y="4400"/>
                  </a:lnTo>
                  <a:lnTo>
                    <a:pt x="38210" y="4158"/>
                  </a:lnTo>
                  <a:lnTo>
                    <a:pt x="37851" y="3922"/>
                  </a:lnTo>
                  <a:lnTo>
                    <a:pt x="37488" y="3692"/>
                  </a:lnTo>
                  <a:lnTo>
                    <a:pt x="37121" y="3469"/>
                  </a:lnTo>
                  <a:lnTo>
                    <a:pt x="36750" y="3252"/>
                  </a:lnTo>
                  <a:lnTo>
                    <a:pt x="36376" y="3041"/>
                  </a:lnTo>
                  <a:lnTo>
                    <a:pt x="35998" y="2837"/>
                  </a:lnTo>
                  <a:lnTo>
                    <a:pt x="35616" y="2640"/>
                  </a:lnTo>
                  <a:lnTo>
                    <a:pt x="35231" y="2450"/>
                  </a:lnTo>
                  <a:lnTo>
                    <a:pt x="34843" y="2266"/>
                  </a:lnTo>
                  <a:lnTo>
                    <a:pt x="34451" y="2089"/>
                  </a:lnTo>
                  <a:lnTo>
                    <a:pt x="34057" y="1919"/>
                  </a:lnTo>
                  <a:lnTo>
                    <a:pt x="33660" y="1756"/>
                  </a:lnTo>
                  <a:lnTo>
                    <a:pt x="33259" y="1600"/>
                  </a:lnTo>
                  <a:lnTo>
                    <a:pt x="32857" y="1451"/>
                  </a:lnTo>
                  <a:lnTo>
                    <a:pt x="32451" y="1309"/>
                  </a:lnTo>
                  <a:lnTo>
                    <a:pt x="32043" y="1174"/>
                  </a:lnTo>
                  <a:lnTo>
                    <a:pt x="31633" y="1046"/>
                  </a:lnTo>
                  <a:lnTo>
                    <a:pt x="31221" y="926"/>
                  </a:lnTo>
                  <a:lnTo>
                    <a:pt x="30807" y="813"/>
                  </a:lnTo>
                  <a:lnTo>
                    <a:pt x="30390" y="707"/>
                  </a:lnTo>
                  <a:lnTo>
                    <a:pt x="29972" y="608"/>
                  </a:lnTo>
                  <a:lnTo>
                    <a:pt x="29553" y="516"/>
                  </a:lnTo>
                  <a:lnTo>
                    <a:pt x="29131" y="432"/>
                  </a:lnTo>
                  <a:lnTo>
                    <a:pt x="28709" y="356"/>
                  </a:lnTo>
                  <a:lnTo>
                    <a:pt x="28285" y="286"/>
                  </a:lnTo>
                  <a:lnTo>
                    <a:pt x="27860" y="225"/>
                  </a:lnTo>
                  <a:lnTo>
                    <a:pt x="27434" y="170"/>
                  </a:lnTo>
                  <a:lnTo>
                    <a:pt x="27007" y="123"/>
                  </a:lnTo>
                  <a:lnTo>
                    <a:pt x="26579" y="84"/>
                  </a:lnTo>
                  <a:lnTo>
                    <a:pt x="26151" y="52"/>
                  </a:lnTo>
                  <a:lnTo>
                    <a:pt x="25722" y="28"/>
                  </a:lnTo>
                  <a:lnTo>
                    <a:pt x="25293" y="11"/>
                  </a:lnTo>
                  <a:lnTo>
                    <a:pt x="24863" y="1"/>
                  </a:lnTo>
                  <a:lnTo>
                    <a:pt x="24434" y="0"/>
                  </a:lnTo>
                  <a:lnTo>
                    <a:pt x="24004" y="5"/>
                  </a:lnTo>
                  <a:lnTo>
                    <a:pt x="23575" y="18"/>
                  </a:lnTo>
                  <a:lnTo>
                    <a:pt x="23146" y="39"/>
                  </a:lnTo>
                  <a:lnTo>
                    <a:pt x="22717" y="67"/>
                  </a:lnTo>
                  <a:lnTo>
                    <a:pt x="22289" y="103"/>
                  </a:lnTo>
                  <a:lnTo>
                    <a:pt x="21862" y="146"/>
                  </a:lnTo>
                  <a:lnTo>
                    <a:pt x="21435" y="197"/>
                  </a:lnTo>
                  <a:lnTo>
                    <a:pt x="21010" y="255"/>
                  </a:lnTo>
                  <a:lnTo>
                    <a:pt x="20585" y="320"/>
                  </a:lnTo>
                  <a:lnTo>
                    <a:pt x="20162" y="393"/>
                  </a:lnTo>
                  <a:lnTo>
                    <a:pt x="19740" y="473"/>
                  </a:lnTo>
                  <a:lnTo>
                    <a:pt x="19319" y="561"/>
                  </a:lnTo>
                  <a:lnTo>
                    <a:pt x="18901" y="656"/>
                  </a:lnTo>
                  <a:lnTo>
                    <a:pt x="18483" y="759"/>
                  </a:lnTo>
                  <a:lnTo>
                    <a:pt x="18068" y="868"/>
                  </a:lnTo>
                  <a:lnTo>
                    <a:pt x="17655" y="985"/>
                  </a:lnTo>
                  <a:lnTo>
                    <a:pt x="17244" y="1109"/>
                  </a:lnTo>
                  <a:lnTo>
                    <a:pt x="16835" y="1241"/>
                  </a:lnTo>
                  <a:lnTo>
                    <a:pt x="16428" y="1379"/>
                  </a:lnTo>
                  <a:lnTo>
                    <a:pt x="16024" y="1525"/>
                  </a:lnTo>
                  <a:lnTo>
                    <a:pt x="15622" y="1677"/>
                  </a:lnTo>
                  <a:lnTo>
                    <a:pt x="15224" y="1837"/>
                  </a:lnTo>
                  <a:lnTo>
                    <a:pt x="14828" y="2003"/>
                  </a:lnTo>
                  <a:lnTo>
                    <a:pt x="14435" y="2177"/>
                  </a:lnTo>
                  <a:lnTo>
                    <a:pt x="14045" y="2357"/>
                  </a:lnTo>
                  <a:lnTo>
                    <a:pt x="13658" y="2544"/>
                  </a:lnTo>
                  <a:lnTo>
                    <a:pt x="13275" y="2738"/>
                  </a:lnTo>
                  <a:lnTo>
                    <a:pt x="12895" y="2938"/>
                  </a:lnTo>
                  <a:lnTo>
                    <a:pt x="12519" y="3146"/>
                  </a:lnTo>
                  <a:lnTo>
                    <a:pt x="12146" y="3359"/>
                  </a:lnTo>
                  <a:lnTo>
                    <a:pt x="11777" y="3579"/>
                  </a:lnTo>
                  <a:lnTo>
                    <a:pt x="11412" y="3806"/>
                  </a:lnTo>
                  <a:lnTo>
                    <a:pt x="11051" y="4039"/>
                  </a:lnTo>
                  <a:lnTo>
                    <a:pt x="10695" y="4278"/>
                  </a:lnTo>
                  <a:lnTo>
                    <a:pt x="10342" y="4524"/>
                  </a:lnTo>
                  <a:lnTo>
                    <a:pt x="9994" y="4775"/>
                  </a:lnTo>
                  <a:lnTo>
                    <a:pt x="9650" y="5033"/>
                  </a:lnTo>
                  <a:lnTo>
                    <a:pt x="9311" y="5296"/>
                  </a:lnTo>
                  <a:lnTo>
                    <a:pt x="8977" y="5566"/>
                  </a:lnTo>
                  <a:lnTo>
                    <a:pt x="8647" y="5841"/>
                  </a:lnTo>
                  <a:lnTo>
                    <a:pt x="8322" y="6122"/>
                  </a:lnTo>
                  <a:lnTo>
                    <a:pt x="8002" y="6409"/>
                  </a:lnTo>
                  <a:lnTo>
                    <a:pt x="7687" y="6701"/>
                  </a:lnTo>
                  <a:lnTo>
                    <a:pt x="7378" y="6999"/>
                  </a:lnTo>
                  <a:lnTo>
                    <a:pt x="7073" y="7302"/>
                  </a:lnTo>
                  <a:lnTo>
                    <a:pt x="6774" y="7610"/>
                  </a:lnTo>
                  <a:lnTo>
                    <a:pt x="6481" y="7924"/>
                  </a:lnTo>
                  <a:lnTo>
                    <a:pt x="6193" y="8242"/>
                  </a:lnTo>
                  <a:lnTo>
                    <a:pt x="5910" y="8566"/>
                  </a:lnTo>
                  <a:lnTo>
                    <a:pt x="5633" y="8894"/>
                  </a:lnTo>
                  <a:lnTo>
                    <a:pt x="5363" y="9228"/>
                  </a:lnTo>
                  <a:lnTo>
                    <a:pt x="5097" y="9566"/>
                  </a:lnTo>
                  <a:lnTo>
                    <a:pt x="4838" y="9908"/>
                  </a:lnTo>
                  <a:lnTo>
                    <a:pt x="4585" y="10255"/>
                  </a:lnTo>
                  <a:lnTo>
                    <a:pt x="4338" y="10607"/>
                  </a:lnTo>
                  <a:lnTo>
                    <a:pt x="4098" y="10963"/>
                  </a:lnTo>
                  <a:lnTo>
                    <a:pt x="3863" y="11322"/>
                  </a:lnTo>
                  <a:lnTo>
                    <a:pt x="3635" y="11686"/>
                  </a:lnTo>
                  <a:lnTo>
                    <a:pt x="3413" y="12054"/>
                  </a:lnTo>
                  <a:lnTo>
                    <a:pt x="3198" y="12426"/>
                  </a:lnTo>
                  <a:lnTo>
                    <a:pt x="2989" y="12801"/>
                  </a:lnTo>
                  <a:lnTo>
                    <a:pt x="2787" y="13180"/>
                  </a:lnTo>
                  <a:lnTo>
                    <a:pt x="2591" y="13563"/>
                  </a:lnTo>
                  <a:lnTo>
                    <a:pt x="2402" y="13949"/>
                  </a:lnTo>
                  <a:lnTo>
                    <a:pt x="2220" y="14338"/>
                  </a:lnTo>
                  <a:lnTo>
                    <a:pt x="2045" y="14730"/>
                  </a:lnTo>
                  <a:lnTo>
                    <a:pt x="1877" y="15125"/>
                  </a:lnTo>
                  <a:lnTo>
                    <a:pt x="1716" y="15523"/>
                  </a:lnTo>
                  <a:lnTo>
                    <a:pt x="1561" y="15924"/>
                  </a:lnTo>
                  <a:lnTo>
                    <a:pt x="1414" y="16327"/>
                  </a:lnTo>
                  <a:lnTo>
                    <a:pt x="1274" y="16733"/>
                  </a:lnTo>
                  <a:lnTo>
                    <a:pt x="1141" y="17142"/>
                  </a:lnTo>
                  <a:lnTo>
                    <a:pt x="1015" y="17552"/>
                  </a:lnTo>
                  <a:lnTo>
                    <a:pt x="896" y="17965"/>
                  </a:lnTo>
                  <a:lnTo>
                    <a:pt x="785" y="18380"/>
                  </a:lnTo>
                  <a:lnTo>
                    <a:pt x="680" y="18797"/>
                  </a:lnTo>
                  <a:lnTo>
                    <a:pt x="584" y="19215"/>
                  </a:lnTo>
                  <a:lnTo>
                    <a:pt x="494" y="19635"/>
                  </a:lnTo>
                  <a:lnTo>
                    <a:pt x="412" y="20057"/>
                  </a:lnTo>
                  <a:lnTo>
                    <a:pt x="337" y="20480"/>
                  </a:lnTo>
                  <a:lnTo>
                    <a:pt x="270" y="20904"/>
                  </a:lnTo>
                  <a:lnTo>
                    <a:pt x="210" y="21329"/>
                  </a:lnTo>
                  <a:lnTo>
                    <a:pt x="157" y="21756"/>
                  </a:lnTo>
                  <a:lnTo>
                    <a:pt x="112" y="22183"/>
                  </a:lnTo>
                  <a:lnTo>
                    <a:pt x="75" y="22611"/>
                  </a:lnTo>
                  <a:lnTo>
                    <a:pt x="45" y="23039"/>
                  </a:lnTo>
                  <a:lnTo>
                    <a:pt x="22" y="23468"/>
                  </a:lnTo>
                  <a:lnTo>
                    <a:pt x="7" y="23898"/>
                  </a:lnTo>
                  <a:lnTo>
                    <a:pt x="0" y="24327"/>
                  </a:lnTo>
                  <a:lnTo>
                    <a:pt x="0" y="24757"/>
                  </a:lnTo>
                  <a:lnTo>
                    <a:pt x="7" y="25186"/>
                  </a:lnTo>
                  <a:lnTo>
                    <a:pt x="22" y="25615"/>
                  </a:lnTo>
                  <a:lnTo>
                    <a:pt x="45" y="26044"/>
                  </a:lnTo>
                  <a:lnTo>
                    <a:pt x="75" y="26473"/>
                  </a:lnTo>
                  <a:lnTo>
                    <a:pt x="112" y="26901"/>
                  </a:lnTo>
                  <a:lnTo>
                    <a:pt x="157" y="27328"/>
                  </a:lnTo>
                  <a:lnTo>
                    <a:pt x="210" y="27754"/>
                  </a:lnTo>
                  <a:lnTo>
                    <a:pt x="270" y="28179"/>
                  </a:lnTo>
                  <a:lnTo>
                    <a:pt x="337" y="28604"/>
                  </a:lnTo>
                  <a:lnTo>
                    <a:pt x="412" y="29027"/>
                  </a:lnTo>
                  <a:lnTo>
                    <a:pt x="494" y="29448"/>
                  </a:lnTo>
                  <a:lnTo>
                    <a:pt x="584" y="29868"/>
                  </a:lnTo>
                  <a:lnTo>
                    <a:pt x="680" y="30287"/>
                  </a:lnTo>
                  <a:lnTo>
                    <a:pt x="785" y="30704"/>
                  </a:lnTo>
                  <a:lnTo>
                    <a:pt x="896" y="31118"/>
                  </a:lnTo>
                  <a:lnTo>
                    <a:pt x="1015" y="31531"/>
                  </a:lnTo>
                  <a:lnTo>
                    <a:pt x="1141" y="31942"/>
                  </a:lnTo>
                  <a:lnTo>
                    <a:pt x="1274" y="32350"/>
                  </a:lnTo>
                  <a:lnTo>
                    <a:pt x="1414" y="32756"/>
                  </a:lnTo>
                  <a:lnTo>
                    <a:pt x="1561" y="33160"/>
                  </a:lnTo>
                  <a:lnTo>
                    <a:pt x="1716" y="33561"/>
                  </a:lnTo>
                  <a:lnTo>
                    <a:pt x="1877" y="33959"/>
                  </a:lnTo>
                  <a:lnTo>
                    <a:pt x="2045" y="34354"/>
                  </a:lnTo>
                  <a:lnTo>
                    <a:pt x="2220" y="34746"/>
                  </a:lnTo>
                  <a:lnTo>
                    <a:pt x="2402" y="35135"/>
                  </a:lnTo>
                  <a:lnTo>
                    <a:pt x="2591" y="35521"/>
                  </a:lnTo>
                  <a:lnTo>
                    <a:pt x="2787" y="35903"/>
                  </a:lnTo>
                  <a:lnTo>
                    <a:pt x="2989" y="36282"/>
                  </a:lnTo>
                  <a:lnTo>
                    <a:pt x="3198" y="36658"/>
                  </a:lnTo>
                  <a:lnTo>
                    <a:pt x="3413" y="37029"/>
                  </a:lnTo>
                  <a:lnTo>
                    <a:pt x="3635" y="37397"/>
                  </a:lnTo>
                  <a:lnTo>
                    <a:pt x="3863" y="37761"/>
                  </a:lnTo>
                  <a:lnTo>
                    <a:pt x="4098" y="38121"/>
                  </a:lnTo>
                  <a:lnTo>
                    <a:pt x="4338" y="38477"/>
                  </a:lnTo>
                  <a:lnTo>
                    <a:pt x="4585" y="38828"/>
                  </a:lnTo>
                  <a:lnTo>
                    <a:pt x="4838" y="39175"/>
                  </a:lnTo>
                  <a:lnTo>
                    <a:pt x="5097" y="39518"/>
                  </a:lnTo>
                  <a:lnTo>
                    <a:pt x="5363" y="39856"/>
                  </a:lnTo>
                  <a:lnTo>
                    <a:pt x="5633" y="40189"/>
                  </a:lnTo>
                  <a:lnTo>
                    <a:pt x="5910" y="40518"/>
                  </a:lnTo>
                  <a:lnTo>
                    <a:pt x="6193" y="40841"/>
                  </a:lnTo>
                  <a:lnTo>
                    <a:pt x="6481" y="41160"/>
                  </a:lnTo>
                  <a:lnTo>
                    <a:pt x="6774" y="41473"/>
                  </a:lnTo>
                  <a:lnTo>
                    <a:pt x="7073" y="41782"/>
                  </a:lnTo>
                  <a:lnTo>
                    <a:pt x="7378" y="42085"/>
                  </a:lnTo>
                  <a:lnTo>
                    <a:pt x="7687" y="42382"/>
                  </a:lnTo>
                  <a:lnTo>
                    <a:pt x="8002" y="42675"/>
                  </a:lnTo>
                  <a:lnTo>
                    <a:pt x="8322" y="42961"/>
                  </a:lnTo>
                  <a:lnTo>
                    <a:pt x="8647" y="43242"/>
                  </a:lnTo>
                  <a:lnTo>
                    <a:pt x="8977" y="43518"/>
                  </a:lnTo>
                  <a:lnTo>
                    <a:pt x="9311" y="43787"/>
                  </a:lnTo>
                  <a:lnTo>
                    <a:pt x="9650" y="44051"/>
                  </a:lnTo>
                  <a:lnTo>
                    <a:pt x="9994" y="44308"/>
                  </a:lnTo>
                  <a:lnTo>
                    <a:pt x="10342" y="44560"/>
                  </a:lnTo>
                  <a:lnTo>
                    <a:pt x="10695" y="44805"/>
                  </a:lnTo>
                  <a:lnTo>
                    <a:pt x="11051" y="45045"/>
                  </a:lnTo>
                  <a:lnTo>
                    <a:pt x="11412" y="45278"/>
                  </a:lnTo>
                  <a:lnTo>
                    <a:pt x="11777" y="45504"/>
                  </a:lnTo>
                  <a:lnTo>
                    <a:pt x="12146" y="45724"/>
                  </a:lnTo>
                  <a:lnTo>
                    <a:pt x="12519" y="45938"/>
                  </a:lnTo>
                  <a:lnTo>
                    <a:pt x="12895" y="46145"/>
                  </a:lnTo>
                  <a:lnTo>
                    <a:pt x="13275" y="46346"/>
                  </a:lnTo>
                  <a:lnTo>
                    <a:pt x="13658" y="46539"/>
                  </a:lnTo>
                  <a:lnTo>
                    <a:pt x="14045" y="46727"/>
                  </a:lnTo>
                  <a:lnTo>
                    <a:pt x="14435" y="46907"/>
                  </a:lnTo>
                  <a:lnTo>
                    <a:pt x="14828" y="47080"/>
                  </a:lnTo>
                  <a:lnTo>
                    <a:pt x="15224" y="47247"/>
                  </a:lnTo>
                  <a:lnTo>
                    <a:pt x="15622" y="47406"/>
                  </a:lnTo>
                  <a:lnTo>
                    <a:pt x="16024" y="47559"/>
                  </a:lnTo>
                  <a:lnTo>
                    <a:pt x="16428" y="47705"/>
                  </a:lnTo>
                  <a:lnTo>
                    <a:pt x="16835" y="47843"/>
                  </a:lnTo>
                  <a:lnTo>
                    <a:pt x="17244" y="47974"/>
                  </a:lnTo>
                  <a:lnTo>
                    <a:pt x="17655" y="48098"/>
                  </a:lnTo>
                  <a:lnTo>
                    <a:pt x="18068" y="48215"/>
                  </a:lnTo>
                  <a:lnTo>
                    <a:pt x="18483" y="48325"/>
                  </a:lnTo>
                  <a:lnTo>
                    <a:pt x="18901" y="48427"/>
                  </a:lnTo>
                  <a:lnTo>
                    <a:pt x="19319" y="48522"/>
                  </a:lnTo>
                  <a:lnTo>
                    <a:pt x="19740" y="48610"/>
                  </a:lnTo>
                  <a:lnTo>
                    <a:pt x="20162" y="48690"/>
                  </a:lnTo>
                  <a:lnTo>
                    <a:pt x="20585" y="48763"/>
                  </a:lnTo>
                  <a:lnTo>
                    <a:pt x="21010" y="48829"/>
                  </a:lnTo>
                  <a:lnTo>
                    <a:pt x="21435" y="48887"/>
                  </a:lnTo>
                  <a:lnTo>
                    <a:pt x="21862" y="48938"/>
                  </a:lnTo>
                  <a:lnTo>
                    <a:pt x="22289" y="48981"/>
                  </a:lnTo>
                  <a:lnTo>
                    <a:pt x="22717" y="49016"/>
                  </a:lnTo>
                  <a:lnTo>
                    <a:pt x="23146" y="49045"/>
                  </a:lnTo>
                  <a:lnTo>
                    <a:pt x="23575" y="49065"/>
                  </a:lnTo>
                  <a:lnTo>
                    <a:pt x="24004" y="49078"/>
                  </a:lnTo>
                  <a:lnTo>
                    <a:pt x="24434" y="49084"/>
                  </a:lnTo>
                  <a:lnTo>
                    <a:pt x="24863" y="49082"/>
                  </a:lnTo>
                  <a:lnTo>
                    <a:pt x="25293" y="49073"/>
                  </a:lnTo>
                  <a:lnTo>
                    <a:pt x="25722" y="49056"/>
                  </a:lnTo>
                  <a:lnTo>
                    <a:pt x="26151" y="49032"/>
                  </a:lnTo>
                  <a:lnTo>
                    <a:pt x="26579" y="49000"/>
                  </a:lnTo>
                  <a:lnTo>
                    <a:pt x="27007" y="48960"/>
                  </a:lnTo>
                  <a:lnTo>
                    <a:pt x="27434" y="48913"/>
                  </a:lnTo>
                  <a:lnTo>
                    <a:pt x="27860" y="48859"/>
                  </a:lnTo>
                  <a:lnTo>
                    <a:pt x="28285" y="48797"/>
                  </a:lnTo>
                  <a:lnTo>
                    <a:pt x="28709" y="48728"/>
                  </a:lnTo>
                  <a:lnTo>
                    <a:pt x="29131" y="48651"/>
                  </a:lnTo>
                  <a:lnTo>
                    <a:pt x="29553" y="48567"/>
                  </a:lnTo>
                  <a:lnTo>
                    <a:pt x="29972" y="48476"/>
                  </a:lnTo>
                  <a:lnTo>
                    <a:pt x="30390" y="48377"/>
                  </a:lnTo>
                  <a:lnTo>
                    <a:pt x="30807" y="48271"/>
                  </a:lnTo>
                  <a:lnTo>
                    <a:pt x="31221" y="48158"/>
                  </a:lnTo>
                  <a:lnTo>
                    <a:pt x="31633" y="48037"/>
                  </a:lnTo>
                  <a:lnTo>
                    <a:pt x="32043" y="47910"/>
                  </a:lnTo>
                  <a:lnTo>
                    <a:pt x="32451" y="47775"/>
                  </a:lnTo>
                  <a:lnTo>
                    <a:pt x="32857" y="47633"/>
                  </a:lnTo>
                  <a:lnTo>
                    <a:pt x="33259" y="47484"/>
                  </a:lnTo>
                  <a:lnTo>
                    <a:pt x="33660" y="47328"/>
                  </a:lnTo>
                  <a:lnTo>
                    <a:pt x="34057" y="47164"/>
                  </a:lnTo>
                  <a:lnTo>
                    <a:pt x="34451" y="46994"/>
                  </a:lnTo>
                  <a:lnTo>
                    <a:pt x="34843" y="46818"/>
                  </a:lnTo>
                  <a:lnTo>
                    <a:pt x="35231" y="46634"/>
                  </a:lnTo>
                  <a:lnTo>
                    <a:pt x="35616" y="46443"/>
                  </a:lnTo>
                  <a:lnTo>
                    <a:pt x="35998" y="46246"/>
                  </a:lnTo>
                  <a:lnTo>
                    <a:pt x="36376" y="46042"/>
                  </a:lnTo>
                  <a:lnTo>
                    <a:pt x="36750" y="45832"/>
                  </a:lnTo>
                  <a:lnTo>
                    <a:pt x="37121" y="45615"/>
                  </a:lnTo>
                  <a:lnTo>
                    <a:pt x="37488" y="45392"/>
                  </a:lnTo>
                  <a:lnTo>
                    <a:pt x="37851" y="45162"/>
                  </a:lnTo>
                  <a:lnTo>
                    <a:pt x="38210" y="44926"/>
                  </a:lnTo>
                  <a:lnTo>
                    <a:pt x="38564" y="44683"/>
                  </a:lnTo>
                  <a:lnTo>
                    <a:pt x="38915" y="44435"/>
                  </a:lnTo>
                  <a:lnTo>
                    <a:pt x="39261" y="44180"/>
                  </a:lnTo>
                  <a:lnTo>
                    <a:pt x="39602" y="43920"/>
                  </a:lnTo>
                  <a:lnTo>
                    <a:pt x="39939" y="43653"/>
                  </a:lnTo>
                  <a:lnTo>
                    <a:pt x="40271" y="43381"/>
                  </a:lnTo>
                  <a:lnTo>
                    <a:pt x="40598" y="43103"/>
                  </a:lnTo>
                  <a:lnTo>
                    <a:pt x="40921" y="42819"/>
                  </a:lnTo>
                  <a:lnTo>
                    <a:pt x="41238" y="42529"/>
                  </a:lnTo>
                  <a:lnTo>
                    <a:pt x="41550" y="42234"/>
                  </a:lnTo>
                  <a:lnTo>
                    <a:pt x="41857" y="41934"/>
                  </a:lnTo>
                  <a:lnTo>
                    <a:pt x="42159" y="41628"/>
                  </a:lnTo>
                  <a:lnTo>
                    <a:pt x="42455" y="41317"/>
                  </a:lnTo>
                  <a:lnTo>
                    <a:pt x="42746" y="41001"/>
                  </a:lnTo>
                  <a:lnTo>
                    <a:pt x="43031" y="40680"/>
                  </a:lnTo>
                  <a:lnTo>
                    <a:pt x="43311" y="40354"/>
                  </a:lnTo>
                  <a:lnTo>
                    <a:pt x="43585" y="40023"/>
                  </a:lnTo>
                  <a:lnTo>
                    <a:pt x="43853" y="39687"/>
                  </a:lnTo>
                  <a:lnTo>
                    <a:pt x="44115" y="39347"/>
                  </a:lnTo>
                  <a:lnTo>
                    <a:pt x="44371" y="39002"/>
                  </a:lnTo>
                  <a:lnTo>
                    <a:pt x="44621" y="38653"/>
                  </a:lnTo>
                  <a:lnTo>
                    <a:pt x="44865" y="38299"/>
                  </a:lnTo>
                  <a:lnTo>
                    <a:pt x="45103" y="37942"/>
                  </a:lnTo>
                  <a:lnTo>
                    <a:pt x="45334" y="37580"/>
                  </a:lnTo>
                  <a:lnTo>
                    <a:pt x="45559" y="37214"/>
                  </a:lnTo>
                  <a:lnTo>
                    <a:pt x="45778" y="36844"/>
                  </a:lnTo>
                  <a:lnTo>
                    <a:pt x="45990" y="36471"/>
                  </a:lnTo>
                  <a:lnTo>
                    <a:pt x="46195" y="36093"/>
                  </a:lnTo>
                  <a:lnTo>
                    <a:pt x="46394" y="35713"/>
                  </a:lnTo>
                  <a:lnTo>
                    <a:pt x="46586" y="35328"/>
                  </a:lnTo>
                  <a:lnTo>
                    <a:pt x="46772" y="34941"/>
                  </a:lnTo>
                  <a:lnTo>
                    <a:pt x="46950" y="34550"/>
                  </a:lnTo>
                  <a:lnTo>
                    <a:pt x="47122" y="34157"/>
                  </a:lnTo>
                  <a:lnTo>
                    <a:pt x="47287" y="33760"/>
                  </a:lnTo>
                  <a:lnTo>
                    <a:pt x="47445" y="33360"/>
                  </a:lnTo>
                  <a:lnTo>
                    <a:pt x="47595" y="32958"/>
                  </a:lnTo>
                  <a:lnTo>
                    <a:pt x="47739" y="32554"/>
                  </a:lnTo>
                  <a:lnTo>
                    <a:pt x="47876" y="32146"/>
                  </a:lnTo>
                  <a:lnTo>
                    <a:pt x="48005" y="31737"/>
                  </a:lnTo>
                  <a:lnTo>
                    <a:pt x="48128" y="31325"/>
                  </a:lnTo>
                  <a:lnTo>
                    <a:pt x="48243" y="30911"/>
                  </a:lnTo>
                  <a:lnTo>
                    <a:pt x="48351" y="30495"/>
                  </a:lnTo>
                  <a:lnTo>
                    <a:pt x="48451" y="30078"/>
                  </a:lnTo>
                  <a:lnTo>
                    <a:pt x="48544" y="29658"/>
                  </a:lnTo>
                  <a:lnTo>
                    <a:pt x="48630" y="29238"/>
                  </a:lnTo>
                  <a:lnTo>
                    <a:pt x="48709" y="28815"/>
                  </a:lnTo>
                  <a:lnTo>
                    <a:pt x="48780" y="28392"/>
                  </a:lnTo>
                  <a:lnTo>
                    <a:pt x="48843" y="27967"/>
                  </a:lnTo>
                  <a:lnTo>
                    <a:pt x="48900" y="27541"/>
                  </a:lnTo>
                  <a:lnTo>
                    <a:pt x="48948" y="27114"/>
                  </a:lnTo>
                  <a:lnTo>
                    <a:pt x="48990" y="26687"/>
                  </a:lnTo>
                  <a:lnTo>
                    <a:pt x="49024" y="26259"/>
                  </a:lnTo>
                  <a:lnTo>
                    <a:pt x="49050" y="25830"/>
                  </a:lnTo>
                  <a:lnTo>
                    <a:pt x="49069" y="25401"/>
                  </a:lnTo>
                  <a:lnTo>
                    <a:pt x="49080" y="24971"/>
                  </a:lnTo>
                  <a:lnTo>
                    <a:pt x="49084" y="24542"/>
                  </a:lnTo>
                </a:path>
              </a:pathLst>
            </a:custGeom>
            <a:ln w="13550" cap="flat">
              <a:solidFill>
                <a:srgbClr val="7FC5D8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660" name="pl660"/>
            <p:cNvSpPr/>
            <p:nvPr/>
          </p:nvSpPr>
          <p:spPr>
            <a:xfrm>
              <a:off x="7438628" y="4599151"/>
              <a:ext cx="269962" cy="269965"/>
            </a:xfrm>
            <a:custGeom>
              <a:avLst/>
              <a:pathLst>
                <a:path w="269962" h="269965">
                  <a:moveTo>
                    <a:pt x="269962" y="134982"/>
                  </a:moveTo>
                  <a:lnTo>
                    <a:pt x="269942" y="132620"/>
                  </a:lnTo>
                  <a:lnTo>
                    <a:pt x="269880" y="130258"/>
                  </a:lnTo>
                  <a:lnTo>
                    <a:pt x="269776" y="127898"/>
                  </a:lnTo>
                  <a:lnTo>
                    <a:pt x="269632" y="125540"/>
                  </a:lnTo>
                  <a:lnTo>
                    <a:pt x="269446" y="123185"/>
                  </a:lnTo>
                  <a:lnTo>
                    <a:pt x="269219" y="120833"/>
                  </a:lnTo>
                  <a:lnTo>
                    <a:pt x="268951" y="118486"/>
                  </a:lnTo>
                  <a:lnTo>
                    <a:pt x="268641" y="116144"/>
                  </a:lnTo>
                  <a:lnTo>
                    <a:pt x="268291" y="113808"/>
                  </a:lnTo>
                  <a:lnTo>
                    <a:pt x="267900" y="111478"/>
                  </a:lnTo>
                  <a:lnTo>
                    <a:pt x="267468" y="109155"/>
                  </a:lnTo>
                  <a:lnTo>
                    <a:pt x="266996" y="106840"/>
                  </a:lnTo>
                  <a:lnTo>
                    <a:pt x="266483" y="104534"/>
                  </a:lnTo>
                  <a:lnTo>
                    <a:pt x="265930" y="102237"/>
                  </a:lnTo>
                  <a:lnTo>
                    <a:pt x="265337" y="99951"/>
                  </a:lnTo>
                  <a:lnTo>
                    <a:pt x="264704" y="97675"/>
                  </a:lnTo>
                  <a:lnTo>
                    <a:pt x="264031" y="95410"/>
                  </a:lnTo>
                  <a:lnTo>
                    <a:pt x="263319" y="93158"/>
                  </a:lnTo>
                  <a:lnTo>
                    <a:pt x="262568" y="90918"/>
                  </a:lnTo>
                  <a:lnTo>
                    <a:pt x="261777" y="88692"/>
                  </a:lnTo>
                  <a:lnTo>
                    <a:pt x="260947" y="86480"/>
                  </a:lnTo>
                  <a:lnTo>
                    <a:pt x="260079" y="84282"/>
                  </a:lnTo>
                  <a:lnTo>
                    <a:pt x="259173" y="82101"/>
                  </a:lnTo>
                  <a:lnTo>
                    <a:pt x="258228" y="79935"/>
                  </a:lnTo>
                  <a:lnTo>
                    <a:pt x="257246" y="77787"/>
                  </a:lnTo>
                  <a:lnTo>
                    <a:pt x="256226" y="75656"/>
                  </a:lnTo>
                  <a:lnTo>
                    <a:pt x="255169" y="73543"/>
                  </a:lnTo>
                  <a:lnTo>
                    <a:pt x="254076" y="71449"/>
                  </a:lnTo>
                  <a:lnTo>
                    <a:pt x="252946" y="69374"/>
                  </a:lnTo>
                  <a:lnTo>
                    <a:pt x="251779" y="67320"/>
                  </a:lnTo>
                  <a:lnTo>
                    <a:pt x="250577" y="65286"/>
                  </a:lnTo>
                  <a:lnTo>
                    <a:pt x="249340" y="63274"/>
                  </a:lnTo>
                  <a:lnTo>
                    <a:pt x="248067" y="61283"/>
                  </a:lnTo>
                  <a:lnTo>
                    <a:pt x="246760" y="59315"/>
                  </a:lnTo>
                  <a:lnTo>
                    <a:pt x="245419" y="57371"/>
                  </a:lnTo>
                  <a:lnTo>
                    <a:pt x="244044" y="55450"/>
                  </a:lnTo>
                  <a:lnTo>
                    <a:pt x="242635" y="53553"/>
                  </a:lnTo>
                  <a:lnTo>
                    <a:pt x="241193" y="51681"/>
                  </a:lnTo>
                  <a:lnTo>
                    <a:pt x="239719" y="49835"/>
                  </a:lnTo>
                  <a:lnTo>
                    <a:pt x="238213" y="48015"/>
                  </a:lnTo>
                  <a:lnTo>
                    <a:pt x="236675" y="46222"/>
                  </a:lnTo>
                  <a:lnTo>
                    <a:pt x="235106" y="44456"/>
                  </a:lnTo>
                  <a:lnTo>
                    <a:pt x="233507" y="42717"/>
                  </a:lnTo>
                  <a:lnTo>
                    <a:pt x="231877" y="41007"/>
                  </a:lnTo>
                  <a:lnTo>
                    <a:pt x="230217" y="39326"/>
                  </a:lnTo>
                  <a:lnTo>
                    <a:pt x="228529" y="37673"/>
                  </a:lnTo>
                  <a:lnTo>
                    <a:pt x="226811" y="36051"/>
                  </a:lnTo>
                  <a:lnTo>
                    <a:pt x="225066" y="34459"/>
                  </a:lnTo>
                  <a:lnTo>
                    <a:pt x="223293" y="32898"/>
                  </a:lnTo>
                  <a:lnTo>
                    <a:pt x="221493" y="31368"/>
                  </a:lnTo>
                  <a:lnTo>
                    <a:pt x="219666" y="29870"/>
                  </a:lnTo>
                  <a:lnTo>
                    <a:pt x="217814" y="28404"/>
                  </a:lnTo>
                  <a:lnTo>
                    <a:pt x="215936" y="26970"/>
                  </a:lnTo>
                  <a:lnTo>
                    <a:pt x="214033" y="25570"/>
                  </a:lnTo>
                  <a:lnTo>
                    <a:pt x="212106" y="24203"/>
                  </a:lnTo>
                  <a:lnTo>
                    <a:pt x="210155" y="22870"/>
                  </a:lnTo>
                  <a:lnTo>
                    <a:pt x="208182" y="21572"/>
                  </a:lnTo>
                  <a:lnTo>
                    <a:pt x="206186" y="20308"/>
                  </a:lnTo>
                  <a:lnTo>
                    <a:pt x="204168" y="19079"/>
                  </a:lnTo>
                  <a:lnTo>
                    <a:pt x="202129" y="17886"/>
                  </a:lnTo>
                  <a:lnTo>
                    <a:pt x="200069" y="16729"/>
                  </a:lnTo>
                  <a:lnTo>
                    <a:pt x="197990" y="15608"/>
                  </a:lnTo>
                  <a:lnTo>
                    <a:pt x="195891" y="14523"/>
                  </a:lnTo>
                  <a:lnTo>
                    <a:pt x="193774" y="13476"/>
                  </a:lnTo>
                  <a:lnTo>
                    <a:pt x="191638" y="12465"/>
                  </a:lnTo>
                  <a:lnTo>
                    <a:pt x="189485" y="11493"/>
                  </a:lnTo>
                  <a:lnTo>
                    <a:pt x="187316" y="10558"/>
                  </a:lnTo>
                  <a:lnTo>
                    <a:pt x="185130" y="9661"/>
                  </a:lnTo>
                  <a:lnTo>
                    <a:pt x="182929" y="8802"/>
                  </a:lnTo>
                  <a:lnTo>
                    <a:pt x="180714" y="7982"/>
                  </a:lnTo>
                  <a:lnTo>
                    <a:pt x="178484" y="7201"/>
                  </a:lnTo>
                  <a:lnTo>
                    <a:pt x="176241" y="6460"/>
                  </a:lnTo>
                  <a:lnTo>
                    <a:pt x="173985" y="5757"/>
                  </a:lnTo>
                  <a:lnTo>
                    <a:pt x="171718" y="5094"/>
                  </a:lnTo>
                  <a:lnTo>
                    <a:pt x="169439" y="4471"/>
                  </a:lnTo>
                  <a:lnTo>
                    <a:pt x="167150" y="3888"/>
                  </a:lnTo>
                  <a:lnTo>
                    <a:pt x="164851" y="3345"/>
                  </a:lnTo>
                  <a:lnTo>
                    <a:pt x="162542" y="2842"/>
                  </a:lnTo>
                  <a:lnTo>
                    <a:pt x="160225" y="2380"/>
                  </a:lnTo>
                  <a:lnTo>
                    <a:pt x="157901" y="1959"/>
                  </a:lnTo>
                  <a:lnTo>
                    <a:pt x="155569" y="1578"/>
                  </a:lnTo>
                  <a:lnTo>
                    <a:pt x="153231" y="1238"/>
                  </a:lnTo>
                  <a:lnTo>
                    <a:pt x="150888" y="939"/>
                  </a:lnTo>
                  <a:lnTo>
                    <a:pt x="148540" y="681"/>
                  </a:lnTo>
                  <a:lnTo>
                    <a:pt x="146187" y="464"/>
                  </a:lnTo>
                  <a:lnTo>
                    <a:pt x="143831" y="289"/>
                  </a:lnTo>
                  <a:lnTo>
                    <a:pt x="141473" y="155"/>
                  </a:lnTo>
                  <a:lnTo>
                    <a:pt x="139112" y="62"/>
                  </a:lnTo>
                  <a:lnTo>
                    <a:pt x="136750" y="10"/>
                  </a:lnTo>
                  <a:lnTo>
                    <a:pt x="134388" y="0"/>
                  </a:lnTo>
                  <a:lnTo>
                    <a:pt x="132025" y="31"/>
                  </a:lnTo>
                  <a:lnTo>
                    <a:pt x="129664" y="103"/>
                  </a:lnTo>
                  <a:lnTo>
                    <a:pt x="127304" y="217"/>
                  </a:lnTo>
                  <a:lnTo>
                    <a:pt x="124947" y="371"/>
                  </a:lnTo>
                  <a:lnTo>
                    <a:pt x="122593" y="568"/>
                  </a:lnTo>
                  <a:lnTo>
                    <a:pt x="120242" y="805"/>
                  </a:lnTo>
                  <a:lnTo>
                    <a:pt x="117896" y="1083"/>
                  </a:lnTo>
                  <a:lnTo>
                    <a:pt x="115556" y="1403"/>
                  </a:lnTo>
                  <a:lnTo>
                    <a:pt x="113221" y="1763"/>
                  </a:lnTo>
                  <a:lnTo>
                    <a:pt x="110893" y="2164"/>
                  </a:lnTo>
                  <a:lnTo>
                    <a:pt x="108572" y="2606"/>
                  </a:lnTo>
                  <a:lnTo>
                    <a:pt x="106259" y="3089"/>
                  </a:lnTo>
                  <a:lnTo>
                    <a:pt x="103955" y="3612"/>
                  </a:lnTo>
                  <a:lnTo>
                    <a:pt x="101661" y="4175"/>
                  </a:lnTo>
                  <a:lnTo>
                    <a:pt x="99377" y="4778"/>
                  </a:lnTo>
                  <a:lnTo>
                    <a:pt x="97104" y="5421"/>
                  </a:lnTo>
                  <a:lnTo>
                    <a:pt x="94842" y="6103"/>
                  </a:lnTo>
                  <a:lnTo>
                    <a:pt x="92592" y="6826"/>
                  </a:lnTo>
                  <a:lnTo>
                    <a:pt x="90356" y="7587"/>
                  </a:lnTo>
                  <a:lnTo>
                    <a:pt x="88133" y="8387"/>
                  </a:lnTo>
                  <a:lnTo>
                    <a:pt x="85925" y="9227"/>
                  </a:lnTo>
                  <a:lnTo>
                    <a:pt x="83732" y="10104"/>
                  </a:lnTo>
                  <a:lnTo>
                    <a:pt x="81554" y="11020"/>
                  </a:lnTo>
                  <a:lnTo>
                    <a:pt x="79393" y="11974"/>
                  </a:lnTo>
                  <a:lnTo>
                    <a:pt x="77249" y="12966"/>
                  </a:lnTo>
                  <a:lnTo>
                    <a:pt x="75122" y="13995"/>
                  </a:lnTo>
                  <a:lnTo>
                    <a:pt x="73014" y="15061"/>
                  </a:lnTo>
                  <a:lnTo>
                    <a:pt x="70924" y="16164"/>
                  </a:lnTo>
                  <a:lnTo>
                    <a:pt x="68855" y="17303"/>
                  </a:lnTo>
                  <a:lnTo>
                    <a:pt x="66805" y="18478"/>
                  </a:lnTo>
                  <a:lnTo>
                    <a:pt x="64777" y="19689"/>
                  </a:lnTo>
                  <a:lnTo>
                    <a:pt x="62770" y="20936"/>
                  </a:lnTo>
                  <a:lnTo>
                    <a:pt x="60785" y="22217"/>
                  </a:lnTo>
                  <a:lnTo>
                    <a:pt x="58823" y="23532"/>
                  </a:lnTo>
                  <a:lnTo>
                    <a:pt x="56884" y="24882"/>
                  </a:lnTo>
                  <a:lnTo>
                    <a:pt x="54969" y="26266"/>
                  </a:lnTo>
                  <a:lnTo>
                    <a:pt x="53079" y="27683"/>
                  </a:lnTo>
                  <a:lnTo>
                    <a:pt x="51214" y="29133"/>
                  </a:lnTo>
                  <a:lnTo>
                    <a:pt x="49374" y="30615"/>
                  </a:lnTo>
                  <a:lnTo>
                    <a:pt x="47560" y="32129"/>
                  </a:lnTo>
                  <a:lnTo>
                    <a:pt x="45774" y="33675"/>
                  </a:lnTo>
                  <a:lnTo>
                    <a:pt x="44015" y="35251"/>
                  </a:lnTo>
                  <a:lnTo>
                    <a:pt x="42283" y="36858"/>
                  </a:lnTo>
                  <a:lnTo>
                    <a:pt x="40580" y="38496"/>
                  </a:lnTo>
                  <a:lnTo>
                    <a:pt x="38906" y="40163"/>
                  </a:lnTo>
                  <a:lnTo>
                    <a:pt x="37261" y="41858"/>
                  </a:lnTo>
                  <a:lnTo>
                    <a:pt x="35646" y="43583"/>
                  </a:lnTo>
                  <a:lnTo>
                    <a:pt x="34062" y="45335"/>
                  </a:lnTo>
                  <a:lnTo>
                    <a:pt x="32508" y="47115"/>
                  </a:lnTo>
                  <a:lnTo>
                    <a:pt x="30986" y="48922"/>
                  </a:lnTo>
                  <a:lnTo>
                    <a:pt x="29496" y="50755"/>
                  </a:lnTo>
                  <a:lnTo>
                    <a:pt x="28038" y="52614"/>
                  </a:lnTo>
                  <a:lnTo>
                    <a:pt x="26613" y="54498"/>
                  </a:lnTo>
                  <a:lnTo>
                    <a:pt x="25221" y="56407"/>
                  </a:lnTo>
                  <a:lnTo>
                    <a:pt x="23863" y="58340"/>
                  </a:lnTo>
                  <a:lnTo>
                    <a:pt x="22539" y="60296"/>
                  </a:lnTo>
                  <a:lnTo>
                    <a:pt x="21249" y="62276"/>
                  </a:lnTo>
                  <a:lnTo>
                    <a:pt x="19994" y="64277"/>
                  </a:lnTo>
                  <a:lnTo>
                    <a:pt x="18774" y="66300"/>
                  </a:lnTo>
                  <a:lnTo>
                    <a:pt x="17590" y="68344"/>
                  </a:lnTo>
                  <a:lnTo>
                    <a:pt x="16441" y="70409"/>
                  </a:lnTo>
                  <a:lnTo>
                    <a:pt x="15329" y="72493"/>
                  </a:lnTo>
                  <a:lnTo>
                    <a:pt x="14254" y="74597"/>
                  </a:lnTo>
                  <a:lnTo>
                    <a:pt x="13216" y="76719"/>
                  </a:lnTo>
                  <a:lnTo>
                    <a:pt x="12215" y="78859"/>
                  </a:lnTo>
                  <a:lnTo>
                    <a:pt x="11251" y="81016"/>
                  </a:lnTo>
                  <a:lnTo>
                    <a:pt x="10326" y="83190"/>
                  </a:lnTo>
                  <a:lnTo>
                    <a:pt x="9439" y="85379"/>
                  </a:lnTo>
                  <a:lnTo>
                    <a:pt x="8590" y="87584"/>
                  </a:lnTo>
                  <a:lnTo>
                    <a:pt x="7780" y="89803"/>
                  </a:lnTo>
                  <a:lnTo>
                    <a:pt x="7008" y="92036"/>
                  </a:lnTo>
                  <a:lnTo>
                    <a:pt x="6276" y="94282"/>
                  </a:lnTo>
                  <a:lnTo>
                    <a:pt x="5584" y="96541"/>
                  </a:lnTo>
                  <a:lnTo>
                    <a:pt x="4931" y="98811"/>
                  </a:lnTo>
                  <a:lnTo>
                    <a:pt x="4318" y="101093"/>
                  </a:lnTo>
                  <a:lnTo>
                    <a:pt x="3745" y="103385"/>
                  </a:lnTo>
                  <a:lnTo>
                    <a:pt x="3212" y="105686"/>
                  </a:lnTo>
                  <a:lnTo>
                    <a:pt x="2719" y="107997"/>
                  </a:lnTo>
                  <a:lnTo>
                    <a:pt x="2267" y="110316"/>
                  </a:lnTo>
                  <a:lnTo>
                    <a:pt x="1856" y="112642"/>
                  </a:lnTo>
                  <a:lnTo>
                    <a:pt x="1485" y="114975"/>
                  </a:lnTo>
                  <a:lnTo>
                    <a:pt x="1156" y="117314"/>
                  </a:lnTo>
                  <a:lnTo>
                    <a:pt x="867" y="119659"/>
                  </a:lnTo>
                  <a:lnTo>
                    <a:pt x="619" y="122009"/>
                  </a:lnTo>
                  <a:lnTo>
                    <a:pt x="413" y="124362"/>
                  </a:lnTo>
                  <a:lnTo>
                    <a:pt x="248" y="126719"/>
                  </a:lnTo>
                  <a:lnTo>
                    <a:pt x="124" y="129078"/>
                  </a:lnTo>
                  <a:lnTo>
                    <a:pt x="41" y="131439"/>
                  </a:lnTo>
                  <a:lnTo>
                    <a:pt x="0" y="133801"/>
                  </a:lnTo>
                  <a:lnTo>
                    <a:pt x="0" y="136163"/>
                  </a:lnTo>
                  <a:lnTo>
                    <a:pt x="41" y="138525"/>
                  </a:lnTo>
                  <a:lnTo>
                    <a:pt x="124" y="140886"/>
                  </a:lnTo>
                  <a:lnTo>
                    <a:pt x="248" y="143246"/>
                  </a:lnTo>
                  <a:lnTo>
                    <a:pt x="413" y="145602"/>
                  </a:lnTo>
                  <a:lnTo>
                    <a:pt x="619" y="147956"/>
                  </a:lnTo>
                  <a:lnTo>
                    <a:pt x="867" y="150305"/>
                  </a:lnTo>
                  <a:lnTo>
                    <a:pt x="1156" y="152650"/>
                  </a:lnTo>
                  <a:lnTo>
                    <a:pt x="1485" y="154989"/>
                  </a:lnTo>
                  <a:lnTo>
                    <a:pt x="1856" y="157322"/>
                  </a:lnTo>
                  <a:lnTo>
                    <a:pt x="2267" y="159649"/>
                  </a:lnTo>
                  <a:lnTo>
                    <a:pt x="2719" y="161968"/>
                  </a:lnTo>
                  <a:lnTo>
                    <a:pt x="3212" y="164278"/>
                  </a:lnTo>
                  <a:lnTo>
                    <a:pt x="3745" y="166580"/>
                  </a:lnTo>
                  <a:lnTo>
                    <a:pt x="4318" y="168872"/>
                  </a:lnTo>
                  <a:lnTo>
                    <a:pt x="4931" y="171153"/>
                  </a:lnTo>
                  <a:lnTo>
                    <a:pt x="5584" y="173424"/>
                  </a:lnTo>
                  <a:lnTo>
                    <a:pt x="6276" y="175682"/>
                  </a:lnTo>
                  <a:lnTo>
                    <a:pt x="7008" y="177928"/>
                  </a:lnTo>
                  <a:lnTo>
                    <a:pt x="7780" y="180161"/>
                  </a:lnTo>
                  <a:lnTo>
                    <a:pt x="8590" y="182381"/>
                  </a:lnTo>
                  <a:lnTo>
                    <a:pt x="9439" y="184585"/>
                  </a:lnTo>
                  <a:lnTo>
                    <a:pt x="10326" y="186775"/>
                  </a:lnTo>
                  <a:lnTo>
                    <a:pt x="11251" y="188948"/>
                  </a:lnTo>
                  <a:lnTo>
                    <a:pt x="12215" y="191105"/>
                  </a:lnTo>
                  <a:lnTo>
                    <a:pt x="13216" y="193245"/>
                  </a:lnTo>
                  <a:lnTo>
                    <a:pt x="14254" y="195367"/>
                  </a:lnTo>
                  <a:lnTo>
                    <a:pt x="15329" y="197471"/>
                  </a:lnTo>
                  <a:lnTo>
                    <a:pt x="16441" y="199555"/>
                  </a:lnTo>
                  <a:lnTo>
                    <a:pt x="17590" y="201620"/>
                  </a:lnTo>
                  <a:lnTo>
                    <a:pt x="18774" y="203664"/>
                  </a:lnTo>
                  <a:lnTo>
                    <a:pt x="19994" y="205687"/>
                  </a:lnTo>
                  <a:lnTo>
                    <a:pt x="21249" y="207689"/>
                  </a:lnTo>
                  <a:lnTo>
                    <a:pt x="22539" y="209668"/>
                  </a:lnTo>
                  <a:lnTo>
                    <a:pt x="23863" y="211624"/>
                  </a:lnTo>
                  <a:lnTo>
                    <a:pt x="25221" y="213557"/>
                  </a:lnTo>
                  <a:lnTo>
                    <a:pt x="26613" y="215466"/>
                  </a:lnTo>
                  <a:lnTo>
                    <a:pt x="28038" y="217350"/>
                  </a:lnTo>
                  <a:lnTo>
                    <a:pt x="29496" y="219209"/>
                  </a:lnTo>
                  <a:lnTo>
                    <a:pt x="30986" y="221042"/>
                  </a:lnTo>
                  <a:lnTo>
                    <a:pt x="32508" y="222849"/>
                  </a:lnTo>
                  <a:lnTo>
                    <a:pt x="34062" y="224629"/>
                  </a:lnTo>
                  <a:lnTo>
                    <a:pt x="35646" y="226381"/>
                  </a:lnTo>
                  <a:lnTo>
                    <a:pt x="37261" y="228106"/>
                  </a:lnTo>
                  <a:lnTo>
                    <a:pt x="38906" y="229802"/>
                  </a:lnTo>
                  <a:lnTo>
                    <a:pt x="40580" y="231469"/>
                  </a:lnTo>
                  <a:lnTo>
                    <a:pt x="42283" y="233106"/>
                  </a:lnTo>
                  <a:lnTo>
                    <a:pt x="44015" y="234713"/>
                  </a:lnTo>
                  <a:lnTo>
                    <a:pt x="45774" y="236290"/>
                  </a:lnTo>
                  <a:lnTo>
                    <a:pt x="47560" y="237835"/>
                  </a:lnTo>
                  <a:lnTo>
                    <a:pt x="49374" y="239350"/>
                  </a:lnTo>
                  <a:lnTo>
                    <a:pt x="51214" y="240832"/>
                  </a:lnTo>
                  <a:lnTo>
                    <a:pt x="53079" y="242282"/>
                  </a:lnTo>
                  <a:lnTo>
                    <a:pt x="54969" y="243698"/>
                  </a:lnTo>
                  <a:lnTo>
                    <a:pt x="56884" y="245082"/>
                  </a:lnTo>
                  <a:lnTo>
                    <a:pt x="58823" y="246432"/>
                  </a:lnTo>
                  <a:lnTo>
                    <a:pt x="60785" y="247748"/>
                  </a:lnTo>
                  <a:lnTo>
                    <a:pt x="62770" y="249029"/>
                  </a:lnTo>
                  <a:lnTo>
                    <a:pt x="64777" y="250275"/>
                  </a:lnTo>
                  <a:lnTo>
                    <a:pt x="66805" y="251486"/>
                  </a:lnTo>
                  <a:lnTo>
                    <a:pt x="68855" y="252661"/>
                  </a:lnTo>
                  <a:lnTo>
                    <a:pt x="70924" y="253800"/>
                  </a:lnTo>
                  <a:lnTo>
                    <a:pt x="73014" y="254903"/>
                  </a:lnTo>
                  <a:lnTo>
                    <a:pt x="75122" y="255969"/>
                  </a:lnTo>
                  <a:lnTo>
                    <a:pt x="77249" y="256998"/>
                  </a:lnTo>
                  <a:lnTo>
                    <a:pt x="79393" y="257990"/>
                  </a:lnTo>
                  <a:lnTo>
                    <a:pt x="81554" y="258944"/>
                  </a:lnTo>
                  <a:lnTo>
                    <a:pt x="83732" y="259860"/>
                  </a:lnTo>
                  <a:lnTo>
                    <a:pt x="85925" y="260738"/>
                  </a:lnTo>
                  <a:lnTo>
                    <a:pt x="88133" y="261577"/>
                  </a:lnTo>
                  <a:lnTo>
                    <a:pt x="90356" y="262377"/>
                  </a:lnTo>
                  <a:lnTo>
                    <a:pt x="92592" y="263139"/>
                  </a:lnTo>
                  <a:lnTo>
                    <a:pt x="94842" y="263861"/>
                  </a:lnTo>
                  <a:lnTo>
                    <a:pt x="97104" y="264544"/>
                  </a:lnTo>
                  <a:lnTo>
                    <a:pt x="99377" y="265187"/>
                  </a:lnTo>
                  <a:lnTo>
                    <a:pt x="101661" y="265790"/>
                  </a:lnTo>
                  <a:lnTo>
                    <a:pt x="103955" y="266353"/>
                  </a:lnTo>
                  <a:lnTo>
                    <a:pt x="106259" y="266876"/>
                  </a:lnTo>
                  <a:lnTo>
                    <a:pt x="108572" y="267358"/>
                  </a:lnTo>
                  <a:lnTo>
                    <a:pt x="110893" y="267800"/>
                  </a:lnTo>
                  <a:lnTo>
                    <a:pt x="113221" y="268201"/>
                  </a:lnTo>
                  <a:lnTo>
                    <a:pt x="115556" y="268561"/>
                  </a:lnTo>
                  <a:lnTo>
                    <a:pt x="117896" y="268881"/>
                  </a:lnTo>
                  <a:lnTo>
                    <a:pt x="120242" y="269159"/>
                  </a:lnTo>
                  <a:lnTo>
                    <a:pt x="122593" y="269397"/>
                  </a:lnTo>
                  <a:lnTo>
                    <a:pt x="124947" y="269593"/>
                  </a:lnTo>
                  <a:lnTo>
                    <a:pt x="127304" y="269748"/>
                  </a:lnTo>
                  <a:lnTo>
                    <a:pt x="129664" y="269862"/>
                  </a:lnTo>
                  <a:lnTo>
                    <a:pt x="132025" y="269934"/>
                  </a:lnTo>
                  <a:lnTo>
                    <a:pt x="134388" y="269965"/>
                  </a:lnTo>
                  <a:lnTo>
                    <a:pt x="136750" y="269955"/>
                  </a:lnTo>
                  <a:lnTo>
                    <a:pt x="139112" y="269903"/>
                  </a:lnTo>
                  <a:lnTo>
                    <a:pt x="141473" y="269810"/>
                  </a:lnTo>
                  <a:lnTo>
                    <a:pt x="143831" y="269676"/>
                  </a:lnTo>
                  <a:lnTo>
                    <a:pt x="146187" y="269500"/>
                  </a:lnTo>
                  <a:lnTo>
                    <a:pt x="148540" y="269283"/>
                  </a:lnTo>
                  <a:lnTo>
                    <a:pt x="150888" y="269025"/>
                  </a:lnTo>
                  <a:lnTo>
                    <a:pt x="153231" y="268726"/>
                  </a:lnTo>
                  <a:lnTo>
                    <a:pt x="155569" y="268386"/>
                  </a:lnTo>
                  <a:lnTo>
                    <a:pt x="157901" y="268006"/>
                  </a:lnTo>
                  <a:lnTo>
                    <a:pt x="160225" y="267584"/>
                  </a:lnTo>
                  <a:lnTo>
                    <a:pt x="162542" y="267122"/>
                  </a:lnTo>
                  <a:lnTo>
                    <a:pt x="164851" y="266619"/>
                  </a:lnTo>
                  <a:lnTo>
                    <a:pt x="167150" y="266076"/>
                  </a:lnTo>
                  <a:lnTo>
                    <a:pt x="169439" y="265493"/>
                  </a:lnTo>
                  <a:lnTo>
                    <a:pt x="171718" y="264870"/>
                  </a:lnTo>
                  <a:lnTo>
                    <a:pt x="173985" y="264207"/>
                  </a:lnTo>
                  <a:lnTo>
                    <a:pt x="176241" y="263505"/>
                  </a:lnTo>
                  <a:lnTo>
                    <a:pt x="178484" y="262763"/>
                  </a:lnTo>
                  <a:lnTo>
                    <a:pt x="180714" y="261982"/>
                  </a:lnTo>
                  <a:lnTo>
                    <a:pt x="182929" y="261162"/>
                  </a:lnTo>
                  <a:lnTo>
                    <a:pt x="185130" y="260304"/>
                  </a:lnTo>
                  <a:lnTo>
                    <a:pt x="187316" y="259407"/>
                  </a:lnTo>
                  <a:lnTo>
                    <a:pt x="189485" y="258472"/>
                  </a:lnTo>
                  <a:lnTo>
                    <a:pt x="191638" y="257499"/>
                  </a:lnTo>
                  <a:lnTo>
                    <a:pt x="193774" y="256489"/>
                  </a:lnTo>
                  <a:lnTo>
                    <a:pt x="195891" y="255441"/>
                  </a:lnTo>
                  <a:lnTo>
                    <a:pt x="197990" y="254356"/>
                  </a:lnTo>
                  <a:lnTo>
                    <a:pt x="200069" y="253235"/>
                  </a:lnTo>
                  <a:lnTo>
                    <a:pt x="202129" y="252078"/>
                  </a:lnTo>
                  <a:lnTo>
                    <a:pt x="204168" y="250885"/>
                  </a:lnTo>
                  <a:lnTo>
                    <a:pt x="206186" y="249656"/>
                  </a:lnTo>
                  <a:lnTo>
                    <a:pt x="208182" y="248393"/>
                  </a:lnTo>
                  <a:lnTo>
                    <a:pt x="210155" y="247094"/>
                  </a:lnTo>
                  <a:lnTo>
                    <a:pt x="212106" y="245761"/>
                  </a:lnTo>
                  <a:lnTo>
                    <a:pt x="214033" y="244394"/>
                  </a:lnTo>
                  <a:lnTo>
                    <a:pt x="215936" y="242994"/>
                  </a:lnTo>
                  <a:lnTo>
                    <a:pt x="217814" y="241561"/>
                  </a:lnTo>
                  <a:lnTo>
                    <a:pt x="219666" y="240095"/>
                  </a:lnTo>
                  <a:lnTo>
                    <a:pt x="221493" y="238597"/>
                  </a:lnTo>
                  <a:lnTo>
                    <a:pt x="223293" y="237067"/>
                  </a:lnTo>
                  <a:lnTo>
                    <a:pt x="225066" y="235505"/>
                  </a:lnTo>
                  <a:lnTo>
                    <a:pt x="226811" y="233913"/>
                  </a:lnTo>
                  <a:lnTo>
                    <a:pt x="228529" y="232291"/>
                  </a:lnTo>
                  <a:lnTo>
                    <a:pt x="230217" y="230639"/>
                  </a:lnTo>
                  <a:lnTo>
                    <a:pt x="231877" y="228957"/>
                  </a:lnTo>
                  <a:lnTo>
                    <a:pt x="233507" y="227247"/>
                  </a:lnTo>
                  <a:lnTo>
                    <a:pt x="235106" y="225509"/>
                  </a:lnTo>
                  <a:lnTo>
                    <a:pt x="236675" y="223743"/>
                  </a:lnTo>
                  <a:lnTo>
                    <a:pt x="238213" y="221949"/>
                  </a:lnTo>
                  <a:lnTo>
                    <a:pt x="239719" y="220129"/>
                  </a:lnTo>
                  <a:lnTo>
                    <a:pt x="241193" y="218283"/>
                  </a:lnTo>
                  <a:lnTo>
                    <a:pt x="242635" y="216411"/>
                  </a:lnTo>
                  <a:lnTo>
                    <a:pt x="244044" y="214515"/>
                  </a:lnTo>
                  <a:lnTo>
                    <a:pt x="245419" y="212594"/>
                  </a:lnTo>
                  <a:lnTo>
                    <a:pt x="246760" y="210649"/>
                  </a:lnTo>
                  <a:lnTo>
                    <a:pt x="248067" y="208681"/>
                  </a:lnTo>
                  <a:lnTo>
                    <a:pt x="249340" y="206691"/>
                  </a:lnTo>
                  <a:lnTo>
                    <a:pt x="250577" y="204678"/>
                  </a:lnTo>
                  <a:lnTo>
                    <a:pt x="251779" y="202645"/>
                  </a:lnTo>
                  <a:lnTo>
                    <a:pt x="252946" y="200590"/>
                  </a:lnTo>
                  <a:lnTo>
                    <a:pt x="254076" y="198516"/>
                  </a:lnTo>
                  <a:lnTo>
                    <a:pt x="255169" y="196421"/>
                  </a:lnTo>
                  <a:lnTo>
                    <a:pt x="256226" y="194309"/>
                  </a:lnTo>
                  <a:lnTo>
                    <a:pt x="257246" y="192178"/>
                  </a:lnTo>
                  <a:lnTo>
                    <a:pt x="258228" y="190029"/>
                  </a:lnTo>
                  <a:lnTo>
                    <a:pt x="259173" y="187864"/>
                  </a:lnTo>
                  <a:lnTo>
                    <a:pt x="260079" y="185682"/>
                  </a:lnTo>
                  <a:lnTo>
                    <a:pt x="260947" y="183485"/>
                  </a:lnTo>
                  <a:lnTo>
                    <a:pt x="261777" y="181273"/>
                  </a:lnTo>
                  <a:lnTo>
                    <a:pt x="262568" y="179047"/>
                  </a:lnTo>
                  <a:lnTo>
                    <a:pt x="263319" y="176807"/>
                  </a:lnTo>
                  <a:lnTo>
                    <a:pt x="264031" y="174554"/>
                  </a:lnTo>
                  <a:lnTo>
                    <a:pt x="264704" y="172290"/>
                  </a:lnTo>
                  <a:lnTo>
                    <a:pt x="265337" y="170014"/>
                  </a:lnTo>
                  <a:lnTo>
                    <a:pt x="265930" y="167727"/>
                  </a:lnTo>
                  <a:lnTo>
                    <a:pt x="266483" y="165430"/>
                  </a:lnTo>
                  <a:lnTo>
                    <a:pt x="266996" y="163124"/>
                  </a:lnTo>
                  <a:lnTo>
                    <a:pt x="267468" y="160809"/>
                  </a:lnTo>
                  <a:lnTo>
                    <a:pt x="267900" y="158487"/>
                  </a:lnTo>
                  <a:lnTo>
                    <a:pt x="268291" y="156157"/>
                  </a:lnTo>
                  <a:lnTo>
                    <a:pt x="268641" y="153820"/>
                  </a:lnTo>
                  <a:lnTo>
                    <a:pt x="268951" y="151478"/>
                  </a:lnTo>
                  <a:lnTo>
                    <a:pt x="269219" y="149131"/>
                  </a:lnTo>
                  <a:lnTo>
                    <a:pt x="269446" y="146779"/>
                  </a:lnTo>
                  <a:lnTo>
                    <a:pt x="269632" y="144424"/>
                  </a:lnTo>
                  <a:lnTo>
                    <a:pt x="269776" y="142066"/>
                  </a:lnTo>
                  <a:lnTo>
                    <a:pt x="269880" y="139706"/>
                  </a:lnTo>
                  <a:lnTo>
                    <a:pt x="269942" y="137345"/>
                  </a:lnTo>
                  <a:lnTo>
                    <a:pt x="269962" y="134982"/>
                  </a:lnTo>
                </a:path>
              </a:pathLst>
            </a:custGeom>
            <a:ln w="13550" cap="flat">
              <a:solidFill>
                <a:srgbClr val="7FC5D8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661" name="pl661"/>
            <p:cNvSpPr/>
            <p:nvPr/>
          </p:nvSpPr>
          <p:spPr>
            <a:xfrm>
              <a:off x="7328191" y="4488710"/>
              <a:ext cx="490841" cy="490846"/>
            </a:xfrm>
            <a:custGeom>
              <a:avLst/>
              <a:pathLst>
                <a:path w="490841" h="490846">
                  <a:moveTo>
                    <a:pt x="490841" y="245423"/>
                  </a:moveTo>
                  <a:lnTo>
                    <a:pt x="490803" y="241127"/>
                  </a:lnTo>
                  <a:lnTo>
                    <a:pt x="490691" y="236833"/>
                  </a:lnTo>
                  <a:lnTo>
                    <a:pt x="490503" y="232542"/>
                  </a:lnTo>
                  <a:lnTo>
                    <a:pt x="490240" y="228255"/>
                  </a:lnTo>
                  <a:lnTo>
                    <a:pt x="489902" y="223973"/>
                  </a:lnTo>
                  <a:lnTo>
                    <a:pt x="489489" y="219697"/>
                  </a:lnTo>
                  <a:lnTo>
                    <a:pt x="489001" y="215430"/>
                  </a:lnTo>
                  <a:lnTo>
                    <a:pt x="488439" y="211171"/>
                  </a:lnTo>
                  <a:lnTo>
                    <a:pt x="487803" y="206924"/>
                  </a:lnTo>
                  <a:lnTo>
                    <a:pt x="487092" y="202687"/>
                  </a:lnTo>
                  <a:lnTo>
                    <a:pt x="486307" y="198464"/>
                  </a:lnTo>
                  <a:lnTo>
                    <a:pt x="485448" y="194256"/>
                  </a:lnTo>
                  <a:lnTo>
                    <a:pt x="484516" y="190063"/>
                  </a:lnTo>
                  <a:lnTo>
                    <a:pt x="483510" y="185887"/>
                  </a:lnTo>
                  <a:lnTo>
                    <a:pt x="482432" y="181729"/>
                  </a:lnTo>
                  <a:lnTo>
                    <a:pt x="481281" y="177591"/>
                  </a:lnTo>
                  <a:lnTo>
                    <a:pt x="480058" y="173473"/>
                  </a:lnTo>
                  <a:lnTo>
                    <a:pt x="478762" y="169378"/>
                  </a:lnTo>
                  <a:lnTo>
                    <a:pt x="477396" y="165306"/>
                  </a:lnTo>
                  <a:lnTo>
                    <a:pt x="475958" y="161258"/>
                  </a:lnTo>
                  <a:lnTo>
                    <a:pt x="474450" y="157236"/>
                  </a:lnTo>
                  <a:lnTo>
                    <a:pt x="472872" y="153241"/>
                  </a:lnTo>
                  <a:lnTo>
                    <a:pt x="471223" y="149275"/>
                  </a:lnTo>
                  <a:lnTo>
                    <a:pt x="469506" y="145338"/>
                  </a:lnTo>
                  <a:lnTo>
                    <a:pt x="467720" y="141431"/>
                  </a:lnTo>
                  <a:lnTo>
                    <a:pt x="465866" y="137556"/>
                  </a:lnTo>
                  <a:lnTo>
                    <a:pt x="463945" y="133715"/>
                  </a:lnTo>
                  <a:lnTo>
                    <a:pt x="461956" y="129907"/>
                  </a:lnTo>
                  <a:lnTo>
                    <a:pt x="459901" y="126135"/>
                  </a:lnTo>
                  <a:lnTo>
                    <a:pt x="457781" y="122400"/>
                  </a:lnTo>
                  <a:lnTo>
                    <a:pt x="455595" y="118702"/>
                  </a:lnTo>
                  <a:lnTo>
                    <a:pt x="453345" y="115043"/>
                  </a:lnTo>
                  <a:lnTo>
                    <a:pt x="451032" y="111424"/>
                  </a:lnTo>
                  <a:lnTo>
                    <a:pt x="448655" y="107846"/>
                  </a:lnTo>
                  <a:lnTo>
                    <a:pt x="446216" y="104310"/>
                  </a:lnTo>
                  <a:lnTo>
                    <a:pt x="443716" y="100818"/>
                  </a:lnTo>
                  <a:lnTo>
                    <a:pt x="441155" y="97370"/>
                  </a:lnTo>
                  <a:lnTo>
                    <a:pt x="438534" y="93967"/>
                  </a:lnTo>
                  <a:lnTo>
                    <a:pt x="435854" y="90610"/>
                  </a:lnTo>
                  <a:lnTo>
                    <a:pt x="433115" y="87301"/>
                  </a:lnTo>
                  <a:lnTo>
                    <a:pt x="430319" y="84040"/>
                  </a:lnTo>
                  <a:lnTo>
                    <a:pt x="427466" y="80829"/>
                  </a:lnTo>
                  <a:lnTo>
                    <a:pt x="424558" y="77668"/>
                  </a:lnTo>
                  <a:lnTo>
                    <a:pt x="421595" y="74558"/>
                  </a:lnTo>
                  <a:lnTo>
                    <a:pt x="418577" y="71501"/>
                  </a:lnTo>
                  <a:lnTo>
                    <a:pt x="415507" y="68497"/>
                  </a:lnTo>
                  <a:lnTo>
                    <a:pt x="412385" y="65548"/>
                  </a:lnTo>
                  <a:lnTo>
                    <a:pt x="409211" y="62653"/>
                  </a:lnTo>
                  <a:lnTo>
                    <a:pt x="405987" y="59815"/>
                  </a:lnTo>
                  <a:lnTo>
                    <a:pt x="402714" y="57033"/>
                  </a:lnTo>
                  <a:lnTo>
                    <a:pt x="399393" y="54309"/>
                  </a:lnTo>
                  <a:lnTo>
                    <a:pt x="396025" y="51643"/>
                  </a:lnTo>
                  <a:lnTo>
                    <a:pt x="392611" y="49037"/>
                  </a:lnTo>
                  <a:lnTo>
                    <a:pt x="389151" y="46491"/>
                  </a:lnTo>
                  <a:lnTo>
                    <a:pt x="385648" y="44006"/>
                  </a:lnTo>
                  <a:lnTo>
                    <a:pt x="382101" y="41583"/>
                  </a:lnTo>
                  <a:lnTo>
                    <a:pt x="378513" y="39222"/>
                  </a:lnTo>
                  <a:lnTo>
                    <a:pt x="374884" y="36924"/>
                  </a:lnTo>
                  <a:lnTo>
                    <a:pt x="371215" y="34690"/>
                  </a:lnTo>
                  <a:lnTo>
                    <a:pt x="367508" y="32521"/>
                  </a:lnTo>
                  <a:lnTo>
                    <a:pt x="363763" y="30417"/>
                  </a:lnTo>
                  <a:lnTo>
                    <a:pt x="359982" y="28378"/>
                  </a:lnTo>
                  <a:lnTo>
                    <a:pt x="356166" y="26407"/>
                  </a:lnTo>
                  <a:lnTo>
                    <a:pt x="352316" y="24502"/>
                  </a:lnTo>
                  <a:lnTo>
                    <a:pt x="348433" y="22665"/>
                  </a:lnTo>
                  <a:lnTo>
                    <a:pt x="344519" y="20896"/>
                  </a:lnTo>
                  <a:lnTo>
                    <a:pt x="340574" y="19196"/>
                  </a:lnTo>
                  <a:lnTo>
                    <a:pt x="336601" y="17565"/>
                  </a:lnTo>
                  <a:lnTo>
                    <a:pt x="332599" y="16004"/>
                  </a:lnTo>
                  <a:lnTo>
                    <a:pt x="328571" y="14514"/>
                  </a:lnTo>
                  <a:lnTo>
                    <a:pt x="324517" y="13094"/>
                  </a:lnTo>
                  <a:lnTo>
                    <a:pt x="320439" y="11745"/>
                  </a:lnTo>
                  <a:lnTo>
                    <a:pt x="316338" y="10468"/>
                  </a:lnTo>
                  <a:lnTo>
                    <a:pt x="312215" y="9263"/>
                  </a:lnTo>
                  <a:lnTo>
                    <a:pt x="308071" y="8130"/>
                  </a:lnTo>
                  <a:lnTo>
                    <a:pt x="303909" y="7070"/>
                  </a:lnTo>
                  <a:lnTo>
                    <a:pt x="299729" y="6082"/>
                  </a:lnTo>
                  <a:lnTo>
                    <a:pt x="295532" y="5169"/>
                  </a:lnTo>
                  <a:lnTo>
                    <a:pt x="291319" y="4328"/>
                  </a:lnTo>
                  <a:lnTo>
                    <a:pt x="287093" y="3562"/>
                  </a:lnTo>
                  <a:lnTo>
                    <a:pt x="282854" y="2869"/>
                  </a:lnTo>
                  <a:lnTo>
                    <a:pt x="278603" y="2251"/>
                  </a:lnTo>
                  <a:lnTo>
                    <a:pt x="274342" y="1708"/>
                  </a:lnTo>
                  <a:lnTo>
                    <a:pt x="270072" y="1239"/>
                  </a:lnTo>
                  <a:lnTo>
                    <a:pt x="265795" y="845"/>
                  </a:lnTo>
                  <a:lnTo>
                    <a:pt x="261512" y="526"/>
                  </a:lnTo>
                  <a:lnTo>
                    <a:pt x="257223" y="281"/>
                  </a:lnTo>
                  <a:lnTo>
                    <a:pt x="252931" y="112"/>
                  </a:lnTo>
                  <a:lnTo>
                    <a:pt x="248637" y="18"/>
                  </a:lnTo>
                  <a:lnTo>
                    <a:pt x="244342" y="0"/>
                  </a:lnTo>
                  <a:lnTo>
                    <a:pt x="240047" y="56"/>
                  </a:lnTo>
                  <a:lnTo>
                    <a:pt x="235753" y="187"/>
                  </a:lnTo>
                  <a:lnTo>
                    <a:pt x="231463" y="394"/>
                  </a:lnTo>
                  <a:lnTo>
                    <a:pt x="227177" y="676"/>
                  </a:lnTo>
                  <a:lnTo>
                    <a:pt x="222896" y="1032"/>
                  </a:lnTo>
                  <a:lnTo>
                    <a:pt x="218623" y="1464"/>
                  </a:lnTo>
                  <a:lnTo>
                    <a:pt x="214357" y="1970"/>
                  </a:lnTo>
                  <a:lnTo>
                    <a:pt x="210101" y="2551"/>
                  </a:lnTo>
                  <a:lnTo>
                    <a:pt x="205856" y="3206"/>
                  </a:lnTo>
                  <a:lnTo>
                    <a:pt x="201623" y="3936"/>
                  </a:lnTo>
                  <a:lnTo>
                    <a:pt x="197404" y="4739"/>
                  </a:lnTo>
                  <a:lnTo>
                    <a:pt x="193199" y="5616"/>
                  </a:lnTo>
                  <a:lnTo>
                    <a:pt x="189010" y="6567"/>
                  </a:lnTo>
                  <a:lnTo>
                    <a:pt x="184838" y="7591"/>
                  </a:lnTo>
                  <a:lnTo>
                    <a:pt x="180685" y="8687"/>
                  </a:lnTo>
                  <a:lnTo>
                    <a:pt x="176552" y="9856"/>
                  </a:lnTo>
                  <a:lnTo>
                    <a:pt x="172440" y="11098"/>
                  </a:lnTo>
                  <a:lnTo>
                    <a:pt x="168350" y="12411"/>
                  </a:lnTo>
                  <a:lnTo>
                    <a:pt x="164284" y="13795"/>
                  </a:lnTo>
                  <a:lnTo>
                    <a:pt x="160243" y="15250"/>
                  </a:lnTo>
                  <a:lnTo>
                    <a:pt x="156228" y="16776"/>
                  </a:lnTo>
                  <a:lnTo>
                    <a:pt x="152240" y="18372"/>
                  </a:lnTo>
                  <a:lnTo>
                    <a:pt x="148281" y="20038"/>
                  </a:lnTo>
                  <a:lnTo>
                    <a:pt x="144351" y="21772"/>
                  </a:lnTo>
                  <a:lnTo>
                    <a:pt x="140452" y="23575"/>
                  </a:lnTo>
                  <a:lnTo>
                    <a:pt x="136586" y="25446"/>
                  </a:lnTo>
                  <a:lnTo>
                    <a:pt x="132753" y="27384"/>
                  </a:lnTo>
                  <a:lnTo>
                    <a:pt x="128954" y="29389"/>
                  </a:lnTo>
                  <a:lnTo>
                    <a:pt x="125191" y="31461"/>
                  </a:lnTo>
                  <a:lnTo>
                    <a:pt x="121465" y="33597"/>
                  </a:lnTo>
                  <a:lnTo>
                    <a:pt x="117777" y="35799"/>
                  </a:lnTo>
                  <a:lnTo>
                    <a:pt x="114128" y="38065"/>
                  </a:lnTo>
                  <a:lnTo>
                    <a:pt x="110519" y="40394"/>
                  </a:lnTo>
                  <a:lnTo>
                    <a:pt x="106951" y="42787"/>
                  </a:lnTo>
                  <a:lnTo>
                    <a:pt x="103426" y="45241"/>
                  </a:lnTo>
                  <a:lnTo>
                    <a:pt x="99945" y="47757"/>
                  </a:lnTo>
                  <a:lnTo>
                    <a:pt x="96507" y="50333"/>
                  </a:lnTo>
                  <a:lnTo>
                    <a:pt x="93116" y="52969"/>
                  </a:lnTo>
                  <a:lnTo>
                    <a:pt x="89771" y="55664"/>
                  </a:lnTo>
                  <a:lnTo>
                    <a:pt x="86474" y="58417"/>
                  </a:lnTo>
                  <a:lnTo>
                    <a:pt x="83226" y="61227"/>
                  </a:lnTo>
                  <a:lnTo>
                    <a:pt x="80027" y="64094"/>
                  </a:lnTo>
                  <a:lnTo>
                    <a:pt x="76879" y="67016"/>
                  </a:lnTo>
                  <a:lnTo>
                    <a:pt x="73782" y="69993"/>
                  </a:lnTo>
                  <a:lnTo>
                    <a:pt x="70738" y="73023"/>
                  </a:lnTo>
                  <a:lnTo>
                    <a:pt x="67748" y="76107"/>
                  </a:lnTo>
                  <a:lnTo>
                    <a:pt x="64812" y="79242"/>
                  </a:lnTo>
                  <a:lnTo>
                    <a:pt x="61931" y="82428"/>
                  </a:lnTo>
                  <a:lnTo>
                    <a:pt x="59107" y="85664"/>
                  </a:lnTo>
                  <a:lnTo>
                    <a:pt x="56339" y="88949"/>
                  </a:lnTo>
                  <a:lnTo>
                    <a:pt x="53630" y="92282"/>
                  </a:lnTo>
                  <a:lnTo>
                    <a:pt x="50979" y="95662"/>
                  </a:lnTo>
                  <a:lnTo>
                    <a:pt x="48388" y="99088"/>
                  </a:lnTo>
                  <a:lnTo>
                    <a:pt x="45857" y="102559"/>
                  </a:lnTo>
                  <a:lnTo>
                    <a:pt x="43387" y="106073"/>
                  </a:lnTo>
                  <a:lnTo>
                    <a:pt x="40980" y="109630"/>
                  </a:lnTo>
                  <a:lnTo>
                    <a:pt x="38634" y="113229"/>
                  </a:lnTo>
                  <a:lnTo>
                    <a:pt x="36353" y="116868"/>
                  </a:lnTo>
                  <a:lnTo>
                    <a:pt x="34135" y="120546"/>
                  </a:lnTo>
                  <a:lnTo>
                    <a:pt x="31982" y="124263"/>
                  </a:lnTo>
                  <a:lnTo>
                    <a:pt x="29894" y="128017"/>
                  </a:lnTo>
                  <a:lnTo>
                    <a:pt x="27872" y="131807"/>
                  </a:lnTo>
                  <a:lnTo>
                    <a:pt x="25917" y="135631"/>
                  </a:lnTo>
                  <a:lnTo>
                    <a:pt x="24029" y="139490"/>
                  </a:lnTo>
                  <a:lnTo>
                    <a:pt x="22209" y="143380"/>
                  </a:lnTo>
                  <a:lnTo>
                    <a:pt x="20458" y="147302"/>
                  </a:lnTo>
                  <a:lnTo>
                    <a:pt x="18775" y="151254"/>
                  </a:lnTo>
                  <a:lnTo>
                    <a:pt x="17162" y="155235"/>
                  </a:lnTo>
                  <a:lnTo>
                    <a:pt x="15618" y="159244"/>
                  </a:lnTo>
                  <a:lnTo>
                    <a:pt x="14145" y="163279"/>
                  </a:lnTo>
                  <a:lnTo>
                    <a:pt x="12743" y="167339"/>
                  </a:lnTo>
                  <a:lnTo>
                    <a:pt x="11412" y="171423"/>
                  </a:lnTo>
                  <a:lnTo>
                    <a:pt x="10153" y="175529"/>
                  </a:lnTo>
                  <a:lnTo>
                    <a:pt x="8966" y="179657"/>
                  </a:lnTo>
                  <a:lnTo>
                    <a:pt x="7851" y="183805"/>
                  </a:lnTo>
                  <a:lnTo>
                    <a:pt x="6809" y="187973"/>
                  </a:lnTo>
                  <a:lnTo>
                    <a:pt x="5840" y="192157"/>
                  </a:lnTo>
                  <a:lnTo>
                    <a:pt x="4944" y="196358"/>
                  </a:lnTo>
                  <a:lnTo>
                    <a:pt x="4123" y="200574"/>
                  </a:lnTo>
                  <a:lnTo>
                    <a:pt x="3375" y="204804"/>
                  </a:lnTo>
                  <a:lnTo>
                    <a:pt x="2701" y="209046"/>
                  </a:lnTo>
                  <a:lnTo>
                    <a:pt x="2101" y="213299"/>
                  </a:lnTo>
                  <a:lnTo>
                    <a:pt x="1577" y="217563"/>
                  </a:lnTo>
                  <a:lnTo>
                    <a:pt x="1126" y="221834"/>
                  </a:lnTo>
                  <a:lnTo>
                    <a:pt x="751" y="226113"/>
                  </a:lnTo>
                  <a:lnTo>
                    <a:pt x="450" y="230398"/>
                  </a:lnTo>
                  <a:lnTo>
                    <a:pt x="225" y="234687"/>
                  </a:lnTo>
                  <a:lnTo>
                    <a:pt x="75" y="238980"/>
                  </a:lnTo>
                  <a:lnTo>
                    <a:pt x="0" y="243275"/>
                  </a:lnTo>
                  <a:lnTo>
                    <a:pt x="0" y="247570"/>
                  </a:lnTo>
                  <a:lnTo>
                    <a:pt x="75" y="251865"/>
                  </a:lnTo>
                  <a:lnTo>
                    <a:pt x="225" y="256158"/>
                  </a:lnTo>
                  <a:lnTo>
                    <a:pt x="450" y="260447"/>
                  </a:lnTo>
                  <a:lnTo>
                    <a:pt x="751" y="264732"/>
                  </a:lnTo>
                  <a:lnTo>
                    <a:pt x="1126" y="269011"/>
                  </a:lnTo>
                  <a:lnTo>
                    <a:pt x="1577" y="273283"/>
                  </a:lnTo>
                  <a:lnTo>
                    <a:pt x="2101" y="277546"/>
                  </a:lnTo>
                  <a:lnTo>
                    <a:pt x="2701" y="281799"/>
                  </a:lnTo>
                  <a:lnTo>
                    <a:pt x="3375" y="286041"/>
                  </a:lnTo>
                  <a:lnTo>
                    <a:pt x="4123" y="290271"/>
                  </a:lnTo>
                  <a:lnTo>
                    <a:pt x="4944" y="294487"/>
                  </a:lnTo>
                  <a:lnTo>
                    <a:pt x="5840" y="298688"/>
                  </a:lnTo>
                  <a:lnTo>
                    <a:pt x="6809" y="302873"/>
                  </a:lnTo>
                  <a:lnTo>
                    <a:pt x="7851" y="307040"/>
                  </a:lnTo>
                  <a:lnTo>
                    <a:pt x="8966" y="311188"/>
                  </a:lnTo>
                  <a:lnTo>
                    <a:pt x="10153" y="315316"/>
                  </a:lnTo>
                  <a:lnTo>
                    <a:pt x="11412" y="319423"/>
                  </a:lnTo>
                  <a:lnTo>
                    <a:pt x="12743" y="323506"/>
                  </a:lnTo>
                  <a:lnTo>
                    <a:pt x="14145" y="327567"/>
                  </a:lnTo>
                  <a:lnTo>
                    <a:pt x="15618" y="331601"/>
                  </a:lnTo>
                  <a:lnTo>
                    <a:pt x="17162" y="335610"/>
                  </a:lnTo>
                  <a:lnTo>
                    <a:pt x="18775" y="339591"/>
                  </a:lnTo>
                  <a:lnTo>
                    <a:pt x="20458" y="343543"/>
                  </a:lnTo>
                  <a:lnTo>
                    <a:pt x="22209" y="347465"/>
                  </a:lnTo>
                  <a:lnTo>
                    <a:pt x="24029" y="351355"/>
                  </a:lnTo>
                  <a:lnTo>
                    <a:pt x="25917" y="355214"/>
                  </a:lnTo>
                  <a:lnTo>
                    <a:pt x="27872" y="359038"/>
                  </a:lnTo>
                  <a:lnTo>
                    <a:pt x="29894" y="362828"/>
                  </a:lnTo>
                  <a:lnTo>
                    <a:pt x="31982" y="366582"/>
                  </a:lnTo>
                  <a:lnTo>
                    <a:pt x="34135" y="370299"/>
                  </a:lnTo>
                  <a:lnTo>
                    <a:pt x="36353" y="373977"/>
                  </a:lnTo>
                  <a:lnTo>
                    <a:pt x="38634" y="377616"/>
                  </a:lnTo>
                  <a:lnTo>
                    <a:pt x="40980" y="381215"/>
                  </a:lnTo>
                  <a:lnTo>
                    <a:pt x="43387" y="384772"/>
                  </a:lnTo>
                  <a:lnTo>
                    <a:pt x="45857" y="388286"/>
                  </a:lnTo>
                  <a:lnTo>
                    <a:pt x="48388" y="391757"/>
                  </a:lnTo>
                  <a:lnTo>
                    <a:pt x="50979" y="395183"/>
                  </a:lnTo>
                  <a:lnTo>
                    <a:pt x="53630" y="398563"/>
                  </a:lnTo>
                  <a:lnTo>
                    <a:pt x="56339" y="401896"/>
                  </a:lnTo>
                  <a:lnTo>
                    <a:pt x="59107" y="405181"/>
                  </a:lnTo>
                  <a:lnTo>
                    <a:pt x="61931" y="408417"/>
                  </a:lnTo>
                  <a:lnTo>
                    <a:pt x="64812" y="411603"/>
                  </a:lnTo>
                  <a:lnTo>
                    <a:pt x="67748" y="414738"/>
                  </a:lnTo>
                  <a:lnTo>
                    <a:pt x="70738" y="417822"/>
                  </a:lnTo>
                  <a:lnTo>
                    <a:pt x="73782" y="420852"/>
                  </a:lnTo>
                  <a:lnTo>
                    <a:pt x="76879" y="423829"/>
                  </a:lnTo>
                  <a:lnTo>
                    <a:pt x="80027" y="426752"/>
                  </a:lnTo>
                  <a:lnTo>
                    <a:pt x="83226" y="429618"/>
                  </a:lnTo>
                  <a:lnTo>
                    <a:pt x="86474" y="432429"/>
                  </a:lnTo>
                  <a:lnTo>
                    <a:pt x="89771" y="435182"/>
                  </a:lnTo>
                  <a:lnTo>
                    <a:pt x="93116" y="437876"/>
                  </a:lnTo>
                  <a:lnTo>
                    <a:pt x="96507" y="440512"/>
                  </a:lnTo>
                  <a:lnTo>
                    <a:pt x="99945" y="443088"/>
                  </a:lnTo>
                  <a:lnTo>
                    <a:pt x="103426" y="445604"/>
                  </a:lnTo>
                  <a:lnTo>
                    <a:pt x="106951" y="448058"/>
                  </a:lnTo>
                  <a:lnTo>
                    <a:pt x="110519" y="450451"/>
                  </a:lnTo>
                  <a:lnTo>
                    <a:pt x="114128" y="452780"/>
                  </a:lnTo>
                  <a:lnTo>
                    <a:pt x="117777" y="455046"/>
                  </a:lnTo>
                  <a:lnTo>
                    <a:pt x="121465" y="457248"/>
                  </a:lnTo>
                  <a:lnTo>
                    <a:pt x="125191" y="459385"/>
                  </a:lnTo>
                  <a:lnTo>
                    <a:pt x="128954" y="461456"/>
                  </a:lnTo>
                  <a:lnTo>
                    <a:pt x="132753" y="463461"/>
                  </a:lnTo>
                  <a:lnTo>
                    <a:pt x="136586" y="465399"/>
                  </a:lnTo>
                  <a:lnTo>
                    <a:pt x="140452" y="467270"/>
                  </a:lnTo>
                  <a:lnTo>
                    <a:pt x="144351" y="469073"/>
                  </a:lnTo>
                  <a:lnTo>
                    <a:pt x="148281" y="470808"/>
                  </a:lnTo>
                  <a:lnTo>
                    <a:pt x="152240" y="472473"/>
                  </a:lnTo>
                  <a:lnTo>
                    <a:pt x="156228" y="474069"/>
                  </a:lnTo>
                  <a:lnTo>
                    <a:pt x="160243" y="475595"/>
                  </a:lnTo>
                  <a:lnTo>
                    <a:pt x="164284" y="477050"/>
                  </a:lnTo>
                  <a:lnTo>
                    <a:pt x="168350" y="478435"/>
                  </a:lnTo>
                  <a:lnTo>
                    <a:pt x="172440" y="479748"/>
                  </a:lnTo>
                  <a:lnTo>
                    <a:pt x="176552" y="480989"/>
                  </a:lnTo>
                  <a:lnTo>
                    <a:pt x="180685" y="482158"/>
                  </a:lnTo>
                  <a:lnTo>
                    <a:pt x="184838" y="483255"/>
                  </a:lnTo>
                  <a:lnTo>
                    <a:pt x="189010" y="484278"/>
                  </a:lnTo>
                  <a:lnTo>
                    <a:pt x="193199" y="485229"/>
                  </a:lnTo>
                  <a:lnTo>
                    <a:pt x="197404" y="486106"/>
                  </a:lnTo>
                  <a:lnTo>
                    <a:pt x="201623" y="486909"/>
                  </a:lnTo>
                  <a:lnTo>
                    <a:pt x="205856" y="487639"/>
                  </a:lnTo>
                  <a:lnTo>
                    <a:pt x="210101" y="488294"/>
                  </a:lnTo>
                  <a:lnTo>
                    <a:pt x="214357" y="488875"/>
                  </a:lnTo>
                  <a:lnTo>
                    <a:pt x="218623" y="489381"/>
                  </a:lnTo>
                  <a:lnTo>
                    <a:pt x="222896" y="489813"/>
                  </a:lnTo>
                  <a:lnTo>
                    <a:pt x="227177" y="490169"/>
                  </a:lnTo>
                  <a:lnTo>
                    <a:pt x="231463" y="490451"/>
                  </a:lnTo>
                  <a:lnTo>
                    <a:pt x="235753" y="490658"/>
                  </a:lnTo>
                  <a:lnTo>
                    <a:pt x="240047" y="490789"/>
                  </a:lnTo>
                  <a:lnTo>
                    <a:pt x="244342" y="490846"/>
                  </a:lnTo>
                  <a:lnTo>
                    <a:pt x="248637" y="490827"/>
                  </a:lnTo>
                  <a:lnTo>
                    <a:pt x="252931" y="490733"/>
                  </a:lnTo>
                  <a:lnTo>
                    <a:pt x="257223" y="490564"/>
                  </a:lnTo>
                  <a:lnTo>
                    <a:pt x="261512" y="490320"/>
                  </a:lnTo>
                  <a:lnTo>
                    <a:pt x="265795" y="490000"/>
                  </a:lnTo>
                  <a:lnTo>
                    <a:pt x="270072" y="489606"/>
                  </a:lnTo>
                  <a:lnTo>
                    <a:pt x="274342" y="489137"/>
                  </a:lnTo>
                  <a:lnTo>
                    <a:pt x="278603" y="488594"/>
                  </a:lnTo>
                  <a:lnTo>
                    <a:pt x="282854" y="487976"/>
                  </a:lnTo>
                  <a:lnTo>
                    <a:pt x="287093" y="487283"/>
                  </a:lnTo>
                  <a:lnTo>
                    <a:pt x="291319" y="486517"/>
                  </a:lnTo>
                  <a:lnTo>
                    <a:pt x="295532" y="485677"/>
                  </a:lnTo>
                  <a:lnTo>
                    <a:pt x="299729" y="484763"/>
                  </a:lnTo>
                  <a:lnTo>
                    <a:pt x="303909" y="483776"/>
                  </a:lnTo>
                  <a:lnTo>
                    <a:pt x="308071" y="482715"/>
                  </a:lnTo>
                  <a:lnTo>
                    <a:pt x="312215" y="481582"/>
                  </a:lnTo>
                  <a:lnTo>
                    <a:pt x="316338" y="480377"/>
                  </a:lnTo>
                  <a:lnTo>
                    <a:pt x="320439" y="479100"/>
                  </a:lnTo>
                  <a:lnTo>
                    <a:pt x="324517" y="477751"/>
                  </a:lnTo>
                  <a:lnTo>
                    <a:pt x="328571" y="476331"/>
                  </a:lnTo>
                  <a:lnTo>
                    <a:pt x="332599" y="474841"/>
                  </a:lnTo>
                  <a:lnTo>
                    <a:pt x="336601" y="473280"/>
                  </a:lnTo>
                  <a:lnTo>
                    <a:pt x="340574" y="471649"/>
                  </a:lnTo>
                  <a:lnTo>
                    <a:pt x="344519" y="469949"/>
                  </a:lnTo>
                  <a:lnTo>
                    <a:pt x="348433" y="468180"/>
                  </a:lnTo>
                  <a:lnTo>
                    <a:pt x="352316" y="466343"/>
                  </a:lnTo>
                  <a:lnTo>
                    <a:pt x="356166" y="464438"/>
                  </a:lnTo>
                  <a:lnTo>
                    <a:pt x="359982" y="462467"/>
                  </a:lnTo>
                  <a:lnTo>
                    <a:pt x="363763" y="460428"/>
                  </a:lnTo>
                  <a:lnTo>
                    <a:pt x="367508" y="458324"/>
                  </a:lnTo>
                  <a:lnTo>
                    <a:pt x="371215" y="456155"/>
                  </a:lnTo>
                  <a:lnTo>
                    <a:pt x="374884" y="453921"/>
                  </a:lnTo>
                  <a:lnTo>
                    <a:pt x="378513" y="451623"/>
                  </a:lnTo>
                  <a:lnTo>
                    <a:pt x="382101" y="449262"/>
                  </a:lnTo>
                  <a:lnTo>
                    <a:pt x="385648" y="446839"/>
                  </a:lnTo>
                  <a:lnTo>
                    <a:pt x="389151" y="444354"/>
                  </a:lnTo>
                  <a:lnTo>
                    <a:pt x="392611" y="441808"/>
                  </a:lnTo>
                  <a:lnTo>
                    <a:pt x="396025" y="439202"/>
                  </a:lnTo>
                  <a:lnTo>
                    <a:pt x="399393" y="436536"/>
                  </a:lnTo>
                  <a:lnTo>
                    <a:pt x="402714" y="433812"/>
                  </a:lnTo>
                  <a:lnTo>
                    <a:pt x="405987" y="431031"/>
                  </a:lnTo>
                  <a:lnTo>
                    <a:pt x="409211" y="428192"/>
                  </a:lnTo>
                  <a:lnTo>
                    <a:pt x="412385" y="425297"/>
                  </a:lnTo>
                  <a:lnTo>
                    <a:pt x="415507" y="422348"/>
                  </a:lnTo>
                  <a:lnTo>
                    <a:pt x="418577" y="419344"/>
                  </a:lnTo>
                  <a:lnTo>
                    <a:pt x="421595" y="416287"/>
                  </a:lnTo>
                  <a:lnTo>
                    <a:pt x="424558" y="413177"/>
                  </a:lnTo>
                  <a:lnTo>
                    <a:pt x="427466" y="410016"/>
                  </a:lnTo>
                  <a:lnTo>
                    <a:pt x="430319" y="406805"/>
                  </a:lnTo>
                  <a:lnTo>
                    <a:pt x="433115" y="403544"/>
                  </a:lnTo>
                  <a:lnTo>
                    <a:pt x="435854" y="400235"/>
                  </a:lnTo>
                  <a:lnTo>
                    <a:pt x="438534" y="396879"/>
                  </a:lnTo>
                  <a:lnTo>
                    <a:pt x="441155" y="393476"/>
                  </a:lnTo>
                  <a:lnTo>
                    <a:pt x="443716" y="390027"/>
                  </a:lnTo>
                  <a:lnTo>
                    <a:pt x="446216" y="386535"/>
                  </a:lnTo>
                  <a:lnTo>
                    <a:pt x="448655" y="382999"/>
                  </a:lnTo>
                  <a:lnTo>
                    <a:pt x="451032" y="379421"/>
                  </a:lnTo>
                  <a:lnTo>
                    <a:pt x="453345" y="375802"/>
                  </a:lnTo>
                  <a:lnTo>
                    <a:pt x="455595" y="372143"/>
                  </a:lnTo>
                  <a:lnTo>
                    <a:pt x="457781" y="368445"/>
                  </a:lnTo>
                  <a:lnTo>
                    <a:pt x="459901" y="364710"/>
                  </a:lnTo>
                  <a:lnTo>
                    <a:pt x="461956" y="360938"/>
                  </a:lnTo>
                  <a:lnTo>
                    <a:pt x="463945" y="357130"/>
                  </a:lnTo>
                  <a:lnTo>
                    <a:pt x="465866" y="353289"/>
                  </a:lnTo>
                  <a:lnTo>
                    <a:pt x="467720" y="349414"/>
                  </a:lnTo>
                  <a:lnTo>
                    <a:pt x="469506" y="345508"/>
                  </a:lnTo>
                  <a:lnTo>
                    <a:pt x="471223" y="341570"/>
                  </a:lnTo>
                  <a:lnTo>
                    <a:pt x="472872" y="337604"/>
                  </a:lnTo>
                  <a:lnTo>
                    <a:pt x="474450" y="333609"/>
                  </a:lnTo>
                  <a:lnTo>
                    <a:pt x="475958" y="329587"/>
                  </a:lnTo>
                  <a:lnTo>
                    <a:pt x="477396" y="325540"/>
                  </a:lnTo>
                  <a:lnTo>
                    <a:pt x="478762" y="321467"/>
                  </a:lnTo>
                  <a:lnTo>
                    <a:pt x="480058" y="317372"/>
                  </a:lnTo>
                  <a:lnTo>
                    <a:pt x="481281" y="313254"/>
                  </a:lnTo>
                  <a:lnTo>
                    <a:pt x="482432" y="309116"/>
                  </a:lnTo>
                  <a:lnTo>
                    <a:pt x="483510" y="304958"/>
                  </a:lnTo>
                  <a:lnTo>
                    <a:pt x="484516" y="300782"/>
                  </a:lnTo>
                  <a:lnTo>
                    <a:pt x="485448" y="296589"/>
                  </a:lnTo>
                  <a:lnTo>
                    <a:pt x="486307" y="292381"/>
                  </a:lnTo>
                  <a:lnTo>
                    <a:pt x="487092" y="288158"/>
                  </a:lnTo>
                  <a:lnTo>
                    <a:pt x="487803" y="283922"/>
                  </a:lnTo>
                  <a:lnTo>
                    <a:pt x="488439" y="279674"/>
                  </a:lnTo>
                  <a:lnTo>
                    <a:pt x="489001" y="275415"/>
                  </a:lnTo>
                  <a:lnTo>
                    <a:pt x="489489" y="271148"/>
                  </a:lnTo>
                  <a:lnTo>
                    <a:pt x="489902" y="266872"/>
                  </a:lnTo>
                  <a:lnTo>
                    <a:pt x="490240" y="262590"/>
                  </a:lnTo>
                  <a:lnTo>
                    <a:pt x="490503" y="258303"/>
                  </a:lnTo>
                  <a:lnTo>
                    <a:pt x="490691" y="254012"/>
                  </a:lnTo>
                  <a:lnTo>
                    <a:pt x="490803" y="249718"/>
                  </a:lnTo>
                  <a:lnTo>
                    <a:pt x="490841" y="245423"/>
                  </a:lnTo>
                </a:path>
              </a:pathLst>
            </a:custGeom>
            <a:ln w="13550" cap="flat">
              <a:solidFill>
                <a:srgbClr val="7FC5D8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662" name="tx662"/>
            <p:cNvSpPr/>
            <p:nvPr/>
          </p:nvSpPr>
          <p:spPr>
            <a:xfrm>
              <a:off x="7441065" y="4410686"/>
              <a:ext cx="265084" cy="800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663" name="tx663"/>
            <p:cNvSpPr/>
            <p:nvPr/>
          </p:nvSpPr>
          <p:spPr>
            <a:xfrm>
              <a:off x="7431960" y="4973100"/>
              <a:ext cx="283292" cy="82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664" name="tx664"/>
            <p:cNvSpPr/>
            <p:nvPr/>
          </p:nvSpPr>
          <p:spPr>
            <a:xfrm>
              <a:off x="7773180" y="4493246"/>
              <a:ext cx="469984" cy="801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665" name="tx665"/>
            <p:cNvSpPr/>
            <p:nvPr/>
          </p:nvSpPr>
          <p:spPr>
            <a:xfrm>
              <a:off x="7855846" y="4693084"/>
              <a:ext cx="216915" cy="79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666" name="tx666"/>
            <p:cNvSpPr/>
            <p:nvPr/>
          </p:nvSpPr>
          <p:spPr>
            <a:xfrm>
              <a:off x="7773180" y="4890434"/>
              <a:ext cx="488193" cy="82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667" name="pg667"/>
            <p:cNvSpPr/>
            <p:nvPr/>
          </p:nvSpPr>
          <p:spPr>
            <a:xfrm>
              <a:off x="7328191" y="4488710"/>
              <a:ext cx="490841" cy="490846"/>
            </a:xfrm>
            <a:custGeom>
              <a:avLst/>
              <a:pathLst>
                <a:path w="490841" h="490846">
                  <a:moveTo>
                    <a:pt x="490841" y="245423"/>
                  </a:moveTo>
                  <a:lnTo>
                    <a:pt x="490803" y="241127"/>
                  </a:lnTo>
                  <a:lnTo>
                    <a:pt x="490691" y="236833"/>
                  </a:lnTo>
                  <a:lnTo>
                    <a:pt x="490503" y="232542"/>
                  </a:lnTo>
                  <a:lnTo>
                    <a:pt x="490240" y="228255"/>
                  </a:lnTo>
                  <a:lnTo>
                    <a:pt x="489902" y="223973"/>
                  </a:lnTo>
                  <a:lnTo>
                    <a:pt x="489489" y="219697"/>
                  </a:lnTo>
                  <a:lnTo>
                    <a:pt x="489001" y="215430"/>
                  </a:lnTo>
                  <a:lnTo>
                    <a:pt x="488439" y="211171"/>
                  </a:lnTo>
                  <a:lnTo>
                    <a:pt x="487803" y="206924"/>
                  </a:lnTo>
                  <a:lnTo>
                    <a:pt x="487092" y="202687"/>
                  </a:lnTo>
                  <a:lnTo>
                    <a:pt x="486307" y="198464"/>
                  </a:lnTo>
                  <a:lnTo>
                    <a:pt x="485448" y="194256"/>
                  </a:lnTo>
                  <a:lnTo>
                    <a:pt x="484516" y="190063"/>
                  </a:lnTo>
                  <a:lnTo>
                    <a:pt x="483510" y="185887"/>
                  </a:lnTo>
                  <a:lnTo>
                    <a:pt x="482432" y="181729"/>
                  </a:lnTo>
                  <a:lnTo>
                    <a:pt x="481281" y="177591"/>
                  </a:lnTo>
                  <a:lnTo>
                    <a:pt x="480058" y="173473"/>
                  </a:lnTo>
                  <a:lnTo>
                    <a:pt x="478762" y="169378"/>
                  </a:lnTo>
                  <a:lnTo>
                    <a:pt x="477396" y="165306"/>
                  </a:lnTo>
                  <a:lnTo>
                    <a:pt x="475958" y="161258"/>
                  </a:lnTo>
                  <a:lnTo>
                    <a:pt x="474450" y="157236"/>
                  </a:lnTo>
                  <a:lnTo>
                    <a:pt x="472872" y="153241"/>
                  </a:lnTo>
                  <a:lnTo>
                    <a:pt x="471223" y="149275"/>
                  </a:lnTo>
                  <a:lnTo>
                    <a:pt x="469506" y="145338"/>
                  </a:lnTo>
                  <a:lnTo>
                    <a:pt x="467720" y="141431"/>
                  </a:lnTo>
                  <a:lnTo>
                    <a:pt x="465866" y="137556"/>
                  </a:lnTo>
                  <a:lnTo>
                    <a:pt x="463945" y="133715"/>
                  </a:lnTo>
                  <a:lnTo>
                    <a:pt x="461956" y="129907"/>
                  </a:lnTo>
                  <a:lnTo>
                    <a:pt x="459901" y="126135"/>
                  </a:lnTo>
                  <a:lnTo>
                    <a:pt x="457781" y="122400"/>
                  </a:lnTo>
                  <a:lnTo>
                    <a:pt x="455595" y="118702"/>
                  </a:lnTo>
                  <a:lnTo>
                    <a:pt x="453345" y="115043"/>
                  </a:lnTo>
                  <a:lnTo>
                    <a:pt x="451032" y="111424"/>
                  </a:lnTo>
                  <a:lnTo>
                    <a:pt x="448655" y="107846"/>
                  </a:lnTo>
                  <a:lnTo>
                    <a:pt x="446216" y="104310"/>
                  </a:lnTo>
                  <a:lnTo>
                    <a:pt x="443716" y="100818"/>
                  </a:lnTo>
                  <a:lnTo>
                    <a:pt x="441155" y="97370"/>
                  </a:lnTo>
                  <a:lnTo>
                    <a:pt x="438534" y="93967"/>
                  </a:lnTo>
                  <a:lnTo>
                    <a:pt x="435854" y="90610"/>
                  </a:lnTo>
                  <a:lnTo>
                    <a:pt x="433115" y="87301"/>
                  </a:lnTo>
                  <a:lnTo>
                    <a:pt x="430319" y="84040"/>
                  </a:lnTo>
                  <a:lnTo>
                    <a:pt x="427466" y="80829"/>
                  </a:lnTo>
                  <a:lnTo>
                    <a:pt x="424558" y="77668"/>
                  </a:lnTo>
                  <a:lnTo>
                    <a:pt x="421595" y="74558"/>
                  </a:lnTo>
                  <a:lnTo>
                    <a:pt x="418577" y="71501"/>
                  </a:lnTo>
                  <a:lnTo>
                    <a:pt x="415507" y="68497"/>
                  </a:lnTo>
                  <a:lnTo>
                    <a:pt x="412385" y="65548"/>
                  </a:lnTo>
                  <a:lnTo>
                    <a:pt x="409211" y="62653"/>
                  </a:lnTo>
                  <a:lnTo>
                    <a:pt x="405987" y="59815"/>
                  </a:lnTo>
                  <a:lnTo>
                    <a:pt x="402714" y="57033"/>
                  </a:lnTo>
                  <a:lnTo>
                    <a:pt x="399393" y="54309"/>
                  </a:lnTo>
                  <a:lnTo>
                    <a:pt x="396025" y="51643"/>
                  </a:lnTo>
                  <a:lnTo>
                    <a:pt x="392611" y="49037"/>
                  </a:lnTo>
                  <a:lnTo>
                    <a:pt x="389151" y="46491"/>
                  </a:lnTo>
                  <a:lnTo>
                    <a:pt x="385648" y="44006"/>
                  </a:lnTo>
                  <a:lnTo>
                    <a:pt x="382101" y="41583"/>
                  </a:lnTo>
                  <a:lnTo>
                    <a:pt x="378513" y="39222"/>
                  </a:lnTo>
                  <a:lnTo>
                    <a:pt x="374884" y="36924"/>
                  </a:lnTo>
                  <a:lnTo>
                    <a:pt x="371215" y="34690"/>
                  </a:lnTo>
                  <a:lnTo>
                    <a:pt x="367508" y="32521"/>
                  </a:lnTo>
                  <a:lnTo>
                    <a:pt x="363763" y="30417"/>
                  </a:lnTo>
                  <a:lnTo>
                    <a:pt x="359982" y="28378"/>
                  </a:lnTo>
                  <a:lnTo>
                    <a:pt x="356166" y="26407"/>
                  </a:lnTo>
                  <a:lnTo>
                    <a:pt x="352316" y="24502"/>
                  </a:lnTo>
                  <a:lnTo>
                    <a:pt x="348433" y="22665"/>
                  </a:lnTo>
                  <a:lnTo>
                    <a:pt x="344519" y="20896"/>
                  </a:lnTo>
                  <a:lnTo>
                    <a:pt x="340574" y="19196"/>
                  </a:lnTo>
                  <a:lnTo>
                    <a:pt x="336601" y="17565"/>
                  </a:lnTo>
                  <a:lnTo>
                    <a:pt x="332599" y="16004"/>
                  </a:lnTo>
                  <a:lnTo>
                    <a:pt x="328571" y="14514"/>
                  </a:lnTo>
                  <a:lnTo>
                    <a:pt x="324517" y="13094"/>
                  </a:lnTo>
                  <a:lnTo>
                    <a:pt x="320439" y="11745"/>
                  </a:lnTo>
                  <a:lnTo>
                    <a:pt x="316338" y="10468"/>
                  </a:lnTo>
                  <a:lnTo>
                    <a:pt x="312215" y="9263"/>
                  </a:lnTo>
                  <a:lnTo>
                    <a:pt x="308071" y="8130"/>
                  </a:lnTo>
                  <a:lnTo>
                    <a:pt x="303909" y="7070"/>
                  </a:lnTo>
                  <a:lnTo>
                    <a:pt x="299729" y="6082"/>
                  </a:lnTo>
                  <a:lnTo>
                    <a:pt x="295532" y="5169"/>
                  </a:lnTo>
                  <a:lnTo>
                    <a:pt x="291319" y="4328"/>
                  </a:lnTo>
                  <a:lnTo>
                    <a:pt x="287093" y="3562"/>
                  </a:lnTo>
                  <a:lnTo>
                    <a:pt x="282854" y="2869"/>
                  </a:lnTo>
                  <a:lnTo>
                    <a:pt x="278603" y="2251"/>
                  </a:lnTo>
                  <a:lnTo>
                    <a:pt x="274342" y="1708"/>
                  </a:lnTo>
                  <a:lnTo>
                    <a:pt x="270072" y="1239"/>
                  </a:lnTo>
                  <a:lnTo>
                    <a:pt x="265795" y="845"/>
                  </a:lnTo>
                  <a:lnTo>
                    <a:pt x="261512" y="526"/>
                  </a:lnTo>
                  <a:lnTo>
                    <a:pt x="257223" y="281"/>
                  </a:lnTo>
                  <a:lnTo>
                    <a:pt x="252931" y="112"/>
                  </a:lnTo>
                  <a:lnTo>
                    <a:pt x="248637" y="18"/>
                  </a:lnTo>
                  <a:lnTo>
                    <a:pt x="244342" y="0"/>
                  </a:lnTo>
                  <a:lnTo>
                    <a:pt x="240047" y="56"/>
                  </a:lnTo>
                  <a:lnTo>
                    <a:pt x="235753" y="187"/>
                  </a:lnTo>
                  <a:lnTo>
                    <a:pt x="231463" y="394"/>
                  </a:lnTo>
                  <a:lnTo>
                    <a:pt x="227177" y="676"/>
                  </a:lnTo>
                  <a:lnTo>
                    <a:pt x="222896" y="1032"/>
                  </a:lnTo>
                  <a:lnTo>
                    <a:pt x="218623" y="1464"/>
                  </a:lnTo>
                  <a:lnTo>
                    <a:pt x="214357" y="1970"/>
                  </a:lnTo>
                  <a:lnTo>
                    <a:pt x="210101" y="2551"/>
                  </a:lnTo>
                  <a:lnTo>
                    <a:pt x="205856" y="3206"/>
                  </a:lnTo>
                  <a:lnTo>
                    <a:pt x="201623" y="3936"/>
                  </a:lnTo>
                  <a:lnTo>
                    <a:pt x="197404" y="4739"/>
                  </a:lnTo>
                  <a:lnTo>
                    <a:pt x="193199" y="5616"/>
                  </a:lnTo>
                  <a:lnTo>
                    <a:pt x="189010" y="6567"/>
                  </a:lnTo>
                  <a:lnTo>
                    <a:pt x="184838" y="7591"/>
                  </a:lnTo>
                  <a:lnTo>
                    <a:pt x="180685" y="8687"/>
                  </a:lnTo>
                  <a:lnTo>
                    <a:pt x="176552" y="9856"/>
                  </a:lnTo>
                  <a:lnTo>
                    <a:pt x="172440" y="11098"/>
                  </a:lnTo>
                  <a:lnTo>
                    <a:pt x="168350" y="12411"/>
                  </a:lnTo>
                  <a:lnTo>
                    <a:pt x="164284" y="13795"/>
                  </a:lnTo>
                  <a:lnTo>
                    <a:pt x="160243" y="15250"/>
                  </a:lnTo>
                  <a:lnTo>
                    <a:pt x="156228" y="16776"/>
                  </a:lnTo>
                  <a:lnTo>
                    <a:pt x="152240" y="18372"/>
                  </a:lnTo>
                  <a:lnTo>
                    <a:pt x="148281" y="20038"/>
                  </a:lnTo>
                  <a:lnTo>
                    <a:pt x="144351" y="21772"/>
                  </a:lnTo>
                  <a:lnTo>
                    <a:pt x="140452" y="23575"/>
                  </a:lnTo>
                  <a:lnTo>
                    <a:pt x="136586" y="25446"/>
                  </a:lnTo>
                  <a:lnTo>
                    <a:pt x="132753" y="27384"/>
                  </a:lnTo>
                  <a:lnTo>
                    <a:pt x="128954" y="29389"/>
                  </a:lnTo>
                  <a:lnTo>
                    <a:pt x="125191" y="31461"/>
                  </a:lnTo>
                  <a:lnTo>
                    <a:pt x="121465" y="33597"/>
                  </a:lnTo>
                  <a:lnTo>
                    <a:pt x="117777" y="35799"/>
                  </a:lnTo>
                  <a:lnTo>
                    <a:pt x="114128" y="38065"/>
                  </a:lnTo>
                  <a:lnTo>
                    <a:pt x="110519" y="40394"/>
                  </a:lnTo>
                  <a:lnTo>
                    <a:pt x="106951" y="42787"/>
                  </a:lnTo>
                  <a:lnTo>
                    <a:pt x="103426" y="45241"/>
                  </a:lnTo>
                  <a:lnTo>
                    <a:pt x="99945" y="47757"/>
                  </a:lnTo>
                  <a:lnTo>
                    <a:pt x="96507" y="50333"/>
                  </a:lnTo>
                  <a:lnTo>
                    <a:pt x="93116" y="52969"/>
                  </a:lnTo>
                  <a:lnTo>
                    <a:pt x="89771" y="55664"/>
                  </a:lnTo>
                  <a:lnTo>
                    <a:pt x="86474" y="58417"/>
                  </a:lnTo>
                  <a:lnTo>
                    <a:pt x="83226" y="61227"/>
                  </a:lnTo>
                  <a:lnTo>
                    <a:pt x="80027" y="64094"/>
                  </a:lnTo>
                  <a:lnTo>
                    <a:pt x="76879" y="67016"/>
                  </a:lnTo>
                  <a:lnTo>
                    <a:pt x="73782" y="69993"/>
                  </a:lnTo>
                  <a:lnTo>
                    <a:pt x="70738" y="73023"/>
                  </a:lnTo>
                  <a:lnTo>
                    <a:pt x="67748" y="76107"/>
                  </a:lnTo>
                  <a:lnTo>
                    <a:pt x="64812" y="79242"/>
                  </a:lnTo>
                  <a:lnTo>
                    <a:pt x="61931" y="82428"/>
                  </a:lnTo>
                  <a:lnTo>
                    <a:pt x="59107" y="85664"/>
                  </a:lnTo>
                  <a:lnTo>
                    <a:pt x="56339" y="88949"/>
                  </a:lnTo>
                  <a:lnTo>
                    <a:pt x="53630" y="92282"/>
                  </a:lnTo>
                  <a:lnTo>
                    <a:pt x="50979" y="95662"/>
                  </a:lnTo>
                  <a:lnTo>
                    <a:pt x="48388" y="99088"/>
                  </a:lnTo>
                  <a:lnTo>
                    <a:pt x="45857" y="102559"/>
                  </a:lnTo>
                  <a:lnTo>
                    <a:pt x="43387" y="106073"/>
                  </a:lnTo>
                  <a:lnTo>
                    <a:pt x="40980" y="109630"/>
                  </a:lnTo>
                  <a:lnTo>
                    <a:pt x="38634" y="113229"/>
                  </a:lnTo>
                  <a:lnTo>
                    <a:pt x="36353" y="116868"/>
                  </a:lnTo>
                  <a:lnTo>
                    <a:pt x="34135" y="120546"/>
                  </a:lnTo>
                  <a:lnTo>
                    <a:pt x="31982" y="124263"/>
                  </a:lnTo>
                  <a:lnTo>
                    <a:pt x="29894" y="128017"/>
                  </a:lnTo>
                  <a:lnTo>
                    <a:pt x="27872" y="131807"/>
                  </a:lnTo>
                  <a:lnTo>
                    <a:pt x="25917" y="135631"/>
                  </a:lnTo>
                  <a:lnTo>
                    <a:pt x="24029" y="139490"/>
                  </a:lnTo>
                  <a:lnTo>
                    <a:pt x="22209" y="143380"/>
                  </a:lnTo>
                  <a:lnTo>
                    <a:pt x="20458" y="147302"/>
                  </a:lnTo>
                  <a:lnTo>
                    <a:pt x="18775" y="151254"/>
                  </a:lnTo>
                  <a:lnTo>
                    <a:pt x="17162" y="155235"/>
                  </a:lnTo>
                  <a:lnTo>
                    <a:pt x="15618" y="159244"/>
                  </a:lnTo>
                  <a:lnTo>
                    <a:pt x="14145" y="163279"/>
                  </a:lnTo>
                  <a:lnTo>
                    <a:pt x="12743" y="167339"/>
                  </a:lnTo>
                  <a:lnTo>
                    <a:pt x="11412" y="171423"/>
                  </a:lnTo>
                  <a:lnTo>
                    <a:pt x="10153" y="175529"/>
                  </a:lnTo>
                  <a:lnTo>
                    <a:pt x="8966" y="179657"/>
                  </a:lnTo>
                  <a:lnTo>
                    <a:pt x="7851" y="183805"/>
                  </a:lnTo>
                  <a:lnTo>
                    <a:pt x="6809" y="187973"/>
                  </a:lnTo>
                  <a:lnTo>
                    <a:pt x="5840" y="192157"/>
                  </a:lnTo>
                  <a:lnTo>
                    <a:pt x="4944" y="196358"/>
                  </a:lnTo>
                  <a:lnTo>
                    <a:pt x="4123" y="200574"/>
                  </a:lnTo>
                  <a:lnTo>
                    <a:pt x="3375" y="204804"/>
                  </a:lnTo>
                  <a:lnTo>
                    <a:pt x="2701" y="209046"/>
                  </a:lnTo>
                  <a:lnTo>
                    <a:pt x="2101" y="213299"/>
                  </a:lnTo>
                  <a:lnTo>
                    <a:pt x="1577" y="217563"/>
                  </a:lnTo>
                  <a:lnTo>
                    <a:pt x="1126" y="221834"/>
                  </a:lnTo>
                  <a:lnTo>
                    <a:pt x="751" y="226113"/>
                  </a:lnTo>
                  <a:lnTo>
                    <a:pt x="450" y="230398"/>
                  </a:lnTo>
                  <a:lnTo>
                    <a:pt x="225" y="234687"/>
                  </a:lnTo>
                  <a:lnTo>
                    <a:pt x="75" y="238980"/>
                  </a:lnTo>
                  <a:lnTo>
                    <a:pt x="0" y="243275"/>
                  </a:lnTo>
                  <a:lnTo>
                    <a:pt x="0" y="247570"/>
                  </a:lnTo>
                  <a:lnTo>
                    <a:pt x="75" y="251865"/>
                  </a:lnTo>
                  <a:lnTo>
                    <a:pt x="225" y="256158"/>
                  </a:lnTo>
                  <a:lnTo>
                    <a:pt x="450" y="260447"/>
                  </a:lnTo>
                  <a:lnTo>
                    <a:pt x="751" y="264732"/>
                  </a:lnTo>
                  <a:lnTo>
                    <a:pt x="1126" y="269011"/>
                  </a:lnTo>
                  <a:lnTo>
                    <a:pt x="1577" y="273283"/>
                  </a:lnTo>
                  <a:lnTo>
                    <a:pt x="2101" y="277546"/>
                  </a:lnTo>
                  <a:lnTo>
                    <a:pt x="2701" y="281799"/>
                  </a:lnTo>
                  <a:lnTo>
                    <a:pt x="3375" y="286041"/>
                  </a:lnTo>
                  <a:lnTo>
                    <a:pt x="4123" y="290271"/>
                  </a:lnTo>
                  <a:lnTo>
                    <a:pt x="4944" y="294487"/>
                  </a:lnTo>
                  <a:lnTo>
                    <a:pt x="5840" y="298688"/>
                  </a:lnTo>
                  <a:lnTo>
                    <a:pt x="6809" y="302873"/>
                  </a:lnTo>
                  <a:lnTo>
                    <a:pt x="7851" y="307040"/>
                  </a:lnTo>
                  <a:lnTo>
                    <a:pt x="8966" y="311188"/>
                  </a:lnTo>
                  <a:lnTo>
                    <a:pt x="10153" y="315316"/>
                  </a:lnTo>
                  <a:lnTo>
                    <a:pt x="11412" y="319423"/>
                  </a:lnTo>
                  <a:lnTo>
                    <a:pt x="12743" y="323506"/>
                  </a:lnTo>
                  <a:lnTo>
                    <a:pt x="14145" y="327567"/>
                  </a:lnTo>
                  <a:lnTo>
                    <a:pt x="15618" y="331601"/>
                  </a:lnTo>
                  <a:lnTo>
                    <a:pt x="17162" y="335610"/>
                  </a:lnTo>
                  <a:lnTo>
                    <a:pt x="18775" y="339591"/>
                  </a:lnTo>
                  <a:lnTo>
                    <a:pt x="20458" y="343543"/>
                  </a:lnTo>
                  <a:lnTo>
                    <a:pt x="22209" y="347465"/>
                  </a:lnTo>
                  <a:lnTo>
                    <a:pt x="24029" y="351355"/>
                  </a:lnTo>
                  <a:lnTo>
                    <a:pt x="25917" y="355214"/>
                  </a:lnTo>
                  <a:lnTo>
                    <a:pt x="27872" y="359038"/>
                  </a:lnTo>
                  <a:lnTo>
                    <a:pt x="29894" y="362828"/>
                  </a:lnTo>
                  <a:lnTo>
                    <a:pt x="31982" y="366582"/>
                  </a:lnTo>
                  <a:lnTo>
                    <a:pt x="34135" y="370299"/>
                  </a:lnTo>
                  <a:lnTo>
                    <a:pt x="36353" y="373977"/>
                  </a:lnTo>
                  <a:lnTo>
                    <a:pt x="38634" y="377616"/>
                  </a:lnTo>
                  <a:lnTo>
                    <a:pt x="40980" y="381215"/>
                  </a:lnTo>
                  <a:lnTo>
                    <a:pt x="43387" y="384772"/>
                  </a:lnTo>
                  <a:lnTo>
                    <a:pt x="45857" y="388286"/>
                  </a:lnTo>
                  <a:lnTo>
                    <a:pt x="48388" y="391757"/>
                  </a:lnTo>
                  <a:lnTo>
                    <a:pt x="50979" y="395183"/>
                  </a:lnTo>
                  <a:lnTo>
                    <a:pt x="53630" y="398563"/>
                  </a:lnTo>
                  <a:lnTo>
                    <a:pt x="56339" y="401896"/>
                  </a:lnTo>
                  <a:lnTo>
                    <a:pt x="59107" y="405181"/>
                  </a:lnTo>
                  <a:lnTo>
                    <a:pt x="61931" y="408417"/>
                  </a:lnTo>
                  <a:lnTo>
                    <a:pt x="64812" y="411603"/>
                  </a:lnTo>
                  <a:lnTo>
                    <a:pt x="67748" y="414738"/>
                  </a:lnTo>
                  <a:lnTo>
                    <a:pt x="70738" y="417822"/>
                  </a:lnTo>
                  <a:lnTo>
                    <a:pt x="73782" y="420852"/>
                  </a:lnTo>
                  <a:lnTo>
                    <a:pt x="76879" y="423829"/>
                  </a:lnTo>
                  <a:lnTo>
                    <a:pt x="80027" y="426752"/>
                  </a:lnTo>
                  <a:lnTo>
                    <a:pt x="83226" y="429618"/>
                  </a:lnTo>
                  <a:lnTo>
                    <a:pt x="86474" y="432429"/>
                  </a:lnTo>
                  <a:lnTo>
                    <a:pt x="89771" y="435182"/>
                  </a:lnTo>
                  <a:lnTo>
                    <a:pt x="93116" y="437876"/>
                  </a:lnTo>
                  <a:lnTo>
                    <a:pt x="96507" y="440512"/>
                  </a:lnTo>
                  <a:lnTo>
                    <a:pt x="99945" y="443088"/>
                  </a:lnTo>
                  <a:lnTo>
                    <a:pt x="103426" y="445604"/>
                  </a:lnTo>
                  <a:lnTo>
                    <a:pt x="106951" y="448058"/>
                  </a:lnTo>
                  <a:lnTo>
                    <a:pt x="110519" y="450451"/>
                  </a:lnTo>
                  <a:lnTo>
                    <a:pt x="114128" y="452780"/>
                  </a:lnTo>
                  <a:lnTo>
                    <a:pt x="117777" y="455046"/>
                  </a:lnTo>
                  <a:lnTo>
                    <a:pt x="121465" y="457248"/>
                  </a:lnTo>
                  <a:lnTo>
                    <a:pt x="125191" y="459385"/>
                  </a:lnTo>
                  <a:lnTo>
                    <a:pt x="128954" y="461456"/>
                  </a:lnTo>
                  <a:lnTo>
                    <a:pt x="132753" y="463461"/>
                  </a:lnTo>
                  <a:lnTo>
                    <a:pt x="136586" y="465399"/>
                  </a:lnTo>
                  <a:lnTo>
                    <a:pt x="140452" y="467270"/>
                  </a:lnTo>
                  <a:lnTo>
                    <a:pt x="144351" y="469073"/>
                  </a:lnTo>
                  <a:lnTo>
                    <a:pt x="148281" y="470808"/>
                  </a:lnTo>
                  <a:lnTo>
                    <a:pt x="152240" y="472473"/>
                  </a:lnTo>
                  <a:lnTo>
                    <a:pt x="156228" y="474069"/>
                  </a:lnTo>
                  <a:lnTo>
                    <a:pt x="160243" y="475595"/>
                  </a:lnTo>
                  <a:lnTo>
                    <a:pt x="164284" y="477050"/>
                  </a:lnTo>
                  <a:lnTo>
                    <a:pt x="168350" y="478435"/>
                  </a:lnTo>
                  <a:lnTo>
                    <a:pt x="172440" y="479748"/>
                  </a:lnTo>
                  <a:lnTo>
                    <a:pt x="176552" y="480989"/>
                  </a:lnTo>
                  <a:lnTo>
                    <a:pt x="180685" y="482158"/>
                  </a:lnTo>
                  <a:lnTo>
                    <a:pt x="184838" y="483255"/>
                  </a:lnTo>
                  <a:lnTo>
                    <a:pt x="189010" y="484278"/>
                  </a:lnTo>
                  <a:lnTo>
                    <a:pt x="193199" y="485229"/>
                  </a:lnTo>
                  <a:lnTo>
                    <a:pt x="197404" y="486106"/>
                  </a:lnTo>
                  <a:lnTo>
                    <a:pt x="201623" y="486909"/>
                  </a:lnTo>
                  <a:lnTo>
                    <a:pt x="205856" y="487639"/>
                  </a:lnTo>
                  <a:lnTo>
                    <a:pt x="210101" y="488294"/>
                  </a:lnTo>
                  <a:lnTo>
                    <a:pt x="214357" y="488875"/>
                  </a:lnTo>
                  <a:lnTo>
                    <a:pt x="218623" y="489381"/>
                  </a:lnTo>
                  <a:lnTo>
                    <a:pt x="222896" y="489813"/>
                  </a:lnTo>
                  <a:lnTo>
                    <a:pt x="227177" y="490169"/>
                  </a:lnTo>
                  <a:lnTo>
                    <a:pt x="231463" y="490451"/>
                  </a:lnTo>
                  <a:lnTo>
                    <a:pt x="235753" y="490658"/>
                  </a:lnTo>
                  <a:lnTo>
                    <a:pt x="240047" y="490789"/>
                  </a:lnTo>
                  <a:lnTo>
                    <a:pt x="244342" y="490846"/>
                  </a:lnTo>
                  <a:lnTo>
                    <a:pt x="248637" y="490827"/>
                  </a:lnTo>
                  <a:lnTo>
                    <a:pt x="252931" y="490733"/>
                  </a:lnTo>
                  <a:lnTo>
                    <a:pt x="257223" y="490564"/>
                  </a:lnTo>
                  <a:lnTo>
                    <a:pt x="261512" y="490320"/>
                  </a:lnTo>
                  <a:lnTo>
                    <a:pt x="265795" y="490000"/>
                  </a:lnTo>
                  <a:lnTo>
                    <a:pt x="270072" y="489606"/>
                  </a:lnTo>
                  <a:lnTo>
                    <a:pt x="274342" y="489137"/>
                  </a:lnTo>
                  <a:lnTo>
                    <a:pt x="278603" y="488594"/>
                  </a:lnTo>
                  <a:lnTo>
                    <a:pt x="282854" y="487976"/>
                  </a:lnTo>
                  <a:lnTo>
                    <a:pt x="287093" y="487283"/>
                  </a:lnTo>
                  <a:lnTo>
                    <a:pt x="291319" y="486517"/>
                  </a:lnTo>
                  <a:lnTo>
                    <a:pt x="295532" y="485677"/>
                  </a:lnTo>
                  <a:lnTo>
                    <a:pt x="299729" y="484763"/>
                  </a:lnTo>
                  <a:lnTo>
                    <a:pt x="303909" y="483776"/>
                  </a:lnTo>
                  <a:lnTo>
                    <a:pt x="308071" y="482715"/>
                  </a:lnTo>
                  <a:lnTo>
                    <a:pt x="312215" y="481582"/>
                  </a:lnTo>
                  <a:lnTo>
                    <a:pt x="316338" y="480377"/>
                  </a:lnTo>
                  <a:lnTo>
                    <a:pt x="320439" y="479100"/>
                  </a:lnTo>
                  <a:lnTo>
                    <a:pt x="324517" y="477751"/>
                  </a:lnTo>
                  <a:lnTo>
                    <a:pt x="328571" y="476331"/>
                  </a:lnTo>
                  <a:lnTo>
                    <a:pt x="332599" y="474841"/>
                  </a:lnTo>
                  <a:lnTo>
                    <a:pt x="336601" y="473280"/>
                  </a:lnTo>
                  <a:lnTo>
                    <a:pt x="340574" y="471649"/>
                  </a:lnTo>
                  <a:lnTo>
                    <a:pt x="344519" y="469949"/>
                  </a:lnTo>
                  <a:lnTo>
                    <a:pt x="348433" y="468180"/>
                  </a:lnTo>
                  <a:lnTo>
                    <a:pt x="352316" y="466343"/>
                  </a:lnTo>
                  <a:lnTo>
                    <a:pt x="356166" y="464438"/>
                  </a:lnTo>
                  <a:lnTo>
                    <a:pt x="359982" y="462467"/>
                  </a:lnTo>
                  <a:lnTo>
                    <a:pt x="363763" y="460428"/>
                  </a:lnTo>
                  <a:lnTo>
                    <a:pt x="367508" y="458324"/>
                  </a:lnTo>
                  <a:lnTo>
                    <a:pt x="371215" y="456155"/>
                  </a:lnTo>
                  <a:lnTo>
                    <a:pt x="374884" y="453921"/>
                  </a:lnTo>
                  <a:lnTo>
                    <a:pt x="378513" y="451623"/>
                  </a:lnTo>
                  <a:lnTo>
                    <a:pt x="382101" y="449262"/>
                  </a:lnTo>
                  <a:lnTo>
                    <a:pt x="385648" y="446839"/>
                  </a:lnTo>
                  <a:lnTo>
                    <a:pt x="389151" y="444354"/>
                  </a:lnTo>
                  <a:lnTo>
                    <a:pt x="392611" y="441808"/>
                  </a:lnTo>
                  <a:lnTo>
                    <a:pt x="396025" y="439202"/>
                  </a:lnTo>
                  <a:lnTo>
                    <a:pt x="399393" y="436536"/>
                  </a:lnTo>
                  <a:lnTo>
                    <a:pt x="402714" y="433812"/>
                  </a:lnTo>
                  <a:lnTo>
                    <a:pt x="405987" y="431031"/>
                  </a:lnTo>
                  <a:lnTo>
                    <a:pt x="409211" y="428192"/>
                  </a:lnTo>
                  <a:lnTo>
                    <a:pt x="412385" y="425297"/>
                  </a:lnTo>
                  <a:lnTo>
                    <a:pt x="415507" y="422348"/>
                  </a:lnTo>
                  <a:lnTo>
                    <a:pt x="418577" y="419344"/>
                  </a:lnTo>
                  <a:lnTo>
                    <a:pt x="421595" y="416287"/>
                  </a:lnTo>
                  <a:lnTo>
                    <a:pt x="424558" y="413177"/>
                  </a:lnTo>
                  <a:lnTo>
                    <a:pt x="427466" y="410016"/>
                  </a:lnTo>
                  <a:lnTo>
                    <a:pt x="430319" y="406805"/>
                  </a:lnTo>
                  <a:lnTo>
                    <a:pt x="433115" y="403544"/>
                  </a:lnTo>
                  <a:lnTo>
                    <a:pt x="435854" y="400235"/>
                  </a:lnTo>
                  <a:lnTo>
                    <a:pt x="438534" y="396879"/>
                  </a:lnTo>
                  <a:lnTo>
                    <a:pt x="441155" y="393476"/>
                  </a:lnTo>
                  <a:lnTo>
                    <a:pt x="443716" y="390027"/>
                  </a:lnTo>
                  <a:lnTo>
                    <a:pt x="446216" y="386535"/>
                  </a:lnTo>
                  <a:lnTo>
                    <a:pt x="448655" y="382999"/>
                  </a:lnTo>
                  <a:lnTo>
                    <a:pt x="451032" y="379421"/>
                  </a:lnTo>
                  <a:lnTo>
                    <a:pt x="453345" y="375802"/>
                  </a:lnTo>
                  <a:lnTo>
                    <a:pt x="455595" y="372143"/>
                  </a:lnTo>
                  <a:lnTo>
                    <a:pt x="457781" y="368445"/>
                  </a:lnTo>
                  <a:lnTo>
                    <a:pt x="459901" y="364710"/>
                  </a:lnTo>
                  <a:lnTo>
                    <a:pt x="461956" y="360938"/>
                  </a:lnTo>
                  <a:lnTo>
                    <a:pt x="463945" y="357130"/>
                  </a:lnTo>
                  <a:lnTo>
                    <a:pt x="465866" y="353289"/>
                  </a:lnTo>
                  <a:lnTo>
                    <a:pt x="467720" y="349414"/>
                  </a:lnTo>
                  <a:lnTo>
                    <a:pt x="469506" y="345508"/>
                  </a:lnTo>
                  <a:lnTo>
                    <a:pt x="471223" y="341570"/>
                  </a:lnTo>
                  <a:lnTo>
                    <a:pt x="472872" y="337604"/>
                  </a:lnTo>
                  <a:lnTo>
                    <a:pt x="474450" y="333609"/>
                  </a:lnTo>
                  <a:lnTo>
                    <a:pt x="475958" y="329587"/>
                  </a:lnTo>
                  <a:lnTo>
                    <a:pt x="477396" y="325540"/>
                  </a:lnTo>
                  <a:lnTo>
                    <a:pt x="478762" y="321467"/>
                  </a:lnTo>
                  <a:lnTo>
                    <a:pt x="480058" y="317372"/>
                  </a:lnTo>
                  <a:lnTo>
                    <a:pt x="481281" y="313254"/>
                  </a:lnTo>
                  <a:lnTo>
                    <a:pt x="482432" y="309116"/>
                  </a:lnTo>
                  <a:lnTo>
                    <a:pt x="483510" y="304958"/>
                  </a:lnTo>
                  <a:lnTo>
                    <a:pt x="484516" y="300782"/>
                  </a:lnTo>
                  <a:lnTo>
                    <a:pt x="485448" y="296589"/>
                  </a:lnTo>
                  <a:lnTo>
                    <a:pt x="486307" y="292381"/>
                  </a:lnTo>
                  <a:lnTo>
                    <a:pt x="487092" y="288158"/>
                  </a:lnTo>
                  <a:lnTo>
                    <a:pt x="487803" y="283922"/>
                  </a:lnTo>
                  <a:lnTo>
                    <a:pt x="488439" y="279674"/>
                  </a:lnTo>
                  <a:lnTo>
                    <a:pt x="489001" y="275415"/>
                  </a:lnTo>
                  <a:lnTo>
                    <a:pt x="489489" y="271148"/>
                  </a:lnTo>
                  <a:lnTo>
                    <a:pt x="489902" y="266872"/>
                  </a:lnTo>
                  <a:lnTo>
                    <a:pt x="490240" y="262590"/>
                  </a:lnTo>
                  <a:lnTo>
                    <a:pt x="490503" y="258303"/>
                  </a:lnTo>
                  <a:lnTo>
                    <a:pt x="490691" y="254012"/>
                  </a:lnTo>
                  <a:lnTo>
                    <a:pt x="490803" y="249718"/>
                  </a:lnTo>
                  <a:close/>
                </a:path>
              </a:pathLst>
            </a:custGeom>
            <a:solidFill>
              <a:srgbClr val="F5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668" name="pl668"/>
            <p:cNvSpPr/>
            <p:nvPr/>
          </p:nvSpPr>
          <p:spPr>
            <a:xfrm>
              <a:off x="7573607" y="4488708"/>
              <a:ext cx="0" cy="220882"/>
            </a:xfrm>
            <a:custGeom>
              <a:avLst/>
              <a:pathLst>
                <a:path w="0" h="220882">
                  <a:moveTo>
                    <a:pt x="0" y="220882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l669"/>
            <p:cNvSpPr/>
            <p:nvPr/>
          </p:nvSpPr>
          <p:spPr>
            <a:xfrm>
              <a:off x="7590961" y="4560591"/>
              <a:ext cx="156187" cy="156187"/>
            </a:xfrm>
            <a:custGeom>
              <a:avLst/>
              <a:pathLst>
                <a:path w="156187" h="156187">
                  <a:moveTo>
                    <a:pt x="0" y="156187"/>
                  </a:moveTo>
                  <a:lnTo>
                    <a:pt x="156187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l670"/>
            <p:cNvSpPr/>
            <p:nvPr/>
          </p:nvSpPr>
          <p:spPr>
            <a:xfrm>
              <a:off x="7598149" y="4734133"/>
              <a:ext cx="220882" cy="0"/>
            </a:xfrm>
            <a:custGeom>
              <a:avLst/>
              <a:pathLst>
                <a:path w="220882" h="0">
                  <a:moveTo>
                    <a:pt x="0" y="0"/>
                  </a:moveTo>
                  <a:lnTo>
                    <a:pt x="220882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l671"/>
            <p:cNvSpPr/>
            <p:nvPr/>
          </p:nvSpPr>
          <p:spPr>
            <a:xfrm>
              <a:off x="7590961" y="4751487"/>
              <a:ext cx="156187" cy="156187"/>
            </a:xfrm>
            <a:custGeom>
              <a:avLst/>
              <a:pathLst>
                <a:path w="156187" h="156187">
                  <a:moveTo>
                    <a:pt x="0" y="0"/>
                  </a:moveTo>
                  <a:lnTo>
                    <a:pt x="156187" y="156187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l672"/>
            <p:cNvSpPr/>
            <p:nvPr/>
          </p:nvSpPr>
          <p:spPr>
            <a:xfrm>
              <a:off x="7573607" y="4758676"/>
              <a:ext cx="0" cy="220882"/>
            </a:xfrm>
            <a:custGeom>
              <a:avLst/>
              <a:pathLst>
                <a:path w="0" h="220882">
                  <a:moveTo>
                    <a:pt x="0" y="0"/>
                  </a:moveTo>
                  <a:lnTo>
                    <a:pt x="0" y="220882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l673"/>
            <p:cNvSpPr/>
            <p:nvPr/>
          </p:nvSpPr>
          <p:spPr>
            <a:xfrm>
              <a:off x="7400065" y="4751487"/>
              <a:ext cx="156187" cy="156187"/>
            </a:xfrm>
            <a:custGeom>
              <a:avLst/>
              <a:pathLst>
                <a:path w="156187" h="156187">
                  <a:moveTo>
                    <a:pt x="156187" y="0"/>
                  </a:moveTo>
                  <a:lnTo>
                    <a:pt x="0" y="156187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l674"/>
            <p:cNvSpPr/>
            <p:nvPr/>
          </p:nvSpPr>
          <p:spPr>
            <a:xfrm>
              <a:off x="7328181" y="4734133"/>
              <a:ext cx="220882" cy="0"/>
            </a:xfrm>
            <a:custGeom>
              <a:avLst/>
              <a:pathLst>
                <a:path w="220882" h="0">
                  <a:moveTo>
                    <a:pt x="220882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l675"/>
            <p:cNvSpPr/>
            <p:nvPr/>
          </p:nvSpPr>
          <p:spPr>
            <a:xfrm>
              <a:off x="7400065" y="4560591"/>
              <a:ext cx="156187" cy="156187"/>
            </a:xfrm>
            <a:custGeom>
              <a:avLst/>
              <a:pathLst>
                <a:path w="156187" h="156187">
                  <a:moveTo>
                    <a:pt x="156187" y="156187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l676"/>
            <p:cNvSpPr/>
            <p:nvPr/>
          </p:nvSpPr>
          <p:spPr>
            <a:xfrm>
              <a:off x="7549064" y="4709591"/>
              <a:ext cx="269967" cy="49085"/>
            </a:xfrm>
            <a:custGeom>
              <a:avLst/>
              <a:pathLst>
                <a:path w="269967" h="49085">
                  <a:moveTo>
                    <a:pt x="24542" y="0"/>
                  </a:moveTo>
                  <a:lnTo>
                    <a:pt x="41896" y="7188"/>
                  </a:lnTo>
                  <a:lnTo>
                    <a:pt x="269967" y="24542"/>
                  </a:lnTo>
                  <a:lnTo>
                    <a:pt x="41896" y="41896"/>
                  </a:lnTo>
                  <a:lnTo>
                    <a:pt x="24542" y="49085"/>
                  </a:lnTo>
                  <a:lnTo>
                    <a:pt x="7188" y="41896"/>
                  </a:lnTo>
                  <a:lnTo>
                    <a:pt x="0" y="24542"/>
                  </a:lnTo>
                  <a:lnTo>
                    <a:pt x="7188" y="7188"/>
                  </a:lnTo>
                  <a:lnTo>
                    <a:pt x="24542" y="0"/>
                  </a:lnTo>
                </a:path>
              </a:pathLst>
            </a:custGeom>
            <a:ln w="31166" cap="flat">
              <a:solidFill>
                <a:srgbClr val="5EB4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t677"/>
            <p:cNvSpPr/>
            <p:nvPr/>
          </p:nvSpPr>
          <p:spPr>
            <a:xfrm>
              <a:off x="7537659" y="4673643"/>
              <a:ext cx="71895" cy="71895"/>
            </a:xfrm>
            <a:prstGeom prst="ellipse">
              <a:avLst/>
            </a:prstGeom>
            <a:solidFill>
              <a:srgbClr val="5EB4E3">
                <a:alpha val="100000"/>
              </a:srgbClr>
            </a:solidFill>
            <a:ln w="12272" cap="rnd">
              <a:solidFill>
                <a:srgbClr val="5EB4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t678"/>
            <p:cNvSpPr/>
            <p:nvPr/>
          </p:nvSpPr>
          <p:spPr>
            <a:xfrm>
              <a:off x="7555013" y="4680831"/>
              <a:ext cx="71895" cy="71895"/>
            </a:xfrm>
            <a:prstGeom prst="ellipse">
              <a:avLst/>
            </a:prstGeom>
            <a:solidFill>
              <a:srgbClr val="5EB4E3">
                <a:alpha val="100000"/>
              </a:srgbClr>
            </a:solidFill>
            <a:ln w="12272" cap="rnd">
              <a:solidFill>
                <a:srgbClr val="5EB4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t679"/>
            <p:cNvSpPr/>
            <p:nvPr/>
          </p:nvSpPr>
          <p:spPr>
            <a:xfrm>
              <a:off x="7783084" y="4698185"/>
              <a:ext cx="71895" cy="71895"/>
            </a:xfrm>
            <a:prstGeom prst="ellipse">
              <a:avLst/>
            </a:prstGeom>
            <a:solidFill>
              <a:srgbClr val="5EB4E3">
                <a:alpha val="100000"/>
              </a:srgbClr>
            </a:solidFill>
            <a:ln w="12272" cap="rnd">
              <a:solidFill>
                <a:srgbClr val="5EB4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t680"/>
            <p:cNvSpPr/>
            <p:nvPr/>
          </p:nvSpPr>
          <p:spPr>
            <a:xfrm>
              <a:off x="7555013" y="4715540"/>
              <a:ext cx="71895" cy="71895"/>
            </a:xfrm>
            <a:prstGeom prst="ellipse">
              <a:avLst/>
            </a:prstGeom>
            <a:solidFill>
              <a:srgbClr val="5EB4E3">
                <a:alpha val="100000"/>
              </a:srgbClr>
            </a:solidFill>
            <a:ln w="12272" cap="rnd">
              <a:solidFill>
                <a:srgbClr val="5EB4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t681"/>
            <p:cNvSpPr/>
            <p:nvPr/>
          </p:nvSpPr>
          <p:spPr>
            <a:xfrm>
              <a:off x="7537659" y="4722728"/>
              <a:ext cx="71895" cy="71895"/>
            </a:xfrm>
            <a:prstGeom prst="ellipse">
              <a:avLst/>
            </a:prstGeom>
            <a:solidFill>
              <a:srgbClr val="5EB4E3">
                <a:alpha val="100000"/>
              </a:srgbClr>
            </a:solidFill>
            <a:ln w="12272" cap="rnd">
              <a:solidFill>
                <a:srgbClr val="5EB4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t682"/>
            <p:cNvSpPr/>
            <p:nvPr/>
          </p:nvSpPr>
          <p:spPr>
            <a:xfrm>
              <a:off x="7520305" y="4715540"/>
              <a:ext cx="71895" cy="71895"/>
            </a:xfrm>
            <a:prstGeom prst="ellipse">
              <a:avLst/>
            </a:prstGeom>
            <a:solidFill>
              <a:srgbClr val="5EB4E3">
                <a:alpha val="100000"/>
              </a:srgbClr>
            </a:solidFill>
            <a:ln w="12272" cap="rnd">
              <a:solidFill>
                <a:srgbClr val="5EB4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t683"/>
            <p:cNvSpPr/>
            <p:nvPr/>
          </p:nvSpPr>
          <p:spPr>
            <a:xfrm>
              <a:off x="7513117" y="4698185"/>
              <a:ext cx="71895" cy="71895"/>
            </a:xfrm>
            <a:prstGeom prst="ellipse">
              <a:avLst/>
            </a:prstGeom>
            <a:solidFill>
              <a:srgbClr val="5EB4E3">
                <a:alpha val="100000"/>
              </a:srgbClr>
            </a:solidFill>
            <a:ln w="12272" cap="rnd">
              <a:solidFill>
                <a:srgbClr val="5EB4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t684"/>
            <p:cNvSpPr/>
            <p:nvPr/>
          </p:nvSpPr>
          <p:spPr>
            <a:xfrm>
              <a:off x="7520305" y="4680831"/>
              <a:ext cx="71895" cy="71895"/>
            </a:xfrm>
            <a:prstGeom prst="ellipse">
              <a:avLst/>
            </a:prstGeom>
            <a:solidFill>
              <a:srgbClr val="5EB4E3">
                <a:alpha val="100000"/>
              </a:srgbClr>
            </a:solidFill>
            <a:ln w="12272" cap="rnd">
              <a:solidFill>
                <a:srgbClr val="5EB4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t685"/>
            <p:cNvSpPr/>
            <p:nvPr/>
          </p:nvSpPr>
          <p:spPr>
            <a:xfrm>
              <a:off x="7537659" y="4673643"/>
              <a:ext cx="71895" cy="71895"/>
            </a:xfrm>
            <a:prstGeom prst="ellipse">
              <a:avLst/>
            </a:prstGeom>
            <a:solidFill>
              <a:srgbClr val="5EB4E3">
                <a:alpha val="100000"/>
              </a:srgbClr>
            </a:solidFill>
            <a:ln w="12272" cap="rnd">
              <a:solidFill>
                <a:srgbClr val="5EB4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tx686"/>
            <p:cNvSpPr/>
            <p:nvPr/>
          </p:nvSpPr>
          <p:spPr>
            <a:xfrm>
              <a:off x="7452968" y="4685680"/>
              <a:ext cx="96096" cy="477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2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2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687" name="tx687"/>
            <p:cNvSpPr/>
            <p:nvPr/>
          </p:nvSpPr>
          <p:spPr>
            <a:xfrm>
              <a:off x="7415990" y="4575239"/>
              <a:ext cx="133074" cy="477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2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2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688" name="tx688"/>
            <p:cNvSpPr/>
            <p:nvPr/>
          </p:nvSpPr>
          <p:spPr>
            <a:xfrm>
              <a:off x="7379012" y="4464797"/>
              <a:ext cx="170051" cy="477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2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2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  <p:sp>
          <p:nvSpPr>
            <p:cNvPr id="689" name="rc689"/>
            <p:cNvSpPr/>
            <p:nvPr/>
          </p:nvSpPr>
          <p:spPr>
            <a:xfrm>
              <a:off x="69589" y="5108705"/>
              <a:ext cx="3001607" cy="90709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90" name="rc690"/>
            <p:cNvSpPr/>
            <p:nvPr/>
          </p:nvSpPr>
          <p:spPr>
            <a:xfrm>
              <a:off x="69589" y="5199414"/>
              <a:ext cx="3001607" cy="74914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1" name="rc691"/>
            <p:cNvSpPr/>
            <p:nvPr/>
          </p:nvSpPr>
          <p:spPr>
            <a:xfrm>
              <a:off x="120199" y="5108705"/>
              <a:ext cx="2900386" cy="90709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92" name="tx692"/>
            <p:cNvSpPr/>
            <p:nvPr/>
          </p:nvSpPr>
          <p:spPr>
            <a:xfrm>
              <a:off x="1076430" y="5098304"/>
              <a:ext cx="987925" cy="1077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Falconiformes</a:t>
              </a:r>
            </a:p>
          </p:txBody>
        </p:sp>
        <p:sp>
          <p:nvSpPr>
            <p:cNvPr id="693" name="rc693"/>
            <p:cNvSpPr/>
            <p:nvPr/>
          </p:nvSpPr>
          <p:spPr>
            <a:xfrm>
              <a:off x="1165440" y="5250024"/>
              <a:ext cx="809903" cy="64792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4" name="tx694"/>
            <p:cNvSpPr/>
            <p:nvPr/>
          </p:nvSpPr>
          <p:spPr>
            <a:xfrm>
              <a:off x="864629" y="5730287"/>
              <a:ext cx="506189" cy="82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695" name="tx695"/>
            <p:cNvSpPr/>
            <p:nvPr/>
          </p:nvSpPr>
          <p:spPr>
            <a:xfrm>
              <a:off x="1041225" y="5532937"/>
              <a:ext cx="246928" cy="79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696" name="tx696"/>
            <p:cNvSpPr/>
            <p:nvPr/>
          </p:nvSpPr>
          <p:spPr>
            <a:xfrm>
              <a:off x="882838" y="5333099"/>
              <a:ext cx="487981" cy="801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697" name="pl697"/>
            <p:cNvSpPr/>
            <p:nvPr/>
          </p:nvSpPr>
          <p:spPr>
            <a:xfrm>
              <a:off x="1545851" y="5549444"/>
              <a:ext cx="49084" cy="49084"/>
            </a:xfrm>
            <a:custGeom>
              <a:avLst/>
              <a:pathLst>
                <a:path w="49084" h="49084">
                  <a:moveTo>
                    <a:pt x="49084" y="24542"/>
                  </a:moveTo>
                  <a:lnTo>
                    <a:pt x="49080" y="24112"/>
                  </a:lnTo>
                  <a:lnTo>
                    <a:pt x="49069" y="23683"/>
                  </a:lnTo>
                  <a:lnTo>
                    <a:pt x="49050" y="23254"/>
                  </a:lnTo>
                  <a:lnTo>
                    <a:pt x="49024" y="22825"/>
                  </a:lnTo>
                  <a:lnTo>
                    <a:pt x="48990" y="22397"/>
                  </a:lnTo>
                  <a:lnTo>
                    <a:pt x="48948" y="21969"/>
                  </a:lnTo>
                  <a:lnTo>
                    <a:pt x="48900" y="21543"/>
                  </a:lnTo>
                  <a:lnTo>
                    <a:pt x="48843" y="21117"/>
                  </a:lnTo>
                  <a:lnTo>
                    <a:pt x="48780" y="20692"/>
                  </a:lnTo>
                  <a:lnTo>
                    <a:pt x="48709" y="20268"/>
                  </a:lnTo>
                  <a:lnTo>
                    <a:pt x="48630" y="19846"/>
                  </a:lnTo>
                  <a:lnTo>
                    <a:pt x="48544" y="19425"/>
                  </a:lnTo>
                  <a:lnTo>
                    <a:pt x="48451" y="19006"/>
                  </a:lnTo>
                  <a:lnTo>
                    <a:pt x="48351" y="18588"/>
                  </a:lnTo>
                  <a:lnTo>
                    <a:pt x="48243" y="18172"/>
                  </a:lnTo>
                  <a:lnTo>
                    <a:pt x="48128" y="17759"/>
                  </a:lnTo>
                  <a:lnTo>
                    <a:pt x="48005" y="17347"/>
                  </a:lnTo>
                  <a:lnTo>
                    <a:pt x="47876" y="16937"/>
                  </a:lnTo>
                  <a:lnTo>
                    <a:pt x="47739" y="16530"/>
                  </a:lnTo>
                  <a:lnTo>
                    <a:pt x="47595" y="16125"/>
                  </a:lnTo>
                  <a:lnTo>
                    <a:pt x="47445" y="15723"/>
                  </a:lnTo>
                  <a:lnTo>
                    <a:pt x="47287" y="15324"/>
                  </a:lnTo>
                  <a:lnTo>
                    <a:pt x="47122" y="14927"/>
                  </a:lnTo>
                  <a:lnTo>
                    <a:pt x="46950" y="14533"/>
                  </a:lnTo>
                  <a:lnTo>
                    <a:pt x="46772" y="14143"/>
                  </a:lnTo>
                  <a:lnTo>
                    <a:pt x="46586" y="13755"/>
                  </a:lnTo>
                  <a:lnTo>
                    <a:pt x="46394" y="13371"/>
                  </a:lnTo>
                  <a:lnTo>
                    <a:pt x="46195" y="12990"/>
                  </a:lnTo>
                  <a:lnTo>
                    <a:pt x="45990" y="12613"/>
                  </a:lnTo>
                  <a:lnTo>
                    <a:pt x="45778" y="12240"/>
                  </a:lnTo>
                  <a:lnTo>
                    <a:pt x="45559" y="11870"/>
                  </a:lnTo>
                  <a:lnTo>
                    <a:pt x="45334" y="11504"/>
                  </a:lnTo>
                  <a:lnTo>
                    <a:pt x="45103" y="11142"/>
                  </a:lnTo>
                  <a:lnTo>
                    <a:pt x="44865" y="10784"/>
                  </a:lnTo>
                  <a:lnTo>
                    <a:pt x="44621" y="10431"/>
                  </a:lnTo>
                  <a:lnTo>
                    <a:pt x="44371" y="10081"/>
                  </a:lnTo>
                  <a:lnTo>
                    <a:pt x="44115" y="9737"/>
                  </a:lnTo>
                  <a:lnTo>
                    <a:pt x="43853" y="9396"/>
                  </a:lnTo>
                  <a:lnTo>
                    <a:pt x="43585" y="9061"/>
                  </a:lnTo>
                  <a:lnTo>
                    <a:pt x="43311" y="8730"/>
                  </a:lnTo>
                  <a:lnTo>
                    <a:pt x="43031" y="8404"/>
                  </a:lnTo>
                  <a:lnTo>
                    <a:pt x="42746" y="8082"/>
                  </a:lnTo>
                  <a:lnTo>
                    <a:pt x="42455" y="7766"/>
                  </a:lnTo>
                  <a:lnTo>
                    <a:pt x="42159" y="7455"/>
                  </a:lnTo>
                  <a:lnTo>
                    <a:pt x="41857" y="7150"/>
                  </a:lnTo>
                  <a:lnTo>
                    <a:pt x="41550" y="6849"/>
                  </a:lnTo>
                  <a:lnTo>
                    <a:pt x="41238" y="6554"/>
                  </a:lnTo>
                  <a:lnTo>
                    <a:pt x="40921" y="6265"/>
                  </a:lnTo>
                  <a:lnTo>
                    <a:pt x="40598" y="5981"/>
                  </a:lnTo>
                  <a:lnTo>
                    <a:pt x="40271" y="5703"/>
                  </a:lnTo>
                  <a:lnTo>
                    <a:pt x="39939" y="5430"/>
                  </a:lnTo>
                  <a:lnTo>
                    <a:pt x="39602" y="5164"/>
                  </a:lnTo>
                  <a:lnTo>
                    <a:pt x="39261" y="4903"/>
                  </a:lnTo>
                  <a:lnTo>
                    <a:pt x="38915" y="4649"/>
                  </a:lnTo>
                  <a:lnTo>
                    <a:pt x="38564" y="4400"/>
                  </a:lnTo>
                  <a:lnTo>
                    <a:pt x="38210" y="4158"/>
                  </a:lnTo>
                  <a:lnTo>
                    <a:pt x="37851" y="3922"/>
                  </a:lnTo>
                  <a:lnTo>
                    <a:pt x="37488" y="3692"/>
                  </a:lnTo>
                  <a:lnTo>
                    <a:pt x="37121" y="3469"/>
                  </a:lnTo>
                  <a:lnTo>
                    <a:pt x="36750" y="3252"/>
                  </a:lnTo>
                  <a:lnTo>
                    <a:pt x="36376" y="3041"/>
                  </a:lnTo>
                  <a:lnTo>
                    <a:pt x="35998" y="2837"/>
                  </a:lnTo>
                  <a:lnTo>
                    <a:pt x="35616" y="2640"/>
                  </a:lnTo>
                  <a:lnTo>
                    <a:pt x="35231" y="2450"/>
                  </a:lnTo>
                  <a:lnTo>
                    <a:pt x="34843" y="2266"/>
                  </a:lnTo>
                  <a:lnTo>
                    <a:pt x="34451" y="2089"/>
                  </a:lnTo>
                  <a:lnTo>
                    <a:pt x="34057" y="1919"/>
                  </a:lnTo>
                  <a:lnTo>
                    <a:pt x="33660" y="1756"/>
                  </a:lnTo>
                  <a:lnTo>
                    <a:pt x="33259" y="1600"/>
                  </a:lnTo>
                  <a:lnTo>
                    <a:pt x="32857" y="1451"/>
                  </a:lnTo>
                  <a:lnTo>
                    <a:pt x="32451" y="1309"/>
                  </a:lnTo>
                  <a:lnTo>
                    <a:pt x="32043" y="1174"/>
                  </a:lnTo>
                  <a:lnTo>
                    <a:pt x="31633" y="1046"/>
                  </a:lnTo>
                  <a:lnTo>
                    <a:pt x="31221" y="926"/>
                  </a:lnTo>
                  <a:lnTo>
                    <a:pt x="30807" y="813"/>
                  </a:lnTo>
                  <a:lnTo>
                    <a:pt x="30390" y="707"/>
                  </a:lnTo>
                  <a:lnTo>
                    <a:pt x="29972" y="608"/>
                  </a:lnTo>
                  <a:lnTo>
                    <a:pt x="29553" y="516"/>
                  </a:lnTo>
                  <a:lnTo>
                    <a:pt x="29131" y="432"/>
                  </a:lnTo>
                  <a:lnTo>
                    <a:pt x="28709" y="356"/>
                  </a:lnTo>
                  <a:lnTo>
                    <a:pt x="28285" y="286"/>
                  </a:lnTo>
                  <a:lnTo>
                    <a:pt x="27860" y="225"/>
                  </a:lnTo>
                  <a:lnTo>
                    <a:pt x="27434" y="170"/>
                  </a:lnTo>
                  <a:lnTo>
                    <a:pt x="27007" y="123"/>
                  </a:lnTo>
                  <a:lnTo>
                    <a:pt x="26579" y="84"/>
                  </a:lnTo>
                  <a:lnTo>
                    <a:pt x="26151" y="52"/>
                  </a:lnTo>
                  <a:lnTo>
                    <a:pt x="25722" y="28"/>
                  </a:lnTo>
                  <a:lnTo>
                    <a:pt x="25293" y="11"/>
                  </a:lnTo>
                  <a:lnTo>
                    <a:pt x="24863" y="1"/>
                  </a:lnTo>
                  <a:lnTo>
                    <a:pt x="24434" y="0"/>
                  </a:lnTo>
                  <a:lnTo>
                    <a:pt x="24004" y="5"/>
                  </a:lnTo>
                  <a:lnTo>
                    <a:pt x="23575" y="18"/>
                  </a:lnTo>
                  <a:lnTo>
                    <a:pt x="23146" y="39"/>
                  </a:lnTo>
                  <a:lnTo>
                    <a:pt x="22717" y="67"/>
                  </a:lnTo>
                  <a:lnTo>
                    <a:pt x="22289" y="103"/>
                  </a:lnTo>
                  <a:lnTo>
                    <a:pt x="21862" y="146"/>
                  </a:lnTo>
                  <a:lnTo>
                    <a:pt x="21435" y="197"/>
                  </a:lnTo>
                  <a:lnTo>
                    <a:pt x="21010" y="255"/>
                  </a:lnTo>
                  <a:lnTo>
                    <a:pt x="20585" y="320"/>
                  </a:lnTo>
                  <a:lnTo>
                    <a:pt x="20162" y="393"/>
                  </a:lnTo>
                  <a:lnTo>
                    <a:pt x="19740" y="473"/>
                  </a:lnTo>
                  <a:lnTo>
                    <a:pt x="19319" y="561"/>
                  </a:lnTo>
                  <a:lnTo>
                    <a:pt x="18901" y="656"/>
                  </a:lnTo>
                  <a:lnTo>
                    <a:pt x="18483" y="759"/>
                  </a:lnTo>
                  <a:lnTo>
                    <a:pt x="18068" y="868"/>
                  </a:lnTo>
                  <a:lnTo>
                    <a:pt x="17655" y="985"/>
                  </a:lnTo>
                  <a:lnTo>
                    <a:pt x="17244" y="1109"/>
                  </a:lnTo>
                  <a:lnTo>
                    <a:pt x="16835" y="1241"/>
                  </a:lnTo>
                  <a:lnTo>
                    <a:pt x="16428" y="1379"/>
                  </a:lnTo>
                  <a:lnTo>
                    <a:pt x="16024" y="1525"/>
                  </a:lnTo>
                  <a:lnTo>
                    <a:pt x="15622" y="1677"/>
                  </a:lnTo>
                  <a:lnTo>
                    <a:pt x="15224" y="1837"/>
                  </a:lnTo>
                  <a:lnTo>
                    <a:pt x="14828" y="2003"/>
                  </a:lnTo>
                  <a:lnTo>
                    <a:pt x="14435" y="2177"/>
                  </a:lnTo>
                  <a:lnTo>
                    <a:pt x="14045" y="2357"/>
                  </a:lnTo>
                  <a:lnTo>
                    <a:pt x="13658" y="2544"/>
                  </a:lnTo>
                  <a:lnTo>
                    <a:pt x="13275" y="2738"/>
                  </a:lnTo>
                  <a:lnTo>
                    <a:pt x="12895" y="2938"/>
                  </a:lnTo>
                  <a:lnTo>
                    <a:pt x="12519" y="3146"/>
                  </a:lnTo>
                  <a:lnTo>
                    <a:pt x="12146" y="3359"/>
                  </a:lnTo>
                  <a:lnTo>
                    <a:pt x="11777" y="3579"/>
                  </a:lnTo>
                  <a:lnTo>
                    <a:pt x="11412" y="3806"/>
                  </a:lnTo>
                  <a:lnTo>
                    <a:pt x="11051" y="4039"/>
                  </a:lnTo>
                  <a:lnTo>
                    <a:pt x="10695" y="4278"/>
                  </a:lnTo>
                  <a:lnTo>
                    <a:pt x="10342" y="4524"/>
                  </a:lnTo>
                  <a:lnTo>
                    <a:pt x="9994" y="4775"/>
                  </a:lnTo>
                  <a:lnTo>
                    <a:pt x="9650" y="5033"/>
                  </a:lnTo>
                  <a:lnTo>
                    <a:pt x="9311" y="5296"/>
                  </a:lnTo>
                  <a:lnTo>
                    <a:pt x="8977" y="5566"/>
                  </a:lnTo>
                  <a:lnTo>
                    <a:pt x="8647" y="5841"/>
                  </a:lnTo>
                  <a:lnTo>
                    <a:pt x="8322" y="6122"/>
                  </a:lnTo>
                  <a:lnTo>
                    <a:pt x="8002" y="6409"/>
                  </a:lnTo>
                  <a:lnTo>
                    <a:pt x="7687" y="6701"/>
                  </a:lnTo>
                  <a:lnTo>
                    <a:pt x="7378" y="6999"/>
                  </a:lnTo>
                  <a:lnTo>
                    <a:pt x="7073" y="7302"/>
                  </a:lnTo>
                  <a:lnTo>
                    <a:pt x="6774" y="7610"/>
                  </a:lnTo>
                  <a:lnTo>
                    <a:pt x="6481" y="7924"/>
                  </a:lnTo>
                  <a:lnTo>
                    <a:pt x="6193" y="8242"/>
                  </a:lnTo>
                  <a:lnTo>
                    <a:pt x="5910" y="8566"/>
                  </a:lnTo>
                  <a:lnTo>
                    <a:pt x="5633" y="8894"/>
                  </a:lnTo>
                  <a:lnTo>
                    <a:pt x="5363" y="9228"/>
                  </a:lnTo>
                  <a:lnTo>
                    <a:pt x="5097" y="9566"/>
                  </a:lnTo>
                  <a:lnTo>
                    <a:pt x="4838" y="9908"/>
                  </a:lnTo>
                  <a:lnTo>
                    <a:pt x="4585" y="10255"/>
                  </a:lnTo>
                  <a:lnTo>
                    <a:pt x="4338" y="10607"/>
                  </a:lnTo>
                  <a:lnTo>
                    <a:pt x="4098" y="10963"/>
                  </a:lnTo>
                  <a:lnTo>
                    <a:pt x="3863" y="11322"/>
                  </a:lnTo>
                  <a:lnTo>
                    <a:pt x="3635" y="11686"/>
                  </a:lnTo>
                  <a:lnTo>
                    <a:pt x="3413" y="12054"/>
                  </a:lnTo>
                  <a:lnTo>
                    <a:pt x="3198" y="12426"/>
                  </a:lnTo>
                  <a:lnTo>
                    <a:pt x="2989" y="12801"/>
                  </a:lnTo>
                  <a:lnTo>
                    <a:pt x="2787" y="13180"/>
                  </a:lnTo>
                  <a:lnTo>
                    <a:pt x="2591" y="13563"/>
                  </a:lnTo>
                  <a:lnTo>
                    <a:pt x="2402" y="13949"/>
                  </a:lnTo>
                  <a:lnTo>
                    <a:pt x="2220" y="14338"/>
                  </a:lnTo>
                  <a:lnTo>
                    <a:pt x="2045" y="14730"/>
                  </a:lnTo>
                  <a:lnTo>
                    <a:pt x="1877" y="15125"/>
                  </a:lnTo>
                  <a:lnTo>
                    <a:pt x="1716" y="15523"/>
                  </a:lnTo>
                  <a:lnTo>
                    <a:pt x="1561" y="15924"/>
                  </a:lnTo>
                  <a:lnTo>
                    <a:pt x="1414" y="16327"/>
                  </a:lnTo>
                  <a:lnTo>
                    <a:pt x="1274" y="16733"/>
                  </a:lnTo>
                  <a:lnTo>
                    <a:pt x="1141" y="17142"/>
                  </a:lnTo>
                  <a:lnTo>
                    <a:pt x="1015" y="17552"/>
                  </a:lnTo>
                  <a:lnTo>
                    <a:pt x="896" y="17965"/>
                  </a:lnTo>
                  <a:lnTo>
                    <a:pt x="785" y="18380"/>
                  </a:lnTo>
                  <a:lnTo>
                    <a:pt x="680" y="18797"/>
                  </a:lnTo>
                  <a:lnTo>
                    <a:pt x="584" y="19215"/>
                  </a:lnTo>
                  <a:lnTo>
                    <a:pt x="494" y="19635"/>
                  </a:lnTo>
                  <a:lnTo>
                    <a:pt x="412" y="20057"/>
                  </a:lnTo>
                  <a:lnTo>
                    <a:pt x="337" y="20480"/>
                  </a:lnTo>
                  <a:lnTo>
                    <a:pt x="270" y="20904"/>
                  </a:lnTo>
                  <a:lnTo>
                    <a:pt x="210" y="21329"/>
                  </a:lnTo>
                  <a:lnTo>
                    <a:pt x="157" y="21756"/>
                  </a:lnTo>
                  <a:lnTo>
                    <a:pt x="112" y="22183"/>
                  </a:lnTo>
                  <a:lnTo>
                    <a:pt x="75" y="22611"/>
                  </a:lnTo>
                  <a:lnTo>
                    <a:pt x="45" y="23039"/>
                  </a:lnTo>
                  <a:lnTo>
                    <a:pt x="22" y="23468"/>
                  </a:lnTo>
                  <a:lnTo>
                    <a:pt x="7" y="23898"/>
                  </a:lnTo>
                  <a:lnTo>
                    <a:pt x="0" y="24327"/>
                  </a:lnTo>
                  <a:lnTo>
                    <a:pt x="0" y="24757"/>
                  </a:lnTo>
                  <a:lnTo>
                    <a:pt x="7" y="25186"/>
                  </a:lnTo>
                  <a:lnTo>
                    <a:pt x="22" y="25615"/>
                  </a:lnTo>
                  <a:lnTo>
                    <a:pt x="45" y="26044"/>
                  </a:lnTo>
                  <a:lnTo>
                    <a:pt x="75" y="26473"/>
                  </a:lnTo>
                  <a:lnTo>
                    <a:pt x="112" y="26901"/>
                  </a:lnTo>
                  <a:lnTo>
                    <a:pt x="157" y="27328"/>
                  </a:lnTo>
                  <a:lnTo>
                    <a:pt x="210" y="27754"/>
                  </a:lnTo>
                  <a:lnTo>
                    <a:pt x="270" y="28179"/>
                  </a:lnTo>
                  <a:lnTo>
                    <a:pt x="337" y="28604"/>
                  </a:lnTo>
                  <a:lnTo>
                    <a:pt x="412" y="29027"/>
                  </a:lnTo>
                  <a:lnTo>
                    <a:pt x="494" y="29448"/>
                  </a:lnTo>
                  <a:lnTo>
                    <a:pt x="584" y="29868"/>
                  </a:lnTo>
                  <a:lnTo>
                    <a:pt x="680" y="30287"/>
                  </a:lnTo>
                  <a:lnTo>
                    <a:pt x="785" y="30704"/>
                  </a:lnTo>
                  <a:lnTo>
                    <a:pt x="896" y="31118"/>
                  </a:lnTo>
                  <a:lnTo>
                    <a:pt x="1015" y="31531"/>
                  </a:lnTo>
                  <a:lnTo>
                    <a:pt x="1141" y="31942"/>
                  </a:lnTo>
                  <a:lnTo>
                    <a:pt x="1274" y="32350"/>
                  </a:lnTo>
                  <a:lnTo>
                    <a:pt x="1414" y="32756"/>
                  </a:lnTo>
                  <a:lnTo>
                    <a:pt x="1561" y="33160"/>
                  </a:lnTo>
                  <a:lnTo>
                    <a:pt x="1716" y="33561"/>
                  </a:lnTo>
                  <a:lnTo>
                    <a:pt x="1877" y="33959"/>
                  </a:lnTo>
                  <a:lnTo>
                    <a:pt x="2045" y="34354"/>
                  </a:lnTo>
                  <a:lnTo>
                    <a:pt x="2220" y="34746"/>
                  </a:lnTo>
                  <a:lnTo>
                    <a:pt x="2402" y="35135"/>
                  </a:lnTo>
                  <a:lnTo>
                    <a:pt x="2591" y="35521"/>
                  </a:lnTo>
                  <a:lnTo>
                    <a:pt x="2787" y="35903"/>
                  </a:lnTo>
                  <a:lnTo>
                    <a:pt x="2989" y="36282"/>
                  </a:lnTo>
                  <a:lnTo>
                    <a:pt x="3198" y="36658"/>
                  </a:lnTo>
                  <a:lnTo>
                    <a:pt x="3413" y="37029"/>
                  </a:lnTo>
                  <a:lnTo>
                    <a:pt x="3635" y="37397"/>
                  </a:lnTo>
                  <a:lnTo>
                    <a:pt x="3863" y="37761"/>
                  </a:lnTo>
                  <a:lnTo>
                    <a:pt x="4098" y="38121"/>
                  </a:lnTo>
                  <a:lnTo>
                    <a:pt x="4338" y="38477"/>
                  </a:lnTo>
                  <a:lnTo>
                    <a:pt x="4585" y="38828"/>
                  </a:lnTo>
                  <a:lnTo>
                    <a:pt x="4838" y="39175"/>
                  </a:lnTo>
                  <a:lnTo>
                    <a:pt x="5097" y="39518"/>
                  </a:lnTo>
                  <a:lnTo>
                    <a:pt x="5363" y="39856"/>
                  </a:lnTo>
                  <a:lnTo>
                    <a:pt x="5633" y="40189"/>
                  </a:lnTo>
                  <a:lnTo>
                    <a:pt x="5910" y="40518"/>
                  </a:lnTo>
                  <a:lnTo>
                    <a:pt x="6193" y="40841"/>
                  </a:lnTo>
                  <a:lnTo>
                    <a:pt x="6481" y="41160"/>
                  </a:lnTo>
                  <a:lnTo>
                    <a:pt x="6774" y="41473"/>
                  </a:lnTo>
                  <a:lnTo>
                    <a:pt x="7073" y="41782"/>
                  </a:lnTo>
                  <a:lnTo>
                    <a:pt x="7378" y="42085"/>
                  </a:lnTo>
                  <a:lnTo>
                    <a:pt x="7687" y="42382"/>
                  </a:lnTo>
                  <a:lnTo>
                    <a:pt x="8002" y="42675"/>
                  </a:lnTo>
                  <a:lnTo>
                    <a:pt x="8322" y="42961"/>
                  </a:lnTo>
                  <a:lnTo>
                    <a:pt x="8647" y="43242"/>
                  </a:lnTo>
                  <a:lnTo>
                    <a:pt x="8977" y="43518"/>
                  </a:lnTo>
                  <a:lnTo>
                    <a:pt x="9311" y="43787"/>
                  </a:lnTo>
                  <a:lnTo>
                    <a:pt x="9650" y="44051"/>
                  </a:lnTo>
                  <a:lnTo>
                    <a:pt x="9994" y="44308"/>
                  </a:lnTo>
                  <a:lnTo>
                    <a:pt x="10342" y="44560"/>
                  </a:lnTo>
                  <a:lnTo>
                    <a:pt x="10695" y="44805"/>
                  </a:lnTo>
                  <a:lnTo>
                    <a:pt x="11051" y="45045"/>
                  </a:lnTo>
                  <a:lnTo>
                    <a:pt x="11412" y="45278"/>
                  </a:lnTo>
                  <a:lnTo>
                    <a:pt x="11777" y="45504"/>
                  </a:lnTo>
                  <a:lnTo>
                    <a:pt x="12146" y="45724"/>
                  </a:lnTo>
                  <a:lnTo>
                    <a:pt x="12519" y="45938"/>
                  </a:lnTo>
                  <a:lnTo>
                    <a:pt x="12895" y="46145"/>
                  </a:lnTo>
                  <a:lnTo>
                    <a:pt x="13275" y="46346"/>
                  </a:lnTo>
                  <a:lnTo>
                    <a:pt x="13658" y="46539"/>
                  </a:lnTo>
                  <a:lnTo>
                    <a:pt x="14045" y="46727"/>
                  </a:lnTo>
                  <a:lnTo>
                    <a:pt x="14435" y="46907"/>
                  </a:lnTo>
                  <a:lnTo>
                    <a:pt x="14828" y="47080"/>
                  </a:lnTo>
                  <a:lnTo>
                    <a:pt x="15224" y="47247"/>
                  </a:lnTo>
                  <a:lnTo>
                    <a:pt x="15622" y="47406"/>
                  </a:lnTo>
                  <a:lnTo>
                    <a:pt x="16024" y="47559"/>
                  </a:lnTo>
                  <a:lnTo>
                    <a:pt x="16428" y="47705"/>
                  </a:lnTo>
                  <a:lnTo>
                    <a:pt x="16835" y="47843"/>
                  </a:lnTo>
                  <a:lnTo>
                    <a:pt x="17244" y="47974"/>
                  </a:lnTo>
                  <a:lnTo>
                    <a:pt x="17655" y="48098"/>
                  </a:lnTo>
                  <a:lnTo>
                    <a:pt x="18068" y="48215"/>
                  </a:lnTo>
                  <a:lnTo>
                    <a:pt x="18483" y="48325"/>
                  </a:lnTo>
                  <a:lnTo>
                    <a:pt x="18901" y="48427"/>
                  </a:lnTo>
                  <a:lnTo>
                    <a:pt x="19319" y="48522"/>
                  </a:lnTo>
                  <a:lnTo>
                    <a:pt x="19740" y="48610"/>
                  </a:lnTo>
                  <a:lnTo>
                    <a:pt x="20162" y="48690"/>
                  </a:lnTo>
                  <a:lnTo>
                    <a:pt x="20585" y="48763"/>
                  </a:lnTo>
                  <a:lnTo>
                    <a:pt x="21010" y="48829"/>
                  </a:lnTo>
                  <a:lnTo>
                    <a:pt x="21435" y="48887"/>
                  </a:lnTo>
                  <a:lnTo>
                    <a:pt x="21862" y="48938"/>
                  </a:lnTo>
                  <a:lnTo>
                    <a:pt x="22289" y="48981"/>
                  </a:lnTo>
                  <a:lnTo>
                    <a:pt x="22717" y="49016"/>
                  </a:lnTo>
                  <a:lnTo>
                    <a:pt x="23146" y="49045"/>
                  </a:lnTo>
                  <a:lnTo>
                    <a:pt x="23575" y="49065"/>
                  </a:lnTo>
                  <a:lnTo>
                    <a:pt x="24004" y="49078"/>
                  </a:lnTo>
                  <a:lnTo>
                    <a:pt x="24434" y="49084"/>
                  </a:lnTo>
                  <a:lnTo>
                    <a:pt x="24863" y="49082"/>
                  </a:lnTo>
                  <a:lnTo>
                    <a:pt x="25293" y="49073"/>
                  </a:lnTo>
                  <a:lnTo>
                    <a:pt x="25722" y="49056"/>
                  </a:lnTo>
                  <a:lnTo>
                    <a:pt x="26151" y="49032"/>
                  </a:lnTo>
                  <a:lnTo>
                    <a:pt x="26579" y="49000"/>
                  </a:lnTo>
                  <a:lnTo>
                    <a:pt x="27007" y="48960"/>
                  </a:lnTo>
                  <a:lnTo>
                    <a:pt x="27434" y="48913"/>
                  </a:lnTo>
                  <a:lnTo>
                    <a:pt x="27860" y="48859"/>
                  </a:lnTo>
                  <a:lnTo>
                    <a:pt x="28285" y="48797"/>
                  </a:lnTo>
                  <a:lnTo>
                    <a:pt x="28709" y="48728"/>
                  </a:lnTo>
                  <a:lnTo>
                    <a:pt x="29131" y="48651"/>
                  </a:lnTo>
                  <a:lnTo>
                    <a:pt x="29553" y="48567"/>
                  </a:lnTo>
                  <a:lnTo>
                    <a:pt x="29972" y="48476"/>
                  </a:lnTo>
                  <a:lnTo>
                    <a:pt x="30390" y="48377"/>
                  </a:lnTo>
                  <a:lnTo>
                    <a:pt x="30807" y="48271"/>
                  </a:lnTo>
                  <a:lnTo>
                    <a:pt x="31221" y="48158"/>
                  </a:lnTo>
                  <a:lnTo>
                    <a:pt x="31633" y="48037"/>
                  </a:lnTo>
                  <a:lnTo>
                    <a:pt x="32043" y="47910"/>
                  </a:lnTo>
                  <a:lnTo>
                    <a:pt x="32451" y="47775"/>
                  </a:lnTo>
                  <a:lnTo>
                    <a:pt x="32857" y="47633"/>
                  </a:lnTo>
                  <a:lnTo>
                    <a:pt x="33259" y="47484"/>
                  </a:lnTo>
                  <a:lnTo>
                    <a:pt x="33660" y="47328"/>
                  </a:lnTo>
                  <a:lnTo>
                    <a:pt x="34057" y="47164"/>
                  </a:lnTo>
                  <a:lnTo>
                    <a:pt x="34451" y="46994"/>
                  </a:lnTo>
                  <a:lnTo>
                    <a:pt x="34843" y="46818"/>
                  </a:lnTo>
                  <a:lnTo>
                    <a:pt x="35231" y="46634"/>
                  </a:lnTo>
                  <a:lnTo>
                    <a:pt x="35616" y="46443"/>
                  </a:lnTo>
                  <a:lnTo>
                    <a:pt x="35998" y="46246"/>
                  </a:lnTo>
                  <a:lnTo>
                    <a:pt x="36376" y="46042"/>
                  </a:lnTo>
                  <a:lnTo>
                    <a:pt x="36750" y="45832"/>
                  </a:lnTo>
                  <a:lnTo>
                    <a:pt x="37121" y="45615"/>
                  </a:lnTo>
                  <a:lnTo>
                    <a:pt x="37488" y="45392"/>
                  </a:lnTo>
                  <a:lnTo>
                    <a:pt x="37851" y="45162"/>
                  </a:lnTo>
                  <a:lnTo>
                    <a:pt x="38210" y="44926"/>
                  </a:lnTo>
                  <a:lnTo>
                    <a:pt x="38564" y="44683"/>
                  </a:lnTo>
                  <a:lnTo>
                    <a:pt x="38915" y="44435"/>
                  </a:lnTo>
                  <a:lnTo>
                    <a:pt x="39261" y="44180"/>
                  </a:lnTo>
                  <a:lnTo>
                    <a:pt x="39602" y="43920"/>
                  </a:lnTo>
                  <a:lnTo>
                    <a:pt x="39939" y="43653"/>
                  </a:lnTo>
                  <a:lnTo>
                    <a:pt x="40271" y="43381"/>
                  </a:lnTo>
                  <a:lnTo>
                    <a:pt x="40598" y="43103"/>
                  </a:lnTo>
                  <a:lnTo>
                    <a:pt x="40921" y="42819"/>
                  </a:lnTo>
                  <a:lnTo>
                    <a:pt x="41238" y="42529"/>
                  </a:lnTo>
                  <a:lnTo>
                    <a:pt x="41550" y="42234"/>
                  </a:lnTo>
                  <a:lnTo>
                    <a:pt x="41857" y="41934"/>
                  </a:lnTo>
                  <a:lnTo>
                    <a:pt x="42159" y="41628"/>
                  </a:lnTo>
                  <a:lnTo>
                    <a:pt x="42455" y="41317"/>
                  </a:lnTo>
                  <a:lnTo>
                    <a:pt x="42746" y="41001"/>
                  </a:lnTo>
                  <a:lnTo>
                    <a:pt x="43031" y="40680"/>
                  </a:lnTo>
                  <a:lnTo>
                    <a:pt x="43311" y="40354"/>
                  </a:lnTo>
                  <a:lnTo>
                    <a:pt x="43585" y="40023"/>
                  </a:lnTo>
                  <a:lnTo>
                    <a:pt x="43853" y="39687"/>
                  </a:lnTo>
                  <a:lnTo>
                    <a:pt x="44115" y="39347"/>
                  </a:lnTo>
                  <a:lnTo>
                    <a:pt x="44371" y="39002"/>
                  </a:lnTo>
                  <a:lnTo>
                    <a:pt x="44621" y="38653"/>
                  </a:lnTo>
                  <a:lnTo>
                    <a:pt x="44865" y="38299"/>
                  </a:lnTo>
                  <a:lnTo>
                    <a:pt x="45103" y="37942"/>
                  </a:lnTo>
                  <a:lnTo>
                    <a:pt x="45334" y="37580"/>
                  </a:lnTo>
                  <a:lnTo>
                    <a:pt x="45559" y="37214"/>
                  </a:lnTo>
                  <a:lnTo>
                    <a:pt x="45778" y="36844"/>
                  </a:lnTo>
                  <a:lnTo>
                    <a:pt x="45990" y="36471"/>
                  </a:lnTo>
                  <a:lnTo>
                    <a:pt x="46195" y="36093"/>
                  </a:lnTo>
                  <a:lnTo>
                    <a:pt x="46394" y="35713"/>
                  </a:lnTo>
                  <a:lnTo>
                    <a:pt x="46586" y="35328"/>
                  </a:lnTo>
                  <a:lnTo>
                    <a:pt x="46772" y="34941"/>
                  </a:lnTo>
                  <a:lnTo>
                    <a:pt x="46950" y="34550"/>
                  </a:lnTo>
                  <a:lnTo>
                    <a:pt x="47122" y="34157"/>
                  </a:lnTo>
                  <a:lnTo>
                    <a:pt x="47287" y="33760"/>
                  </a:lnTo>
                  <a:lnTo>
                    <a:pt x="47445" y="33360"/>
                  </a:lnTo>
                  <a:lnTo>
                    <a:pt x="47595" y="32958"/>
                  </a:lnTo>
                  <a:lnTo>
                    <a:pt x="47739" y="32554"/>
                  </a:lnTo>
                  <a:lnTo>
                    <a:pt x="47876" y="32146"/>
                  </a:lnTo>
                  <a:lnTo>
                    <a:pt x="48005" y="31737"/>
                  </a:lnTo>
                  <a:lnTo>
                    <a:pt x="48128" y="31325"/>
                  </a:lnTo>
                  <a:lnTo>
                    <a:pt x="48243" y="30911"/>
                  </a:lnTo>
                  <a:lnTo>
                    <a:pt x="48351" y="30495"/>
                  </a:lnTo>
                  <a:lnTo>
                    <a:pt x="48451" y="30078"/>
                  </a:lnTo>
                  <a:lnTo>
                    <a:pt x="48544" y="29658"/>
                  </a:lnTo>
                  <a:lnTo>
                    <a:pt x="48630" y="29238"/>
                  </a:lnTo>
                  <a:lnTo>
                    <a:pt x="48709" y="28815"/>
                  </a:lnTo>
                  <a:lnTo>
                    <a:pt x="48780" y="28392"/>
                  </a:lnTo>
                  <a:lnTo>
                    <a:pt x="48843" y="27967"/>
                  </a:lnTo>
                  <a:lnTo>
                    <a:pt x="48900" y="27541"/>
                  </a:lnTo>
                  <a:lnTo>
                    <a:pt x="48948" y="27114"/>
                  </a:lnTo>
                  <a:lnTo>
                    <a:pt x="48990" y="26687"/>
                  </a:lnTo>
                  <a:lnTo>
                    <a:pt x="49024" y="26259"/>
                  </a:lnTo>
                  <a:lnTo>
                    <a:pt x="49050" y="25830"/>
                  </a:lnTo>
                  <a:lnTo>
                    <a:pt x="49069" y="25401"/>
                  </a:lnTo>
                  <a:lnTo>
                    <a:pt x="49080" y="24971"/>
                  </a:lnTo>
                  <a:lnTo>
                    <a:pt x="49084" y="24542"/>
                  </a:lnTo>
                </a:path>
              </a:pathLst>
            </a:custGeom>
            <a:ln w="13550" cap="flat">
              <a:solidFill>
                <a:srgbClr val="7FC5D8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698" name="pl698"/>
            <p:cNvSpPr/>
            <p:nvPr/>
          </p:nvSpPr>
          <p:spPr>
            <a:xfrm>
              <a:off x="1435413" y="5439003"/>
              <a:ext cx="269962" cy="269965"/>
            </a:xfrm>
            <a:custGeom>
              <a:avLst/>
              <a:pathLst>
                <a:path w="269962" h="269965">
                  <a:moveTo>
                    <a:pt x="269962" y="134982"/>
                  </a:moveTo>
                  <a:lnTo>
                    <a:pt x="269942" y="132620"/>
                  </a:lnTo>
                  <a:lnTo>
                    <a:pt x="269880" y="130258"/>
                  </a:lnTo>
                  <a:lnTo>
                    <a:pt x="269776" y="127898"/>
                  </a:lnTo>
                  <a:lnTo>
                    <a:pt x="269632" y="125540"/>
                  </a:lnTo>
                  <a:lnTo>
                    <a:pt x="269446" y="123185"/>
                  </a:lnTo>
                  <a:lnTo>
                    <a:pt x="269219" y="120833"/>
                  </a:lnTo>
                  <a:lnTo>
                    <a:pt x="268951" y="118486"/>
                  </a:lnTo>
                  <a:lnTo>
                    <a:pt x="268641" y="116144"/>
                  </a:lnTo>
                  <a:lnTo>
                    <a:pt x="268291" y="113808"/>
                  </a:lnTo>
                  <a:lnTo>
                    <a:pt x="267900" y="111478"/>
                  </a:lnTo>
                  <a:lnTo>
                    <a:pt x="267468" y="109155"/>
                  </a:lnTo>
                  <a:lnTo>
                    <a:pt x="266996" y="106840"/>
                  </a:lnTo>
                  <a:lnTo>
                    <a:pt x="266483" y="104534"/>
                  </a:lnTo>
                  <a:lnTo>
                    <a:pt x="265930" y="102237"/>
                  </a:lnTo>
                  <a:lnTo>
                    <a:pt x="265337" y="99951"/>
                  </a:lnTo>
                  <a:lnTo>
                    <a:pt x="264704" y="97675"/>
                  </a:lnTo>
                  <a:lnTo>
                    <a:pt x="264031" y="95410"/>
                  </a:lnTo>
                  <a:lnTo>
                    <a:pt x="263319" y="93158"/>
                  </a:lnTo>
                  <a:lnTo>
                    <a:pt x="262568" y="90918"/>
                  </a:lnTo>
                  <a:lnTo>
                    <a:pt x="261777" y="88692"/>
                  </a:lnTo>
                  <a:lnTo>
                    <a:pt x="260947" y="86480"/>
                  </a:lnTo>
                  <a:lnTo>
                    <a:pt x="260079" y="84282"/>
                  </a:lnTo>
                  <a:lnTo>
                    <a:pt x="259173" y="82101"/>
                  </a:lnTo>
                  <a:lnTo>
                    <a:pt x="258228" y="79935"/>
                  </a:lnTo>
                  <a:lnTo>
                    <a:pt x="257246" y="77787"/>
                  </a:lnTo>
                  <a:lnTo>
                    <a:pt x="256226" y="75656"/>
                  </a:lnTo>
                  <a:lnTo>
                    <a:pt x="255169" y="73543"/>
                  </a:lnTo>
                  <a:lnTo>
                    <a:pt x="254076" y="71449"/>
                  </a:lnTo>
                  <a:lnTo>
                    <a:pt x="252946" y="69374"/>
                  </a:lnTo>
                  <a:lnTo>
                    <a:pt x="251779" y="67320"/>
                  </a:lnTo>
                  <a:lnTo>
                    <a:pt x="250577" y="65286"/>
                  </a:lnTo>
                  <a:lnTo>
                    <a:pt x="249340" y="63274"/>
                  </a:lnTo>
                  <a:lnTo>
                    <a:pt x="248067" y="61283"/>
                  </a:lnTo>
                  <a:lnTo>
                    <a:pt x="246760" y="59315"/>
                  </a:lnTo>
                  <a:lnTo>
                    <a:pt x="245419" y="57371"/>
                  </a:lnTo>
                  <a:lnTo>
                    <a:pt x="244044" y="55450"/>
                  </a:lnTo>
                  <a:lnTo>
                    <a:pt x="242635" y="53553"/>
                  </a:lnTo>
                  <a:lnTo>
                    <a:pt x="241193" y="51681"/>
                  </a:lnTo>
                  <a:lnTo>
                    <a:pt x="239719" y="49835"/>
                  </a:lnTo>
                  <a:lnTo>
                    <a:pt x="238213" y="48015"/>
                  </a:lnTo>
                  <a:lnTo>
                    <a:pt x="236675" y="46222"/>
                  </a:lnTo>
                  <a:lnTo>
                    <a:pt x="235106" y="44456"/>
                  </a:lnTo>
                  <a:lnTo>
                    <a:pt x="233507" y="42717"/>
                  </a:lnTo>
                  <a:lnTo>
                    <a:pt x="231877" y="41007"/>
                  </a:lnTo>
                  <a:lnTo>
                    <a:pt x="230217" y="39326"/>
                  </a:lnTo>
                  <a:lnTo>
                    <a:pt x="228529" y="37673"/>
                  </a:lnTo>
                  <a:lnTo>
                    <a:pt x="226811" y="36051"/>
                  </a:lnTo>
                  <a:lnTo>
                    <a:pt x="225066" y="34459"/>
                  </a:lnTo>
                  <a:lnTo>
                    <a:pt x="223293" y="32898"/>
                  </a:lnTo>
                  <a:lnTo>
                    <a:pt x="221493" y="31368"/>
                  </a:lnTo>
                  <a:lnTo>
                    <a:pt x="219666" y="29870"/>
                  </a:lnTo>
                  <a:lnTo>
                    <a:pt x="217814" y="28404"/>
                  </a:lnTo>
                  <a:lnTo>
                    <a:pt x="215936" y="26970"/>
                  </a:lnTo>
                  <a:lnTo>
                    <a:pt x="214033" y="25570"/>
                  </a:lnTo>
                  <a:lnTo>
                    <a:pt x="212106" y="24203"/>
                  </a:lnTo>
                  <a:lnTo>
                    <a:pt x="210155" y="22870"/>
                  </a:lnTo>
                  <a:lnTo>
                    <a:pt x="208182" y="21572"/>
                  </a:lnTo>
                  <a:lnTo>
                    <a:pt x="206186" y="20308"/>
                  </a:lnTo>
                  <a:lnTo>
                    <a:pt x="204168" y="19079"/>
                  </a:lnTo>
                  <a:lnTo>
                    <a:pt x="202129" y="17886"/>
                  </a:lnTo>
                  <a:lnTo>
                    <a:pt x="200069" y="16729"/>
                  </a:lnTo>
                  <a:lnTo>
                    <a:pt x="197990" y="15608"/>
                  </a:lnTo>
                  <a:lnTo>
                    <a:pt x="195891" y="14523"/>
                  </a:lnTo>
                  <a:lnTo>
                    <a:pt x="193774" y="13476"/>
                  </a:lnTo>
                  <a:lnTo>
                    <a:pt x="191638" y="12465"/>
                  </a:lnTo>
                  <a:lnTo>
                    <a:pt x="189485" y="11493"/>
                  </a:lnTo>
                  <a:lnTo>
                    <a:pt x="187316" y="10558"/>
                  </a:lnTo>
                  <a:lnTo>
                    <a:pt x="185130" y="9661"/>
                  </a:lnTo>
                  <a:lnTo>
                    <a:pt x="182929" y="8802"/>
                  </a:lnTo>
                  <a:lnTo>
                    <a:pt x="180714" y="7982"/>
                  </a:lnTo>
                  <a:lnTo>
                    <a:pt x="178484" y="7201"/>
                  </a:lnTo>
                  <a:lnTo>
                    <a:pt x="176241" y="6460"/>
                  </a:lnTo>
                  <a:lnTo>
                    <a:pt x="173985" y="5757"/>
                  </a:lnTo>
                  <a:lnTo>
                    <a:pt x="171718" y="5094"/>
                  </a:lnTo>
                  <a:lnTo>
                    <a:pt x="169439" y="4471"/>
                  </a:lnTo>
                  <a:lnTo>
                    <a:pt x="167150" y="3888"/>
                  </a:lnTo>
                  <a:lnTo>
                    <a:pt x="164851" y="3345"/>
                  </a:lnTo>
                  <a:lnTo>
                    <a:pt x="162542" y="2842"/>
                  </a:lnTo>
                  <a:lnTo>
                    <a:pt x="160225" y="2380"/>
                  </a:lnTo>
                  <a:lnTo>
                    <a:pt x="157901" y="1959"/>
                  </a:lnTo>
                  <a:lnTo>
                    <a:pt x="155569" y="1578"/>
                  </a:lnTo>
                  <a:lnTo>
                    <a:pt x="153231" y="1238"/>
                  </a:lnTo>
                  <a:lnTo>
                    <a:pt x="150888" y="939"/>
                  </a:lnTo>
                  <a:lnTo>
                    <a:pt x="148540" y="681"/>
                  </a:lnTo>
                  <a:lnTo>
                    <a:pt x="146187" y="464"/>
                  </a:lnTo>
                  <a:lnTo>
                    <a:pt x="143831" y="289"/>
                  </a:lnTo>
                  <a:lnTo>
                    <a:pt x="141473" y="155"/>
                  </a:lnTo>
                  <a:lnTo>
                    <a:pt x="139112" y="62"/>
                  </a:lnTo>
                  <a:lnTo>
                    <a:pt x="136750" y="10"/>
                  </a:lnTo>
                  <a:lnTo>
                    <a:pt x="134388" y="0"/>
                  </a:lnTo>
                  <a:lnTo>
                    <a:pt x="132025" y="31"/>
                  </a:lnTo>
                  <a:lnTo>
                    <a:pt x="129664" y="103"/>
                  </a:lnTo>
                  <a:lnTo>
                    <a:pt x="127304" y="217"/>
                  </a:lnTo>
                  <a:lnTo>
                    <a:pt x="124947" y="371"/>
                  </a:lnTo>
                  <a:lnTo>
                    <a:pt x="122593" y="568"/>
                  </a:lnTo>
                  <a:lnTo>
                    <a:pt x="120242" y="805"/>
                  </a:lnTo>
                  <a:lnTo>
                    <a:pt x="117896" y="1083"/>
                  </a:lnTo>
                  <a:lnTo>
                    <a:pt x="115556" y="1403"/>
                  </a:lnTo>
                  <a:lnTo>
                    <a:pt x="113221" y="1763"/>
                  </a:lnTo>
                  <a:lnTo>
                    <a:pt x="110893" y="2164"/>
                  </a:lnTo>
                  <a:lnTo>
                    <a:pt x="108572" y="2606"/>
                  </a:lnTo>
                  <a:lnTo>
                    <a:pt x="106259" y="3089"/>
                  </a:lnTo>
                  <a:lnTo>
                    <a:pt x="103955" y="3612"/>
                  </a:lnTo>
                  <a:lnTo>
                    <a:pt x="101661" y="4175"/>
                  </a:lnTo>
                  <a:lnTo>
                    <a:pt x="99377" y="4778"/>
                  </a:lnTo>
                  <a:lnTo>
                    <a:pt x="97104" y="5421"/>
                  </a:lnTo>
                  <a:lnTo>
                    <a:pt x="94842" y="6103"/>
                  </a:lnTo>
                  <a:lnTo>
                    <a:pt x="92592" y="6826"/>
                  </a:lnTo>
                  <a:lnTo>
                    <a:pt x="90356" y="7587"/>
                  </a:lnTo>
                  <a:lnTo>
                    <a:pt x="88133" y="8387"/>
                  </a:lnTo>
                  <a:lnTo>
                    <a:pt x="85925" y="9227"/>
                  </a:lnTo>
                  <a:lnTo>
                    <a:pt x="83732" y="10104"/>
                  </a:lnTo>
                  <a:lnTo>
                    <a:pt x="81554" y="11020"/>
                  </a:lnTo>
                  <a:lnTo>
                    <a:pt x="79393" y="11974"/>
                  </a:lnTo>
                  <a:lnTo>
                    <a:pt x="77249" y="12966"/>
                  </a:lnTo>
                  <a:lnTo>
                    <a:pt x="75122" y="13995"/>
                  </a:lnTo>
                  <a:lnTo>
                    <a:pt x="73014" y="15061"/>
                  </a:lnTo>
                  <a:lnTo>
                    <a:pt x="70924" y="16164"/>
                  </a:lnTo>
                  <a:lnTo>
                    <a:pt x="68855" y="17303"/>
                  </a:lnTo>
                  <a:lnTo>
                    <a:pt x="66805" y="18478"/>
                  </a:lnTo>
                  <a:lnTo>
                    <a:pt x="64777" y="19689"/>
                  </a:lnTo>
                  <a:lnTo>
                    <a:pt x="62770" y="20936"/>
                  </a:lnTo>
                  <a:lnTo>
                    <a:pt x="60785" y="22217"/>
                  </a:lnTo>
                  <a:lnTo>
                    <a:pt x="58823" y="23532"/>
                  </a:lnTo>
                  <a:lnTo>
                    <a:pt x="56884" y="24882"/>
                  </a:lnTo>
                  <a:lnTo>
                    <a:pt x="54969" y="26266"/>
                  </a:lnTo>
                  <a:lnTo>
                    <a:pt x="53079" y="27683"/>
                  </a:lnTo>
                  <a:lnTo>
                    <a:pt x="51214" y="29133"/>
                  </a:lnTo>
                  <a:lnTo>
                    <a:pt x="49374" y="30615"/>
                  </a:lnTo>
                  <a:lnTo>
                    <a:pt x="47560" y="32129"/>
                  </a:lnTo>
                  <a:lnTo>
                    <a:pt x="45774" y="33675"/>
                  </a:lnTo>
                  <a:lnTo>
                    <a:pt x="44015" y="35251"/>
                  </a:lnTo>
                  <a:lnTo>
                    <a:pt x="42283" y="36858"/>
                  </a:lnTo>
                  <a:lnTo>
                    <a:pt x="40580" y="38496"/>
                  </a:lnTo>
                  <a:lnTo>
                    <a:pt x="38906" y="40163"/>
                  </a:lnTo>
                  <a:lnTo>
                    <a:pt x="37261" y="41858"/>
                  </a:lnTo>
                  <a:lnTo>
                    <a:pt x="35646" y="43583"/>
                  </a:lnTo>
                  <a:lnTo>
                    <a:pt x="34062" y="45335"/>
                  </a:lnTo>
                  <a:lnTo>
                    <a:pt x="32508" y="47115"/>
                  </a:lnTo>
                  <a:lnTo>
                    <a:pt x="30986" y="48922"/>
                  </a:lnTo>
                  <a:lnTo>
                    <a:pt x="29496" y="50755"/>
                  </a:lnTo>
                  <a:lnTo>
                    <a:pt x="28038" y="52614"/>
                  </a:lnTo>
                  <a:lnTo>
                    <a:pt x="26613" y="54498"/>
                  </a:lnTo>
                  <a:lnTo>
                    <a:pt x="25221" y="56407"/>
                  </a:lnTo>
                  <a:lnTo>
                    <a:pt x="23863" y="58340"/>
                  </a:lnTo>
                  <a:lnTo>
                    <a:pt x="22539" y="60296"/>
                  </a:lnTo>
                  <a:lnTo>
                    <a:pt x="21249" y="62276"/>
                  </a:lnTo>
                  <a:lnTo>
                    <a:pt x="19994" y="64277"/>
                  </a:lnTo>
                  <a:lnTo>
                    <a:pt x="18774" y="66300"/>
                  </a:lnTo>
                  <a:lnTo>
                    <a:pt x="17590" y="68344"/>
                  </a:lnTo>
                  <a:lnTo>
                    <a:pt x="16441" y="70409"/>
                  </a:lnTo>
                  <a:lnTo>
                    <a:pt x="15329" y="72493"/>
                  </a:lnTo>
                  <a:lnTo>
                    <a:pt x="14254" y="74597"/>
                  </a:lnTo>
                  <a:lnTo>
                    <a:pt x="13216" y="76719"/>
                  </a:lnTo>
                  <a:lnTo>
                    <a:pt x="12215" y="78859"/>
                  </a:lnTo>
                  <a:lnTo>
                    <a:pt x="11251" y="81016"/>
                  </a:lnTo>
                  <a:lnTo>
                    <a:pt x="10326" y="83190"/>
                  </a:lnTo>
                  <a:lnTo>
                    <a:pt x="9439" y="85379"/>
                  </a:lnTo>
                  <a:lnTo>
                    <a:pt x="8590" y="87584"/>
                  </a:lnTo>
                  <a:lnTo>
                    <a:pt x="7780" y="89803"/>
                  </a:lnTo>
                  <a:lnTo>
                    <a:pt x="7008" y="92036"/>
                  </a:lnTo>
                  <a:lnTo>
                    <a:pt x="6276" y="94282"/>
                  </a:lnTo>
                  <a:lnTo>
                    <a:pt x="5584" y="96541"/>
                  </a:lnTo>
                  <a:lnTo>
                    <a:pt x="4931" y="98811"/>
                  </a:lnTo>
                  <a:lnTo>
                    <a:pt x="4318" y="101093"/>
                  </a:lnTo>
                  <a:lnTo>
                    <a:pt x="3745" y="103385"/>
                  </a:lnTo>
                  <a:lnTo>
                    <a:pt x="3212" y="105686"/>
                  </a:lnTo>
                  <a:lnTo>
                    <a:pt x="2719" y="107997"/>
                  </a:lnTo>
                  <a:lnTo>
                    <a:pt x="2267" y="110316"/>
                  </a:lnTo>
                  <a:lnTo>
                    <a:pt x="1856" y="112642"/>
                  </a:lnTo>
                  <a:lnTo>
                    <a:pt x="1485" y="114975"/>
                  </a:lnTo>
                  <a:lnTo>
                    <a:pt x="1156" y="117314"/>
                  </a:lnTo>
                  <a:lnTo>
                    <a:pt x="867" y="119659"/>
                  </a:lnTo>
                  <a:lnTo>
                    <a:pt x="619" y="122009"/>
                  </a:lnTo>
                  <a:lnTo>
                    <a:pt x="413" y="124362"/>
                  </a:lnTo>
                  <a:lnTo>
                    <a:pt x="248" y="126719"/>
                  </a:lnTo>
                  <a:lnTo>
                    <a:pt x="124" y="129078"/>
                  </a:lnTo>
                  <a:lnTo>
                    <a:pt x="41" y="131439"/>
                  </a:lnTo>
                  <a:lnTo>
                    <a:pt x="0" y="133801"/>
                  </a:lnTo>
                  <a:lnTo>
                    <a:pt x="0" y="136163"/>
                  </a:lnTo>
                  <a:lnTo>
                    <a:pt x="41" y="138525"/>
                  </a:lnTo>
                  <a:lnTo>
                    <a:pt x="124" y="140886"/>
                  </a:lnTo>
                  <a:lnTo>
                    <a:pt x="248" y="143246"/>
                  </a:lnTo>
                  <a:lnTo>
                    <a:pt x="413" y="145602"/>
                  </a:lnTo>
                  <a:lnTo>
                    <a:pt x="619" y="147956"/>
                  </a:lnTo>
                  <a:lnTo>
                    <a:pt x="867" y="150305"/>
                  </a:lnTo>
                  <a:lnTo>
                    <a:pt x="1156" y="152650"/>
                  </a:lnTo>
                  <a:lnTo>
                    <a:pt x="1485" y="154989"/>
                  </a:lnTo>
                  <a:lnTo>
                    <a:pt x="1856" y="157322"/>
                  </a:lnTo>
                  <a:lnTo>
                    <a:pt x="2267" y="159649"/>
                  </a:lnTo>
                  <a:lnTo>
                    <a:pt x="2719" y="161968"/>
                  </a:lnTo>
                  <a:lnTo>
                    <a:pt x="3212" y="164278"/>
                  </a:lnTo>
                  <a:lnTo>
                    <a:pt x="3745" y="166580"/>
                  </a:lnTo>
                  <a:lnTo>
                    <a:pt x="4318" y="168872"/>
                  </a:lnTo>
                  <a:lnTo>
                    <a:pt x="4931" y="171153"/>
                  </a:lnTo>
                  <a:lnTo>
                    <a:pt x="5584" y="173424"/>
                  </a:lnTo>
                  <a:lnTo>
                    <a:pt x="6276" y="175682"/>
                  </a:lnTo>
                  <a:lnTo>
                    <a:pt x="7008" y="177928"/>
                  </a:lnTo>
                  <a:lnTo>
                    <a:pt x="7780" y="180161"/>
                  </a:lnTo>
                  <a:lnTo>
                    <a:pt x="8590" y="182381"/>
                  </a:lnTo>
                  <a:lnTo>
                    <a:pt x="9439" y="184585"/>
                  </a:lnTo>
                  <a:lnTo>
                    <a:pt x="10326" y="186775"/>
                  </a:lnTo>
                  <a:lnTo>
                    <a:pt x="11251" y="188948"/>
                  </a:lnTo>
                  <a:lnTo>
                    <a:pt x="12215" y="191105"/>
                  </a:lnTo>
                  <a:lnTo>
                    <a:pt x="13216" y="193245"/>
                  </a:lnTo>
                  <a:lnTo>
                    <a:pt x="14254" y="195367"/>
                  </a:lnTo>
                  <a:lnTo>
                    <a:pt x="15329" y="197471"/>
                  </a:lnTo>
                  <a:lnTo>
                    <a:pt x="16441" y="199555"/>
                  </a:lnTo>
                  <a:lnTo>
                    <a:pt x="17590" y="201620"/>
                  </a:lnTo>
                  <a:lnTo>
                    <a:pt x="18774" y="203664"/>
                  </a:lnTo>
                  <a:lnTo>
                    <a:pt x="19994" y="205687"/>
                  </a:lnTo>
                  <a:lnTo>
                    <a:pt x="21249" y="207689"/>
                  </a:lnTo>
                  <a:lnTo>
                    <a:pt x="22539" y="209668"/>
                  </a:lnTo>
                  <a:lnTo>
                    <a:pt x="23863" y="211624"/>
                  </a:lnTo>
                  <a:lnTo>
                    <a:pt x="25221" y="213557"/>
                  </a:lnTo>
                  <a:lnTo>
                    <a:pt x="26613" y="215466"/>
                  </a:lnTo>
                  <a:lnTo>
                    <a:pt x="28038" y="217350"/>
                  </a:lnTo>
                  <a:lnTo>
                    <a:pt x="29496" y="219209"/>
                  </a:lnTo>
                  <a:lnTo>
                    <a:pt x="30986" y="221042"/>
                  </a:lnTo>
                  <a:lnTo>
                    <a:pt x="32508" y="222849"/>
                  </a:lnTo>
                  <a:lnTo>
                    <a:pt x="34062" y="224629"/>
                  </a:lnTo>
                  <a:lnTo>
                    <a:pt x="35646" y="226381"/>
                  </a:lnTo>
                  <a:lnTo>
                    <a:pt x="37261" y="228106"/>
                  </a:lnTo>
                  <a:lnTo>
                    <a:pt x="38906" y="229802"/>
                  </a:lnTo>
                  <a:lnTo>
                    <a:pt x="40580" y="231469"/>
                  </a:lnTo>
                  <a:lnTo>
                    <a:pt x="42283" y="233106"/>
                  </a:lnTo>
                  <a:lnTo>
                    <a:pt x="44015" y="234713"/>
                  </a:lnTo>
                  <a:lnTo>
                    <a:pt x="45774" y="236290"/>
                  </a:lnTo>
                  <a:lnTo>
                    <a:pt x="47560" y="237835"/>
                  </a:lnTo>
                  <a:lnTo>
                    <a:pt x="49374" y="239350"/>
                  </a:lnTo>
                  <a:lnTo>
                    <a:pt x="51214" y="240832"/>
                  </a:lnTo>
                  <a:lnTo>
                    <a:pt x="53079" y="242282"/>
                  </a:lnTo>
                  <a:lnTo>
                    <a:pt x="54969" y="243698"/>
                  </a:lnTo>
                  <a:lnTo>
                    <a:pt x="56884" y="245082"/>
                  </a:lnTo>
                  <a:lnTo>
                    <a:pt x="58823" y="246432"/>
                  </a:lnTo>
                  <a:lnTo>
                    <a:pt x="60785" y="247748"/>
                  </a:lnTo>
                  <a:lnTo>
                    <a:pt x="62770" y="249029"/>
                  </a:lnTo>
                  <a:lnTo>
                    <a:pt x="64777" y="250275"/>
                  </a:lnTo>
                  <a:lnTo>
                    <a:pt x="66805" y="251486"/>
                  </a:lnTo>
                  <a:lnTo>
                    <a:pt x="68855" y="252661"/>
                  </a:lnTo>
                  <a:lnTo>
                    <a:pt x="70924" y="253800"/>
                  </a:lnTo>
                  <a:lnTo>
                    <a:pt x="73014" y="254903"/>
                  </a:lnTo>
                  <a:lnTo>
                    <a:pt x="75122" y="255969"/>
                  </a:lnTo>
                  <a:lnTo>
                    <a:pt x="77249" y="256998"/>
                  </a:lnTo>
                  <a:lnTo>
                    <a:pt x="79393" y="257990"/>
                  </a:lnTo>
                  <a:lnTo>
                    <a:pt x="81554" y="258944"/>
                  </a:lnTo>
                  <a:lnTo>
                    <a:pt x="83732" y="259860"/>
                  </a:lnTo>
                  <a:lnTo>
                    <a:pt x="85925" y="260738"/>
                  </a:lnTo>
                  <a:lnTo>
                    <a:pt x="88133" y="261577"/>
                  </a:lnTo>
                  <a:lnTo>
                    <a:pt x="90356" y="262377"/>
                  </a:lnTo>
                  <a:lnTo>
                    <a:pt x="92592" y="263139"/>
                  </a:lnTo>
                  <a:lnTo>
                    <a:pt x="94842" y="263861"/>
                  </a:lnTo>
                  <a:lnTo>
                    <a:pt x="97104" y="264544"/>
                  </a:lnTo>
                  <a:lnTo>
                    <a:pt x="99377" y="265187"/>
                  </a:lnTo>
                  <a:lnTo>
                    <a:pt x="101661" y="265790"/>
                  </a:lnTo>
                  <a:lnTo>
                    <a:pt x="103955" y="266353"/>
                  </a:lnTo>
                  <a:lnTo>
                    <a:pt x="106259" y="266876"/>
                  </a:lnTo>
                  <a:lnTo>
                    <a:pt x="108572" y="267358"/>
                  </a:lnTo>
                  <a:lnTo>
                    <a:pt x="110893" y="267800"/>
                  </a:lnTo>
                  <a:lnTo>
                    <a:pt x="113221" y="268201"/>
                  </a:lnTo>
                  <a:lnTo>
                    <a:pt x="115556" y="268561"/>
                  </a:lnTo>
                  <a:lnTo>
                    <a:pt x="117896" y="268881"/>
                  </a:lnTo>
                  <a:lnTo>
                    <a:pt x="120242" y="269159"/>
                  </a:lnTo>
                  <a:lnTo>
                    <a:pt x="122593" y="269397"/>
                  </a:lnTo>
                  <a:lnTo>
                    <a:pt x="124947" y="269593"/>
                  </a:lnTo>
                  <a:lnTo>
                    <a:pt x="127304" y="269748"/>
                  </a:lnTo>
                  <a:lnTo>
                    <a:pt x="129664" y="269862"/>
                  </a:lnTo>
                  <a:lnTo>
                    <a:pt x="132025" y="269934"/>
                  </a:lnTo>
                  <a:lnTo>
                    <a:pt x="134388" y="269965"/>
                  </a:lnTo>
                  <a:lnTo>
                    <a:pt x="136750" y="269955"/>
                  </a:lnTo>
                  <a:lnTo>
                    <a:pt x="139112" y="269903"/>
                  </a:lnTo>
                  <a:lnTo>
                    <a:pt x="141473" y="269810"/>
                  </a:lnTo>
                  <a:lnTo>
                    <a:pt x="143831" y="269676"/>
                  </a:lnTo>
                  <a:lnTo>
                    <a:pt x="146187" y="269500"/>
                  </a:lnTo>
                  <a:lnTo>
                    <a:pt x="148540" y="269283"/>
                  </a:lnTo>
                  <a:lnTo>
                    <a:pt x="150888" y="269025"/>
                  </a:lnTo>
                  <a:lnTo>
                    <a:pt x="153231" y="268726"/>
                  </a:lnTo>
                  <a:lnTo>
                    <a:pt x="155569" y="268386"/>
                  </a:lnTo>
                  <a:lnTo>
                    <a:pt x="157901" y="268006"/>
                  </a:lnTo>
                  <a:lnTo>
                    <a:pt x="160225" y="267584"/>
                  </a:lnTo>
                  <a:lnTo>
                    <a:pt x="162542" y="267122"/>
                  </a:lnTo>
                  <a:lnTo>
                    <a:pt x="164851" y="266619"/>
                  </a:lnTo>
                  <a:lnTo>
                    <a:pt x="167150" y="266076"/>
                  </a:lnTo>
                  <a:lnTo>
                    <a:pt x="169439" y="265493"/>
                  </a:lnTo>
                  <a:lnTo>
                    <a:pt x="171718" y="264870"/>
                  </a:lnTo>
                  <a:lnTo>
                    <a:pt x="173985" y="264207"/>
                  </a:lnTo>
                  <a:lnTo>
                    <a:pt x="176241" y="263505"/>
                  </a:lnTo>
                  <a:lnTo>
                    <a:pt x="178484" y="262763"/>
                  </a:lnTo>
                  <a:lnTo>
                    <a:pt x="180714" y="261982"/>
                  </a:lnTo>
                  <a:lnTo>
                    <a:pt x="182929" y="261162"/>
                  </a:lnTo>
                  <a:lnTo>
                    <a:pt x="185130" y="260304"/>
                  </a:lnTo>
                  <a:lnTo>
                    <a:pt x="187316" y="259407"/>
                  </a:lnTo>
                  <a:lnTo>
                    <a:pt x="189485" y="258472"/>
                  </a:lnTo>
                  <a:lnTo>
                    <a:pt x="191638" y="257499"/>
                  </a:lnTo>
                  <a:lnTo>
                    <a:pt x="193774" y="256489"/>
                  </a:lnTo>
                  <a:lnTo>
                    <a:pt x="195891" y="255441"/>
                  </a:lnTo>
                  <a:lnTo>
                    <a:pt x="197990" y="254356"/>
                  </a:lnTo>
                  <a:lnTo>
                    <a:pt x="200069" y="253235"/>
                  </a:lnTo>
                  <a:lnTo>
                    <a:pt x="202129" y="252078"/>
                  </a:lnTo>
                  <a:lnTo>
                    <a:pt x="204168" y="250885"/>
                  </a:lnTo>
                  <a:lnTo>
                    <a:pt x="206186" y="249656"/>
                  </a:lnTo>
                  <a:lnTo>
                    <a:pt x="208182" y="248393"/>
                  </a:lnTo>
                  <a:lnTo>
                    <a:pt x="210155" y="247094"/>
                  </a:lnTo>
                  <a:lnTo>
                    <a:pt x="212106" y="245761"/>
                  </a:lnTo>
                  <a:lnTo>
                    <a:pt x="214033" y="244394"/>
                  </a:lnTo>
                  <a:lnTo>
                    <a:pt x="215936" y="242994"/>
                  </a:lnTo>
                  <a:lnTo>
                    <a:pt x="217814" y="241561"/>
                  </a:lnTo>
                  <a:lnTo>
                    <a:pt x="219666" y="240095"/>
                  </a:lnTo>
                  <a:lnTo>
                    <a:pt x="221493" y="238597"/>
                  </a:lnTo>
                  <a:lnTo>
                    <a:pt x="223293" y="237067"/>
                  </a:lnTo>
                  <a:lnTo>
                    <a:pt x="225066" y="235505"/>
                  </a:lnTo>
                  <a:lnTo>
                    <a:pt x="226811" y="233913"/>
                  </a:lnTo>
                  <a:lnTo>
                    <a:pt x="228529" y="232291"/>
                  </a:lnTo>
                  <a:lnTo>
                    <a:pt x="230217" y="230639"/>
                  </a:lnTo>
                  <a:lnTo>
                    <a:pt x="231877" y="228957"/>
                  </a:lnTo>
                  <a:lnTo>
                    <a:pt x="233507" y="227247"/>
                  </a:lnTo>
                  <a:lnTo>
                    <a:pt x="235106" y="225509"/>
                  </a:lnTo>
                  <a:lnTo>
                    <a:pt x="236675" y="223743"/>
                  </a:lnTo>
                  <a:lnTo>
                    <a:pt x="238213" y="221949"/>
                  </a:lnTo>
                  <a:lnTo>
                    <a:pt x="239719" y="220129"/>
                  </a:lnTo>
                  <a:lnTo>
                    <a:pt x="241193" y="218283"/>
                  </a:lnTo>
                  <a:lnTo>
                    <a:pt x="242635" y="216411"/>
                  </a:lnTo>
                  <a:lnTo>
                    <a:pt x="244044" y="214515"/>
                  </a:lnTo>
                  <a:lnTo>
                    <a:pt x="245419" y="212594"/>
                  </a:lnTo>
                  <a:lnTo>
                    <a:pt x="246760" y="210649"/>
                  </a:lnTo>
                  <a:lnTo>
                    <a:pt x="248067" y="208681"/>
                  </a:lnTo>
                  <a:lnTo>
                    <a:pt x="249340" y="206691"/>
                  </a:lnTo>
                  <a:lnTo>
                    <a:pt x="250577" y="204678"/>
                  </a:lnTo>
                  <a:lnTo>
                    <a:pt x="251779" y="202645"/>
                  </a:lnTo>
                  <a:lnTo>
                    <a:pt x="252946" y="200590"/>
                  </a:lnTo>
                  <a:lnTo>
                    <a:pt x="254076" y="198516"/>
                  </a:lnTo>
                  <a:lnTo>
                    <a:pt x="255169" y="196421"/>
                  </a:lnTo>
                  <a:lnTo>
                    <a:pt x="256226" y="194309"/>
                  </a:lnTo>
                  <a:lnTo>
                    <a:pt x="257246" y="192178"/>
                  </a:lnTo>
                  <a:lnTo>
                    <a:pt x="258228" y="190029"/>
                  </a:lnTo>
                  <a:lnTo>
                    <a:pt x="259173" y="187864"/>
                  </a:lnTo>
                  <a:lnTo>
                    <a:pt x="260079" y="185682"/>
                  </a:lnTo>
                  <a:lnTo>
                    <a:pt x="260947" y="183485"/>
                  </a:lnTo>
                  <a:lnTo>
                    <a:pt x="261777" y="181273"/>
                  </a:lnTo>
                  <a:lnTo>
                    <a:pt x="262568" y="179047"/>
                  </a:lnTo>
                  <a:lnTo>
                    <a:pt x="263319" y="176807"/>
                  </a:lnTo>
                  <a:lnTo>
                    <a:pt x="264031" y="174554"/>
                  </a:lnTo>
                  <a:lnTo>
                    <a:pt x="264704" y="172290"/>
                  </a:lnTo>
                  <a:lnTo>
                    <a:pt x="265337" y="170014"/>
                  </a:lnTo>
                  <a:lnTo>
                    <a:pt x="265930" y="167727"/>
                  </a:lnTo>
                  <a:lnTo>
                    <a:pt x="266483" y="165430"/>
                  </a:lnTo>
                  <a:lnTo>
                    <a:pt x="266996" y="163124"/>
                  </a:lnTo>
                  <a:lnTo>
                    <a:pt x="267468" y="160809"/>
                  </a:lnTo>
                  <a:lnTo>
                    <a:pt x="267900" y="158487"/>
                  </a:lnTo>
                  <a:lnTo>
                    <a:pt x="268291" y="156157"/>
                  </a:lnTo>
                  <a:lnTo>
                    <a:pt x="268641" y="153820"/>
                  </a:lnTo>
                  <a:lnTo>
                    <a:pt x="268951" y="151478"/>
                  </a:lnTo>
                  <a:lnTo>
                    <a:pt x="269219" y="149131"/>
                  </a:lnTo>
                  <a:lnTo>
                    <a:pt x="269446" y="146779"/>
                  </a:lnTo>
                  <a:lnTo>
                    <a:pt x="269632" y="144424"/>
                  </a:lnTo>
                  <a:lnTo>
                    <a:pt x="269776" y="142066"/>
                  </a:lnTo>
                  <a:lnTo>
                    <a:pt x="269880" y="139706"/>
                  </a:lnTo>
                  <a:lnTo>
                    <a:pt x="269942" y="137345"/>
                  </a:lnTo>
                  <a:lnTo>
                    <a:pt x="269962" y="134982"/>
                  </a:lnTo>
                </a:path>
              </a:pathLst>
            </a:custGeom>
            <a:ln w="13550" cap="flat">
              <a:solidFill>
                <a:srgbClr val="7FC5D8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699" name="pl699"/>
            <p:cNvSpPr/>
            <p:nvPr/>
          </p:nvSpPr>
          <p:spPr>
            <a:xfrm>
              <a:off x="1324976" y="5328563"/>
              <a:ext cx="490841" cy="490846"/>
            </a:xfrm>
            <a:custGeom>
              <a:avLst/>
              <a:pathLst>
                <a:path w="490841" h="490846">
                  <a:moveTo>
                    <a:pt x="490841" y="245423"/>
                  </a:moveTo>
                  <a:lnTo>
                    <a:pt x="490803" y="241127"/>
                  </a:lnTo>
                  <a:lnTo>
                    <a:pt x="490691" y="236833"/>
                  </a:lnTo>
                  <a:lnTo>
                    <a:pt x="490503" y="232542"/>
                  </a:lnTo>
                  <a:lnTo>
                    <a:pt x="490240" y="228255"/>
                  </a:lnTo>
                  <a:lnTo>
                    <a:pt x="489902" y="223973"/>
                  </a:lnTo>
                  <a:lnTo>
                    <a:pt x="489489" y="219697"/>
                  </a:lnTo>
                  <a:lnTo>
                    <a:pt x="489001" y="215430"/>
                  </a:lnTo>
                  <a:lnTo>
                    <a:pt x="488439" y="211171"/>
                  </a:lnTo>
                  <a:lnTo>
                    <a:pt x="487803" y="206924"/>
                  </a:lnTo>
                  <a:lnTo>
                    <a:pt x="487092" y="202687"/>
                  </a:lnTo>
                  <a:lnTo>
                    <a:pt x="486307" y="198464"/>
                  </a:lnTo>
                  <a:lnTo>
                    <a:pt x="485448" y="194256"/>
                  </a:lnTo>
                  <a:lnTo>
                    <a:pt x="484516" y="190063"/>
                  </a:lnTo>
                  <a:lnTo>
                    <a:pt x="483510" y="185887"/>
                  </a:lnTo>
                  <a:lnTo>
                    <a:pt x="482432" y="181729"/>
                  </a:lnTo>
                  <a:lnTo>
                    <a:pt x="481281" y="177591"/>
                  </a:lnTo>
                  <a:lnTo>
                    <a:pt x="480058" y="173473"/>
                  </a:lnTo>
                  <a:lnTo>
                    <a:pt x="478762" y="169378"/>
                  </a:lnTo>
                  <a:lnTo>
                    <a:pt x="477396" y="165306"/>
                  </a:lnTo>
                  <a:lnTo>
                    <a:pt x="475958" y="161258"/>
                  </a:lnTo>
                  <a:lnTo>
                    <a:pt x="474450" y="157236"/>
                  </a:lnTo>
                  <a:lnTo>
                    <a:pt x="472872" y="153241"/>
                  </a:lnTo>
                  <a:lnTo>
                    <a:pt x="471223" y="149275"/>
                  </a:lnTo>
                  <a:lnTo>
                    <a:pt x="469506" y="145338"/>
                  </a:lnTo>
                  <a:lnTo>
                    <a:pt x="467720" y="141431"/>
                  </a:lnTo>
                  <a:lnTo>
                    <a:pt x="465866" y="137556"/>
                  </a:lnTo>
                  <a:lnTo>
                    <a:pt x="463945" y="133715"/>
                  </a:lnTo>
                  <a:lnTo>
                    <a:pt x="461956" y="129907"/>
                  </a:lnTo>
                  <a:lnTo>
                    <a:pt x="459901" y="126135"/>
                  </a:lnTo>
                  <a:lnTo>
                    <a:pt x="457781" y="122400"/>
                  </a:lnTo>
                  <a:lnTo>
                    <a:pt x="455595" y="118702"/>
                  </a:lnTo>
                  <a:lnTo>
                    <a:pt x="453345" y="115043"/>
                  </a:lnTo>
                  <a:lnTo>
                    <a:pt x="451032" y="111424"/>
                  </a:lnTo>
                  <a:lnTo>
                    <a:pt x="448655" y="107846"/>
                  </a:lnTo>
                  <a:lnTo>
                    <a:pt x="446216" y="104310"/>
                  </a:lnTo>
                  <a:lnTo>
                    <a:pt x="443716" y="100818"/>
                  </a:lnTo>
                  <a:lnTo>
                    <a:pt x="441155" y="97370"/>
                  </a:lnTo>
                  <a:lnTo>
                    <a:pt x="438534" y="93967"/>
                  </a:lnTo>
                  <a:lnTo>
                    <a:pt x="435854" y="90610"/>
                  </a:lnTo>
                  <a:lnTo>
                    <a:pt x="433115" y="87301"/>
                  </a:lnTo>
                  <a:lnTo>
                    <a:pt x="430319" y="84040"/>
                  </a:lnTo>
                  <a:lnTo>
                    <a:pt x="427466" y="80829"/>
                  </a:lnTo>
                  <a:lnTo>
                    <a:pt x="424558" y="77668"/>
                  </a:lnTo>
                  <a:lnTo>
                    <a:pt x="421595" y="74558"/>
                  </a:lnTo>
                  <a:lnTo>
                    <a:pt x="418577" y="71501"/>
                  </a:lnTo>
                  <a:lnTo>
                    <a:pt x="415507" y="68497"/>
                  </a:lnTo>
                  <a:lnTo>
                    <a:pt x="412385" y="65548"/>
                  </a:lnTo>
                  <a:lnTo>
                    <a:pt x="409211" y="62653"/>
                  </a:lnTo>
                  <a:lnTo>
                    <a:pt x="405987" y="59815"/>
                  </a:lnTo>
                  <a:lnTo>
                    <a:pt x="402714" y="57033"/>
                  </a:lnTo>
                  <a:lnTo>
                    <a:pt x="399393" y="54309"/>
                  </a:lnTo>
                  <a:lnTo>
                    <a:pt x="396025" y="51643"/>
                  </a:lnTo>
                  <a:lnTo>
                    <a:pt x="392611" y="49037"/>
                  </a:lnTo>
                  <a:lnTo>
                    <a:pt x="389151" y="46491"/>
                  </a:lnTo>
                  <a:lnTo>
                    <a:pt x="385648" y="44006"/>
                  </a:lnTo>
                  <a:lnTo>
                    <a:pt x="382101" y="41583"/>
                  </a:lnTo>
                  <a:lnTo>
                    <a:pt x="378513" y="39222"/>
                  </a:lnTo>
                  <a:lnTo>
                    <a:pt x="374884" y="36924"/>
                  </a:lnTo>
                  <a:lnTo>
                    <a:pt x="371215" y="34690"/>
                  </a:lnTo>
                  <a:lnTo>
                    <a:pt x="367508" y="32521"/>
                  </a:lnTo>
                  <a:lnTo>
                    <a:pt x="363763" y="30417"/>
                  </a:lnTo>
                  <a:lnTo>
                    <a:pt x="359982" y="28378"/>
                  </a:lnTo>
                  <a:lnTo>
                    <a:pt x="356166" y="26407"/>
                  </a:lnTo>
                  <a:lnTo>
                    <a:pt x="352316" y="24502"/>
                  </a:lnTo>
                  <a:lnTo>
                    <a:pt x="348433" y="22665"/>
                  </a:lnTo>
                  <a:lnTo>
                    <a:pt x="344519" y="20896"/>
                  </a:lnTo>
                  <a:lnTo>
                    <a:pt x="340574" y="19196"/>
                  </a:lnTo>
                  <a:lnTo>
                    <a:pt x="336601" y="17565"/>
                  </a:lnTo>
                  <a:lnTo>
                    <a:pt x="332599" y="16004"/>
                  </a:lnTo>
                  <a:lnTo>
                    <a:pt x="328571" y="14514"/>
                  </a:lnTo>
                  <a:lnTo>
                    <a:pt x="324517" y="13094"/>
                  </a:lnTo>
                  <a:lnTo>
                    <a:pt x="320439" y="11745"/>
                  </a:lnTo>
                  <a:lnTo>
                    <a:pt x="316338" y="10468"/>
                  </a:lnTo>
                  <a:lnTo>
                    <a:pt x="312215" y="9263"/>
                  </a:lnTo>
                  <a:lnTo>
                    <a:pt x="308071" y="8130"/>
                  </a:lnTo>
                  <a:lnTo>
                    <a:pt x="303909" y="7070"/>
                  </a:lnTo>
                  <a:lnTo>
                    <a:pt x="299729" y="6082"/>
                  </a:lnTo>
                  <a:lnTo>
                    <a:pt x="295532" y="5169"/>
                  </a:lnTo>
                  <a:lnTo>
                    <a:pt x="291319" y="4328"/>
                  </a:lnTo>
                  <a:lnTo>
                    <a:pt x="287093" y="3562"/>
                  </a:lnTo>
                  <a:lnTo>
                    <a:pt x="282854" y="2869"/>
                  </a:lnTo>
                  <a:lnTo>
                    <a:pt x="278603" y="2251"/>
                  </a:lnTo>
                  <a:lnTo>
                    <a:pt x="274342" y="1708"/>
                  </a:lnTo>
                  <a:lnTo>
                    <a:pt x="270072" y="1239"/>
                  </a:lnTo>
                  <a:lnTo>
                    <a:pt x="265795" y="845"/>
                  </a:lnTo>
                  <a:lnTo>
                    <a:pt x="261512" y="526"/>
                  </a:lnTo>
                  <a:lnTo>
                    <a:pt x="257223" y="281"/>
                  </a:lnTo>
                  <a:lnTo>
                    <a:pt x="252931" y="112"/>
                  </a:lnTo>
                  <a:lnTo>
                    <a:pt x="248637" y="18"/>
                  </a:lnTo>
                  <a:lnTo>
                    <a:pt x="244342" y="0"/>
                  </a:lnTo>
                  <a:lnTo>
                    <a:pt x="240047" y="56"/>
                  </a:lnTo>
                  <a:lnTo>
                    <a:pt x="235753" y="187"/>
                  </a:lnTo>
                  <a:lnTo>
                    <a:pt x="231463" y="394"/>
                  </a:lnTo>
                  <a:lnTo>
                    <a:pt x="227177" y="676"/>
                  </a:lnTo>
                  <a:lnTo>
                    <a:pt x="222896" y="1032"/>
                  </a:lnTo>
                  <a:lnTo>
                    <a:pt x="218623" y="1464"/>
                  </a:lnTo>
                  <a:lnTo>
                    <a:pt x="214357" y="1970"/>
                  </a:lnTo>
                  <a:lnTo>
                    <a:pt x="210101" y="2551"/>
                  </a:lnTo>
                  <a:lnTo>
                    <a:pt x="205856" y="3206"/>
                  </a:lnTo>
                  <a:lnTo>
                    <a:pt x="201623" y="3936"/>
                  </a:lnTo>
                  <a:lnTo>
                    <a:pt x="197404" y="4739"/>
                  </a:lnTo>
                  <a:lnTo>
                    <a:pt x="193199" y="5616"/>
                  </a:lnTo>
                  <a:lnTo>
                    <a:pt x="189010" y="6567"/>
                  </a:lnTo>
                  <a:lnTo>
                    <a:pt x="184838" y="7591"/>
                  </a:lnTo>
                  <a:lnTo>
                    <a:pt x="180685" y="8687"/>
                  </a:lnTo>
                  <a:lnTo>
                    <a:pt x="176552" y="9856"/>
                  </a:lnTo>
                  <a:lnTo>
                    <a:pt x="172440" y="11098"/>
                  </a:lnTo>
                  <a:lnTo>
                    <a:pt x="168350" y="12411"/>
                  </a:lnTo>
                  <a:lnTo>
                    <a:pt x="164284" y="13795"/>
                  </a:lnTo>
                  <a:lnTo>
                    <a:pt x="160243" y="15250"/>
                  </a:lnTo>
                  <a:lnTo>
                    <a:pt x="156228" y="16776"/>
                  </a:lnTo>
                  <a:lnTo>
                    <a:pt x="152240" y="18372"/>
                  </a:lnTo>
                  <a:lnTo>
                    <a:pt x="148281" y="20038"/>
                  </a:lnTo>
                  <a:lnTo>
                    <a:pt x="144351" y="21772"/>
                  </a:lnTo>
                  <a:lnTo>
                    <a:pt x="140452" y="23575"/>
                  </a:lnTo>
                  <a:lnTo>
                    <a:pt x="136586" y="25446"/>
                  </a:lnTo>
                  <a:lnTo>
                    <a:pt x="132753" y="27384"/>
                  </a:lnTo>
                  <a:lnTo>
                    <a:pt x="128954" y="29389"/>
                  </a:lnTo>
                  <a:lnTo>
                    <a:pt x="125191" y="31461"/>
                  </a:lnTo>
                  <a:lnTo>
                    <a:pt x="121465" y="33597"/>
                  </a:lnTo>
                  <a:lnTo>
                    <a:pt x="117777" y="35799"/>
                  </a:lnTo>
                  <a:lnTo>
                    <a:pt x="114128" y="38065"/>
                  </a:lnTo>
                  <a:lnTo>
                    <a:pt x="110519" y="40394"/>
                  </a:lnTo>
                  <a:lnTo>
                    <a:pt x="106951" y="42787"/>
                  </a:lnTo>
                  <a:lnTo>
                    <a:pt x="103426" y="45241"/>
                  </a:lnTo>
                  <a:lnTo>
                    <a:pt x="99945" y="47757"/>
                  </a:lnTo>
                  <a:lnTo>
                    <a:pt x="96507" y="50333"/>
                  </a:lnTo>
                  <a:lnTo>
                    <a:pt x="93116" y="52969"/>
                  </a:lnTo>
                  <a:lnTo>
                    <a:pt x="89771" y="55664"/>
                  </a:lnTo>
                  <a:lnTo>
                    <a:pt x="86474" y="58417"/>
                  </a:lnTo>
                  <a:lnTo>
                    <a:pt x="83226" y="61227"/>
                  </a:lnTo>
                  <a:lnTo>
                    <a:pt x="80027" y="64094"/>
                  </a:lnTo>
                  <a:lnTo>
                    <a:pt x="76879" y="67016"/>
                  </a:lnTo>
                  <a:lnTo>
                    <a:pt x="73782" y="69993"/>
                  </a:lnTo>
                  <a:lnTo>
                    <a:pt x="70738" y="73023"/>
                  </a:lnTo>
                  <a:lnTo>
                    <a:pt x="67748" y="76107"/>
                  </a:lnTo>
                  <a:lnTo>
                    <a:pt x="64812" y="79242"/>
                  </a:lnTo>
                  <a:lnTo>
                    <a:pt x="61931" y="82428"/>
                  </a:lnTo>
                  <a:lnTo>
                    <a:pt x="59107" y="85664"/>
                  </a:lnTo>
                  <a:lnTo>
                    <a:pt x="56339" y="88949"/>
                  </a:lnTo>
                  <a:lnTo>
                    <a:pt x="53630" y="92282"/>
                  </a:lnTo>
                  <a:lnTo>
                    <a:pt x="50979" y="95662"/>
                  </a:lnTo>
                  <a:lnTo>
                    <a:pt x="48388" y="99088"/>
                  </a:lnTo>
                  <a:lnTo>
                    <a:pt x="45857" y="102559"/>
                  </a:lnTo>
                  <a:lnTo>
                    <a:pt x="43387" y="106073"/>
                  </a:lnTo>
                  <a:lnTo>
                    <a:pt x="40980" y="109630"/>
                  </a:lnTo>
                  <a:lnTo>
                    <a:pt x="38634" y="113229"/>
                  </a:lnTo>
                  <a:lnTo>
                    <a:pt x="36353" y="116868"/>
                  </a:lnTo>
                  <a:lnTo>
                    <a:pt x="34135" y="120546"/>
                  </a:lnTo>
                  <a:lnTo>
                    <a:pt x="31982" y="124263"/>
                  </a:lnTo>
                  <a:lnTo>
                    <a:pt x="29894" y="128017"/>
                  </a:lnTo>
                  <a:lnTo>
                    <a:pt x="27872" y="131807"/>
                  </a:lnTo>
                  <a:lnTo>
                    <a:pt x="25917" y="135631"/>
                  </a:lnTo>
                  <a:lnTo>
                    <a:pt x="24029" y="139490"/>
                  </a:lnTo>
                  <a:lnTo>
                    <a:pt x="22209" y="143380"/>
                  </a:lnTo>
                  <a:lnTo>
                    <a:pt x="20458" y="147302"/>
                  </a:lnTo>
                  <a:lnTo>
                    <a:pt x="18775" y="151254"/>
                  </a:lnTo>
                  <a:lnTo>
                    <a:pt x="17162" y="155235"/>
                  </a:lnTo>
                  <a:lnTo>
                    <a:pt x="15618" y="159244"/>
                  </a:lnTo>
                  <a:lnTo>
                    <a:pt x="14145" y="163279"/>
                  </a:lnTo>
                  <a:lnTo>
                    <a:pt x="12743" y="167339"/>
                  </a:lnTo>
                  <a:lnTo>
                    <a:pt x="11412" y="171423"/>
                  </a:lnTo>
                  <a:lnTo>
                    <a:pt x="10153" y="175529"/>
                  </a:lnTo>
                  <a:lnTo>
                    <a:pt x="8966" y="179657"/>
                  </a:lnTo>
                  <a:lnTo>
                    <a:pt x="7851" y="183805"/>
                  </a:lnTo>
                  <a:lnTo>
                    <a:pt x="6809" y="187973"/>
                  </a:lnTo>
                  <a:lnTo>
                    <a:pt x="5840" y="192157"/>
                  </a:lnTo>
                  <a:lnTo>
                    <a:pt x="4944" y="196358"/>
                  </a:lnTo>
                  <a:lnTo>
                    <a:pt x="4123" y="200574"/>
                  </a:lnTo>
                  <a:lnTo>
                    <a:pt x="3375" y="204804"/>
                  </a:lnTo>
                  <a:lnTo>
                    <a:pt x="2701" y="209046"/>
                  </a:lnTo>
                  <a:lnTo>
                    <a:pt x="2101" y="213299"/>
                  </a:lnTo>
                  <a:lnTo>
                    <a:pt x="1577" y="217563"/>
                  </a:lnTo>
                  <a:lnTo>
                    <a:pt x="1126" y="221834"/>
                  </a:lnTo>
                  <a:lnTo>
                    <a:pt x="751" y="226113"/>
                  </a:lnTo>
                  <a:lnTo>
                    <a:pt x="450" y="230398"/>
                  </a:lnTo>
                  <a:lnTo>
                    <a:pt x="225" y="234687"/>
                  </a:lnTo>
                  <a:lnTo>
                    <a:pt x="75" y="238980"/>
                  </a:lnTo>
                  <a:lnTo>
                    <a:pt x="0" y="243275"/>
                  </a:lnTo>
                  <a:lnTo>
                    <a:pt x="0" y="247570"/>
                  </a:lnTo>
                  <a:lnTo>
                    <a:pt x="75" y="251865"/>
                  </a:lnTo>
                  <a:lnTo>
                    <a:pt x="225" y="256158"/>
                  </a:lnTo>
                  <a:lnTo>
                    <a:pt x="450" y="260447"/>
                  </a:lnTo>
                  <a:lnTo>
                    <a:pt x="751" y="264732"/>
                  </a:lnTo>
                  <a:lnTo>
                    <a:pt x="1126" y="269011"/>
                  </a:lnTo>
                  <a:lnTo>
                    <a:pt x="1577" y="273283"/>
                  </a:lnTo>
                  <a:lnTo>
                    <a:pt x="2101" y="277546"/>
                  </a:lnTo>
                  <a:lnTo>
                    <a:pt x="2701" y="281799"/>
                  </a:lnTo>
                  <a:lnTo>
                    <a:pt x="3375" y="286041"/>
                  </a:lnTo>
                  <a:lnTo>
                    <a:pt x="4123" y="290271"/>
                  </a:lnTo>
                  <a:lnTo>
                    <a:pt x="4944" y="294487"/>
                  </a:lnTo>
                  <a:lnTo>
                    <a:pt x="5840" y="298688"/>
                  </a:lnTo>
                  <a:lnTo>
                    <a:pt x="6809" y="302873"/>
                  </a:lnTo>
                  <a:lnTo>
                    <a:pt x="7851" y="307040"/>
                  </a:lnTo>
                  <a:lnTo>
                    <a:pt x="8966" y="311188"/>
                  </a:lnTo>
                  <a:lnTo>
                    <a:pt x="10153" y="315316"/>
                  </a:lnTo>
                  <a:lnTo>
                    <a:pt x="11412" y="319423"/>
                  </a:lnTo>
                  <a:lnTo>
                    <a:pt x="12743" y="323506"/>
                  </a:lnTo>
                  <a:lnTo>
                    <a:pt x="14145" y="327567"/>
                  </a:lnTo>
                  <a:lnTo>
                    <a:pt x="15618" y="331601"/>
                  </a:lnTo>
                  <a:lnTo>
                    <a:pt x="17162" y="335610"/>
                  </a:lnTo>
                  <a:lnTo>
                    <a:pt x="18775" y="339591"/>
                  </a:lnTo>
                  <a:lnTo>
                    <a:pt x="20458" y="343543"/>
                  </a:lnTo>
                  <a:lnTo>
                    <a:pt x="22209" y="347465"/>
                  </a:lnTo>
                  <a:lnTo>
                    <a:pt x="24029" y="351355"/>
                  </a:lnTo>
                  <a:lnTo>
                    <a:pt x="25917" y="355214"/>
                  </a:lnTo>
                  <a:lnTo>
                    <a:pt x="27872" y="359038"/>
                  </a:lnTo>
                  <a:lnTo>
                    <a:pt x="29894" y="362828"/>
                  </a:lnTo>
                  <a:lnTo>
                    <a:pt x="31982" y="366582"/>
                  </a:lnTo>
                  <a:lnTo>
                    <a:pt x="34135" y="370299"/>
                  </a:lnTo>
                  <a:lnTo>
                    <a:pt x="36353" y="373977"/>
                  </a:lnTo>
                  <a:lnTo>
                    <a:pt x="38634" y="377616"/>
                  </a:lnTo>
                  <a:lnTo>
                    <a:pt x="40980" y="381215"/>
                  </a:lnTo>
                  <a:lnTo>
                    <a:pt x="43387" y="384772"/>
                  </a:lnTo>
                  <a:lnTo>
                    <a:pt x="45857" y="388286"/>
                  </a:lnTo>
                  <a:lnTo>
                    <a:pt x="48388" y="391757"/>
                  </a:lnTo>
                  <a:lnTo>
                    <a:pt x="50979" y="395183"/>
                  </a:lnTo>
                  <a:lnTo>
                    <a:pt x="53630" y="398563"/>
                  </a:lnTo>
                  <a:lnTo>
                    <a:pt x="56339" y="401896"/>
                  </a:lnTo>
                  <a:lnTo>
                    <a:pt x="59107" y="405181"/>
                  </a:lnTo>
                  <a:lnTo>
                    <a:pt x="61931" y="408417"/>
                  </a:lnTo>
                  <a:lnTo>
                    <a:pt x="64812" y="411603"/>
                  </a:lnTo>
                  <a:lnTo>
                    <a:pt x="67748" y="414738"/>
                  </a:lnTo>
                  <a:lnTo>
                    <a:pt x="70738" y="417822"/>
                  </a:lnTo>
                  <a:lnTo>
                    <a:pt x="73782" y="420852"/>
                  </a:lnTo>
                  <a:lnTo>
                    <a:pt x="76879" y="423829"/>
                  </a:lnTo>
                  <a:lnTo>
                    <a:pt x="80027" y="426752"/>
                  </a:lnTo>
                  <a:lnTo>
                    <a:pt x="83226" y="429618"/>
                  </a:lnTo>
                  <a:lnTo>
                    <a:pt x="86474" y="432429"/>
                  </a:lnTo>
                  <a:lnTo>
                    <a:pt x="89771" y="435182"/>
                  </a:lnTo>
                  <a:lnTo>
                    <a:pt x="93116" y="437876"/>
                  </a:lnTo>
                  <a:lnTo>
                    <a:pt x="96507" y="440512"/>
                  </a:lnTo>
                  <a:lnTo>
                    <a:pt x="99945" y="443088"/>
                  </a:lnTo>
                  <a:lnTo>
                    <a:pt x="103426" y="445604"/>
                  </a:lnTo>
                  <a:lnTo>
                    <a:pt x="106951" y="448058"/>
                  </a:lnTo>
                  <a:lnTo>
                    <a:pt x="110519" y="450451"/>
                  </a:lnTo>
                  <a:lnTo>
                    <a:pt x="114128" y="452780"/>
                  </a:lnTo>
                  <a:lnTo>
                    <a:pt x="117777" y="455046"/>
                  </a:lnTo>
                  <a:lnTo>
                    <a:pt x="121465" y="457248"/>
                  </a:lnTo>
                  <a:lnTo>
                    <a:pt x="125191" y="459385"/>
                  </a:lnTo>
                  <a:lnTo>
                    <a:pt x="128954" y="461456"/>
                  </a:lnTo>
                  <a:lnTo>
                    <a:pt x="132753" y="463461"/>
                  </a:lnTo>
                  <a:lnTo>
                    <a:pt x="136586" y="465399"/>
                  </a:lnTo>
                  <a:lnTo>
                    <a:pt x="140452" y="467270"/>
                  </a:lnTo>
                  <a:lnTo>
                    <a:pt x="144351" y="469073"/>
                  </a:lnTo>
                  <a:lnTo>
                    <a:pt x="148281" y="470808"/>
                  </a:lnTo>
                  <a:lnTo>
                    <a:pt x="152240" y="472473"/>
                  </a:lnTo>
                  <a:lnTo>
                    <a:pt x="156228" y="474069"/>
                  </a:lnTo>
                  <a:lnTo>
                    <a:pt x="160243" y="475595"/>
                  </a:lnTo>
                  <a:lnTo>
                    <a:pt x="164284" y="477050"/>
                  </a:lnTo>
                  <a:lnTo>
                    <a:pt x="168350" y="478435"/>
                  </a:lnTo>
                  <a:lnTo>
                    <a:pt x="172440" y="479748"/>
                  </a:lnTo>
                  <a:lnTo>
                    <a:pt x="176552" y="480989"/>
                  </a:lnTo>
                  <a:lnTo>
                    <a:pt x="180685" y="482158"/>
                  </a:lnTo>
                  <a:lnTo>
                    <a:pt x="184838" y="483255"/>
                  </a:lnTo>
                  <a:lnTo>
                    <a:pt x="189010" y="484278"/>
                  </a:lnTo>
                  <a:lnTo>
                    <a:pt x="193199" y="485229"/>
                  </a:lnTo>
                  <a:lnTo>
                    <a:pt x="197404" y="486106"/>
                  </a:lnTo>
                  <a:lnTo>
                    <a:pt x="201623" y="486909"/>
                  </a:lnTo>
                  <a:lnTo>
                    <a:pt x="205856" y="487639"/>
                  </a:lnTo>
                  <a:lnTo>
                    <a:pt x="210101" y="488294"/>
                  </a:lnTo>
                  <a:lnTo>
                    <a:pt x="214357" y="488875"/>
                  </a:lnTo>
                  <a:lnTo>
                    <a:pt x="218623" y="489381"/>
                  </a:lnTo>
                  <a:lnTo>
                    <a:pt x="222896" y="489813"/>
                  </a:lnTo>
                  <a:lnTo>
                    <a:pt x="227177" y="490169"/>
                  </a:lnTo>
                  <a:lnTo>
                    <a:pt x="231463" y="490451"/>
                  </a:lnTo>
                  <a:lnTo>
                    <a:pt x="235753" y="490658"/>
                  </a:lnTo>
                  <a:lnTo>
                    <a:pt x="240047" y="490789"/>
                  </a:lnTo>
                  <a:lnTo>
                    <a:pt x="244342" y="490846"/>
                  </a:lnTo>
                  <a:lnTo>
                    <a:pt x="248637" y="490827"/>
                  </a:lnTo>
                  <a:lnTo>
                    <a:pt x="252931" y="490733"/>
                  </a:lnTo>
                  <a:lnTo>
                    <a:pt x="257223" y="490564"/>
                  </a:lnTo>
                  <a:lnTo>
                    <a:pt x="261512" y="490320"/>
                  </a:lnTo>
                  <a:lnTo>
                    <a:pt x="265795" y="490000"/>
                  </a:lnTo>
                  <a:lnTo>
                    <a:pt x="270072" y="489606"/>
                  </a:lnTo>
                  <a:lnTo>
                    <a:pt x="274342" y="489137"/>
                  </a:lnTo>
                  <a:lnTo>
                    <a:pt x="278603" y="488594"/>
                  </a:lnTo>
                  <a:lnTo>
                    <a:pt x="282854" y="487976"/>
                  </a:lnTo>
                  <a:lnTo>
                    <a:pt x="287093" y="487283"/>
                  </a:lnTo>
                  <a:lnTo>
                    <a:pt x="291319" y="486517"/>
                  </a:lnTo>
                  <a:lnTo>
                    <a:pt x="295532" y="485677"/>
                  </a:lnTo>
                  <a:lnTo>
                    <a:pt x="299729" y="484763"/>
                  </a:lnTo>
                  <a:lnTo>
                    <a:pt x="303909" y="483776"/>
                  </a:lnTo>
                  <a:lnTo>
                    <a:pt x="308071" y="482715"/>
                  </a:lnTo>
                  <a:lnTo>
                    <a:pt x="312215" y="481582"/>
                  </a:lnTo>
                  <a:lnTo>
                    <a:pt x="316338" y="480377"/>
                  </a:lnTo>
                  <a:lnTo>
                    <a:pt x="320439" y="479100"/>
                  </a:lnTo>
                  <a:lnTo>
                    <a:pt x="324517" y="477751"/>
                  </a:lnTo>
                  <a:lnTo>
                    <a:pt x="328571" y="476331"/>
                  </a:lnTo>
                  <a:lnTo>
                    <a:pt x="332599" y="474841"/>
                  </a:lnTo>
                  <a:lnTo>
                    <a:pt x="336601" y="473280"/>
                  </a:lnTo>
                  <a:lnTo>
                    <a:pt x="340574" y="471649"/>
                  </a:lnTo>
                  <a:lnTo>
                    <a:pt x="344519" y="469949"/>
                  </a:lnTo>
                  <a:lnTo>
                    <a:pt x="348433" y="468180"/>
                  </a:lnTo>
                  <a:lnTo>
                    <a:pt x="352316" y="466343"/>
                  </a:lnTo>
                  <a:lnTo>
                    <a:pt x="356166" y="464438"/>
                  </a:lnTo>
                  <a:lnTo>
                    <a:pt x="359982" y="462467"/>
                  </a:lnTo>
                  <a:lnTo>
                    <a:pt x="363763" y="460428"/>
                  </a:lnTo>
                  <a:lnTo>
                    <a:pt x="367508" y="458324"/>
                  </a:lnTo>
                  <a:lnTo>
                    <a:pt x="371215" y="456155"/>
                  </a:lnTo>
                  <a:lnTo>
                    <a:pt x="374884" y="453921"/>
                  </a:lnTo>
                  <a:lnTo>
                    <a:pt x="378513" y="451623"/>
                  </a:lnTo>
                  <a:lnTo>
                    <a:pt x="382101" y="449262"/>
                  </a:lnTo>
                  <a:lnTo>
                    <a:pt x="385648" y="446839"/>
                  </a:lnTo>
                  <a:lnTo>
                    <a:pt x="389151" y="444354"/>
                  </a:lnTo>
                  <a:lnTo>
                    <a:pt x="392611" y="441808"/>
                  </a:lnTo>
                  <a:lnTo>
                    <a:pt x="396025" y="439202"/>
                  </a:lnTo>
                  <a:lnTo>
                    <a:pt x="399393" y="436536"/>
                  </a:lnTo>
                  <a:lnTo>
                    <a:pt x="402714" y="433812"/>
                  </a:lnTo>
                  <a:lnTo>
                    <a:pt x="405987" y="431031"/>
                  </a:lnTo>
                  <a:lnTo>
                    <a:pt x="409211" y="428192"/>
                  </a:lnTo>
                  <a:lnTo>
                    <a:pt x="412385" y="425297"/>
                  </a:lnTo>
                  <a:lnTo>
                    <a:pt x="415507" y="422348"/>
                  </a:lnTo>
                  <a:lnTo>
                    <a:pt x="418577" y="419344"/>
                  </a:lnTo>
                  <a:lnTo>
                    <a:pt x="421595" y="416287"/>
                  </a:lnTo>
                  <a:lnTo>
                    <a:pt x="424558" y="413177"/>
                  </a:lnTo>
                  <a:lnTo>
                    <a:pt x="427466" y="410016"/>
                  </a:lnTo>
                  <a:lnTo>
                    <a:pt x="430319" y="406805"/>
                  </a:lnTo>
                  <a:lnTo>
                    <a:pt x="433115" y="403544"/>
                  </a:lnTo>
                  <a:lnTo>
                    <a:pt x="435854" y="400235"/>
                  </a:lnTo>
                  <a:lnTo>
                    <a:pt x="438534" y="396879"/>
                  </a:lnTo>
                  <a:lnTo>
                    <a:pt x="441155" y="393476"/>
                  </a:lnTo>
                  <a:lnTo>
                    <a:pt x="443716" y="390027"/>
                  </a:lnTo>
                  <a:lnTo>
                    <a:pt x="446216" y="386535"/>
                  </a:lnTo>
                  <a:lnTo>
                    <a:pt x="448655" y="382999"/>
                  </a:lnTo>
                  <a:lnTo>
                    <a:pt x="451032" y="379421"/>
                  </a:lnTo>
                  <a:lnTo>
                    <a:pt x="453345" y="375802"/>
                  </a:lnTo>
                  <a:lnTo>
                    <a:pt x="455595" y="372143"/>
                  </a:lnTo>
                  <a:lnTo>
                    <a:pt x="457781" y="368445"/>
                  </a:lnTo>
                  <a:lnTo>
                    <a:pt x="459901" y="364710"/>
                  </a:lnTo>
                  <a:lnTo>
                    <a:pt x="461956" y="360938"/>
                  </a:lnTo>
                  <a:lnTo>
                    <a:pt x="463945" y="357130"/>
                  </a:lnTo>
                  <a:lnTo>
                    <a:pt x="465866" y="353289"/>
                  </a:lnTo>
                  <a:lnTo>
                    <a:pt x="467720" y="349414"/>
                  </a:lnTo>
                  <a:lnTo>
                    <a:pt x="469506" y="345508"/>
                  </a:lnTo>
                  <a:lnTo>
                    <a:pt x="471223" y="341570"/>
                  </a:lnTo>
                  <a:lnTo>
                    <a:pt x="472872" y="337604"/>
                  </a:lnTo>
                  <a:lnTo>
                    <a:pt x="474450" y="333609"/>
                  </a:lnTo>
                  <a:lnTo>
                    <a:pt x="475958" y="329587"/>
                  </a:lnTo>
                  <a:lnTo>
                    <a:pt x="477396" y="325540"/>
                  </a:lnTo>
                  <a:lnTo>
                    <a:pt x="478762" y="321467"/>
                  </a:lnTo>
                  <a:lnTo>
                    <a:pt x="480058" y="317372"/>
                  </a:lnTo>
                  <a:lnTo>
                    <a:pt x="481281" y="313254"/>
                  </a:lnTo>
                  <a:lnTo>
                    <a:pt x="482432" y="309116"/>
                  </a:lnTo>
                  <a:lnTo>
                    <a:pt x="483510" y="304958"/>
                  </a:lnTo>
                  <a:lnTo>
                    <a:pt x="484516" y="300782"/>
                  </a:lnTo>
                  <a:lnTo>
                    <a:pt x="485448" y="296589"/>
                  </a:lnTo>
                  <a:lnTo>
                    <a:pt x="486307" y="292381"/>
                  </a:lnTo>
                  <a:lnTo>
                    <a:pt x="487092" y="288158"/>
                  </a:lnTo>
                  <a:lnTo>
                    <a:pt x="487803" y="283922"/>
                  </a:lnTo>
                  <a:lnTo>
                    <a:pt x="488439" y="279674"/>
                  </a:lnTo>
                  <a:lnTo>
                    <a:pt x="489001" y="275415"/>
                  </a:lnTo>
                  <a:lnTo>
                    <a:pt x="489489" y="271148"/>
                  </a:lnTo>
                  <a:lnTo>
                    <a:pt x="489902" y="266872"/>
                  </a:lnTo>
                  <a:lnTo>
                    <a:pt x="490240" y="262590"/>
                  </a:lnTo>
                  <a:lnTo>
                    <a:pt x="490503" y="258303"/>
                  </a:lnTo>
                  <a:lnTo>
                    <a:pt x="490691" y="254012"/>
                  </a:lnTo>
                  <a:lnTo>
                    <a:pt x="490803" y="249718"/>
                  </a:lnTo>
                  <a:lnTo>
                    <a:pt x="490841" y="245423"/>
                  </a:lnTo>
                </a:path>
              </a:pathLst>
            </a:custGeom>
            <a:ln w="13550" cap="flat">
              <a:solidFill>
                <a:srgbClr val="7FC5D8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700" name="tx700"/>
            <p:cNvSpPr/>
            <p:nvPr/>
          </p:nvSpPr>
          <p:spPr>
            <a:xfrm>
              <a:off x="1437850" y="5250539"/>
              <a:ext cx="265084" cy="800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701" name="tx701"/>
            <p:cNvSpPr/>
            <p:nvPr/>
          </p:nvSpPr>
          <p:spPr>
            <a:xfrm>
              <a:off x="1428746" y="5812953"/>
              <a:ext cx="283292" cy="82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702" name="tx702"/>
            <p:cNvSpPr/>
            <p:nvPr/>
          </p:nvSpPr>
          <p:spPr>
            <a:xfrm>
              <a:off x="1769965" y="5333099"/>
              <a:ext cx="469984" cy="801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703" name="tx703"/>
            <p:cNvSpPr/>
            <p:nvPr/>
          </p:nvSpPr>
          <p:spPr>
            <a:xfrm>
              <a:off x="1852631" y="5532937"/>
              <a:ext cx="216915" cy="79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704" name="tx704"/>
            <p:cNvSpPr/>
            <p:nvPr/>
          </p:nvSpPr>
          <p:spPr>
            <a:xfrm>
              <a:off x="1769965" y="5730287"/>
              <a:ext cx="488193" cy="82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705" name="pg705"/>
            <p:cNvSpPr/>
            <p:nvPr/>
          </p:nvSpPr>
          <p:spPr>
            <a:xfrm>
              <a:off x="1324976" y="5328563"/>
              <a:ext cx="490841" cy="490846"/>
            </a:xfrm>
            <a:custGeom>
              <a:avLst/>
              <a:pathLst>
                <a:path w="490841" h="490846">
                  <a:moveTo>
                    <a:pt x="490841" y="245423"/>
                  </a:moveTo>
                  <a:lnTo>
                    <a:pt x="490803" y="241127"/>
                  </a:lnTo>
                  <a:lnTo>
                    <a:pt x="490691" y="236833"/>
                  </a:lnTo>
                  <a:lnTo>
                    <a:pt x="490503" y="232542"/>
                  </a:lnTo>
                  <a:lnTo>
                    <a:pt x="490240" y="228255"/>
                  </a:lnTo>
                  <a:lnTo>
                    <a:pt x="489902" y="223973"/>
                  </a:lnTo>
                  <a:lnTo>
                    <a:pt x="489489" y="219697"/>
                  </a:lnTo>
                  <a:lnTo>
                    <a:pt x="489001" y="215430"/>
                  </a:lnTo>
                  <a:lnTo>
                    <a:pt x="488439" y="211171"/>
                  </a:lnTo>
                  <a:lnTo>
                    <a:pt x="487803" y="206924"/>
                  </a:lnTo>
                  <a:lnTo>
                    <a:pt x="487092" y="202687"/>
                  </a:lnTo>
                  <a:lnTo>
                    <a:pt x="486307" y="198464"/>
                  </a:lnTo>
                  <a:lnTo>
                    <a:pt x="485448" y="194256"/>
                  </a:lnTo>
                  <a:lnTo>
                    <a:pt x="484516" y="190063"/>
                  </a:lnTo>
                  <a:lnTo>
                    <a:pt x="483510" y="185887"/>
                  </a:lnTo>
                  <a:lnTo>
                    <a:pt x="482432" y="181729"/>
                  </a:lnTo>
                  <a:lnTo>
                    <a:pt x="481281" y="177591"/>
                  </a:lnTo>
                  <a:lnTo>
                    <a:pt x="480058" y="173473"/>
                  </a:lnTo>
                  <a:lnTo>
                    <a:pt x="478762" y="169378"/>
                  </a:lnTo>
                  <a:lnTo>
                    <a:pt x="477396" y="165306"/>
                  </a:lnTo>
                  <a:lnTo>
                    <a:pt x="475958" y="161258"/>
                  </a:lnTo>
                  <a:lnTo>
                    <a:pt x="474450" y="157236"/>
                  </a:lnTo>
                  <a:lnTo>
                    <a:pt x="472872" y="153241"/>
                  </a:lnTo>
                  <a:lnTo>
                    <a:pt x="471223" y="149275"/>
                  </a:lnTo>
                  <a:lnTo>
                    <a:pt x="469506" y="145338"/>
                  </a:lnTo>
                  <a:lnTo>
                    <a:pt x="467720" y="141431"/>
                  </a:lnTo>
                  <a:lnTo>
                    <a:pt x="465866" y="137556"/>
                  </a:lnTo>
                  <a:lnTo>
                    <a:pt x="463945" y="133715"/>
                  </a:lnTo>
                  <a:lnTo>
                    <a:pt x="461956" y="129907"/>
                  </a:lnTo>
                  <a:lnTo>
                    <a:pt x="459901" y="126135"/>
                  </a:lnTo>
                  <a:lnTo>
                    <a:pt x="457781" y="122400"/>
                  </a:lnTo>
                  <a:lnTo>
                    <a:pt x="455595" y="118702"/>
                  </a:lnTo>
                  <a:lnTo>
                    <a:pt x="453345" y="115043"/>
                  </a:lnTo>
                  <a:lnTo>
                    <a:pt x="451032" y="111424"/>
                  </a:lnTo>
                  <a:lnTo>
                    <a:pt x="448655" y="107846"/>
                  </a:lnTo>
                  <a:lnTo>
                    <a:pt x="446216" y="104310"/>
                  </a:lnTo>
                  <a:lnTo>
                    <a:pt x="443716" y="100818"/>
                  </a:lnTo>
                  <a:lnTo>
                    <a:pt x="441155" y="97370"/>
                  </a:lnTo>
                  <a:lnTo>
                    <a:pt x="438534" y="93967"/>
                  </a:lnTo>
                  <a:lnTo>
                    <a:pt x="435854" y="90610"/>
                  </a:lnTo>
                  <a:lnTo>
                    <a:pt x="433115" y="87301"/>
                  </a:lnTo>
                  <a:lnTo>
                    <a:pt x="430319" y="84040"/>
                  </a:lnTo>
                  <a:lnTo>
                    <a:pt x="427466" y="80829"/>
                  </a:lnTo>
                  <a:lnTo>
                    <a:pt x="424558" y="77668"/>
                  </a:lnTo>
                  <a:lnTo>
                    <a:pt x="421595" y="74558"/>
                  </a:lnTo>
                  <a:lnTo>
                    <a:pt x="418577" y="71501"/>
                  </a:lnTo>
                  <a:lnTo>
                    <a:pt x="415507" y="68497"/>
                  </a:lnTo>
                  <a:lnTo>
                    <a:pt x="412385" y="65548"/>
                  </a:lnTo>
                  <a:lnTo>
                    <a:pt x="409211" y="62653"/>
                  </a:lnTo>
                  <a:lnTo>
                    <a:pt x="405987" y="59815"/>
                  </a:lnTo>
                  <a:lnTo>
                    <a:pt x="402714" y="57033"/>
                  </a:lnTo>
                  <a:lnTo>
                    <a:pt x="399393" y="54309"/>
                  </a:lnTo>
                  <a:lnTo>
                    <a:pt x="396025" y="51643"/>
                  </a:lnTo>
                  <a:lnTo>
                    <a:pt x="392611" y="49037"/>
                  </a:lnTo>
                  <a:lnTo>
                    <a:pt x="389151" y="46491"/>
                  </a:lnTo>
                  <a:lnTo>
                    <a:pt x="385648" y="44006"/>
                  </a:lnTo>
                  <a:lnTo>
                    <a:pt x="382101" y="41583"/>
                  </a:lnTo>
                  <a:lnTo>
                    <a:pt x="378513" y="39222"/>
                  </a:lnTo>
                  <a:lnTo>
                    <a:pt x="374884" y="36924"/>
                  </a:lnTo>
                  <a:lnTo>
                    <a:pt x="371215" y="34690"/>
                  </a:lnTo>
                  <a:lnTo>
                    <a:pt x="367508" y="32521"/>
                  </a:lnTo>
                  <a:lnTo>
                    <a:pt x="363763" y="30417"/>
                  </a:lnTo>
                  <a:lnTo>
                    <a:pt x="359982" y="28378"/>
                  </a:lnTo>
                  <a:lnTo>
                    <a:pt x="356166" y="26407"/>
                  </a:lnTo>
                  <a:lnTo>
                    <a:pt x="352316" y="24502"/>
                  </a:lnTo>
                  <a:lnTo>
                    <a:pt x="348433" y="22665"/>
                  </a:lnTo>
                  <a:lnTo>
                    <a:pt x="344519" y="20896"/>
                  </a:lnTo>
                  <a:lnTo>
                    <a:pt x="340574" y="19196"/>
                  </a:lnTo>
                  <a:lnTo>
                    <a:pt x="336601" y="17565"/>
                  </a:lnTo>
                  <a:lnTo>
                    <a:pt x="332599" y="16004"/>
                  </a:lnTo>
                  <a:lnTo>
                    <a:pt x="328571" y="14514"/>
                  </a:lnTo>
                  <a:lnTo>
                    <a:pt x="324517" y="13094"/>
                  </a:lnTo>
                  <a:lnTo>
                    <a:pt x="320439" y="11745"/>
                  </a:lnTo>
                  <a:lnTo>
                    <a:pt x="316338" y="10468"/>
                  </a:lnTo>
                  <a:lnTo>
                    <a:pt x="312215" y="9263"/>
                  </a:lnTo>
                  <a:lnTo>
                    <a:pt x="308071" y="8130"/>
                  </a:lnTo>
                  <a:lnTo>
                    <a:pt x="303909" y="7070"/>
                  </a:lnTo>
                  <a:lnTo>
                    <a:pt x="299729" y="6082"/>
                  </a:lnTo>
                  <a:lnTo>
                    <a:pt x="295532" y="5169"/>
                  </a:lnTo>
                  <a:lnTo>
                    <a:pt x="291319" y="4328"/>
                  </a:lnTo>
                  <a:lnTo>
                    <a:pt x="287093" y="3562"/>
                  </a:lnTo>
                  <a:lnTo>
                    <a:pt x="282854" y="2869"/>
                  </a:lnTo>
                  <a:lnTo>
                    <a:pt x="278603" y="2251"/>
                  </a:lnTo>
                  <a:lnTo>
                    <a:pt x="274342" y="1708"/>
                  </a:lnTo>
                  <a:lnTo>
                    <a:pt x="270072" y="1239"/>
                  </a:lnTo>
                  <a:lnTo>
                    <a:pt x="265795" y="845"/>
                  </a:lnTo>
                  <a:lnTo>
                    <a:pt x="261512" y="526"/>
                  </a:lnTo>
                  <a:lnTo>
                    <a:pt x="257223" y="281"/>
                  </a:lnTo>
                  <a:lnTo>
                    <a:pt x="252931" y="112"/>
                  </a:lnTo>
                  <a:lnTo>
                    <a:pt x="248637" y="18"/>
                  </a:lnTo>
                  <a:lnTo>
                    <a:pt x="244342" y="0"/>
                  </a:lnTo>
                  <a:lnTo>
                    <a:pt x="240047" y="56"/>
                  </a:lnTo>
                  <a:lnTo>
                    <a:pt x="235753" y="187"/>
                  </a:lnTo>
                  <a:lnTo>
                    <a:pt x="231463" y="394"/>
                  </a:lnTo>
                  <a:lnTo>
                    <a:pt x="227177" y="676"/>
                  </a:lnTo>
                  <a:lnTo>
                    <a:pt x="222896" y="1032"/>
                  </a:lnTo>
                  <a:lnTo>
                    <a:pt x="218623" y="1464"/>
                  </a:lnTo>
                  <a:lnTo>
                    <a:pt x="214357" y="1970"/>
                  </a:lnTo>
                  <a:lnTo>
                    <a:pt x="210101" y="2551"/>
                  </a:lnTo>
                  <a:lnTo>
                    <a:pt x="205856" y="3206"/>
                  </a:lnTo>
                  <a:lnTo>
                    <a:pt x="201623" y="3936"/>
                  </a:lnTo>
                  <a:lnTo>
                    <a:pt x="197404" y="4739"/>
                  </a:lnTo>
                  <a:lnTo>
                    <a:pt x="193199" y="5616"/>
                  </a:lnTo>
                  <a:lnTo>
                    <a:pt x="189010" y="6567"/>
                  </a:lnTo>
                  <a:lnTo>
                    <a:pt x="184838" y="7591"/>
                  </a:lnTo>
                  <a:lnTo>
                    <a:pt x="180685" y="8687"/>
                  </a:lnTo>
                  <a:lnTo>
                    <a:pt x="176552" y="9856"/>
                  </a:lnTo>
                  <a:lnTo>
                    <a:pt x="172440" y="11098"/>
                  </a:lnTo>
                  <a:lnTo>
                    <a:pt x="168350" y="12411"/>
                  </a:lnTo>
                  <a:lnTo>
                    <a:pt x="164284" y="13795"/>
                  </a:lnTo>
                  <a:lnTo>
                    <a:pt x="160243" y="15250"/>
                  </a:lnTo>
                  <a:lnTo>
                    <a:pt x="156228" y="16776"/>
                  </a:lnTo>
                  <a:lnTo>
                    <a:pt x="152240" y="18372"/>
                  </a:lnTo>
                  <a:lnTo>
                    <a:pt x="148281" y="20038"/>
                  </a:lnTo>
                  <a:lnTo>
                    <a:pt x="144351" y="21772"/>
                  </a:lnTo>
                  <a:lnTo>
                    <a:pt x="140452" y="23575"/>
                  </a:lnTo>
                  <a:lnTo>
                    <a:pt x="136586" y="25446"/>
                  </a:lnTo>
                  <a:lnTo>
                    <a:pt x="132753" y="27384"/>
                  </a:lnTo>
                  <a:lnTo>
                    <a:pt x="128954" y="29389"/>
                  </a:lnTo>
                  <a:lnTo>
                    <a:pt x="125191" y="31461"/>
                  </a:lnTo>
                  <a:lnTo>
                    <a:pt x="121465" y="33597"/>
                  </a:lnTo>
                  <a:lnTo>
                    <a:pt x="117777" y="35799"/>
                  </a:lnTo>
                  <a:lnTo>
                    <a:pt x="114128" y="38065"/>
                  </a:lnTo>
                  <a:lnTo>
                    <a:pt x="110519" y="40394"/>
                  </a:lnTo>
                  <a:lnTo>
                    <a:pt x="106951" y="42787"/>
                  </a:lnTo>
                  <a:lnTo>
                    <a:pt x="103426" y="45241"/>
                  </a:lnTo>
                  <a:lnTo>
                    <a:pt x="99945" y="47757"/>
                  </a:lnTo>
                  <a:lnTo>
                    <a:pt x="96507" y="50333"/>
                  </a:lnTo>
                  <a:lnTo>
                    <a:pt x="93116" y="52969"/>
                  </a:lnTo>
                  <a:lnTo>
                    <a:pt x="89771" y="55664"/>
                  </a:lnTo>
                  <a:lnTo>
                    <a:pt x="86474" y="58417"/>
                  </a:lnTo>
                  <a:lnTo>
                    <a:pt x="83226" y="61227"/>
                  </a:lnTo>
                  <a:lnTo>
                    <a:pt x="80027" y="64094"/>
                  </a:lnTo>
                  <a:lnTo>
                    <a:pt x="76879" y="67016"/>
                  </a:lnTo>
                  <a:lnTo>
                    <a:pt x="73782" y="69993"/>
                  </a:lnTo>
                  <a:lnTo>
                    <a:pt x="70738" y="73023"/>
                  </a:lnTo>
                  <a:lnTo>
                    <a:pt x="67748" y="76107"/>
                  </a:lnTo>
                  <a:lnTo>
                    <a:pt x="64812" y="79242"/>
                  </a:lnTo>
                  <a:lnTo>
                    <a:pt x="61931" y="82428"/>
                  </a:lnTo>
                  <a:lnTo>
                    <a:pt x="59107" y="85664"/>
                  </a:lnTo>
                  <a:lnTo>
                    <a:pt x="56339" y="88949"/>
                  </a:lnTo>
                  <a:lnTo>
                    <a:pt x="53630" y="92282"/>
                  </a:lnTo>
                  <a:lnTo>
                    <a:pt x="50979" y="95662"/>
                  </a:lnTo>
                  <a:lnTo>
                    <a:pt x="48388" y="99088"/>
                  </a:lnTo>
                  <a:lnTo>
                    <a:pt x="45857" y="102559"/>
                  </a:lnTo>
                  <a:lnTo>
                    <a:pt x="43387" y="106073"/>
                  </a:lnTo>
                  <a:lnTo>
                    <a:pt x="40980" y="109630"/>
                  </a:lnTo>
                  <a:lnTo>
                    <a:pt x="38634" y="113229"/>
                  </a:lnTo>
                  <a:lnTo>
                    <a:pt x="36353" y="116868"/>
                  </a:lnTo>
                  <a:lnTo>
                    <a:pt x="34135" y="120546"/>
                  </a:lnTo>
                  <a:lnTo>
                    <a:pt x="31982" y="124263"/>
                  </a:lnTo>
                  <a:lnTo>
                    <a:pt x="29894" y="128017"/>
                  </a:lnTo>
                  <a:lnTo>
                    <a:pt x="27872" y="131807"/>
                  </a:lnTo>
                  <a:lnTo>
                    <a:pt x="25917" y="135631"/>
                  </a:lnTo>
                  <a:lnTo>
                    <a:pt x="24029" y="139490"/>
                  </a:lnTo>
                  <a:lnTo>
                    <a:pt x="22209" y="143380"/>
                  </a:lnTo>
                  <a:lnTo>
                    <a:pt x="20458" y="147302"/>
                  </a:lnTo>
                  <a:lnTo>
                    <a:pt x="18775" y="151254"/>
                  </a:lnTo>
                  <a:lnTo>
                    <a:pt x="17162" y="155235"/>
                  </a:lnTo>
                  <a:lnTo>
                    <a:pt x="15618" y="159244"/>
                  </a:lnTo>
                  <a:lnTo>
                    <a:pt x="14145" y="163279"/>
                  </a:lnTo>
                  <a:lnTo>
                    <a:pt x="12743" y="167339"/>
                  </a:lnTo>
                  <a:lnTo>
                    <a:pt x="11412" y="171423"/>
                  </a:lnTo>
                  <a:lnTo>
                    <a:pt x="10153" y="175529"/>
                  </a:lnTo>
                  <a:lnTo>
                    <a:pt x="8966" y="179657"/>
                  </a:lnTo>
                  <a:lnTo>
                    <a:pt x="7851" y="183805"/>
                  </a:lnTo>
                  <a:lnTo>
                    <a:pt x="6809" y="187973"/>
                  </a:lnTo>
                  <a:lnTo>
                    <a:pt x="5840" y="192157"/>
                  </a:lnTo>
                  <a:lnTo>
                    <a:pt x="4944" y="196358"/>
                  </a:lnTo>
                  <a:lnTo>
                    <a:pt x="4123" y="200574"/>
                  </a:lnTo>
                  <a:lnTo>
                    <a:pt x="3375" y="204804"/>
                  </a:lnTo>
                  <a:lnTo>
                    <a:pt x="2701" y="209046"/>
                  </a:lnTo>
                  <a:lnTo>
                    <a:pt x="2101" y="213299"/>
                  </a:lnTo>
                  <a:lnTo>
                    <a:pt x="1577" y="217563"/>
                  </a:lnTo>
                  <a:lnTo>
                    <a:pt x="1126" y="221834"/>
                  </a:lnTo>
                  <a:lnTo>
                    <a:pt x="751" y="226113"/>
                  </a:lnTo>
                  <a:lnTo>
                    <a:pt x="450" y="230398"/>
                  </a:lnTo>
                  <a:lnTo>
                    <a:pt x="225" y="234687"/>
                  </a:lnTo>
                  <a:lnTo>
                    <a:pt x="75" y="238980"/>
                  </a:lnTo>
                  <a:lnTo>
                    <a:pt x="0" y="243275"/>
                  </a:lnTo>
                  <a:lnTo>
                    <a:pt x="0" y="247570"/>
                  </a:lnTo>
                  <a:lnTo>
                    <a:pt x="75" y="251865"/>
                  </a:lnTo>
                  <a:lnTo>
                    <a:pt x="225" y="256158"/>
                  </a:lnTo>
                  <a:lnTo>
                    <a:pt x="450" y="260447"/>
                  </a:lnTo>
                  <a:lnTo>
                    <a:pt x="751" y="264732"/>
                  </a:lnTo>
                  <a:lnTo>
                    <a:pt x="1126" y="269011"/>
                  </a:lnTo>
                  <a:lnTo>
                    <a:pt x="1577" y="273283"/>
                  </a:lnTo>
                  <a:lnTo>
                    <a:pt x="2101" y="277546"/>
                  </a:lnTo>
                  <a:lnTo>
                    <a:pt x="2701" y="281799"/>
                  </a:lnTo>
                  <a:lnTo>
                    <a:pt x="3375" y="286041"/>
                  </a:lnTo>
                  <a:lnTo>
                    <a:pt x="4123" y="290271"/>
                  </a:lnTo>
                  <a:lnTo>
                    <a:pt x="4944" y="294487"/>
                  </a:lnTo>
                  <a:lnTo>
                    <a:pt x="5840" y="298688"/>
                  </a:lnTo>
                  <a:lnTo>
                    <a:pt x="6809" y="302873"/>
                  </a:lnTo>
                  <a:lnTo>
                    <a:pt x="7851" y="307040"/>
                  </a:lnTo>
                  <a:lnTo>
                    <a:pt x="8966" y="311188"/>
                  </a:lnTo>
                  <a:lnTo>
                    <a:pt x="10153" y="315316"/>
                  </a:lnTo>
                  <a:lnTo>
                    <a:pt x="11412" y="319423"/>
                  </a:lnTo>
                  <a:lnTo>
                    <a:pt x="12743" y="323506"/>
                  </a:lnTo>
                  <a:lnTo>
                    <a:pt x="14145" y="327567"/>
                  </a:lnTo>
                  <a:lnTo>
                    <a:pt x="15618" y="331601"/>
                  </a:lnTo>
                  <a:lnTo>
                    <a:pt x="17162" y="335610"/>
                  </a:lnTo>
                  <a:lnTo>
                    <a:pt x="18775" y="339591"/>
                  </a:lnTo>
                  <a:lnTo>
                    <a:pt x="20458" y="343543"/>
                  </a:lnTo>
                  <a:lnTo>
                    <a:pt x="22209" y="347465"/>
                  </a:lnTo>
                  <a:lnTo>
                    <a:pt x="24029" y="351355"/>
                  </a:lnTo>
                  <a:lnTo>
                    <a:pt x="25917" y="355214"/>
                  </a:lnTo>
                  <a:lnTo>
                    <a:pt x="27872" y="359038"/>
                  </a:lnTo>
                  <a:lnTo>
                    <a:pt x="29894" y="362828"/>
                  </a:lnTo>
                  <a:lnTo>
                    <a:pt x="31982" y="366582"/>
                  </a:lnTo>
                  <a:lnTo>
                    <a:pt x="34135" y="370299"/>
                  </a:lnTo>
                  <a:lnTo>
                    <a:pt x="36353" y="373977"/>
                  </a:lnTo>
                  <a:lnTo>
                    <a:pt x="38634" y="377616"/>
                  </a:lnTo>
                  <a:lnTo>
                    <a:pt x="40980" y="381215"/>
                  </a:lnTo>
                  <a:lnTo>
                    <a:pt x="43387" y="384772"/>
                  </a:lnTo>
                  <a:lnTo>
                    <a:pt x="45857" y="388286"/>
                  </a:lnTo>
                  <a:lnTo>
                    <a:pt x="48388" y="391757"/>
                  </a:lnTo>
                  <a:lnTo>
                    <a:pt x="50979" y="395183"/>
                  </a:lnTo>
                  <a:lnTo>
                    <a:pt x="53630" y="398563"/>
                  </a:lnTo>
                  <a:lnTo>
                    <a:pt x="56339" y="401896"/>
                  </a:lnTo>
                  <a:lnTo>
                    <a:pt x="59107" y="405181"/>
                  </a:lnTo>
                  <a:lnTo>
                    <a:pt x="61931" y="408417"/>
                  </a:lnTo>
                  <a:lnTo>
                    <a:pt x="64812" y="411603"/>
                  </a:lnTo>
                  <a:lnTo>
                    <a:pt x="67748" y="414738"/>
                  </a:lnTo>
                  <a:lnTo>
                    <a:pt x="70738" y="417822"/>
                  </a:lnTo>
                  <a:lnTo>
                    <a:pt x="73782" y="420852"/>
                  </a:lnTo>
                  <a:lnTo>
                    <a:pt x="76879" y="423829"/>
                  </a:lnTo>
                  <a:lnTo>
                    <a:pt x="80027" y="426752"/>
                  </a:lnTo>
                  <a:lnTo>
                    <a:pt x="83226" y="429618"/>
                  </a:lnTo>
                  <a:lnTo>
                    <a:pt x="86474" y="432429"/>
                  </a:lnTo>
                  <a:lnTo>
                    <a:pt x="89771" y="435182"/>
                  </a:lnTo>
                  <a:lnTo>
                    <a:pt x="93116" y="437876"/>
                  </a:lnTo>
                  <a:lnTo>
                    <a:pt x="96507" y="440512"/>
                  </a:lnTo>
                  <a:lnTo>
                    <a:pt x="99945" y="443088"/>
                  </a:lnTo>
                  <a:lnTo>
                    <a:pt x="103426" y="445604"/>
                  </a:lnTo>
                  <a:lnTo>
                    <a:pt x="106951" y="448058"/>
                  </a:lnTo>
                  <a:lnTo>
                    <a:pt x="110519" y="450451"/>
                  </a:lnTo>
                  <a:lnTo>
                    <a:pt x="114128" y="452780"/>
                  </a:lnTo>
                  <a:lnTo>
                    <a:pt x="117777" y="455046"/>
                  </a:lnTo>
                  <a:lnTo>
                    <a:pt x="121465" y="457248"/>
                  </a:lnTo>
                  <a:lnTo>
                    <a:pt x="125191" y="459385"/>
                  </a:lnTo>
                  <a:lnTo>
                    <a:pt x="128954" y="461456"/>
                  </a:lnTo>
                  <a:lnTo>
                    <a:pt x="132753" y="463461"/>
                  </a:lnTo>
                  <a:lnTo>
                    <a:pt x="136586" y="465399"/>
                  </a:lnTo>
                  <a:lnTo>
                    <a:pt x="140452" y="467270"/>
                  </a:lnTo>
                  <a:lnTo>
                    <a:pt x="144351" y="469073"/>
                  </a:lnTo>
                  <a:lnTo>
                    <a:pt x="148281" y="470808"/>
                  </a:lnTo>
                  <a:lnTo>
                    <a:pt x="152240" y="472473"/>
                  </a:lnTo>
                  <a:lnTo>
                    <a:pt x="156228" y="474069"/>
                  </a:lnTo>
                  <a:lnTo>
                    <a:pt x="160243" y="475595"/>
                  </a:lnTo>
                  <a:lnTo>
                    <a:pt x="164284" y="477050"/>
                  </a:lnTo>
                  <a:lnTo>
                    <a:pt x="168350" y="478435"/>
                  </a:lnTo>
                  <a:lnTo>
                    <a:pt x="172440" y="479748"/>
                  </a:lnTo>
                  <a:lnTo>
                    <a:pt x="176552" y="480989"/>
                  </a:lnTo>
                  <a:lnTo>
                    <a:pt x="180685" y="482158"/>
                  </a:lnTo>
                  <a:lnTo>
                    <a:pt x="184838" y="483255"/>
                  </a:lnTo>
                  <a:lnTo>
                    <a:pt x="189010" y="484278"/>
                  </a:lnTo>
                  <a:lnTo>
                    <a:pt x="193199" y="485229"/>
                  </a:lnTo>
                  <a:lnTo>
                    <a:pt x="197404" y="486106"/>
                  </a:lnTo>
                  <a:lnTo>
                    <a:pt x="201623" y="486909"/>
                  </a:lnTo>
                  <a:lnTo>
                    <a:pt x="205856" y="487639"/>
                  </a:lnTo>
                  <a:lnTo>
                    <a:pt x="210101" y="488294"/>
                  </a:lnTo>
                  <a:lnTo>
                    <a:pt x="214357" y="488875"/>
                  </a:lnTo>
                  <a:lnTo>
                    <a:pt x="218623" y="489381"/>
                  </a:lnTo>
                  <a:lnTo>
                    <a:pt x="222896" y="489813"/>
                  </a:lnTo>
                  <a:lnTo>
                    <a:pt x="227177" y="490169"/>
                  </a:lnTo>
                  <a:lnTo>
                    <a:pt x="231463" y="490451"/>
                  </a:lnTo>
                  <a:lnTo>
                    <a:pt x="235753" y="490658"/>
                  </a:lnTo>
                  <a:lnTo>
                    <a:pt x="240047" y="490789"/>
                  </a:lnTo>
                  <a:lnTo>
                    <a:pt x="244342" y="490846"/>
                  </a:lnTo>
                  <a:lnTo>
                    <a:pt x="248637" y="490827"/>
                  </a:lnTo>
                  <a:lnTo>
                    <a:pt x="252931" y="490733"/>
                  </a:lnTo>
                  <a:lnTo>
                    <a:pt x="257223" y="490564"/>
                  </a:lnTo>
                  <a:lnTo>
                    <a:pt x="261512" y="490320"/>
                  </a:lnTo>
                  <a:lnTo>
                    <a:pt x="265795" y="490000"/>
                  </a:lnTo>
                  <a:lnTo>
                    <a:pt x="270072" y="489606"/>
                  </a:lnTo>
                  <a:lnTo>
                    <a:pt x="274342" y="489137"/>
                  </a:lnTo>
                  <a:lnTo>
                    <a:pt x="278603" y="488594"/>
                  </a:lnTo>
                  <a:lnTo>
                    <a:pt x="282854" y="487976"/>
                  </a:lnTo>
                  <a:lnTo>
                    <a:pt x="287093" y="487283"/>
                  </a:lnTo>
                  <a:lnTo>
                    <a:pt x="291319" y="486517"/>
                  </a:lnTo>
                  <a:lnTo>
                    <a:pt x="295532" y="485677"/>
                  </a:lnTo>
                  <a:lnTo>
                    <a:pt x="299729" y="484763"/>
                  </a:lnTo>
                  <a:lnTo>
                    <a:pt x="303909" y="483776"/>
                  </a:lnTo>
                  <a:lnTo>
                    <a:pt x="308071" y="482715"/>
                  </a:lnTo>
                  <a:lnTo>
                    <a:pt x="312215" y="481582"/>
                  </a:lnTo>
                  <a:lnTo>
                    <a:pt x="316338" y="480377"/>
                  </a:lnTo>
                  <a:lnTo>
                    <a:pt x="320439" y="479100"/>
                  </a:lnTo>
                  <a:lnTo>
                    <a:pt x="324517" y="477751"/>
                  </a:lnTo>
                  <a:lnTo>
                    <a:pt x="328571" y="476331"/>
                  </a:lnTo>
                  <a:lnTo>
                    <a:pt x="332599" y="474841"/>
                  </a:lnTo>
                  <a:lnTo>
                    <a:pt x="336601" y="473280"/>
                  </a:lnTo>
                  <a:lnTo>
                    <a:pt x="340574" y="471649"/>
                  </a:lnTo>
                  <a:lnTo>
                    <a:pt x="344519" y="469949"/>
                  </a:lnTo>
                  <a:lnTo>
                    <a:pt x="348433" y="468180"/>
                  </a:lnTo>
                  <a:lnTo>
                    <a:pt x="352316" y="466343"/>
                  </a:lnTo>
                  <a:lnTo>
                    <a:pt x="356166" y="464438"/>
                  </a:lnTo>
                  <a:lnTo>
                    <a:pt x="359982" y="462467"/>
                  </a:lnTo>
                  <a:lnTo>
                    <a:pt x="363763" y="460428"/>
                  </a:lnTo>
                  <a:lnTo>
                    <a:pt x="367508" y="458324"/>
                  </a:lnTo>
                  <a:lnTo>
                    <a:pt x="371215" y="456155"/>
                  </a:lnTo>
                  <a:lnTo>
                    <a:pt x="374884" y="453921"/>
                  </a:lnTo>
                  <a:lnTo>
                    <a:pt x="378513" y="451623"/>
                  </a:lnTo>
                  <a:lnTo>
                    <a:pt x="382101" y="449262"/>
                  </a:lnTo>
                  <a:lnTo>
                    <a:pt x="385648" y="446839"/>
                  </a:lnTo>
                  <a:lnTo>
                    <a:pt x="389151" y="444354"/>
                  </a:lnTo>
                  <a:lnTo>
                    <a:pt x="392611" y="441808"/>
                  </a:lnTo>
                  <a:lnTo>
                    <a:pt x="396025" y="439202"/>
                  </a:lnTo>
                  <a:lnTo>
                    <a:pt x="399393" y="436536"/>
                  </a:lnTo>
                  <a:lnTo>
                    <a:pt x="402714" y="433812"/>
                  </a:lnTo>
                  <a:lnTo>
                    <a:pt x="405987" y="431031"/>
                  </a:lnTo>
                  <a:lnTo>
                    <a:pt x="409211" y="428192"/>
                  </a:lnTo>
                  <a:lnTo>
                    <a:pt x="412385" y="425297"/>
                  </a:lnTo>
                  <a:lnTo>
                    <a:pt x="415507" y="422348"/>
                  </a:lnTo>
                  <a:lnTo>
                    <a:pt x="418577" y="419344"/>
                  </a:lnTo>
                  <a:lnTo>
                    <a:pt x="421595" y="416287"/>
                  </a:lnTo>
                  <a:lnTo>
                    <a:pt x="424558" y="413177"/>
                  </a:lnTo>
                  <a:lnTo>
                    <a:pt x="427466" y="410016"/>
                  </a:lnTo>
                  <a:lnTo>
                    <a:pt x="430319" y="406805"/>
                  </a:lnTo>
                  <a:lnTo>
                    <a:pt x="433115" y="403544"/>
                  </a:lnTo>
                  <a:lnTo>
                    <a:pt x="435854" y="400235"/>
                  </a:lnTo>
                  <a:lnTo>
                    <a:pt x="438534" y="396879"/>
                  </a:lnTo>
                  <a:lnTo>
                    <a:pt x="441155" y="393476"/>
                  </a:lnTo>
                  <a:lnTo>
                    <a:pt x="443716" y="390027"/>
                  </a:lnTo>
                  <a:lnTo>
                    <a:pt x="446216" y="386535"/>
                  </a:lnTo>
                  <a:lnTo>
                    <a:pt x="448655" y="382999"/>
                  </a:lnTo>
                  <a:lnTo>
                    <a:pt x="451032" y="379421"/>
                  </a:lnTo>
                  <a:lnTo>
                    <a:pt x="453345" y="375802"/>
                  </a:lnTo>
                  <a:lnTo>
                    <a:pt x="455595" y="372143"/>
                  </a:lnTo>
                  <a:lnTo>
                    <a:pt x="457781" y="368445"/>
                  </a:lnTo>
                  <a:lnTo>
                    <a:pt x="459901" y="364710"/>
                  </a:lnTo>
                  <a:lnTo>
                    <a:pt x="461956" y="360938"/>
                  </a:lnTo>
                  <a:lnTo>
                    <a:pt x="463945" y="357130"/>
                  </a:lnTo>
                  <a:lnTo>
                    <a:pt x="465866" y="353289"/>
                  </a:lnTo>
                  <a:lnTo>
                    <a:pt x="467720" y="349414"/>
                  </a:lnTo>
                  <a:lnTo>
                    <a:pt x="469506" y="345508"/>
                  </a:lnTo>
                  <a:lnTo>
                    <a:pt x="471223" y="341570"/>
                  </a:lnTo>
                  <a:lnTo>
                    <a:pt x="472872" y="337604"/>
                  </a:lnTo>
                  <a:lnTo>
                    <a:pt x="474450" y="333609"/>
                  </a:lnTo>
                  <a:lnTo>
                    <a:pt x="475958" y="329587"/>
                  </a:lnTo>
                  <a:lnTo>
                    <a:pt x="477396" y="325540"/>
                  </a:lnTo>
                  <a:lnTo>
                    <a:pt x="478762" y="321467"/>
                  </a:lnTo>
                  <a:lnTo>
                    <a:pt x="480058" y="317372"/>
                  </a:lnTo>
                  <a:lnTo>
                    <a:pt x="481281" y="313254"/>
                  </a:lnTo>
                  <a:lnTo>
                    <a:pt x="482432" y="309116"/>
                  </a:lnTo>
                  <a:lnTo>
                    <a:pt x="483510" y="304958"/>
                  </a:lnTo>
                  <a:lnTo>
                    <a:pt x="484516" y="300782"/>
                  </a:lnTo>
                  <a:lnTo>
                    <a:pt x="485448" y="296589"/>
                  </a:lnTo>
                  <a:lnTo>
                    <a:pt x="486307" y="292381"/>
                  </a:lnTo>
                  <a:lnTo>
                    <a:pt x="487092" y="288158"/>
                  </a:lnTo>
                  <a:lnTo>
                    <a:pt x="487803" y="283922"/>
                  </a:lnTo>
                  <a:lnTo>
                    <a:pt x="488439" y="279674"/>
                  </a:lnTo>
                  <a:lnTo>
                    <a:pt x="489001" y="275415"/>
                  </a:lnTo>
                  <a:lnTo>
                    <a:pt x="489489" y="271148"/>
                  </a:lnTo>
                  <a:lnTo>
                    <a:pt x="489902" y="266872"/>
                  </a:lnTo>
                  <a:lnTo>
                    <a:pt x="490240" y="262590"/>
                  </a:lnTo>
                  <a:lnTo>
                    <a:pt x="490503" y="258303"/>
                  </a:lnTo>
                  <a:lnTo>
                    <a:pt x="490691" y="254012"/>
                  </a:lnTo>
                  <a:lnTo>
                    <a:pt x="490803" y="249718"/>
                  </a:lnTo>
                  <a:close/>
                </a:path>
              </a:pathLst>
            </a:custGeom>
            <a:solidFill>
              <a:srgbClr val="F5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706" name="pl706"/>
            <p:cNvSpPr/>
            <p:nvPr/>
          </p:nvSpPr>
          <p:spPr>
            <a:xfrm>
              <a:off x="1570392" y="5328561"/>
              <a:ext cx="0" cy="220882"/>
            </a:xfrm>
            <a:custGeom>
              <a:avLst/>
              <a:pathLst>
                <a:path w="0" h="220882">
                  <a:moveTo>
                    <a:pt x="0" y="220882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l707"/>
            <p:cNvSpPr/>
            <p:nvPr/>
          </p:nvSpPr>
          <p:spPr>
            <a:xfrm>
              <a:off x="1587746" y="5400444"/>
              <a:ext cx="156187" cy="156187"/>
            </a:xfrm>
            <a:custGeom>
              <a:avLst/>
              <a:pathLst>
                <a:path w="156187" h="156187">
                  <a:moveTo>
                    <a:pt x="0" y="156187"/>
                  </a:moveTo>
                  <a:lnTo>
                    <a:pt x="156187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l708"/>
            <p:cNvSpPr/>
            <p:nvPr/>
          </p:nvSpPr>
          <p:spPr>
            <a:xfrm>
              <a:off x="1594935" y="5573986"/>
              <a:ext cx="220882" cy="0"/>
            </a:xfrm>
            <a:custGeom>
              <a:avLst/>
              <a:pathLst>
                <a:path w="220882" h="0">
                  <a:moveTo>
                    <a:pt x="0" y="0"/>
                  </a:moveTo>
                  <a:lnTo>
                    <a:pt x="220882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l709"/>
            <p:cNvSpPr/>
            <p:nvPr/>
          </p:nvSpPr>
          <p:spPr>
            <a:xfrm>
              <a:off x="1587746" y="5591340"/>
              <a:ext cx="156187" cy="156187"/>
            </a:xfrm>
            <a:custGeom>
              <a:avLst/>
              <a:pathLst>
                <a:path w="156187" h="156187">
                  <a:moveTo>
                    <a:pt x="0" y="0"/>
                  </a:moveTo>
                  <a:lnTo>
                    <a:pt x="156187" y="156187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l710"/>
            <p:cNvSpPr/>
            <p:nvPr/>
          </p:nvSpPr>
          <p:spPr>
            <a:xfrm>
              <a:off x="1570392" y="5598529"/>
              <a:ext cx="0" cy="220882"/>
            </a:xfrm>
            <a:custGeom>
              <a:avLst/>
              <a:pathLst>
                <a:path w="0" h="220882">
                  <a:moveTo>
                    <a:pt x="0" y="0"/>
                  </a:moveTo>
                  <a:lnTo>
                    <a:pt x="0" y="220882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l711"/>
            <p:cNvSpPr/>
            <p:nvPr/>
          </p:nvSpPr>
          <p:spPr>
            <a:xfrm>
              <a:off x="1396850" y="5591340"/>
              <a:ext cx="156187" cy="156187"/>
            </a:xfrm>
            <a:custGeom>
              <a:avLst/>
              <a:pathLst>
                <a:path w="156187" h="156187">
                  <a:moveTo>
                    <a:pt x="156187" y="0"/>
                  </a:moveTo>
                  <a:lnTo>
                    <a:pt x="0" y="156187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l712"/>
            <p:cNvSpPr/>
            <p:nvPr/>
          </p:nvSpPr>
          <p:spPr>
            <a:xfrm>
              <a:off x="1324967" y="5573986"/>
              <a:ext cx="220882" cy="0"/>
            </a:xfrm>
            <a:custGeom>
              <a:avLst/>
              <a:pathLst>
                <a:path w="220882" h="0">
                  <a:moveTo>
                    <a:pt x="220882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l713"/>
            <p:cNvSpPr/>
            <p:nvPr/>
          </p:nvSpPr>
          <p:spPr>
            <a:xfrm>
              <a:off x="1396850" y="5400444"/>
              <a:ext cx="156187" cy="156187"/>
            </a:xfrm>
            <a:custGeom>
              <a:avLst/>
              <a:pathLst>
                <a:path w="156187" h="156187">
                  <a:moveTo>
                    <a:pt x="156187" y="156187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l714"/>
            <p:cNvSpPr/>
            <p:nvPr/>
          </p:nvSpPr>
          <p:spPr>
            <a:xfrm>
              <a:off x="1474944" y="5478538"/>
              <a:ext cx="190896" cy="190896"/>
            </a:xfrm>
            <a:custGeom>
              <a:avLst/>
              <a:pathLst>
                <a:path w="190896" h="190896">
                  <a:moveTo>
                    <a:pt x="95448" y="70905"/>
                  </a:moveTo>
                  <a:lnTo>
                    <a:pt x="112802" y="78093"/>
                  </a:lnTo>
                  <a:lnTo>
                    <a:pt x="119990" y="95448"/>
                  </a:lnTo>
                  <a:lnTo>
                    <a:pt x="190896" y="190896"/>
                  </a:lnTo>
                  <a:lnTo>
                    <a:pt x="95448" y="119990"/>
                  </a:lnTo>
                  <a:lnTo>
                    <a:pt x="78093" y="112802"/>
                  </a:lnTo>
                  <a:lnTo>
                    <a:pt x="70905" y="95448"/>
                  </a:lnTo>
                  <a:lnTo>
                    <a:pt x="0" y="0"/>
                  </a:lnTo>
                  <a:lnTo>
                    <a:pt x="95448" y="70905"/>
                  </a:lnTo>
                </a:path>
              </a:pathLst>
            </a:custGeom>
            <a:ln w="31166" cap="flat">
              <a:solidFill>
                <a:srgbClr val="8EA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t715"/>
            <p:cNvSpPr/>
            <p:nvPr/>
          </p:nvSpPr>
          <p:spPr>
            <a:xfrm>
              <a:off x="1534444" y="5513496"/>
              <a:ext cx="71895" cy="71895"/>
            </a:xfrm>
            <a:prstGeom prst="ellipse">
              <a:avLst/>
            </a:prstGeom>
            <a:solidFill>
              <a:srgbClr val="8EABEB">
                <a:alpha val="100000"/>
              </a:srgbClr>
            </a:solidFill>
            <a:ln w="12272" cap="rnd">
              <a:solidFill>
                <a:srgbClr val="8EA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t716"/>
            <p:cNvSpPr/>
            <p:nvPr/>
          </p:nvSpPr>
          <p:spPr>
            <a:xfrm>
              <a:off x="1551799" y="5520684"/>
              <a:ext cx="71895" cy="71895"/>
            </a:xfrm>
            <a:prstGeom prst="ellipse">
              <a:avLst/>
            </a:prstGeom>
            <a:solidFill>
              <a:srgbClr val="8EABEB">
                <a:alpha val="100000"/>
              </a:srgbClr>
            </a:solidFill>
            <a:ln w="12272" cap="rnd">
              <a:solidFill>
                <a:srgbClr val="8EA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t717"/>
            <p:cNvSpPr/>
            <p:nvPr/>
          </p:nvSpPr>
          <p:spPr>
            <a:xfrm>
              <a:off x="1558987" y="5538038"/>
              <a:ext cx="71895" cy="71895"/>
            </a:xfrm>
            <a:prstGeom prst="ellipse">
              <a:avLst/>
            </a:prstGeom>
            <a:solidFill>
              <a:srgbClr val="8EABEB">
                <a:alpha val="100000"/>
              </a:srgbClr>
            </a:solidFill>
            <a:ln w="12272" cap="rnd">
              <a:solidFill>
                <a:srgbClr val="8EA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t718"/>
            <p:cNvSpPr/>
            <p:nvPr/>
          </p:nvSpPr>
          <p:spPr>
            <a:xfrm>
              <a:off x="1629893" y="5633486"/>
              <a:ext cx="71895" cy="71895"/>
            </a:xfrm>
            <a:prstGeom prst="ellipse">
              <a:avLst/>
            </a:prstGeom>
            <a:solidFill>
              <a:srgbClr val="8EABEB">
                <a:alpha val="100000"/>
              </a:srgbClr>
            </a:solidFill>
            <a:ln w="12272" cap="rnd">
              <a:solidFill>
                <a:srgbClr val="8EA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t719"/>
            <p:cNvSpPr/>
            <p:nvPr/>
          </p:nvSpPr>
          <p:spPr>
            <a:xfrm>
              <a:off x="1534444" y="5562581"/>
              <a:ext cx="71895" cy="71895"/>
            </a:xfrm>
            <a:prstGeom prst="ellipse">
              <a:avLst/>
            </a:prstGeom>
            <a:solidFill>
              <a:srgbClr val="8EABEB">
                <a:alpha val="100000"/>
              </a:srgbClr>
            </a:solidFill>
            <a:ln w="12272" cap="rnd">
              <a:solidFill>
                <a:srgbClr val="8EA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t720"/>
            <p:cNvSpPr/>
            <p:nvPr/>
          </p:nvSpPr>
          <p:spPr>
            <a:xfrm>
              <a:off x="1517090" y="5555392"/>
              <a:ext cx="71895" cy="71895"/>
            </a:xfrm>
            <a:prstGeom prst="ellipse">
              <a:avLst/>
            </a:prstGeom>
            <a:solidFill>
              <a:srgbClr val="8EABEB">
                <a:alpha val="100000"/>
              </a:srgbClr>
            </a:solidFill>
            <a:ln w="12272" cap="rnd">
              <a:solidFill>
                <a:srgbClr val="8EA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t721"/>
            <p:cNvSpPr/>
            <p:nvPr/>
          </p:nvSpPr>
          <p:spPr>
            <a:xfrm>
              <a:off x="1509902" y="5538038"/>
              <a:ext cx="71895" cy="71895"/>
            </a:xfrm>
            <a:prstGeom prst="ellipse">
              <a:avLst/>
            </a:prstGeom>
            <a:solidFill>
              <a:srgbClr val="8EABEB">
                <a:alpha val="100000"/>
              </a:srgbClr>
            </a:solidFill>
            <a:ln w="12272" cap="rnd">
              <a:solidFill>
                <a:srgbClr val="8EA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t722"/>
            <p:cNvSpPr/>
            <p:nvPr/>
          </p:nvSpPr>
          <p:spPr>
            <a:xfrm>
              <a:off x="1438996" y="5442590"/>
              <a:ext cx="71895" cy="71895"/>
            </a:xfrm>
            <a:prstGeom prst="ellipse">
              <a:avLst/>
            </a:prstGeom>
            <a:solidFill>
              <a:srgbClr val="8EABEB">
                <a:alpha val="100000"/>
              </a:srgbClr>
            </a:solidFill>
            <a:ln w="12272" cap="rnd">
              <a:solidFill>
                <a:srgbClr val="8EA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t723"/>
            <p:cNvSpPr/>
            <p:nvPr/>
          </p:nvSpPr>
          <p:spPr>
            <a:xfrm>
              <a:off x="1534444" y="5513496"/>
              <a:ext cx="71895" cy="71895"/>
            </a:xfrm>
            <a:prstGeom prst="ellipse">
              <a:avLst/>
            </a:prstGeom>
            <a:solidFill>
              <a:srgbClr val="8EABEB">
                <a:alpha val="100000"/>
              </a:srgbClr>
            </a:solidFill>
            <a:ln w="12272" cap="rnd">
              <a:solidFill>
                <a:srgbClr val="8EA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tx724"/>
            <p:cNvSpPr/>
            <p:nvPr/>
          </p:nvSpPr>
          <p:spPr>
            <a:xfrm>
              <a:off x="1449753" y="5525533"/>
              <a:ext cx="96096" cy="477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2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2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725" name="tx725"/>
            <p:cNvSpPr/>
            <p:nvPr/>
          </p:nvSpPr>
          <p:spPr>
            <a:xfrm>
              <a:off x="1412775" y="5415091"/>
              <a:ext cx="133074" cy="477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2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2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726" name="tx726"/>
            <p:cNvSpPr/>
            <p:nvPr/>
          </p:nvSpPr>
          <p:spPr>
            <a:xfrm>
              <a:off x="1375798" y="5304650"/>
              <a:ext cx="170051" cy="477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2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2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  <p:sp>
          <p:nvSpPr>
            <p:cNvPr id="727" name="rc727"/>
            <p:cNvSpPr/>
            <p:nvPr/>
          </p:nvSpPr>
          <p:spPr>
            <a:xfrm>
              <a:off x="3071196" y="5108705"/>
              <a:ext cx="3001607" cy="90709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728" name="rc728"/>
            <p:cNvSpPr/>
            <p:nvPr/>
          </p:nvSpPr>
          <p:spPr>
            <a:xfrm>
              <a:off x="3071196" y="5199414"/>
              <a:ext cx="3001607" cy="74914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9" name="rc729"/>
            <p:cNvSpPr/>
            <p:nvPr/>
          </p:nvSpPr>
          <p:spPr>
            <a:xfrm>
              <a:off x="3121806" y="5108705"/>
              <a:ext cx="2900386" cy="90709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30" name="tx730"/>
            <p:cNvSpPr/>
            <p:nvPr/>
          </p:nvSpPr>
          <p:spPr>
            <a:xfrm>
              <a:off x="3849158" y="5070709"/>
              <a:ext cx="1445682" cy="1353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Phoenicopteriformes</a:t>
              </a:r>
            </a:p>
          </p:txBody>
        </p:sp>
        <p:sp>
          <p:nvSpPr>
            <p:cNvPr id="731" name="rc731"/>
            <p:cNvSpPr/>
            <p:nvPr/>
          </p:nvSpPr>
          <p:spPr>
            <a:xfrm>
              <a:off x="4167048" y="5250024"/>
              <a:ext cx="809903" cy="64792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2" name="tx732"/>
            <p:cNvSpPr/>
            <p:nvPr/>
          </p:nvSpPr>
          <p:spPr>
            <a:xfrm>
              <a:off x="3866236" y="5730287"/>
              <a:ext cx="506189" cy="82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733" name="tx733"/>
            <p:cNvSpPr/>
            <p:nvPr/>
          </p:nvSpPr>
          <p:spPr>
            <a:xfrm>
              <a:off x="4042832" y="5532937"/>
              <a:ext cx="246928" cy="79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734" name="tx734"/>
            <p:cNvSpPr/>
            <p:nvPr/>
          </p:nvSpPr>
          <p:spPr>
            <a:xfrm>
              <a:off x="3884445" y="5333099"/>
              <a:ext cx="487981" cy="801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735" name="pl735"/>
            <p:cNvSpPr/>
            <p:nvPr/>
          </p:nvSpPr>
          <p:spPr>
            <a:xfrm>
              <a:off x="4547458" y="5549444"/>
              <a:ext cx="49084" cy="49084"/>
            </a:xfrm>
            <a:custGeom>
              <a:avLst/>
              <a:pathLst>
                <a:path w="49084" h="49084">
                  <a:moveTo>
                    <a:pt x="49084" y="24542"/>
                  </a:moveTo>
                  <a:lnTo>
                    <a:pt x="49080" y="24112"/>
                  </a:lnTo>
                  <a:lnTo>
                    <a:pt x="49069" y="23683"/>
                  </a:lnTo>
                  <a:lnTo>
                    <a:pt x="49050" y="23254"/>
                  </a:lnTo>
                  <a:lnTo>
                    <a:pt x="49024" y="22825"/>
                  </a:lnTo>
                  <a:lnTo>
                    <a:pt x="48990" y="22397"/>
                  </a:lnTo>
                  <a:lnTo>
                    <a:pt x="48948" y="21969"/>
                  </a:lnTo>
                  <a:lnTo>
                    <a:pt x="48900" y="21543"/>
                  </a:lnTo>
                  <a:lnTo>
                    <a:pt x="48843" y="21117"/>
                  </a:lnTo>
                  <a:lnTo>
                    <a:pt x="48780" y="20692"/>
                  </a:lnTo>
                  <a:lnTo>
                    <a:pt x="48709" y="20268"/>
                  </a:lnTo>
                  <a:lnTo>
                    <a:pt x="48630" y="19846"/>
                  </a:lnTo>
                  <a:lnTo>
                    <a:pt x="48544" y="19425"/>
                  </a:lnTo>
                  <a:lnTo>
                    <a:pt x="48451" y="19006"/>
                  </a:lnTo>
                  <a:lnTo>
                    <a:pt x="48351" y="18588"/>
                  </a:lnTo>
                  <a:lnTo>
                    <a:pt x="48243" y="18172"/>
                  </a:lnTo>
                  <a:lnTo>
                    <a:pt x="48128" y="17759"/>
                  </a:lnTo>
                  <a:lnTo>
                    <a:pt x="48005" y="17347"/>
                  </a:lnTo>
                  <a:lnTo>
                    <a:pt x="47876" y="16937"/>
                  </a:lnTo>
                  <a:lnTo>
                    <a:pt x="47739" y="16530"/>
                  </a:lnTo>
                  <a:lnTo>
                    <a:pt x="47595" y="16125"/>
                  </a:lnTo>
                  <a:lnTo>
                    <a:pt x="47445" y="15723"/>
                  </a:lnTo>
                  <a:lnTo>
                    <a:pt x="47287" y="15324"/>
                  </a:lnTo>
                  <a:lnTo>
                    <a:pt x="47122" y="14927"/>
                  </a:lnTo>
                  <a:lnTo>
                    <a:pt x="46950" y="14533"/>
                  </a:lnTo>
                  <a:lnTo>
                    <a:pt x="46772" y="14143"/>
                  </a:lnTo>
                  <a:lnTo>
                    <a:pt x="46586" y="13755"/>
                  </a:lnTo>
                  <a:lnTo>
                    <a:pt x="46394" y="13371"/>
                  </a:lnTo>
                  <a:lnTo>
                    <a:pt x="46195" y="12990"/>
                  </a:lnTo>
                  <a:lnTo>
                    <a:pt x="45990" y="12613"/>
                  </a:lnTo>
                  <a:lnTo>
                    <a:pt x="45778" y="12240"/>
                  </a:lnTo>
                  <a:lnTo>
                    <a:pt x="45559" y="11870"/>
                  </a:lnTo>
                  <a:lnTo>
                    <a:pt x="45334" y="11504"/>
                  </a:lnTo>
                  <a:lnTo>
                    <a:pt x="45103" y="11142"/>
                  </a:lnTo>
                  <a:lnTo>
                    <a:pt x="44865" y="10784"/>
                  </a:lnTo>
                  <a:lnTo>
                    <a:pt x="44621" y="10431"/>
                  </a:lnTo>
                  <a:lnTo>
                    <a:pt x="44371" y="10081"/>
                  </a:lnTo>
                  <a:lnTo>
                    <a:pt x="44115" y="9737"/>
                  </a:lnTo>
                  <a:lnTo>
                    <a:pt x="43853" y="9396"/>
                  </a:lnTo>
                  <a:lnTo>
                    <a:pt x="43585" y="9061"/>
                  </a:lnTo>
                  <a:lnTo>
                    <a:pt x="43311" y="8730"/>
                  </a:lnTo>
                  <a:lnTo>
                    <a:pt x="43031" y="8404"/>
                  </a:lnTo>
                  <a:lnTo>
                    <a:pt x="42746" y="8082"/>
                  </a:lnTo>
                  <a:lnTo>
                    <a:pt x="42455" y="7766"/>
                  </a:lnTo>
                  <a:lnTo>
                    <a:pt x="42159" y="7455"/>
                  </a:lnTo>
                  <a:lnTo>
                    <a:pt x="41857" y="7150"/>
                  </a:lnTo>
                  <a:lnTo>
                    <a:pt x="41550" y="6849"/>
                  </a:lnTo>
                  <a:lnTo>
                    <a:pt x="41238" y="6554"/>
                  </a:lnTo>
                  <a:lnTo>
                    <a:pt x="40921" y="6265"/>
                  </a:lnTo>
                  <a:lnTo>
                    <a:pt x="40598" y="5981"/>
                  </a:lnTo>
                  <a:lnTo>
                    <a:pt x="40271" y="5703"/>
                  </a:lnTo>
                  <a:lnTo>
                    <a:pt x="39939" y="5430"/>
                  </a:lnTo>
                  <a:lnTo>
                    <a:pt x="39602" y="5164"/>
                  </a:lnTo>
                  <a:lnTo>
                    <a:pt x="39261" y="4903"/>
                  </a:lnTo>
                  <a:lnTo>
                    <a:pt x="38915" y="4649"/>
                  </a:lnTo>
                  <a:lnTo>
                    <a:pt x="38564" y="4400"/>
                  </a:lnTo>
                  <a:lnTo>
                    <a:pt x="38210" y="4158"/>
                  </a:lnTo>
                  <a:lnTo>
                    <a:pt x="37851" y="3922"/>
                  </a:lnTo>
                  <a:lnTo>
                    <a:pt x="37488" y="3692"/>
                  </a:lnTo>
                  <a:lnTo>
                    <a:pt x="37121" y="3469"/>
                  </a:lnTo>
                  <a:lnTo>
                    <a:pt x="36750" y="3252"/>
                  </a:lnTo>
                  <a:lnTo>
                    <a:pt x="36376" y="3041"/>
                  </a:lnTo>
                  <a:lnTo>
                    <a:pt x="35998" y="2837"/>
                  </a:lnTo>
                  <a:lnTo>
                    <a:pt x="35616" y="2640"/>
                  </a:lnTo>
                  <a:lnTo>
                    <a:pt x="35231" y="2450"/>
                  </a:lnTo>
                  <a:lnTo>
                    <a:pt x="34843" y="2266"/>
                  </a:lnTo>
                  <a:lnTo>
                    <a:pt x="34451" y="2089"/>
                  </a:lnTo>
                  <a:lnTo>
                    <a:pt x="34057" y="1919"/>
                  </a:lnTo>
                  <a:lnTo>
                    <a:pt x="33660" y="1756"/>
                  </a:lnTo>
                  <a:lnTo>
                    <a:pt x="33259" y="1600"/>
                  </a:lnTo>
                  <a:lnTo>
                    <a:pt x="32857" y="1451"/>
                  </a:lnTo>
                  <a:lnTo>
                    <a:pt x="32451" y="1309"/>
                  </a:lnTo>
                  <a:lnTo>
                    <a:pt x="32043" y="1174"/>
                  </a:lnTo>
                  <a:lnTo>
                    <a:pt x="31633" y="1046"/>
                  </a:lnTo>
                  <a:lnTo>
                    <a:pt x="31221" y="926"/>
                  </a:lnTo>
                  <a:lnTo>
                    <a:pt x="30807" y="813"/>
                  </a:lnTo>
                  <a:lnTo>
                    <a:pt x="30390" y="707"/>
                  </a:lnTo>
                  <a:lnTo>
                    <a:pt x="29972" y="608"/>
                  </a:lnTo>
                  <a:lnTo>
                    <a:pt x="29553" y="516"/>
                  </a:lnTo>
                  <a:lnTo>
                    <a:pt x="29131" y="432"/>
                  </a:lnTo>
                  <a:lnTo>
                    <a:pt x="28709" y="356"/>
                  </a:lnTo>
                  <a:lnTo>
                    <a:pt x="28285" y="286"/>
                  </a:lnTo>
                  <a:lnTo>
                    <a:pt x="27860" y="225"/>
                  </a:lnTo>
                  <a:lnTo>
                    <a:pt x="27434" y="170"/>
                  </a:lnTo>
                  <a:lnTo>
                    <a:pt x="27007" y="123"/>
                  </a:lnTo>
                  <a:lnTo>
                    <a:pt x="26579" y="84"/>
                  </a:lnTo>
                  <a:lnTo>
                    <a:pt x="26151" y="52"/>
                  </a:lnTo>
                  <a:lnTo>
                    <a:pt x="25722" y="28"/>
                  </a:lnTo>
                  <a:lnTo>
                    <a:pt x="25293" y="11"/>
                  </a:lnTo>
                  <a:lnTo>
                    <a:pt x="24863" y="1"/>
                  </a:lnTo>
                  <a:lnTo>
                    <a:pt x="24434" y="0"/>
                  </a:lnTo>
                  <a:lnTo>
                    <a:pt x="24004" y="5"/>
                  </a:lnTo>
                  <a:lnTo>
                    <a:pt x="23575" y="18"/>
                  </a:lnTo>
                  <a:lnTo>
                    <a:pt x="23146" y="39"/>
                  </a:lnTo>
                  <a:lnTo>
                    <a:pt x="22717" y="67"/>
                  </a:lnTo>
                  <a:lnTo>
                    <a:pt x="22289" y="103"/>
                  </a:lnTo>
                  <a:lnTo>
                    <a:pt x="21862" y="146"/>
                  </a:lnTo>
                  <a:lnTo>
                    <a:pt x="21435" y="197"/>
                  </a:lnTo>
                  <a:lnTo>
                    <a:pt x="21010" y="255"/>
                  </a:lnTo>
                  <a:lnTo>
                    <a:pt x="20585" y="320"/>
                  </a:lnTo>
                  <a:lnTo>
                    <a:pt x="20162" y="393"/>
                  </a:lnTo>
                  <a:lnTo>
                    <a:pt x="19740" y="473"/>
                  </a:lnTo>
                  <a:lnTo>
                    <a:pt x="19319" y="561"/>
                  </a:lnTo>
                  <a:lnTo>
                    <a:pt x="18901" y="656"/>
                  </a:lnTo>
                  <a:lnTo>
                    <a:pt x="18483" y="759"/>
                  </a:lnTo>
                  <a:lnTo>
                    <a:pt x="18068" y="868"/>
                  </a:lnTo>
                  <a:lnTo>
                    <a:pt x="17655" y="985"/>
                  </a:lnTo>
                  <a:lnTo>
                    <a:pt x="17244" y="1109"/>
                  </a:lnTo>
                  <a:lnTo>
                    <a:pt x="16835" y="1241"/>
                  </a:lnTo>
                  <a:lnTo>
                    <a:pt x="16428" y="1379"/>
                  </a:lnTo>
                  <a:lnTo>
                    <a:pt x="16024" y="1525"/>
                  </a:lnTo>
                  <a:lnTo>
                    <a:pt x="15622" y="1677"/>
                  </a:lnTo>
                  <a:lnTo>
                    <a:pt x="15224" y="1837"/>
                  </a:lnTo>
                  <a:lnTo>
                    <a:pt x="14828" y="2003"/>
                  </a:lnTo>
                  <a:lnTo>
                    <a:pt x="14435" y="2177"/>
                  </a:lnTo>
                  <a:lnTo>
                    <a:pt x="14045" y="2357"/>
                  </a:lnTo>
                  <a:lnTo>
                    <a:pt x="13658" y="2544"/>
                  </a:lnTo>
                  <a:lnTo>
                    <a:pt x="13275" y="2738"/>
                  </a:lnTo>
                  <a:lnTo>
                    <a:pt x="12895" y="2938"/>
                  </a:lnTo>
                  <a:lnTo>
                    <a:pt x="12519" y="3146"/>
                  </a:lnTo>
                  <a:lnTo>
                    <a:pt x="12146" y="3359"/>
                  </a:lnTo>
                  <a:lnTo>
                    <a:pt x="11777" y="3579"/>
                  </a:lnTo>
                  <a:lnTo>
                    <a:pt x="11412" y="3806"/>
                  </a:lnTo>
                  <a:lnTo>
                    <a:pt x="11051" y="4039"/>
                  </a:lnTo>
                  <a:lnTo>
                    <a:pt x="10695" y="4278"/>
                  </a:lnTo>
                  <a:lnTo>
                    <a:pt x="10342" y="4524"/>
                  </a:lnTo>
                  <a:lnTo>
                    <a:pt x="9994" y="4775"/>
                  </a:lnTo>
                  <a:lnTo>
                    <a:pt x="9650" y="5033"/>
                  </a:lnTo>
                  <a:lnTo>
                    <a:pt x="9311" y="5296"/>
                  </a:lnTo>
                  <a:lnTo>
                    <a:pt x="8977" y="5566"/>
                  </a:lnTo>
                  <a:lnTo>
                    <a:pt x="8647" y="5841"/>
                  </a:lnTo>
                  <a:lnTo>
                    <a:pt x="8322" y="6122"/>
                  </a:lnTo>
                  <a:lnTo>
                    <a:pt x="8002" y="6409"/>
                  </a:lnTo>
                  <a:lnTo>
                    <a:pt x="7687" y="6701"/>
                  </a:lnTo>
                  <a:lnTo>
                    <a:pt x="7378" y="6999"/>
                  </a:lnTo>
                  <a:lnTo>
                    <a:pt x="7073" y="7302"/>
                  </a:lnTo>
                  <a:lnTo>
                    <a:pt x="6774" y="7610"/>
                  </a:lnTo>
                  <a:lnTo>
                    <a:pt x="6481" y="7924"/>
                  </a:lnTo>
                  <a:lnTo>
                    <a:pt x="6193" y="8242"/>
                  </a:lnTo>
                  <a:lnTo>
                    <a:pt x="5910" y="8566"/>
                  </a:lnTo>
                  <a:lnTo>
                    <a:pt x="5633" y="8894"/>
                  </a:lnTo>
                  <a:lnTo>
                    <a:pt x="5363" y="9228"/>
                  </a:lnTo>
                  <a:lnTo>
                    <a:pt x="5097" y="9566"/>
                  </a:lnTo>
                  <a:lnTo>
                    <a:pt x="4838" y="9908"/>
                  </a:lnTo>
                  <a:lnTo>
                    <a:pt x="4585" y="10255"/>
                  </a:lnTo>
                  <a:lnTo>
                    <a:pt x="4338" y="10607"/>
                  </a:lnTo>
                  <a:lnTo>
                    <a:pt x="4098" y="10963"/>
                  </a:lnTo>
                  <a:lnTo>
                    <a:pt x="3863" y="11322"/>
                  </a:lnTo>
                  <a:lnTo>
                    <a:pt x="3635" y="11686"/>
                  </a:lnTo>
                  <a:lnTo>
                    <a:pt x="3413" y="12054"/>
                  </a:lnTo>
                  <a:lnTo>
                    <a:pt x="3198" y="12426"/>
                  </a:lnTo>
                  <a:lnTo>
                    <a:pt x="2989" y="12801"/>
                  </a:lnTo>
                  <a:lnTo>
                    <a:pt x="2787" y="13180"/>
                  </a:lnTo>
                  <a:lnTo>
                    <a:pt x="2591" y="13563"/>
                  </a:lnTo>
                  <a:lnTo>
                    <a:pt x="2402" y="13949"/>
                  </a:lnTo>
                  <a:lnTo>
                    <a:pt x="2220" y="14338"/>
                  </a:lnTo>
                  <a:lnTo>
                    <a:pt x="2045" y="14730"/>
                  </a:lnTo>
                  <a:lnTo>
                    <a:pt x="1877" y="15125"/>
                  </a:lnTo>
                  <a:lnTo>
                    <a:pt x="1716" y="15523"/>
                  </a:lnTo>
                  <a:lnTo>
                    <a:pt x="1561" y="15924"/>
                  </a:lnTo>
                  <a:lnTo>
                    <a:pt x="1414" y="16327"/>
                  </a:lnTo>
                  <a:lnTo>
                    <a:pt x="1274" y="16733"/>
                  </a:lnTo>
                  <a:lnTo>
                    <a:pt x="1141" y="17142"/>
                  </a:lnTo>
                  <a:lnTo>
                    <a:pt x="1015" y="17552"/>
                  </a:lnTo>
                  <a:lnTo>
                    <a:pt x="896" y="17965"/>
                  </a:lnTo>
                  <a:lnTo>
                    <a:pt x="785" y="18380"/>
                  </a:lnTo>
                  <a:lnTo>
                    <a:pt x="680" y="18797"/>
                  </a:lnTo>
                  <a:lnTo>
                    <a:pt x="584" y="19215"/>
                  </a:lnTo>
                  <a:lnTo>
                    <a:pt x="494" y="19635"/>
                  </a:lnTo>
                  <a:lnTo>
                    <a:pt x="412" y="20057"/>
                  </a:lnTo>
                  <a:lnTo>
                    <a:pt x="337" y="20480"/>
                  </a:lnTo>
                  <a:lnTo>
                    <a:pt x="270" y="20904"/>
                  </a:lnTo>
                  <a:lnTo>
                    <a:pt x="210" y="21329"/>
                  </a:lnTo>
                  <a:lnTo>
                    <a:pt x="157" y="21756"/>
                  </a:lnTo>
                  <a:lnTo>
                    <a:pt x="112" y="22183"/>
                  </a:lnTo>
                  <a:lnTo>
                    <a:pt x="75" y="22611"/>
                  </a:lnTo>
                  <a:lnTo>
                    <a:pt x="45" y="23039"/>
                  </a:lnTo>
                  <a:lnTo>
                    <a:pt x="22" y="23468"/>
                  </a:lnTo>
                  <a:lnTo>
                    <a:pt x="7" y="23898"/>
                  </a:lnTo>
                  <a:lnTo>
                    <a:pt x="0" y="24327"/>
                  </a:lnTo>
                  <a:lnTo>
                    <a:pt x="0" y="24757"/>
                  </a:lnTo>
                  <a:lnTo>
                    <a:pt x="7" y="25186"/>
                  </a:lnTo>
                  <a:lnTo>
                    <a:pt x="22" y="25615"/>
                  </a:lnTo>
                  <a:lnTo>
                    <a:pt x="45" y="26044"/>
                  </a:lnTo>
                  <a:lnTo>
                    <a:pt x="75" y="26473"/>
                  </a:lnTo>
                  <a:lnTo>
                    <a:pt x="112" y="26901"/>
                  </a:lnTo>
                  <a:lnTo>
                    <a:pt x="157" y="27328"/>
                  </a:lnTo>
                  <a:lnTo>
                    <a:pt x="210" y="27754"/>
                  </a:lnTo>
                  <a:lnTo>
                    <a:pt x="270" y="28179"/>
                  </a:lnTo>
                  <a:lnTo>
                    <a:pt x="337" y="28604"/>
                  </a:lnTo>
                  <a:lnTo>
                    <a:pt x="412" y="29027"/>
                  </a:lnTo>
                  <a:lnTo>
                    <a:pt x="494" y="29448"/>
                  </a:lnTo>
                  <a:lnTo>
                    <a:pt x="584" y="29868"/>
                  </a:lnTo>
                  <a:lnTo>
                    <a:pt x="680" y="30287"/>
                  </a:lnTo>
                  <a:lnTo>
                    <a:pt x="785" y="30704"/>
                  </a:lnTo>
                  <a:lnTo>
                    <a:pt x="896" y="31118"/>
                  </a:lnTo>
                  <a:lnTo>
                    <a:pt x="1015" y="31531"/>
                  </a:lnTo>
                  <a:lnTo>
                    <a:pt x="1141" y="31942"/>
                  </a:lnTo>
                  <a:lnTo>
                    <a:pt x="1274" y="32350"/>
                  </a:lnTo>
                  <a:lnTo>
                    <a:pt x="1414" y="32756"/>
                  </a:lnTo>
                  <a:lnTo>
                    <a:pt x="1561" y="33160"/>
                  </a:lnTo>
                  <a:lnTo>
                    <a:pt x="1716" y="33561"/>
                  </a:lnTo>
                  <a:lnTo>
                    <a:pt x="1877" y="33959"/>
                  </a:lnTo>
                  <a:lnTo>
                    <a:pt x="2045" y="34354"/>
                  </a:lnTo>
                  <a:lnTo>
                    <a:pt x="2220" y="34746"/>
                  </a:lnTo>
                  <a:lnTo>
                    <a:pt x="2402" y="35135"/>
                  </a:lnTo>
                  <a:lnTo>
                    <a:pt x="2591" y="35521"/>
                  </a:lnTo>
                  <a:lnTo>
                    <a:pt x="2787" y="35903"/>
                  </a:lnTo>
                  <a:lnTo>
                    <a:pt x="2989" y="36282"/>
                  </a:lnTo>
                  <a:lnTo>
                    <a:pt x="3198" y="36658"/>
                  </a:lnTo>
                  <a:lnTo>
                    <a:pt x="3413" y="37029"/>
                  </a:lnTo>
                  <a:lnTo>
                    <a:pt x="3635" y="37397"/>
                  </a:lnTo>
                  <a:lnTo>
                    <a:pt x="3863" y="37761"/>
                  </a:lnTo>
                  <a:lnTo>
                    <a:pt x="4098" y="38121"/>
                  </a:lnTo>
                  <a:lnTo>
                    <a:pt x="4338" y="38477"/>
                  </a:lnTo>
                  <a:lnTo>
                    <a:pt x="4585" y="38828"/>
                  </a:lnTo>
                  <a:lnTo>
                    <a:pt x="4838" y="39175"/>
                  </a:lnTo>
                  <a:lnTo>
                    <a:pt x="5097" y="39518"/>
                  </a:lnTo>
                  <a:lnTo>
                    <a:pt x="5363" y="39856"/>
                  </a:lnTo>
                  <a:lnTo>
                    <a:pt x="5633" y="40189"/>
                  </a:lnTo>
                  <a:lnTo>
                    <a:pt x="5910" y="40518"/>
                  </a:lnTo>
                  <a:lnTo>
                    <a:pt x="6193" y="40841"/>
                  </a:lnTo>
                  <a:lnTo>
                    <a:pt x="6481" y="41160"/>
                  </a:lnTo>
                  <a:lnTo>
                    <a:pt x="6774" y="41473"/>
                  </a:lnTo>
                  <a:lnTo>
                    <a:pt x="7073" y="41782"/>
                  </a:lnTo>
                  <a:lnTo>
                    <a:pt x="7378" y="42085"/>
                  </a:lnTo>
                  <a:lnTo>
                    <a:pt x="7687" y="42382"/>
                  </a:lnTo>
                  <a:lnTo>
                    <a:pt x="8002" y="42675"/>
                  </a:lnTo>
                  <a:lnTo>
                    <a:pt x="8322" y="42961"/>
                  </a:lnTo>
                  <a:lnTo>
                    <a:pt x="8647" y="43242"/>
                  </a:lnTo>
                  <a:lnTo>
                    <a:pt x="8977" y="43518"/>
                  </a:lnTo>
                  <a:lnTo>
                    <a:pt x="9311" y="43787"/>
                  </a:lnTo>
                  <a:lnTo>
                    <a:pt x="9650" y="44051"/>
                  </a:lnTo>
                  <a:lnTo>
                    <a:pt x="9994" y="44308"/>
                  </a:lnTo>
                  <a:lnTo>
                    <a:pt x="10342" y="44560"/>
                  </a:lnTo>
                  <a:lnTo>
                    <a:pt x="10695" y="44805"/>
                  </a:lnTo>
                  <a:lnTo>
                    <a:pt x="11051" y="45045"/>
                  </a:lnTo>
                  <a:lnTo>
                    <a:pt x="11412" y="45278"/>
                  </a:lnTo>
                  <a:lnTo>
                    <a:pt x="11777" y="45504"/>
                  </a:lnTo>
                  <a:lnTo>
                    <a:pt x="12146" y="45724"/>
                  </a:lnTo>
                  <a:lnTo>
                    <a:pt x="12519" y="45938"/>
                  </a:lnTo>
                  <a:lnTo>
                    <a:pt x="12895" y="46145"/>
                  </a:lnTo>
                  <a:lnTo>
                    <a:pt x="13275" y="46346"/>
                  </a:lnTo>
                  <a:lnTo>
                    <a:pt x="13658" y="46539"/>
                  </a:lnTo>
                  <a:lnTo>
                    <a:pt x="14045" y="46727"/>
                  </a:lnTo>
                  <a:lnTo>
                    <a:pt x="14435" y="46907"/>
                  </a:lnTo>
                  <a:lnTo>
                    <a:pt x="14828" y="47080"/>
                  </a:lnTo>
                  <a:lnTo>
                    <a:pt x="15224" y="47247"/>
                  </a:lnTo>
                  <a:lnTo>
                    <a:pt x="15622" y="47406"/>
                  </a:lnTo>
                  <a:lnTo>
                    <a:pt x="16024" y="47559"/>
                  </a:lnTo>
                  <a:lnTo>
                    <a:pt x="16428" y="47705"/>
                  </a:lnTo>
                  <a:lnTo>
                    <a:pt x="16835" y="47843"/>
                  </a:lnTo>
                  <a:lnTo>
                    <a:pt x="17244" y="47974"/>
                  </a:lnTo>
                  <a:lnTo>
                    <a:pt x="17655" y="48098"/>
                  </a:lnTo>
                  <a:lnTo>
                    <a:pt x="18068" y="48215"/>
                  </a:lnTo>
                  <a:lnTo>
                    <a:pt x="18483" y="48325"/>
                  </a:lnTo>
                  <a:lnTo>
                    <a:pt x="18901" y="48427"/>
                  </a:lnTo>
                  <a:lnTo>
                    <a:pt x="19319" y="48522"/>
                  </a:lnTo>
                  <a:lnTo>
                    <a:pt x="19740" y="48610"/>
                  </a:lnTo>
                  <a:lnTo>
                    <a:pt x="20162" y="48690"/>
                  </a:lnTo>
                  <a:lnTo>
                    <a:pt x="20585" y="48763"/>
                  </a:lnTo>
                  <a:lnTo>
                    <a:pt x="21010" y="48829"/>
                  </a:lnTo>
                  <a:lnTo>
                    <a:pt x="21435" y="48887"/>
                  </a:lnTo>
                  <a:lnTo>
                    <a:pt x="21862" y="48938"/>
                  </a:lnTo>
                  <a:lnTo>
                    <a:pt x="22289" y="48981"/>
                  </a:lnTo>
                  <a:lnTo>
                    <a:pt x="22717" y="49016"/>
                  </a:lnTo>
                  <a:lnTo>
                    <a:pt x="23146" y="49045"/>
                  </a:lnTo>
                  <a:lnTo>
                    <a:pt x="23575" y="49065"/>
                  </a:lnTo>
                  <a:lnTo>
                    <a:pt x="24004" y="49078"/>
                  </a:lnTo>
                  <a:lnTo>
                    <a:pt x="24434" y="49084"/>
                  </a:lnTo>
                  <a:lnTo>
                    <a:pt x="24863" y="49082"/>
                  </a:lnTo>
                  <a:lnTo>
                    <a:pt x="25293" y="49073"/>
                  </a:lnTo>
                  <a:lnTo>
                    <a:pt x="25722" y="49056"/>
                  </a:lnTo>
                  <a:lnTo>
                    <a:pt x="26151" y="49032"/>
                  </a:lnTo>
                  <a:lnTo>
                    <a:pt x="26579" y="49000"/>
                  </a:lnTo>
                  <a:lnTo>
                    <a:pt x="27007" y="48960"/>
                  </a:lnTo>
                  <a:lnTo>
                    <a:pt x="27434" y="48913"/>
                  </a:lnTo>
                  <a:lnTo>
                    <a:pt x="27860" y="48859"/>
                  </a:lnTo>
                  <a:lnTo>
                    <a:pt x="28285" y="48797"/>
                  </a:lnTo>
                  <a:lnTo>
                    <a:pt x="28709" y="48728"/>
                  </a:lnTo>
                  <a:lnTo>
                    <a:pt x="29131" y="48651"/>
                  </a:lnTo>
                  <a:lnTo>
                    <a:pt x="29553" y="48567"/>
                  </a:lnTo>
                  <a:lnTo>
                    <a:pt x="29972" y="48476"/>
                  </a:lnTo>
                  <a:lnTo>
                    <a:pt x="30390" y="48377"/>
                  </a:lnTo>
                  <a:lnTo>
                    <a:pt x="30807" y="48271"/>
                  </a:lnTo>
                  <a:lnTo>
                    <a:pt x="31221" y="48158"/>
                  </a:lnTo>
                  <a:lnTo>
                    <a:pt x="31633" y="48037"/>
                  </a:lnTo>
                  <a:lnTo>
                    <a:pt x="32043" y="47910"/>
                  </a:lnTo>
                  <a:lnTo>
                    <a:pt x="32451" y="47775"/>
                  </a:lnTo>
                  <a:lnTo>
                    <a:pt x="32857" y="47633"/>
                  </a:lnTo>
                  <a:lnTo>
                    <a:pt x="33259" y="47484"/>
                  </a:lnTo>
                  <a:lnTo>
                    <a:pt x="33660" y="47328"/>
                  </a:lnTo>
                  <a:lnTo>
                    <a:pt x="34057" y="47164"/>
                  </a:lnTo>
                  <a:lnTo>
                    <a:pt x="34451" y="46994"/>
                  </a:lnTo>
                  <a:lnTo>
                    <a:pt x="34843" y="46818"/>
                  </a:lnTo>
                  <a:lnTo>
                    <a:pt x="35231" y="46634"/>
                  </a:lnTo>
                  <a:lnTo>
                    <a:pt x="35616" y="46443"/>
                  </a:lnTo>
                  <a:lnTo>
                    <a:pt x="35998" y="46246"/>
                  </a:lnTo>
                  <a:lnTo>
                    <a:pt x="36376" y="46042"/>
                  </a:lnTo>
                  <a:lnTo>
                    <a:pt x="36750" y="45832"/>
                  </a:lnTo>
                  <a:lnTo>
                    <a:pt x="37121" y="45615"/>
                  </a:lnTo>
                  <a:lnTo>
                    <a:pt x="37488" y="45392"/>
                  </a:lnTo>
                  <a:lnTo>
                    <a:pt x="37851" y="45162"/>
                  </a:lnTo>
                  <a:lnTo>
                    <a:pt x="38210" y="44926"/>
                  </a:lnTo>
                  <a:lnTo>
                    <a:pt x="38564" y="44683"/>
                  </a:lnTo>
                  <a:lnTo>
                    <a:pt x="38915" y="44435"/>
                  </a:lnTo>
                  <a:lnTo>
                    <a:pt x="39261" y="44180"/>
                  </a:lnTo>
                  <a:lnTo>
                    <a:pt x="39602" y="43920"/>
                  </a:lnTo>
                  <a:lnTo>
                    <a:pt x="39939" y="43653"/>
                  </a:lnTo>
                  <a:lnTo>
                    <a:pt x="40271" y="43381"/>
                  </a:lnTo>
                  <a:lnTo>
                    <a:pt x="40598" y="43103"/>
                  </a:lnTo>
                  <a:lnTo>
                    <a:pt x="40921" y="42819"/>
                  </a:lnTo>
                  <a:lnTo>
                    <a:pt x="41238" y="42529"/>
                  </a:lnTo>
                  <a:lnTo>
                    <a:pt x="41550" y="42234"/>
                  </a:lnTo>
                  <a:lnTo>
                    <a:pt x="41857" y="41934"/>
                  </a:lnTo>
                  <a:lnTo>
                    <a:pt x="42159" y="41628"/>
                  </a:lnTo>
                  <a:lnTo>
                    <a:pt x="42455" y="41317"/>
                  </a:lnTo>
                  <a:lnTo>
                    <a:pt x="42746" y="41001"/>
                  </a:lnTo>
                  <a:lnTo>
                    <a:pt x="43031" y="40680"/>
                  </a:lnTo>
                  <a:lnTo>
                    <a:pt x="43311" y="40354"/>
                  </a:lnTo>
                  <a:lnTo>
                    <a:pt x="43585" y="40023"/>
                  </a:lnTo>
                  <a:lnTo>
                    <a:pt x="43853" y="39687"/>
                  </a:lnTo>
                  <a:lnTo>
                    <a:pt x="44115" y="39347"/>
                  </a:lnTo>
                  <a:lnTo>
                    <a:pt x="44371" y="39002"/>
                  </a:lnTo>
                  <a:lnTo>
                    <a:pt x="44621" y="38653"/>
                  </a:lnTo>
                  <a:lnTo>
                    <a:pt x="44865" y="38299"/>
                  </a:lnTo>
                  <a:lnTo>
                    <a:pt x="45103" y="37942"/>
                  </a:lnTo>
                  <a:lnTo>
                    <a:pt x="45334" y="37580"/>
                  </a:lnTo>
                  <a:lnTo>
                    <a:pt x="45559" y="37214"/>
                  </a:lnTo>
                  <a:lnTo>
                    <a:pt x="45778" y="36844"/>
                  </a:lnTo>
                  <a:lnTo>
                    <a:pt x="45990" y="36471"/>
                  </a:lnTo>
                  <a:lnTo>
                    <a:pt x="46195" y="36093"/>
                  </a:lnTo>
                  <a:lnTo>
                    <a:pt x="46394" y="35713"/>
                  </a:lnTo>
                  <a:lnTo>
                    <a:pt x="46586" y="35328"/>
                  </a:lnTo>
                  <a:lnTo>
                    <a:pt x="46772" y="34941"/>
                  </a:lnTo>
                  <a:lnTo>
                    <a:pt x="46950" y="34550"/>
                  </a:lnTo>
                  <a:lnTo>
                    <a:pt x="47122" y="34157"/>
                  </a:lnTo>
                  <a:lnTo>
                    <a:pt x="47287" y="33760"/>
                  </a:lnTo>
                  <a:lnTo>
                    <a:pt x="47445" y="33360"/>
                  </a:lnTo>
                  <a:lnTo>
                    <a:pt x="47595" y="32958"/>
                  </a:lnTo>
                  <a:lnTo>
                    <a:pt x="47739" y="32554"/>
                  </a:lnTo>
                  <a:lnTo>
                    <a:pt x="47876" y="32146"/>
                  </a:lnTo>
                  <a:lnTo>
                    <a:pt x="48005" y="31737"/>
                  </a:lnTo>
                  <a:lnTo>
                    <a:pt x="48128" y="31325"/>
                  </a:lnTo>
                  <a:lnTo>
                    <a:pt x="48243" y="30911"/>
                  </a:lnTo>
                  <a:lnTo>
                    <a:pt x="48351" y="30495"/>
                  </a:lnTo>
                  <a:lnTo>
                    <a:pt x="48451" y="30078"/>
                  </a:lnTo>
                  <a:lnTo>
                    <a:pt x="48544" y="29658"/>
                  </a:lnTo>
                  <a:lnTo>
                    <a:pt x="48630" y="29238"/>
                  </a:lnTo>
                  <a:lnTo>
                    <a:pt x="48709" y="28815"/>
                  </a:lnTo>
                  <a:lnTo>
                    <a:pt x="48780" y="28392"/>
                  </a:lnTo>
                  <a:lnTo>
                    <a:pt x="48843" y="27967"/>
                  </a:lnTo>
                  <a:lnTo>
                    <a:pt x="48900" y="27541"/>
                  </a:lnTo>
                  <a:lnTo>
                    <a:pt x="48948" y="27114"/>
                  </a:lnTo>
                  <a:lnTo>
                    <a:pt x="48990" y="26687"/>
                  </a:lnTo>
                  <a:lnTo>
                    <a:pt x="49024" y="26259"/>
                  </a:lnTo>
                  <a:lnTo>
                    <a:pt x="49050" y="25830"/>
                  </a:lnTo>
                  <a:lnTo>
                    <a:pt x="49069" y="25401"/>
                  </a:lnTo>
                  <a:lnTo>
                    <a:pt x="49080" y="24971"/>
                  </a:lnTo>
                  <a:lnTo>
                    <a:pt x="49084" y="24542"/>
                  </a:lnTo>
                </a:path>
              </a:pathLst>
            </a:custGeom>
            <a:ln w="13550" cap="flat">
              <a:solidFill>
                <a:srgbClr val="7FC5D8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736" name="pl736"/>
            <p:cNvSpPr/>
            <p:nvPr/>
          </p:nvSpPr>
          <p:spPr>
            <a:xfrm>
              <a:off x="4437021" y="5439003"/>
              <a:ext cx="269962" cy="269965"/>
            </a:xfrm>
            <a:custGeom>
              <a:avLst/>
              <a:pathLst>
                <a:path w="269962" h="269965">
                  <a:moveTo>
                    <a:pt x="269962" y="134982"/>
                  </a:moveTo>
                  <a:lnTo>
                    <a:pt x="269942" y="132620"/>
                  </a:lnTo>
                  <a:lnTo>
                    <a:pt x="269880" y="130258"/>
                  </a:lnTo>
                  <a:lnTo>
                    <a:pt x="269776" y="127898"/>
                  </a:lnTo>
                  <a:lnTo>
                    <a:pt x="269632" y="125540"/>
                  </a:lnTo>
                  <a:lnTo>
                    <a:pt x="269446" y="123185"/>
                  </a:lnTo>
                  <a:lnTo>
                    <a:pt x="269219" y="120833"/>
                  </a:lnTo>
                  <a:lnTo>
                    <a:pt x="268951" y="118486"/>
                  </a:lnTo>
                  <a:lnTo>
                    <a:pt x="268641" y="116144"/>
                  </a:lnTo>
                  <a:lnTo>
                    <a:pt x="268291" y="113808"/>
                  </a:lnTo>
                  <a:lnTo>
                    <a:pt x="267900" y="111478"/>
                  </a:lnTo>
                  <a:lnTo>
                    <a:pt x="267468" y="109155"/>
                  </a:lnTo>
                  <a:lnTo>
                    <a:pt x="266996" y="106840"/>
                  </a:lnTo>
                  <a:lnTo>
                    <a:pt x="266483" y="104534"/>
                  </a:lnTo>
                  <a:lnTo>
                    <a:pt x="265930" y="102237"/>
                  </a:lnTo>
                  <a:lnTo>
                    <a:pt x="265337" y="99951"/>
                  </a:lnTo>
                  <a:lnTo>
                    <a:pt x="264704" y="97675"/>
                  </a:lnTo>
                  <a:lnTo>
                    <a:pt x="264031" y="95410"/>
                  </a:lnTo>
                  <a:lnTo>
                    <a:pt x="263319" y="93158"/>
                  </a:lnTo>
                  <a:lnTo>
                    <a:pt x="262568" y="90918"/>
                  </a:lnTo>
                  <a:lnTo>
                    <a:pt x="261777" y="88692"/>
                  </a:lnTo>
                  <a:lnTo>
                    <a:pt x="260947" y="86480"/>
                  </a:lnTo>
                  <a:lnTo>
                    <a:pt x="260079" y="84282"/>
                  </a:lnTo>
                  <a:lnTo>
                    <a:pt x="259173" y="82101"/>
                  </a:lnTo>
                  <a:lnTo>
                    <a:pt x="258228" y="79935"/>
                  </a:lnTo>
                  <a:lnTo>
                    <a:pt x="257246" y="77787"/>
                  </a:lnTo>
                  <a:lnTo>
                    <a:pt x="256226" y="75656"/>
                  </a:lnTo>
                  <a:lnTo>
                    <a:pt x="255169" y="73543"/>
                  </a:lnTo>
                  <a:lnTo>
                    <a:pt x="254076" y="71449"/>
                  </a:lnTo>
                  <a:lnTo>
                    <a:pt x="252946" y="69374"/>
                  </a:lnTo>
                  <a:lnTo>
                    <a:pt x="251779" y="67320"/>
                  </a:lnTo>
                  <a:lnTo>
                    <a:pt x="250577" y="65286"/>
                  </a:lnTo>
                  <a:lnTo>
                    <a:pt x="249340" y="63274"/>
                  </a:lnTo>
                  <a:lnTo>
                    <a:pt x="248067" y="61283"/>
                  </a:lnTo>
                  <a:lnTo>
                    <a:pt x="246760" y="59315"/>
                  </a:lnTo>
                  <a:lnTo>
                    <a:pt x="245419" y="57371"/>
                  </a:lnTo>
                  <a:lnTo>
                    <a:pt x="244044" y="55450"/>
                  </a:lnTo>
                  <a:lnTo>
                    <a:pt x="242635" y="53553"/>
                  </a:lnTo>
                  <a:lnTo>
                    <a:pt x="241193" y="51681"/>
                  </a:lnTo>
                  <a:lnTo>
                    <a:pt x="239719" y="49835"/>
                  </a:lnTo>
                  <a:lnTo>
                    <a:pt x="238213" y="48015"/>
                  </a:lnTo>
                  <a:lnTo>
                    <a:pt x="236675" y="46222"/>
                  </a:lnTo>
                  <a:lnTo>
                    <a:pt x="235106" y="44456"/>
                  </a:lnTo>
                  <a:lnTo>
                    <a:pt x="233507" y="42717"/>
                  </a:lnTo>
                  <a:lnTo>
                    <a:pt x="231877" y="41007"/>
                  </a:lnTo>
                  <a:lnTo>
                    <a:pt x="230217" y="39326"/>
                  </a:lnTo>
                  <a:lnTo>
                    <a:pt x="228529" y="37673"/>
                  </a:lnTo>
                  <a:lnTo>
                    <a:pt x="226811" y="36051"/>
                  </a:lnTo>
                  <a:lnTo>
                    <a:pt x="225066" y="34459"/>
                  </a:lnTo>
                  <a:lnTo>
                    <a:pt x="223293" y="32898"/>
                  </a:lnTo>
                  <a:lnTo>
                    <a:pt x="221493" y="31368"/>
                  </a:lnTo>
                  <a:lnTo>
                    <a:pt x="219666" y="29870"/>
                  </a:lnTo>
                  <a:lnTo>
                    <a:pt x="217814" y="28404"/>
                  </a:lnTo>
                  <a:lnTo>
                    <a:pt x="215936" y="26970"/>
                  </a:lnTo>
                  <a:lnTo>
                    <a:pt x="214033" y="25570"/>
                  </a:lnTo>
                  <a:lnTo>
                    <a:pt x="212106" y="24203"/>
                  </a:lnTo>
                  <a:lnTo>
                    <a:pt x="210155" y="22870"/>
                  </a:lnTo>
                  <a:lnTo>
                    <a:pt x="208182" y="21572"/>
                  </a:lnTo>
                  <a:lnTo>
                    <a:pt x="206186" y="20308"/>
                  </a:lnTo>
                  <a:lnTo>
                    <a:pt x="204168" y="19079"/>
                  </a:lnTo>
                  <a:lnTo>
                    <a:pt x="202129" y="17886"/>
                  </a:lnTo>
                  <a:lnTo>
                    <a:pt x="200069" y="16729"/>
                  </a:lnTo>
                  <a:lnTo>
                    <a:pt x="197990" y="15608"/>
                  </a:lnTo>
                  <a:lnTo>
                    <a:pt x="195891" y="14523"/>
                  </a:lnTo>
                  <a:lnTo>
                    <a:pt x="193774" y="13476"/>
                  </a:lnTo>
                  <a:lnTo>
                    <a:pt x="191638" y="12465"/>
                  </a:lnTo>
                  <a:lnTo>
                    <a:pt x="189485" y="11493"/>
                  </a:lnTo>
                  <a:lnTo>
                    <a:pt x="187316" y="10558"/>
                  </a:lnTo>
                  <a:lnTo>
                    <a:pt x="185130" y="9661"/>
                  </a:lnTo>
                  <a:lnTo>
                    <a:pt x="182929" y="8802"/>
                  </a:lnTo>
                  <a:lnTo>
                    <a:pt x="180714" y="7982"/>
                  </a:lnTo>
                  <a:lnTo>
                    <a:pt x="178484" y="7201"/>
                  </a:lnTo>
                  <a:lnTo>
                    <a:pt x="176241" y="6460"/>
                  </a:lnTo>
                  <a:lnTo>
                    <a:pt x="173985" y="5757"/>
                  </a:lnTo>
                  <a:lnTo>
                    <a:pt x="171718" y="5094"/>
                  </a:lnTo>
                  <a:lnTo>
                    <a:pt x="169439" y="4471"/>
                  </a:lnTo>
                  <a:lnTo>
                    <a:pt x="167150" y="3888"/>
                  </a:lnTo>
                  <a:lnTo>
                    <a:pt x="164851" y="3345"/>
                  </a:lnTo>
                  <a:lnTo>
                    <a:pt x="162542" y="2842"/>
                  </a:lnTo>
                  <a:lnTo>
                    <a:pt x="160225" y="2380"/>
                  </a:lnTo>
                  <a:lnTo>
                    <a:pt x="157901" y="1959"/>
                  </a:lnTo>
                  <a:lnTo>
                    <a:pt x="155569" y="1578"/>
                  </a:lnTo>
                  <a:lnTo>
                    <a:pt x="153231" y="1238"/>
                  </a:lnTo>
                  <a:lnTo>
                    <a:pt x="150888" y="939"/>
                  </a:lnTo>
                  <a:lnTo>
                    <a:pt x="148540" y="681"/>
                  </a:lnTo>
                  <a:lnTo>
                    <a:pt x="146187" y="464"/>
                  </a:lnTo>
                  <a:lnTo>
                    <a:pt x="143831" y="289"/>
                  </a:lnTo>
                  <a:lnTo>
                    <a:pt x="141473" y="155"/>
                  </a:lnTo>
                  <a:lnTo>
                    <a:pt x="139112" y="62"/>
                  </a:lnTo>
                  <a:lnTo>
                    <a:pt x="136750" y="10"/>
                  </a:lnTo>
                  <a:lnTo>
                    <a:pt x="134388" y="0"/>
                  </a:lnTo>
                  <a:lnTo>
                    <a:pt x="132025" y="31"/>
                  </a:lnTo>
                  <a:lnTo>
                    <a:pt x="129664" y="103"/>
                  </a:lnTo>
                  <a:lnTo>
                    <a:pt x="127304" y="217"/>
                  </a:lnTo>
                  <a:lnTo>
                    <a:pt x="124947" y="371"/>
                  </a:lnTo>
                  <a:lnTo>
                    <a:pt x="122593" y="568"/>
                  </a:lnTo>
                  <a:lnTo>
                    <a:pt x="120242" y="805"/>
                  </a:lnTo>
                  <a:lnTo>
                    <a:pt x="117896" y="1083"/>
                  </a:lnTo>
                  <a:lnTo>
                    <a:pt x="115556" y="1403"/>
                  </a:lnTo>
                  <a:lnTo>
                    <a:pt x="113221" y="1763"/>
                  </a:lnTo>
                  <a:lnTo>
                    <a:pt x="110893" y="2164"/>
                  </a:lnTo>
                  <a:lnTo>
                    <a:pt x="108572" y="2606"/>
                  </a:lnTo>
                  <a:lnTo>
                    <a:pt x="106259" y="3089"/>
                  </a:lnTo>
                  <a:lnTo>
                    <a:pt x="103955" y="3612"/>
                  </a:lnTo>
                  <a:lnTo>
                    <a:pt x="101661" y="4175"/>
                  </a:lnTo>
                  <a:lnTo>
                    <a:pt x="99377" y="4778"/>
                  </a:lnTo>
                  <a:lnTo>
                    <a:pt x="97104" y="5421"/>
                  </a:lnTo>
                  <a:lnTo>
                    <a:pt x="94842" y="6103"/>
                  </a:lnTo>
                  <a:lnTo>
                    <a:pt x="92592" y="6826"/>
                  </a:lnTo>
                  <a:lnTo>
                    <a:pt x="90356" y="7587"/>
                  </a:lnTo>
                  <a:lnTo>
                    <a:pt x="88133" y="8387"/>
                  </a:lnTo>
                  <a:lnTo>
                    <a:pt x="85925" y="9227"/>
                  </a:lnTo>
                  <a:lnTo>
                    <a:pt x="83732" y="10104"/>
                  </a:lnTo>
                  <a:lnTo>
                    <a:pt x="81554" y="11020"/>
                  </a:lnTo>
                  <a:lnTo>
                    <a:pt x="79393" y="11974"/>
                  </a:lnTo>
                  <a:lnTo>
                    <a:pt x="77249" y="12966"/>
                  </a:lnTo>
                  <a:lnTo>
                    <a:pt x="75122" y="13995"/>
                  </a:lnTo>
                  <a:lnTo>
                    <a:pt x="73014" y="15061"/>
                  </a:lnTo>
                  <a:lnTo>
                    <a:pt x="70924" y="16164"/>
                  </a:lnTo>
                  <a:lnTo>
                    <a:pt x="68855" y="17303"/>
                  </a:lnTo>
                  <a:lnTo>
                    <a:pt x="66805" y="18478"/>
                  </a:lnTo>
                  <a:lnTo>
                    <a:pt x="64777" y="19689"/>
                  </a:lnTo>
                  <a:lnTo>
                    <a:pt x="62770" y="20936"/>
                  </a:lnTo>
                  <a:lnTo>
                    <a:pt x="60785" y="22217"/>
                  </a:lnTo>
                  <a:lnTo>
                    <a:pt x="58823" y="23532"/>
                  </a:lnTo>
                  <a:lnTo>
                    <a:pt x="56884" y="24882"/>
                  </a:lnTo>
                  <a:lnTo>
                    <a:pt x="54969" y="26266"/>
                  </a:lnTo>
                  <a:lnTo>
                    <a:pt x="53079" y="27683"/>
                  </a:lnTo>
                  <a:lnTo>
                    <a:pt x="51214" y="29133"/>
                  </a:lnTo>
                  <a:lnTo>
                    <a:pt x="49374" y="30615"/>
                  </a:lnTo>
                  <a:lnTo>
                    <a:pt x="47560" y="32129"/>
                  </a:lnTo>
                  <a:lnTo>
                    <a:pt x="45774" y="33675"/>
                  </a:lnTo>
                  <a:lnTo>
                    <a:pt x="44015" y="35251"/>
                  </a:lnTo>
                  <a:lnTo>
                    <a:pt x="42283" y="36858"/>
                  </a:lnTo>
                  <a:lnTo>
                    <a:pt x="40580" y="38496"/>
                  </a:lnTo>
                  <a:lnTo>
                    <a:pt x="38906" y="40163"/>
                  </a:lnTo>
                  <a:lnTo>
                    <a:pt x="37261" y="41858"/>
                  </a:lnTo>
                  <a:lnTo>
                    <a:pt x="35646" y="43583"/>
                  </a:lnTo>
                  <a:lnTo>
                    <a:pt x="34062" y="45335"/>
                  </a:lnTo>
                  <a:lnTo>
                    <a:pt x="32508" y="47115"/>
                  </a:lnTo>
                  <a:lnTo>
                    <a:pt x="30986" y="48922"/>
                  </a:lnTo>
                  <a:lnTo>
                    <a:pt x="29496" y="50755"/>
                  </a:lnTo>
                  <a:lnTo>
                    <a:pt x="28038" y="52614"/>
                  </a:lnTo>
                  <a:lnTo>
                    <a:pt x="26613" y="54498"/>
                  </a:lnTo>
                  <a:lnTo>
                    <a:pt x="25221" y="56407"/>
                  </a:lnTo>
                  <a:lnTo>
                    <a:pt x="23863" y="58340"/>
                  </a:lnTo>
                  <a:lnTo>
                    <a:pt x="22539" y="60296"/>
                  </a:lnTo>
                  <a:lnTo>
                    <a:pt x="21249" y="62276"/>
                  </a:lnTo>
                  <a:lnTo>
                    <a:pt x="19994" y="64277"/>
                  </a:lnTo>
                  <a:lnTo>
                    <a:pt x="18774" y="66300"/>
                  </a:lnTo>
                  <a:lnTo>
                    <a:pt x="17590" y="68344"/>
                  </a:lnTo>
                  <a:lnTo>
                    <a:pt x="16441" y="70409"/>
                  </a:lnTo>
                  <a:lnTo>
                    <a:pt x="15329" y="72493"/>
                  </a:lnTo>
                  <a:lnTo>
                    <a:pt x="14254" y="74597"/>
                  </a:lnTo>
                  <a:lnTo>
                    <a:pt x="13216" y="76719"/>
                  </a:lnTo>
                  <a:lnTo>
                    <a:pt x="12215" y="78859"/>
                  </a:lnTo>
                  <a:lnTo>
                    <a:pt x="11251" y="81016"/>
                  </a:lnTo>
                  <a:lnTo>
                    <a:pt x="10326" y="83190"/>
                  </a:lnTo>
                  <a:lnTo>
                    <a:pt x="9439" y="85379"/>
                  </a:lnTo>
                  <a:lnTo>
                    <a:pt x="8590" y="87584"/>
                  </a:lnTo>
                  <a:lnTo>
                    <a:pt x="7780" y="89803"/>
                  </a:lnTo>
                  <a:lnTo>
                    <a:pt x="7008" y="92036"/>
                  </a:lnTo>
                  <a:lnTo>
                    <a:pt x="6276" y="94282"/>
                  </a:lnTo>
                  <a:lnTo>
                    <a:pt x="5584" y="96541"/>
                  </a:lnTo>
                  <a:lnTo>
                    <a:pt x="4931" y="98811"/>
                  </a:lnTo>
                  <a:lnTo>
                    <a:pt x="4318" y="101093"/>
                  </a:lnTo>
                  <a:lnTo>
                    <a:pt x="3745" y="103385"/>
                  </a:lnTo>
                  <a:lnTo>
                    <a:pt x="3212" y="105686"/>
                  </a:lnTo>
                  <a:lnTo>
                    <a:pt x="2719" y="107997"/>
                  </a:lnTo>
                  <a:lnTo>
                    <a:pt x="2267" y="110316"/>
                  </a:lnTo>
                  <a:lnTo>
                    <a:pt x="1856" y="112642"/>
                  </a:lnTo>
                  <a:lnTo>
                    <a:pt x="1485" y="114975"/>
                  </a:lnTo>
                  <a:lnTo>
                    <a:pt x="1156" y="117314"/>
                  </a:lnTo>
                  <a:lnTo>
                    <a:pt x="867" y="119659"/>
                  </a:lnTo>
                  <a:lnTo>
                    <a:pt x="619" y="122009"/>
                  </a:lnTo>
                  <a:lnTo>
                    <a:pt x="413" y="124362"/>
                  </a:lnTo>
                  <a:lnTo>
                    <a:pt x="248" y="126719"/>
                  </a:lnTo>
                  <a:lnTo>
                    <a:pt x="124" y="129078"/>
                  </a:lnTo>
                  <a:lnTo>
                    <a:pt x="41" y="131439"/>
                  </a:lnTo>
                  <a:lnTo>
                    <a:pt x="0" y="133801"/>
                  </a:lnTo>
                  <a:lnTo>
                    <a:pt x="0" y="136163"/>
                  </a:lnTo>
                  <a:lnTo>
                    <a:pt x="41" y="138525"/>
                  </a:lnTo>
                  <a:lnTo>
                    <a:pt x="124" y="140886"/>
                  </a:lnTo>
                  <a:lnTo>
                    <a:pt x="248" y="143246"/>
                  </a:lnTo>
                  <a:lnTo>
                    <a:pt x="413" y="145602"/>
                  </a:lnTo>
                  <a:lnTo>
                    <a:pt x="619" y="147956"/>
                  </a:lnTo>
                  <a:lnTo>
                    <a:pt x="867" y="150305"/>
                  </a:lnTo>
                  <a:lnTo>
                    <a:pt x="1156" y="152650"/>
                  </a:lnTo>
                  <a:lnTo>
                    <a:pt x="1485" y="154989"/>
                  </a:lnTo>
                  <a:lnTo>
                    <a:pt x="1856" y="157322"/>
                  </a:lnTo>
                  <a:lnTo>
                    <a:pt x="2267" y="159649"/>
                  </a:lnTo>
                  <a:lnTo>
                    <a:pt x="2719" y="161968"/>
                  </a:lnTo>
                  <a:lnTo>
                    <a:pt x="3212" y="164278"/>
                  </a:lnTo>
                  <a:lnTo>
                    <a:pt x="3745" y="166580"/>
                  </a:lnTo>
                  <a:lnTo>
                    <a:pt x="4318" y="168872"/>
                  </a:lnTo>
                  <a:lnTo>
                    <a:pt x="4931" y="171153"/>
                  </a:lnTo>
                  <a:lnTo>
                    <a:pt x="5584" y="173424"/>
                  </a:lnTo>
                  <a:lnTo>
                    <a:pt x="6276" y="175682"/>
                  </a:lnTo>
                  <a:lnTo>
                    <a:pt x="7008" y="177928"/>
                  </a:lnTo>
                  <a:lnTo>
                    <a:pt x="7780" y="180161"/>
                  </a:lnTo>
                  <a:lnTo>
                    <a:pt x="8590" y="182381"/>
                  </a:lnTo>
                  <a:lnTo>
                    <a:pt x="9439" y="184585"/>
                  </a:lnTo>
                  <a:lnTo>
                    <a:pt x="10326" y="186775"/>
                  </a:lnTo>
                  <a:lnTo>
                    <a:pt x="11251" y="188948"/>
                  </a:lnTo>
                  <a:lnTo>
                    <a:pt x="12215" y="191105"/>
                  </a:lnTo>
                  <a:lnTo>
                    <a:pt x="13216" y="193245"/>
                  </a:lnTo>
                  <a:lnTo>
                    <a:pt x="14254" y="195367"/>
                  </a:lnTo>
                  <a:lnTo>
                    <a:pt x="15329" y="197471"/>
                  </a:lnTo>
                  <a:lnTo>
                    <a:pt x="16441" y="199555"/>
                  </a:lnTo>
                  <a:lnTo>
                    <a:pt x="17590" y="201620"/>
                  </a:lnTo>
                  <a:lnTo>
                    <a:pt x="18774" y="203664"/>
                  </a:lnTo>
                  <a:lnTo>
                    <a:pt x="19994" y="205687"/>
                  </a:lnTo>
                  <a:lnTo>
                    <a:pt x="21249" y="207689"/>
                  </a:lnTo>
                  <a:lnTo>
                    <a:pt x="22539" y="209668"/>
                  </a:lnTo>
                  <a:lnTo>
                    <a:pt x="23863" y="211624"/>
                  </a:lnTo>
                  <a:lnTo>
                    <a:pt x="25221" y="213557"/>
                  </a:lnTo>
                  <a:lnTo>
                    <a:pt x="26613" y="215466"/>
                  </a:lnTo>
                  <a:lnTo>
                    <a:pt x="28038" y="217350"/>
                  </a:lnTo>
                  <a:lnTo>
                    <a:pt x="29496" y="219209"/>
                  </a:lnTo>
                  <a:lnTo>
                    <a:pt x="30986" y="221042"/>
                  </a:lnTo>
                  <a:lnTo>
                    <a:pt x="32508" y="222849"/>
                  </a:lnTo>
                  <a:lnTo>
                    <a:pt x="34062" y="224629"/>
                  </a:lnTo>
                  <a:lnTo>
                    <a:pt x="35646" y="226381"/>
                  </a:lnTo>
                  <a:lnTo>
                    <a:pt x="37261" y="228106"/>
                  </a:lnTo>
                  <a:lnTo>
                    <a:pt x="38906" y="229802"/>
                  </a:lnTo>
                  <a:lnTo>
                    <a:pt x="40580" y="231469"/>
                  </a:lnTo>
                  <a:lnTo>
                    <a:pt x="42283" y="233106"/>
                  </a:lnTo>
                  <a:lnTo>
                    <a:pt x="44015" y="234713"/>
                  </a:lnTo>
                  <a:lnTo>
                    <a:pt x="45774" y="236290"/>
                  </a:lnTo>
                  <a:lnTo>
                    <a:pt x="47560" y="237835"/>
                  </a:lnTo>
                  <a:lnTo>
                    <a:pt x="49374" y="239350"/>
                  </a:lnTo>
                  <a:lnTo>
                    <a:pt x="51214" y="240832"/>
                  </a:lnTo>
                  <a:lnTo>
                    <a:pt x="53079" y="242282"/>
                  </a:lnTo>
                  <a:lnTo>
                    <a:pt x="54969" y="243698"/>
                  </a:lnTo>
                  <a:lnTo>
                    <a:pt x="56884" y="245082"/>
                  </a:lnTo>
                  <a:lnTo>
                    <a:pt x="58823" y="246432"/>
                  </a:lnTo>
                  <a:lnTo>
                    <a:pt x="60785" y="247748"/>
                  </a:lnTo>
                  <a:lnTo>
                    <a:pt x="62770" y="249029"/>
                  </a:lnTo>
                  <a:lnTo>
                    <a:pt x="64777" y="250275"/>
                  </a:lnTo>
                  <a:lnTo>
                    <a:pt x="66805" y="251486"/>
                  </a:lnTo>
                  <a:lnTo>
                    <a:pt x="68855" y="252661"/>
                  </a:lnTo>
                  <a:lnTo>
                    <a:pt x="70924" y="253800"/>
                  </a:lnTo>
                  <a:lnTo>
                    <a:pt x="73014" y="254903"/>
                  </a:lnTo>
                  <a:lnTo>
                    <a:pt x="75122" y="255969"/>
                  </a:lnTo>
                  <a:lnTo>
                    <a:pt x="77249" y="256998"/>
                  </a:lnTo>
                  <a:lnTo>
                    <a:pt x="79393" y="257990"/>
                  </a:lnTo>
                  <a:lnTo>
                    <a:pt x="81554" y="258944"/>
                  </a:lnTo>
                  <a:lnTo>
                    <a:pt x="83732" y="259860"/>
                  </a:lnTo>
                  <a:lnTo>
                    <a:pt x="85925" y="260738"/>
                  </a:lnTo>
                  <a:lnTo>
                    <a:pt x="88133" y="261577"/>
                  </a:lnTo>
                  <a:lnTo>
                    <a:pt x="90356" y="262377"/>
                  </a:lnTo>
                  <a:lnTo>
                    <a:pt x="92592" y="263139"/>
                  </a:lnTo>
                  <a:lnTo>
                    <a:pt x="94842" y="263861"/>
                  </a:lnTo>
                  <a:lnTo>
                    <a:pt x="97104" y="264544"/>
                  </a:lnTo>
                  <a:lnTo>
                    <a:pt x="99377" y="265187"/>
                  </a:lnTo>
                  <a:lnTo>
                    <a:pt x="101661" y="265790"/>
                  </a:lnTo>
                  <a:lnTo>
                    <a:pt x="103955" y="266353"/>
                  </a:lnTo>
                  <a:lnTo>
                    <a:pt x="106259" y="266876"/>
                  </a:lnTo>
                  <a:lnTo>
                    <a:pt x="108572" y="267358"/>
                  </a:lnTo>
                  <a:lnTo>
                    <a:pt x="110893" y="267800"/>
                  </a:lnTo>
                  <a:lnTo>
                    <a:pt x="113221" y="268201"/>
                  </a:lnTo>
                  <a:lnTo>
                    <a:pt x="115556" y="268561"/>
                  </a:lnTo>
                  <a:lnTo>
                    <a:pt x="117896" y="268881"/>
                  </a:lnTo>
                  <a:lnTo>
                    <a:pt x="120242" y="269159"/>
                  </a:lnTo>
                  <a:lnTo>
                    <a:pt x="122593" y="269397"/>
                  </a:lnTo>
                  <a:lnTo>
                    <a:pt x="124947" y="269593"/>
                  </a:lnTo>
                  <a:lnTo>
                    <a:pt x="127304" y="269748"/>
                  </a:lnTo>
                  <a:lnTo>
                    <a:pt x="129664" y="269862"/>
                  </a:lnTo>
                  <a:lnTo>
                    <a:pt x="132025" y="269934"/>
                  </a:lnTo>
                  <a:lnTo>
                    <a:pt x="134388" y="269965"/>
                  </a:lnTo>
                  <a:lnTo>
                    <a:pt x="136750" y="269955"/>
                  </a:lnTo>
                  <a:lnTo>
                    <a:pt x="139112" y="269903"/>
                  </a:lnTo>
                  <a:lnTo>
                    <a:pt x="141473" y="269810"/>
                  </a:lnTo>
                  <a:lnTo>
                    <a:pt x="143831" y="269676"/>
                  </a:lnTo>
                  <a:lnTo>
                    <a:pt x="146187" y="269500"/>
                  </a:lnTo>
                  <a:lnTo>
                    <a:pt x="148540" y="269283"/>
                  </a:lnTo>
                  <a:lnTo>
                    <a:pt x="150888" y="269025"/>
                  </a:lnTo>
                  <a:lnTo>
                    <a:pt x="153231" y="268726"/>
                  </a:lnTo>
                  <a:lnTo>
                    <a:pt x="155569" y="268386"/>
                  </a:lnTo>
                  <a:lnTo>
                    <a:pt x="157901" y="268006"/>
                  </a:lnTo>
                  <a:lnTo>
                    <a:pt x="160225" y="267584"/>
                  </a:lnTo>
                  <a:lnTo>
                    <a:pt x="162542" y="267122"/>
                  </a:lnTo>
                  <a:lnTo>
                    <a:pt x="164851" y="266619"/>
                  </a:lnTo>
                  <a:lnTo>
                    <a:pt x="167150" y="266076"/>
                  </a:lnTo>
                  <a:lnTo>
                    <a:pt x="169439" y="265493"/>
                  </a:lnTo>
                  <a:lnTo>
                    <a:pt x="171718" y="264870"/>
                  </a:lnTo>
                  <a:lnTo>
                    <a:pt x="173985" y="264207"/>
                  </a:lnTo>
                  <a:lnTo>
                    <a:pt x="176241" y="263505"/>
                  </a:lnTo>
                  <a:lnTo>
                    <a:pt x="178484" y="262763"/>
                  </a:lnTo>
                  <a:lnTo>
                    <a:pt x="180714" y="261982"/>
                  </a:lnTo>
                  <a:lnTo>
                    <a:pt x="182929" y="261162"/>
                  </a:lnTo>
                  <a:lnTo>
                    <a:pt x="185130" y="260304"/>
                  </a:lnTo>
                  <a:lnTo>
                    <a:pt x="187316" y="259407"/>
                  </a:lnTo>
                  <a:lnTo>
                    <a:pt x="189485" y="258472"/>
                  </a:lnTo>
                  <a:lnTo>
                    <a:pt x="191638" y="257499"/>
                  </a:lnTo>
                  <a:lnTo>
                    <a:pt x="193774" y="256489"/>
                  </a:lnTo>
                  <a:lnTo>
                    <a:pt x="195891" y="255441"/>
                  </a:lnTo>
                  <a:lnTo>
                    <a:pt x="197990" y="254356"/>
                  </a:lnTo>
                  <a:lnTo>
                    <a:pt x="200069" y="253235"/>
                  </a:lnTo>
                  <a:lnTo>
                    <a:pt x="202129" y="252078"/>
                  </a:lnTo>
                  <a:lnTo>
                    <a:pt x="204168" y="250885"/>
                  </a:lnTo>
                  <a:lnTo>
                    <a:pt x="206186" y="249656"/>
                  </a:lnTo>
                  <a:lnTo>
                    <a:pt x="208182" y="248393"/>
                  </a:lnTo>
                  <a:lnTo>
                    <a:pt x="210155" y="247094"/>
                  </a:lnTo>
                  <a:lnTo>
                    <a:pt x="212106" y="245761"/>
                  </a:lnTo>
                  <a:lnTo>
                    <a:pt x="214033" y="244394"/>
                  </a:lnTo>
                  <a:lnTo>
                    <a:pt x="215936" y="242994"/>
                  </a:lnTo>
                  <a:lnTo>
                    <a:pt x="217814" y="241561"/>
                  </a:lnTo>
                  <a:lnTo>
                    <a:pt x="219666" y="240095"/>
                  </a:lnTo>
                  <a:lnTo>
                    <a:pt x="221493" y="238597"/>
                  </a:lnTo>
                  <a:lnTo>
                    <a:pt x="223293" y="237067"/>
                  </a:lnTo>
                  <a:lnTo>
                    <a:pt x="225066" y="235505"/>
                  </a:lnTo>
                  <a:lnTo>
                    <a:pt x="226811" y="233913"/>
                  </a:lnTo>
                  <a:lnTo>
                    <a:pt x="228529" y="232291"/>
                  </a:lnTo>
                  <a:lnTo>
                    <a:pt x="230217" y="230639"/>
                  </a:lnTo>
                  <a:lnTo>
                    <a:pt x="231877" y="228957"/>
                  </a:lnTo>
                  <a:lnTo>
                    <a:pt x="233507" y="227247"/>
                  </a:lnTo>
                  <a:lnTo>
                    <a:pt x="235106" y="225509"/>
                  </a:lnTo>
                  <a:lnTo>
                    <a:pt x="236675" y="223743"/>
                  </a:lnTo>
                  <a:lnTo>
                    <a:pt x="238213" y="221949"/>
                  </a:lnTo>
                  <a:lnTo>
                    <a:pt x="239719" y="220129"/>
                  </a:lnTo>
                  <a:lnTo>
                    <a:pt x="241193" y="218283"/>
                  </a:lnTo>
                  <a:lnTo>
                    <a:pt x="242635" y="216411"/>
                  </a:lnTo>
                  <a:lnTo>
                    <a:pt x="244044" y="214515"/>
                  </a:lnTo>
                  <a:lnTo>
                    <a:pt x="245419" y="212594"/>
                  </a:lnTo>
                  <a:lnTo>
                    <a:pt x="246760" y="210649"/>
                  </a:lnTo>
                  <a:lnTo>
                    <a:pt x="248067" y="208681"/>
                  </a:lnTo>
                  <a:lnTo>
                    <a:pt x="249340" y="206691"/>
                  </a:lnTo>
                  <a:lnTo>
                    <a:pt x="250577" y="204678"/>
                  </a:lnTo>
                  <a:lnTo>
                    <a:pt x="251779" y="202645"/>
                  </a:lnTo>
                  <a:lnTo>
                    <a:pt x="252946" y="200590"/>
                  </a:lnTo>
                  <a:lnTo>
                    <a:pt x="254076" y="198516"/>
                  </a:lnTo>
                  <a:lnTo>
                    <a:pt x="255169" y="196421"/>
                  </a:lnTo>
                  <a:lnTo>
                    <a:pt x="256226" y="194309"/>
                  </a:lnTo>
                  <a:lnTo>
                    <a:pt x="257246" y="192178"/>
                  </a:lnTo>
                  <a:lnTo>
                    <a:pt x="258228" y="190029"/>
                  </a:lnTo>
                  <a:lnTo>
                    <a:pt x="259173" y="187864"/>
                  </a:lnTo>
                  <a:lnTo>
                    <a:pt x="260079" y="185682"/>
                  </a:lnTo>
                  <a:lnTo>
                    <a:pt x="260947" y="183485"/>
                  </a:lnTo>
                  <a:lnTo>
                    <a:pt x="261777" y="181273"/>
                  </a:lnTo>
                  <a:lnTo>
                    <a:pt x="262568" y="179047"/>
                  </a:lnTo>
                  <a:lnTo>
                    <a:pt x="263319" y="176807"/>
                  </a:lnTo>
                  <a:lnTo>
                    <a:pt x="264031" y="174554"/>
                  </a:lnTo>
                  <a:lnTo>
                    <a:pt x="264704" y="172290"/>
                  </a:lnTo>
                  <a:lnTo>
                    <a:pt x="265337" y="170014"/>
                  </a:lnTo>
                  <a:lnTo>
                    <a:pt x="265930" y="167727"/>
                  </a:lnTo>
                  <a:lnTo>
                    <a:pt x="266483" y="165430"/>
                  </a:lnTo>
                  <a:lnTo>
                    <a:pt x="266996" y="163124"/>
                  </a:lnTo>
                  <a:lnTo>
                    <a:pt x="267468" y="160809"/>
                  </a:lnTo>
                  <a:lnTo>
                    <a:pt x="267900" y="158487"/>
                  </a:lnTo>
                  <a:lnTo>
                    <a:pt x="268291" y="156157"/>
                  </a:lnTo>
                  <a:lnTo>
                    <a:pt x="268641" y="153820"/>
                  </a:lnTo>
                  <a:lnTo>
                    <a:pt x="268951" y="151478"/>
                  </a:lnTo>
                  <a:lnTo>
                    <a:pt x="269219" y="149131"/>
                  </a:lnTo>
                  <a:lnTo>
                    <a:pt x="269446" y="146779"/>
                  </a:lnTo>
                  <a:lnTo>
                    <a:pt x="269632" y="144424"/>
                  </a:lnTo>
                  <a:lnTo>
                    <a:pt x="269776" y="142066"/>
                  </a:lnTo>
                  <a:lnTo>
                    <a:pt x="269880" y="139706"/>
                  </a:lnTo>
                  <a:lnTo>
                    <a:pt x="269942" y="137345"/>
                  </a:lnTo>
                  <a:lnTo>
                    <a:pt x="269962" y="134982"/>
                  </a:lnTo>
                </a:path>
              </a:pathLst>
            </a:custGeom>
            <a:ln w="13550" cap="flat">
              <a:solidFill>
                <a:srgbClr val="7FC5D8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737" name="pl737"/>
            <p:cNvSpPr/>
            <p:nvPr/>
          </p:nvSpPr>
          <p:spPr>
            <a:xfrm>
              <a:off x="4326583" y="5328563"/>
              <a:ext cx="490841" cy="490846"/>
            </a:xfrm>
            <a:custGeom>
              <a:avLst/>
              <a:pathLst>
                <a:path w="490841" h="490846">
                  <a:moveTo>
                    <a:pt x="490841" y="245423"/>
                  </a:moveTo>
                  <a:lnTo>
                    <a:pt x="490803" y="241127"/>
                  </a:lnTo>
                  <a:lnTo>
                    <a:pt x="490691" y="236833"/>
                  </a:lnTo>
                  <a:lnTo>
                    <a:pt x="490503" y="232542"/>
                  </a:lnTo>
                  <a:lnTo>
                    <a:pt x="490240" y="228255"/>
                  </a:lnTo>
                  <a:lnTo>
                    <a:pt x="489902" y="223973"/>
                  </a:lnTo>
                  <a:lnTo>
                    <a:pt x="489489" y="219697"/>
                  </a:lnTo>
                  <a:lnTo>
                    <a:pt x="489001" y="215430"/>
                  </a:lnTo>
                  <a:lnTo>
                    <a:pt x="488439" y="211171"/>
                  </a:lnTo>
                  <a:lnTo>
                    <a:pt x="487803" y="206924"/>
                  </a:lnTo>
                  <a:lnTo>
                    <a:pt x="487092" y="202687"/>
                  </a:lnTo>
                  <a:lnTo>
                    <a:pt x="486307" y="198464"/>
                  </a:lnTo>
                  <a:lnTo>
                    <a:pt x="485448" y="194256"/>
                  </a:lnTo>
                  <a:lnTo>
                    <a:pt x="484516" y="190063"/>
                  </a:lnTo>
                  <a:lnTo>
                    <a:pt x="483510" y="185887"/>
                  </a:lnTo>
                  <a:lnTo>
                    <a:pt x="482432" y="181729"/>
                  </a:lnTo>
                  <a:lnTo>
                    <a:pt x="481281" y="177591"/>
                  </a:lnTo>
                  <a:lnTo>
                    <a:pt x="480058" y="173473"/>
                  </a:lnTo>
                  <a:lnTo>
                    <a:pt x="478762" y="169378"/>
                  </a:lnTo>
                  <a:lnTo>
                    <a:pt x="477396" y="165306"/>
                  </a:lnTo>
                  <a:lnTo>
                    <a:pt x="475958" y="161258"/>
                  </a:lnTo>
                  <a:lnTo>
                    <a:pt x="474450" y="157236"/>
                  </a:lnTo>
                  <a:lnTo>
                    <a:pt x="472872" y="153241"/>
                  </a:lnTo>
                  <a:lnTo>
                    <a:pt x="471223" y="149275"/>
                  </a:lnTo>
                  <a:lnTo>
                    <a:pt x="469506" y="145338"/>
                  </a:lnTo>
                  <a:lnTo>
                    <a:pt x="467720" y="141431"/>
                  </a:lnTo>
                  <a:lnTo>
                    <a:pt x="465866" y="137556"/>
                  </a:lnTo>
                  <a:lnTo>
                    <a:pt x="463945" y="133715"/>
                  </a:lnTo>
                  <a:lnTo>
                    <a:pt x="461956" y="129907"/>
                  </a:lnTo>
                  <a:lnTo>
                    <a:pt x="459901" y="126135"/>
                  </a:lnTo>
                  <a:lnTo>
                    <a:pt x="457781" y="122400"/>
                  </a:lnTo>
                  <a:lnTo>
                    <a:pt x="455595" y="118702"/>
                  </a:lnTo>
                  <a:lnTo>
                    <a:pt x="453345" y="115043"/>
                  </a:lnTo>
                  <a:lnTo>
                    <a:pt x="451032" y="111424"/>
                  </a:lnTo>
                  <a:lnTo>
                    <a:pt x="448655" y="107846"/>
                  </a:lnTo>
                  <a:lnTo>
                    <a:pt x="446216" y="104310"/>
                  </a:lnTo>
                  <a:lnTo>
                    <a:pt x="443716" y="100818"/>
                  </a:lnTo>
                  <a:lnTo>
                    <a:pt x="441155" y="97370"/>
                  </a:lnTo>
                  <a:lnTo>
                    <a:pt x="438534" y="93967"/>
                  </a:lnTo>
                  <a:lnTo>
                    <a:pt x="435854" y="90610"/>
                  </a:lnTo>
                  <a:lnTo>
                    <a:pt x="433115" y="87301"/>
                  </a:lnTo>
                  <a:lnTo>
                    <a:pt x="430319" y="84040"/>
                  </a:lnTo>
                  <a:lnTo>
                    <a:pt x="427466" y="80829"/>
                  </a:lnTo>
                  <a:lnTo>
                    <a:pt x="424558" y="77668"/>
                  </a:lnTo>
                  <a:lnTo>
                    <a:pt x="421595" y="74558"/>
                  </a:lnTo>
                  <a:lnTo>
                    <a:pt x="418577" y="71501"/>
                  </a:lnTo>
                  <a:lnTo>
                    <a:pt x="415507" y="68497"/>
                  </a:lnTo>
                  <a:lnTo>
                    <a:pt x="412385" y="65548"/>
                  </a:lnTo>
                  <a:lnTo>
                    <a:pt x="409211" y="62653"/>
                  </a:lnTo>
                  <a:lnTo>
                    <a:pt x="405987" y="59815"/>
                  </a:lnTo>
                  <a:lnTo>
                    <a:pt x="402714" y="57033"/>
                  </a:lnTo>
                  <a:lnTo>
                    <a:pt x="399393" y="54309"/>
                  </a:lnTo>
                  <a:lnTo>
                    <a:pt x="396025" y="51643"/>
                  </a:lnTo>
                  <a:lnTo>
                    <a:pt x="392611" y="49037"/>
                  </a:lnTo>
                  <a:lnTo>
                    <a:pt x="389151" y="46491"/>
                  </a:lnTo>
                  <a:lnTo>
                    <a:pt x="385648" y="44006"/>
                  </a:lnTo>
                  <a:lnTo>
                    <a:pt x="382101" y="41583"/>
                  </a:lnTo>
                  <a:lnTo>
                    <a:pt x="378513" y="39222"/>
                  </a:lnTo>
                  <a:lnTo>
                    <a:pt x="374884" y="36924"/>
                  </a:lnTo>
                  <a:lnTo>
                    <a:pt x="371215" y="34690"/>
                  </a:lnTo>
                  <a:lnTo>
                    <a:pt x="367508" y="32521"/>
                  </a:lnTo>
                  <a:lnTo>
                    <a:pt x="363763" y="30417"/>
                  </a:lnTo>
                  <a:lnTo>
                    <a:pt x="359982" y="28378"/>
                  </a:lnTo>
                  <a:lnTo>
                    <a:pt x="356166" y="26407"/>
                  </a:lnTo>
                  <a:lnTo>
                    <a:pt x="352316" y="24502"/>
                  </a:lnTo>
                  <a:lnTo>
                    <a:pt x="348433" y="22665"/>
                  </a:lnTo>
                  <a:lnTo>
                    <a:pt x="344519" y="20896"/>
                  </a:lnTo>
                  <a:lnTo>
                    <a:pt x="340574" y="19196"/>
                  </a:lnTo>
                  <a:lnTo>
                    <a:pt x="336601" y="17565"/>
                  </a:lnTo>
                  <a:lnTo>
                    <a:pt x="332599" y="16004"/>
                  </a:lnTo>
                  <a:lnTo>
                    <a:pt x="328571" y="14514"/>
                  </a:lnTo>
                  <a:lnTo>
                    <a:pt x="324517" y="13094"/>
                  </a:lnTo>
                  <a:lnTo>
                    <a:pt x="320439" y="11745"/>
                  </a:lnTo>
                  <a:lnTo>
                    <a:pt x="316338" y="10468"/>
                  </a:lnTo>
                  <a:lnTo>
                    <a:pt x="312215" y="9263"/>
                  </a:lnTo>
                  <a:lnTo>
                    <a:pt x="308071" y="8130"/>
                  </a:lnTo>
                  <a:lnTo>
                    <a:pt x="303909" y="7070"/>
                  </a:lnTo>
                  <a:lnTo>
                    <a:pt x="299729" y="6082"/>
                  </a:lnTo>
                  <a:lnTo>
                    <a:pt x="295532" y="5169"/>
                  </a:lnTo>
                  <a:lnTo>
                    <a:pt x="291319" y="4328"/>
                  </a:lnTo>
                  <a:lnTo>
                    <a:pt x="287093" y="3562"/>
                  </a:lnTo>
                  <a:lnTo>
                    <a:pt x="282854" y="2869"/>
                  </a:lnTo>
                  <a:lnTo>
                    <a:pt x="278603" y="2251"/>
                  </a:lnTo>
                  <a:lnTo>
                    <a:pt x="274342" y="1708"/>
                  </a:lnTo>
                  <a:lnTo>
                    <a:pt x="270072" y="1239"/>
                  </a:lnTo>
                  <a:lnTo>
                    <a:pt x="265795" y="845"/>
                  </a:lnTo>
                  <a:lnTo>
                    <a:pt x="261512" y="526"/>
                  </a:lnTo>
                  <a:lnTo>
                    <a:pt x="257223" y="281"/>
                  </a:lnTo>
                  <a:lnTo>
                    <a:pt x="252931" y="112"/>
                  </a:lnTo>
                  <a:lnTo>
                    <a:pt x="248637" y="18"/>
                  </a:lnTo>
                  <a:lnTo>
                    <a:pt x="244342" y="0"/>
                  </a:lnTo>
                  <a:lnTo>
                    <a:pt x="240047" y="56"/>
                  </a:lnTo>
                  <a:lnTo>
                    <a:pt x="235753" y="187"/>
                  </a:lnTo>
                  <a:lnTo>
                    <a:pt x="231463" y="394"/>
                  </a:lnTo>
                  <a:lnTo>
                    <a:pt x="227177" y="676"/>
                  </a:lnTo>
                  <a:lnTo>
                    <a:pt x="222896" y="1032"/>
                  </a:lnTo>
                  <a:lnTo>
                    <a:pt x="218623" y="1464"/>
                  </a:lnTo>
                  <a:lnTo>
                    <a:pt x="214357" y="1970"/>
                  </a:lnTo>
                  <a:lnTo>
                    <a:pt x="210101" y="2551"/>
                  </a:lnTo>
                  <a:lnTo>
                    <a:pt x="205856" y="3206"/>
                  </a:lnTo>
                  <a:lnTo>
                    <a:pt x="201623" y="3936"/>
                  </a:lnTo>
                  <a:lnTo>
                    <a:pt x="197404" y="4739"/>
                  </a:lnTo>
                  <a:lnTo>
                    <a:pt x="193199" y="5616"/>
                  </a:lnTo>
                  <a:lnTo>
                    <a:pt x="189010" y="6567"/>
                  </a:lnTo>
                  <a:lnTo>
                    <a:pt x="184838" y="7591"/>
                  </a:lnTo>
                  <a:lnTo>
                    <a:pt x="180685" y="8687"/>
                  </a:lnTo>
                  <a:lnTo>
                    <a:pt x="176552" y="9856"/>
                  </a:lnTo>
                  <a:lnTo>
                    <a:pt x="172440" y="11098"/>
                  </a:lnTo>
                  <a:lnTo>
                    <a:pt x="168350" y="12411"/>
                  </a:lnTo>
                  <a:lnTo>
                    <a:pt x="164284" y="13795"/>
                  </a:lnTo>
                  <a:lnTo>
                    <a:pt x="160243" y="15250"/>
                  </a:lnTo>
                  <a:lnTo>
                    <a:pt x="156228" y="16776"/>
                  </a:lnTo>
                  <a:lnTo>
                    <a:pt x="152240" y="18372"/>
                  </a:lnTo>
                  <a:lnTo>
                    <a:pt x="148281" y="20038"/>
                  </a:lnTo>
                  <a:lnTo>
                    <a:pt x="144351" y="21772"/>
                  </a:lnTo>
                  <a:lnTo>
                    <a:pt x="140452" y="23575"/>
                  </a:lnTo>
                  <a:lnTo>
                    <a:pt x="136586" y="25446"/>
                  </a:lnTo>
                  <a:lnTo>
                    <a:pt x="132753" y="27384"/>
                  </a:lnTo>
                  <a:lnTo>
                    <a:pt x="128954" y="29389"/>
                  </a:lnTo>
                  <a:lnTo>
                    <a:pt x="125191" y="31461"/>
                  </a:lnTo>
                  <a:lnTo>
                    <a:pt x="121465" y="33597"/>
                  </a:lnTo>
                  <a:lnTo>
                    <a:pt x="117777" y="35799"/>
                  </a:lnTo>
                  <a:lnTo>
                    <a:pt x="114128" y="38065"/>
                  </a:lnTo>
                  <a:lnTo>
                    <a:pt x="110519" y="40394"/>
                  </a:lnTo>
                  <a:lnTo>
                    <a:pt x="106951" y="42787"/>
                  </a:lnTo>
                  <a:lnTo>
                    <a:pt x="103426" y="45241"/>
                  </a:lnTo>
                  <a:lnTo>
                    <a:pt x="99945" y="47757"/>
                  </a:lnTo>
                  <a:lnTo>
                    <a:pt x="96507" y="50333"/>
                  </a:lnTo>
                  <a:lnTo>
                    <a:pt x="93116" y="52969"/>
                  </a:lnTo>
                  <a:lnTo>
                    <a:pt x="89771" y="55664"/>
                  </a:lnTo>
                  <a:lnTo>
                    <a:pt x="86474" y="58417"/>
                  </a:lnTo>
                  <a:lnTo>
                    <a:pt x="83226" y="61227"/>
                  </a:lnTo>
                  <a:lnTo>
                    <a:pt x="80027" y="64094"/>
                  </a:lnTo>
                  <a:lnTo>
                    <a:pt x="76879" y="67016"/>
                  </a:lnTo>
                  <a:lnTo>
                    <a:pt x="73782" y="69993"/>
                  </a:lnTo>
                  <a:lnTo>
                    <a:pt x="70738" y="73023"/>
                  </a:lnTo>
                  <a:lnTo>
                    <a:pt x="67748" y="76107"/>
                  </a:lnTo>
                  <a:lnTo>
                    <a:pt x="64812" y="79242"/>
                  </a:lnTo>
                  <a:lnTo>
                    <a:pt x="61931" y="82428"/>
                  </a:lnTo>
                  <a:lnTo>
                    <a:pt x="59107" y="85664"/>
                  </a:lnTo>
                  <a:lnTo>
                    <a:pt x="56339" y="88949"/>
                  </a:lnTo>
                  <a:lnTo>
                    <a:pt x="53630" y="92282"/>
                  </a:lnTo>
                  <a:lnTo>
                    <a:pt x="50979" y="95662"/>
                  </a:lnTo>
                  <a:lnTo>
                    <a:pt x="48388" y="99088"/>
                  </a:lnTo>
                  <a:lnTo>
                    <a:pt x="45857" y="102559"/>
                  </a:lnTo>
                  <a:lnTo>
                    <a:pt x="43387" y="106073"/>
                  </a:lnTo>
                  <a:lnTo>
                    <a:pt x="40980" y="109630"/>
                  </a:lnTo>
                  <a:lnTo>
                    <a:pt x="38634" y="113229"/>
                  </a:lnTo>
                  <a:lnTo>
                    <a:pt x="36353" y="116868"/>
                  </a:lnTo>
                  <a:lnTo>
                    <a:pt x="34135" y="120546"/>
                  </a:lnTo>
                  <a:lnTo>
                    <a:pt x="31982" y="124263"/>
                  </a:lnTo>
                  <a:lnTo>
                    <a:pt x="29894" y="128017"/>
                  </a:lnTo>
                  <a:lnTo>
                    <a:pt x="27872" y="131807"/>
                  </a:lnTo>
                  <a:lnTo>
                    <a:pt x="25917" y="135631"/>
                  </a:lnTo>
                  <a:lnTo>
                    <a:pt x="24029" y="139490"/>
                  </a:lnTo>
                  <a:lnTo>
                    <a:pt x="22209" y="143380"/>
                  </a:lnTo>
                  <a:lnTo>
                    <a:pt x="20458" y="147302"/>
                  </a:lnTo>
                  <a:lnTo>
                    <a:pt x="18775" y="151254"/>
                  </a:lnTo>
                  <a:lnTo>
                    <a:pt x="17162" y="155235"/>
                  </a:lnTo>
                  <a:lnTo>
                    <a:pt x="15618" y="159244"/>
                  </a:lnTo>
                  <a:lnTo>
                    <a:pt x="14145" y="163279"/>
                  </a:lnTo>
                  <a:lnTo>
                    <a:pt x="12743" y="167339"/>
                  </a:lnTo>
                  <a:lnTo>
                    <a:pt x="11412" y="171423"/>
                  </a:lnTo>
                  <a:lnTo>
                    <a:pt x="10153" y="175529"/>
                  </a:lnTo>
                  <a:lnTo>
                    <a:pt x="8966" y="179657"/>
                  </a:lnTo>
                  <a:lnTo>
                    <a:pt x="7851" y="183805"/>
                  </a:lnTo>
                  <a:lnTo>
                    <a:pt x="6809" y="187973"/>
                  </a:lnTo>
                  <a:lnTo>
                    <a:pt x="5840" y="192157"/>
                  </a:lnTo>
                  <a:lnTo>
                    <a:pt x="4944" y="196358"/>
                  </a:lnTo>
                  <a:lnTo>
                    <a:pt x="4123" y="200574"/>
                  </a:lnTo>
                  <a:lnTo>
                    <a:pt x="3375" y="204804"/>
                  </a:lnTo>
                  <a:lnTo>
                    <a:pt x="2701" y="209046"/>
                  </a:lnTo>
                  <a:lnTo>
                    <a:pt x="2101" y="213299"/>
                  </a:lnTo>
                  <a:lnTo>
                    <a:pt x="1577" y="217563"/>
                  </a:lnTo>
                  <a:lnTo>
                    <a:pt x="1126" y="221834"/>
                  </a:lnTo>
                  <a:lnTo>
                    <a:pt x="751" y="226113"/>
                  </a:lnTo>
                  <a:lnTo>
                    <a:pt x="450" y="230398"/>
                  </a:lnTo>
                  <a:lnTo>
                    <a:pt x="225" y="234687"/>
                  </a:lnTo>
                  <a:lnTo>
                    <a:pt x="75" y="238980"/>
                  </a:lnTo>
                  <a:lnTo>
                    <a:pt x="0" y="243275"/>
                  </a:lnTo>
                  <a:lnTo>
                    <a:pt x="0" y="247570"/>
                  </a:lnTo>
                  <a:lnTo>
                    <a:pt x="75" y="251865"/>
                  </a:lnTo>
                  <a:lnTo>
                    <a:pt x="225" y="256158"/>
                  </a:lnTo>
                  <a:lnTo>
                    <a:pt x="450" y="260447"/>
                  </a:lnTo>
                  <a:lnTo>
                    <a:pt x="751" y="264732"/>
                  </a:lnTo>
                  <a:lnTo>
                    <a:pt x="1126" y="269011"/>
                  </a:lnTo>
                  <a:lnTo>
                    <a:pt x="1577" y="273283"/>
                  </a:lnTo>
                  <a:lnTo>
                    <a:pt x="2101" y="277546"/>
                  </a:lnTo>
                  <a:lnTo>
                    <a:pt x="2701" y="281799"/>
                  </a:lnTo>
                  <a:lnTo>
                    <a:pt x="3375" y="286041"/>
                  </a:lnTo>
                  <a:lnTo>
                    <a:pt x="4123" y="290271"/>
                  </a:lnTo>
                  <a:lnTo>
                    <a:pt x="4944" y="294487"/>
                  </a:lnTo>
                  <a:lnTo>
                    <a:pt x="5840" y="298688"/>
                  </a:lnTo>
                  <a:lnTo>
                    <a:pt x="6809" y="302873"/>
                  </a:lnTo>
                  <a:lnTo>
                    <a:pt x="7851" y="307040"/>
                  </a:lnTo>
                  <a:lnTo>
                    <a:pt x="8966" y="311188"/>
                  </a:lnTo>
                  <a:lnTo>
                    <a:pt x="10153" y="315316"/>
                  </a:lnTo>
                  <a:lnTo>
                    <a:pt x="11412" y="319423"/>
                  </a:lnTo>
                  <a:lnTo>
                    <a:pt x="12743" y="323506"/>
                  </a:lnTo>
                  <a:lnTo>
                    <a:pt x="14145" y="327567"/>
                  </a:lnTo>
                  <a:lnTo>
                    <a:pt x="15618" y="331601"/>
                  </a:lnTo>
                  <a:lnTo>
                    <a:pt x="17162" y="335610"/>
                  </a:lnTo>
                  <a:lnTo>
                    <a:pt x="18775" y="339591"/>
                  </a:lnTo>
                  <a:lnTo>
                    <a:pt x="20458" y="343543"/>
                  </a:lnTo>
                  <a:lnTo>
                    <a:pt x="22209" y="347465"/>
                  </a:lnTo>
                  <a:lnTo>
                    <a:pt x="24029" y="351355"/>
                  </a:lnTo>
                  <a:lnTo>
                    <a:pt x="25917" y="355214"/>
                  </a:lnTo>
                  <a:lnTo>
                    <a:pt x="27872" y="359038"/>
                  </a:lnTo>
                  <a:lnTo>
                    <a:pt x="29894" y="362828"/>
                  </a:lnTo>
                  <a:lnTo>
                    <a:pt x="31982" y="366582"/>
                  </a:lnTo>
                  <a:lnTo>
                    <a:pt x="34135" y="370299"/>
                  </a:lnTo>
                  <a:lnTo>
                    <a:pt x="36353" y="373977"/>
                  </a:lnTo>
                  <a:lnTo>
                    <a:pt x="38634" y="377616"/>
                  </a:lnTo>
                  <a:lnTo>
                    <a:pt x="40980" y="381215"/>
                  </a:lnTo>
                  <a:lnTo>
                    <a:pt x="43387" y="384772"/>
                  </a:lnTo>
                  <a:lnTo>
                    <a:pt x="45857" y="388286"/>
                  </a:lnTo>
                  <a:lnTo>
                    <a:pt x="48388" y="391757"/>
                  </a:lnTo>
                  <a:lnTo>
                    <a:pt x="50979" y="395183"/>
                  </a:lnTo>
                  <a:lnTo>
                    <a:pt x="53630" y="398563"/>
                  </a:lnTo>
                  <a:lnTo>
                    <a:pt x="56339" y="401896"/>
                  </a:lnTo>
                  <a:lnTo>
                    <a:pt x="59107" y="405181"/>
                  </a:lnTo>
                  <a:lnTo>
                    <a:pt x="61931" y="408417"/>
                  </a:lnTo>
                  <a:lnTo>
                    <a:pt x="64812" y="411603"/>
                  </a:lnTo>
                  <a:lnTo>
                    <a:pt x="67748" y="414738"/>
                  </a:lnTo>
                  <a:lnTo>
                    <a:pt x="70738" y="417822"/>
                  </a:lnTo>
                  <a:lnTo>
                    <a:pt x="73782" y="420852"/>
                  </a:lnTo>
                  <a:lnTo>
                    <a:pt x="76879" y="423829"/>
                  </a:lnTo>
                  <a:lnTo>
                    <a:pt x="80027" y="426752"/>
                  </a:lnTo>
                  <a:lnTo>
                    <a:pt x="83226" y="429618"/>
                  </a:lnTo>
                  <a:lnTo>
                    <a:pt x="86474" y="432429"/>
                  </a:lnTo>
                  <a:lnTo>
                    <a:pt x="89771" y="435182"/>
                  </a:lnTo>
                  <a:lnTo>
                    <a:pt x="93116" y="437876"/>
                  </a:lnTo>
                  <a:lnTo>
                    <a:pt x="96507" y="440512"/>
                  </a:lnTo>
                  <a:lnTo>
                    <a:pt x="99945" y="443088"/>
                  </a:lnTo>
                  <a:lnTo>
                    <a:pt x="103426" y="445604"/>
                  </a:lnTo>
                  <a:lnTo>
                    <a:pt x="106951" y="448058"/>
                  </a:lnTo>
                  <a:lnTo>
                    <a:pt x="110519" y="450451"/>
                  </a:lnTo>
                  <a:lnTo>
                    <a:pt x="114128" y="452780"/>
                  </a:lnTo>
                  <a:lnTo>
                    <a:pt x="117777" y="455046"/>
                  </a:lnTo>
                  <a:lnTo>
                    <a:pt x="121465" y="457248"/>
                  </a:lnTo>
                  <a:lnTo>
                    <a:pt x="125191" y="459385"/>
                  </a:lnTo>
                  <a:lnTo>
                    <a:pt x="128954" y="461456"/>
                  </a:lnTo>
                  <a:lnTo>
                    <a:pt x="132753" y="463461"/>
                  </a:lnTo>
                  <a:lnTo>
                    <a:pt x="136586" y="465399"/>
                  </a:lnTo>
                  <a:lnTo>
                    <a:pt x="140452" y="467270"/>
                  </a:lnTo>
                  <a:lnTo>
                    <a:pt x="144351" y="469073"/>
                  </a:lnTo>
                  <a:lnTo>
                    <a:pt x="148281" y="470808"/>
                  </a:lnTo>
                  <a:lnTo>
                    <a:pt x="152240" y="472473"/>
                  </a:lnTo>
                  <a:lnTo>
                    <a:pt x="156228" y="474069"/>
                  </a:lnTo>
                  <a:lnTo>
                    <a:pt x="160243" y="475595"/>
                  </a:lnTo>
                  <a:lnTo>
                    <a:pt x="164284" y="477050"/>
                  </a:lnTo>
                  <a:lnTo>
                    <a:pt x="168350" y="478435"/>
                  </a:lnTo>
                  <a:lnTo>
                    <a:pt x="172440" y="479748"/>
                  </a:lnTo>
                  <a:lnTo>
                    <a:pt x="176552" y="480989"/>
                  </a:lnTo>
                  <a:lnTo>
                    <a:pt x="180685" y="482158"/>
                  </a:lnTo>
                  <a:lnTo>
                    <a:pt x="184838" y="483255"/>
                  </a:lnTo>
                  <a:lnTo>
                    <a:pt x="189010" y="484278"/>
                  </a:lnTo>
                  <a:lnTo>
                    <a:pt x="193199" y="485229"/>
                  </a:lnTo>
                  <a:lnTo>
                    <a:pt x="197404" y="486106"/>
                  </a:lnTo>
                  <a:lnTo>
                    <a:pt x="201623" y="486909"/>
                  </a:lnTo>
                  <a:lnTo>
                    <a:pt x="205856" y="487639"/>
                  </a:lnTo>
                  <a:lnTo>
                    <a:pt x="210101" y="488294"/>
                  </a:lnTo>
                  <a:lnTo>
                    <a:pt x="214357" y="488875"/>
                  </a:lnTo>
                  <a:lnTo>
                    <a:pt x="218623" y="489381"/>
                  </a:lnTo>
                  <a:lnTo>
                    <a:pt x="222896" y="489813"/>
                  </a:lnTo>
                  <a:lnTo>
                    <a:pt x="227177" y="490169"/>
                  </a:lnTo>
                  <a:lnTo>
                    <a:pt x="231463" y="490451"/>
                  </a:lnTo>
                  <a:lnTo>
                    <a:pt x="235753" y="490658"/>
                  </a:lnTo>
                  <a:lnTo>
                    <a:pt x="240047" y="490789"/>
                  </a:lnTo>
                  <a:lnTo>
                    <a:pt x="244342" y="490846"/>
                  </a:lnTo>
                  <a:lnTo>
                    <a:pt x="248637" y="490827"/>
                  </a:lnTo>
                  <a:lnTo>
                    <a:pt x="252931" y="490733"/>
                  </a:lnTo>
                  <a:lnTo>
                    <a:pt x="257223" y="490564"/>
                  </a:lnTo>
                  <a:lnTo>
                    <a:pt x="261512" y="490320"/>
                  </a:lnTo>
                  <a:lnTo>
                    <a:pt x="265795" y="490000"/>
                  </a:lnTo>
                  <a:lnTo>
                    <a:pt x="270072" y="489606"/>
                  </a:lnTo>
                  <a:lnTo>
                    <a:pt x="274342" y="489137"/>
                  </a:lnTo>
                  <a:lnTo>
                    <a:pt x="278603" y="488594"/>
                  </a:lnTo>
                  <a:lnTo>
                    <a:pt x="282854" y="487976"/>
                  </a:lnTo>
                  <a:lnTo>
                    <a:pt x="287093" y="487283"/>
                  </a:lnTo>
                  <a:lnTo>
                    <a:pt x="291319" y="486517"/>
                  </a:lnTo>
                  <a:lnTo>
                    <a:pt x="295532" y="485677"/>
                  </a:lnTo>
                  <a:lnTo>
                    <a:pt x="299729" y="484763"/>
                  </a:lnTo>
                  <a:lnTo>
                    <a:pt x="303909" y="483776"/>
                  </a:lnTo>
                  <a:lnTo>
                    <a:pt x="308071" y="482715"/>
                  </a:lnTo>
                  <a:lnTo>
                    <a:pt x="312215" y="481582"/>
                  </a:lnTo>
                  <a:lnTo>
                    <a:pt x="316338" y="480377"/>
                  </a:lnTo>
                  <a:lnTo>
                    <a:pt x="320439" y="479100"/>
                  </a:lnTo>
                  <a:lnTo>
                    <a:pt x="324517" y="477751"/>
                  </a:lnTo>
                  <a:lnTo>
                    <a:pt x="328571" y="476331"/>
                  </a:lnTo>
                  <a:lnTo>
                    <a:pt x="332599" y="474841"/>
                  </a:lnTo>
                  <a:lnTo>
                    <a:pt x="336601" y="473280"/>
                  </a:lnTo>
                  <a:lnTo>
                    <a:pt x="340574" y="471649"/>
                  </a:lnTo>
                  <a:lnTo>
                    <a:pt x="344519" y="469949"/>
                  </a:lnTo>
                  <a:lnTo>
                    <a:pt x="348433" y="468180"/>
                  </a:lnTo>
                  <a:lnTo>
                    <a:pt x="352316" y="466343"/>
                  </a:lnTo>
                  <a:lnTo>
                    <a:pt x="356166" y="464438"/>
                  </a:lnTo>
                  <a:lnTo>
                    <a:pt x="359982" y="462467"/>
                  </a:lnTo>
                  <a:lnTo>
                    <a:pt x="363763" y="460428"/>
                  </a:lnTo>
                  <a:lnTo>
                    <a:pt x="367508" y="458324"/>
                  </a:lnTo>
                  <a:lnTo>
                    <a:pt x="371215" y="456155"/>
                  </a:lnTo>
                  <a:lnTo>
                    <a:pt x="374884" y="453921"/>
                  </a:lnTo>
                  <a:lnTo>
                    <a:pt x="378513" y="451623"/>
                  </a:lnTo>
                  <a:lnTo>
                    <a:pt x="382101" y="449262"/>
                  </a:lnTo>
                  <a:lnTo>
                    <a:pt x="385648" y="446839"/>
                  </a:lnTo>
                  <a:lnTo>
                    <a:pt x="389151" y="444354"/>
                  </a:lnTo>
                  <a:lnTo>
                    <a:pt x="392611" y="441808"/>
                  </a:lnTo>
                  <a:lnTo>
                    <a:pt x="396025" y="439202"/>
                  </a:lnTo>
                  <a:lnTo>
                    <a:pt x="399393" y="436536"/>
                  </a:lnTo>
                  <a:lnTo>
                    <a:pt x="402714" y="433812"/>
                  </a:lnTo>
                  <a:lnTo>
                    <a:pt x="405987" y="431031"/>
                  </a:lnTo>
                  <a:lnTo>
                    <a:pt x="409211" y="428192"/>
                  </a:lnTo>
                  <a:lnTo>
                    <a:pt x="412385" y="425297"/>
                  </a:lnTo>
                  <a:lnTo>
                    <a:pt x="415507" y="422348"/>
                  </a:lnTo>
                  <a:lnTo>
                    <a:pt x="418577" y="419344"/>
                  </a:lnTo>
                  <a:lnTo>
                    <a:pt x="421595" y="416287"/>
                  </a:lnTo>
                  <a:lnTo>
                    <a:pt x="424558" y="413177"/>
                  </a:lnTo>
                  <a:lnTo>
                    <a:pt x="427466" y="410016"/>
                  </a:lnTo>
                  <a:lnTo>
                    <a:pt x="430319" y="406805"/>
                  </a:lnTo>
                  <a:lnTo>
                    <a:pt x="433115" y="403544"/>
                  </a:lnTo>
                  <a:lnTo>
                    <a:pt x="435854" y="400235"/>
                  </a:lnTo>
                  <a:lnTo>
                    <a:pt x="438534" y="396879"/>
                  </a:lnTo>
                  <a:lnTo>
                    <a:pt x="441155" y="393476"/>
                  </a:lnTo>
                  <a:lnTo>
                    <a:pt x="443716" y="390027"/>
                  </a:lnTo>
                  <a:lnTo>
                    <a:pt x="446216" y="386535"/>
                  </a:lnTo>
                  <a:lnTo>
                    <a:pt x="448655" y="382999"/>
                  </a:lnTo>
                  <a:lnTo>
                    <a:pt x="451032" y="379421"/>
                  </a:lnTo>
                  <a:lnTo>
                    <a:pt x="453345" y="375802"/>
                  </a:lnTo>
                  <a:lnTo>
                    <a:pt x="455595" y="372143"/>
                  </a:lnTo>
                  <a:lnTo>
                    <a:pt x="457781" y="368445"/>
                  </a:lnTo>
                  <a:lnTo>
                    <a:pt x="459901" y="364710"/>
                  </a:lnTo>
                  <a:lnTo>
                    <a:pt x="461956" y="360938"/>
                  </a:lnTo>
                  <a:lnTo>
                    <a:pt x="463945" y="357130"/>
                  </a:lnTo>
                  <a:lnTo>
                    <a:pt x="465866" y="353289"/>
                  </a:lnTo>
                  <a:lnTo>
                    <a:pt x="467720" y="349414"/>
                  </a:lnTo>
                  <a:lnTo>
                    <a:pt x="469506" y="345508"/>
                  </a:lnTo>
                  <a:lnTo>
                    <a:pt x="471223" y="341570"/>
                  </a:lnTo>
                  <a:lnTo>
                    <a:pt x="472872" y="337604"/>
                  </a:lnTo>
                  <a:lnTo>
                    <a:pt x="474450" y="333609"/>
                  </a:lnTo>
                  <a:lnTo>
                    <a:pt x="475958" y="329587"/>
                  </a:lnTo>
                  <a:lnTo>
                    <a:pt x="477396" y="325540"/>
                  </a:lnTo>
                  <a:lnTo>
                    <a:pt x="478762" y="321467"/>
                  </a:lnTo>
                  <a:lnTo>
                    <a:pt x="480058" y="317372"/>
                  </a:lnTo>
                  <a:lnTo>
                    <a:pt x="481281" y="313254"/>
                  </a:lnTo>
                  <a:lnTo>
                    <a:pt x="482432" y="309116"/>
                  </a:lnTo>
                  <a:lnTo>
                    <a:pt x="483510" y="304958"/>
                  </a:lnTo>
                  <a:lnTo>
                    <a:pt x="484516" y="300782"/>
                  </a:lnTo>
                  <a:lnTo>
                    <a:pt x="485448" y="296589"/>
                  </a:lnTo>
                  <a:lnTo>
                    <a:pt x="486307" y="292381"/>
                  </a:lnTo>
                  <a:lnTo>
                    <a:pt x="487092" y="288158"/>
                  </a:lnTo>
                  <a:lnTo>
                    <a:pt x="487803" y="283922"/>
                  </a:lnTo>
                  <a:lnTo>
                    <a:pt x="488439" y="279674"/>
                  </a:lnTo>
                  <a:lnTo>
                    <a:pt x="489001" y="275415"/>
                  </a:lnTo>
                  <a:lnTo>
                    <a:pt x="489489" y="271148"/>
                  </a:lnTo>
                  <a:lnTo>
                    <a:pt x="489902" y="266872"/>
                  </a:lnTo>
                  <a:lnTo>
                    <a:pt x="490240" y="262590"/>
                  </a:lnTo>
                  <a:lnTo>
                    <a:pt x="490503" y="258303"/>
                  </a:lnTo>
                  <a:lnTo>
                    <a:pt x="490691" y="254012"/>
                  </a:lnTo>
                  <a:lnTo>
                    <a:pt x="490803" y="249718"/>
                  </a:lnTo>
                  <a:lnTo>
                    <a:pt x="490841" y="245423"/>
                  </a:lnTo>
                </a:path>
              </a:pathLst>
            </a:custGeom>
            <a:ln w="13550" cap="flat">
              <a:solidFill>
                <a:srgbClr val="7FC5D8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738" name="tx738"/>
            <p:cNvSpPr/>
            <p:nvPr/>
          </p:nvSpPr>
          <p:spPr>
            <a:xfrm>
              <a:off x="4439457" y="5250539"/>
              <a:ext cx="265084" cy="800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739" name="tx739"/>
            <p:cNvSpPr/>
            <p:nvPr/>
          </p:nvSpPr>
          <p:spPr>
            <a:xfrm>
              <a:off x="4430353" y="5812953"/>
              <a:ext cx="283292" cy="82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740" name="tx740"/>
            <p:cNvSpPr/>
            <p:nvPr/>
          </p:nvSpPr>
          <p:spPr>
            <a:xfrm>
              <a:off x="4771573" y="5333099"/>
              <a:ext cx="469984" cy="801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741" name="tx741"/>
            <p:cNvSpPr/>
            <p:nvPr/>
          </p:nvSpPr>
          <p:spPr>
            <a:xfrm>
              <a:off x="4854239" y="5532937"/>
              <a:ext cx="216915" cy="79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742" name="tx742"/>
            <p:cNvSpPr/>
            <p:nvPr/>
          </p:nvSpPr>
          <p:spPr>
            <a:xfrm>
              <a:off x="4771573" y="5730287"/>
              <a:ext cx="488193" cy="82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743" name="pg743"/>
            <p:cNvSpPr/>
            <p:nvPr/>
          </p:nvSpPr>
          <p:spPr>
            <a:xfrm>
              <a:off x="4326583" y="5328563"/>
              <a:ext cx="490841" cy="490846"/>
            </a:xfrm>
            <a:custGeom>
              <a:avLst/>
              <a:pathLst>
                <a:path w="490841" h="490846">
                  <a:moveTo>
                    <a:pt x="490841" y="245423"/>
                  </a:moveTo>
                  <a:lnTo>
                    <a:pt x="490803" y="241127"/>
                  </a:lnTo>
                  <a:lnTo>
                    <a:pt x="490691" y="236833"/>
                  </a:lnTo>
                  <a:lnTo>
                    <a:pt x="490503" y="232542"/>
                  </a:lnTo>
                  <a:lnTo>
                    <a:pt x="490240" y="228255"/>
                  </a:lnTo>
                  <a:lnTo>
                    <a:pt x="489902" y="223973"/>
                  </a:lnTo>
                  <a:lnTo>
                    <a:pt x="489489" y="219697"/>
                  </a:lnTo>
                  <a:lnTo>
                    <a:pt x="489001" y="215430"/>
                  </a:lnTo>
                  <a:lnTo>
                    <a:pt x="488439" y="211171"/>
                  </a:lnTo>
                  <a:lnTo>
                    <a:pt x="487803" y="206924"/>
                  </a:lnTo>
                  <a:lnTo>
                    <a:pt x="487092" y="202687"/>
                  </a:lnTo>
                  <a:lnTo>
                    <a:pt x="486307" y="198464"/>
                  </a:lnTo>
                  <a:lnTo>
                    <a:pt x="485448" y="194256"/>
                  </a:lnTo>
                  <a:lnTo>
                    <a:pt x="484516" y="190063"/>
                  </a:lnTo>
                  <a:lnTo>
                    <a:pt x="483510" y="185887"/>
                  </a:lnTo>
                  <a:lnTo>
                    <a:pt x="482432" y="181729"/>
                  </a:lnTo>
                  <a:lnTo>
                    <a:pt x="481281" y="177591"/>
                  </a:lnTo>
                  <a:lnTo>
                    <a:pt x="480058" y="173473"/>
                  </a:lnTo>
                  <a:lnTo>
                    <a:pt x="478762" y="169378"/>
                  </a:lnTo>
                  <a:lnTo>
                    <a:pt x="477396" y="165306"/>
                  </a:lnTo>
                  <a:lnTo>
                    <a:pt x="475958" y="161258"/>
                  </a:lnTo>
                  <a:lnTo>
                    <a:pt x="474450" y="157236"/>
                  </a:lnTo>
                  <a:lnTo>
                    <a:pt x="472872" y="153241"/>
                  </a:lnTo>
                  <a:lnTo>
                    <a:pt x="471223" y="149275"/>
                  </a:lnTo>
                  <a:lnTo>
                    <a:pt x="469506" y="145338"/>
                  </a:lnTo>
                  <a:lnTo>
                    <a:pt x="467720" y="141431"/>
                  </a:lnTo>
                  <a:lnTo>
                    <a:pt x="465866" y="137556"/>
                  </a:lnTo>
                  <a:lnTo>
                    <a:pt x="463945" y="133715"/>
                  </a:lnTo>
                  <a:lnTo>
                    <a:pt x="461956" y="129907"/>
                  </a:lnTo>
                  <a:lnTo>
                    <a:pt x="459901" y="126135"/>
                  </a:lnTo>
                  <a:lnTo>
                    <a:pt x="457781" y="122400"/>
                  </a:lnTo>
                  <a:lnTo>
                    <a:pt x="455595" y="118702"/>
                  </a:lnTo>
                  <a:lnTo>
                    <a:pt x="453345" y="115043"/>
                  </a:lnTo>
                  <a:lnTo>
                    <a:pt x="451032" y="111424"/>
                  </a:lnTo>
                  <a:lnTo>
                    <a:pt x="448655" y="107846"/>
                  </a:lnTo>
                  <a:lnTo>
                    <a:pt x="446216" y="104310"/>
                  </a:lnTo>
                  <a:lnTo>
                    <a:pt x="443716" y="100818"/>
                  </a:lnTo>
                  <a:lnTo>
                    <a:pt x="441155" y="97370"/>
                  </a:lnTo>
                  <a:lnTo>
                    <a:pt x="438534" y="93967"/>
                  </a:lnTo>
                  <a:lnTo>
                    <a:pt x="435854" y="90610"/>
                  </a:lnTo>
                  <a:lnTo>
                    <a:pt x="433115" y="87301"/>
                  </a:lnTo>
                  <a:lnTo>
                    <a:pt x="430319" y="84040"/>
                  </a:lnTo>
                  <a:lnTo>
                    <a:pt x="427466" y="80829"/>
                  </a:lnTo>
                  <a:lnTo>
                    <a:pt x="424558" y="77668"/>
                  </a:lnTo>
                  <a:lnTo>
                    <a:pt x="421595" y="74558"/>
                  </a:lnTo>
                  <a:lnTo>
                    <a:pt x="418577" y="71501"/>
                  </a:lnTo>
                  <a:lnTo>
                    <a:pt x="415507" y="68497"/>
                  </a:lnTo>
                  <a:lnTo>
                    <a:pt x="412385" y="65548"/>
                  </a:lnTo>
                  <a:lnTo>
                    <a:pt x="409211" y="62653"/>
                  </a:lnTo>
                  <a:lnTo>
                    <a:pt x="405987" y="59815"/>
                  </a:lnTo>
                  <a:lnTo>
                    <a:pt x="402714" y="57033"/>
                  </a:lnTo>
                  <a:lnTo>
                    <a:pt x="399393" y="54309"/>
                  </a:lnTo>
                  <a:lnTo>
                    <a:pt x="396025" y="51643"/>
                  </a:lnTo>
                  <a:lnTo>
                    <a:pt x="392611" y="49037"/>
                  </a:lnTo>
                  <a:lnTo>
                    <a:pt x="389151" y="46491"/>
                  </a:lnTo>
                  <a:lnTo>
                    <a:pt x="385648" y="44006"/>
                  </a:lnTo>
                  <a:lnTo>
                    <a:pt x="382101" y="41583"/>
                  </a:lnTo>
                  <a:lnTo>
                    <a:pt x="378513" y="39222"/>
                  </a:lnTo>
                  <a:lnTo>
                    <a:pt x="374884" y="36924"/>
                  </a:lnTo>
                  <a:lnTo>
                    <a:pt x="371215" y="34690"/>
                  </a:lnTo>
                  <a:lnTo>
                    <a:pt x="367508" y="32521"/>
                  </a:lnTo>
                  <a:lnTo>
                    <a:pt x="363763" y="30417"/>
                  </a:lnTo>
                  <a:lnTo>
                    <a:pt x="359982" y="28378"/>
                  </a:lnTo>
                  <a:lnTo>
                    <a:pt x="356166" y="26407"/>
                  </a:lnTo>
                  <a:lnTo>
                    <a:pt x="352316" y="24502"/>
                  </a:lnTo>
                  <a:lnTo>
                    <a:pt x="348433" y="22665"/>
                  </a:lnTo>
                  <a:lnTo>
                    <a:pt x="344519" y="20896"/>
                  </a:lnTo>
                  <a:lnTo>
                    <a:pt x="340574" y="19196"/>
                  </a:lnTo>
                  <a:lnTo>
                    <a:pt x="336601" y="17565"/>
                  </a:lnTo>
                  <a:lnTo>
                    <a:pt x="332599" y="16004"/>
                  </a:lnTo>
                  <a:lnTo>
                    <a:pt x="328571" y="14514"/>
                  </a:lnTo>
                  <a:lnTo>
                    <a:pt x="324517" y="13094"/>
                  </a:lnTo>
                  <a:lnTo>
                    <a:pt x="320439" y="11745"/>
                  </a:lnTo>
                  <a:lnTo>
                    <a:pt x="316338" y="10468"/>
                  </a:lnTo>
                  <a:lnTo>
                    <a:pt x="312215" y="9263"/>
                  </a:lnTo>
                  <a:lnTo>
                    <a:pt x="308071" y="8130"/>
                  </a:lnTo>
                  <a:lnTo>
                    <a:pt x="303909" y="7070"/>
                  </a:lnTo>
                  <a:lnTo>
                    <a:pt x="299729" y="6082"/>
                  </a:lnTo>
                  <a:lnTo>
                    <a:pt x="295532" y="5169"/>
                  </a:lnTo>
                  <a:lnTo>
                    <a:pt x="291319" y="4328"/>
                  </a:lnTo>
                  <a:lnTo>
                    <a:pt x="287093" y="3562"/>
                  </a:lnTo>
                  <a:lnTo>
                    <a:pt x="282854" y="2869"/>
                  </a:lnTo>
                  <a:lnTo>
                    <a:pt x="278603" y="2251"/>
                  </a:lnTo>
                  <a:lnTo>
                    <a:pt x="274342" y="1708"/>
                  </a:lnTo>
                  <a:lnTo>
                    <a:pt x="270072" y="1239"/>
                  </a:lnTo>
                  <a:lnTo>
                    <a:pt x="265795" y="845"/>
                  </a:lnTo>
                  <a:lnTo>
                    <a:pt x="261512" y="526"/>
                  </a:lnTo>
                  <a:lnTo>
                    <a:pt x="257223" y="281"/>
                  </a:lnTo>
                  <a:lnTo>
                    <a:pt x="252931" y="112"/>
                  </a:lnTo>
                  <a:lnTo>
                    <a:pt x="248637" y="18"/>
                  </a:lnTo>
                  <a:lnTo>
                    <a:pt x="244342" y="0"/>
                  </a:lnTo>
                  <a:lnTo>
                    <a:pt x="240047" y="56"/>
                  </a:lnTo>
                  <a:lnTo>
                    <a:pt x="235753" y="187"/>
                  </a:lnTo>
                  <a:lnTo>
                    <a:pt x="231463" y="394"/>
                  </a:lnTo>
                  <a:lnTo>
                    <a:pt x="227177" y="676"/>
                  </a:lnTo>
                  <a:lnTo>
                    <a:pt x="222896" y="1032"/>
                  </a:lnTo>
                  <a:lnTo>
                    <a:pt x="218623" y="1464"/>
                  </a:lnTo>
                  <a:lnTo>
                    <a:pt x="214357" y="1970"/>
                  </a:lnTo>
                  <a:lnTo>
                    <a:pt x="210101" y="2551"/>
                  </a:lnTo>
                  <a:lnTo>
                    <a:pt x="205856" y="3206"/>
                  </a:lnTo>
                  <a:lnTo>
                    <a:pt x="201623" y="3936"/>
                  </a:lnTo>
                  <a:lnTo>
                    <a:pt x="197404" y="4739"/>
                  </a:lnTo>
                  <a:lnTo>
                    <a:pt x="193199" y="5616"/>
                  </a:lnTo>
                  <a:lnTo>
                    <a:pt x="189010" y="6567"/>
                  </a:lnTo>
                  <a:lnTo>
                    <a:pt x="184838" y="7591"/>
                  </a:lnTo>
                  <a:lnTo>
                    <a:pt x="180685" y="8687"/>
                  </a:lnTo>
                  <a:lnTo>
                    <a:pt x="176552" y="9856"/>
                  </a:lnTo>
                  <a:lnTo>
                    <a:pt x="172440" y="11098"/>
                  </a:lnTo>
                  <a:lnTo>
                    <a:pt x="168350" y="12411"/>
                  </a:lnTo>
                  <a:lnTo>
                    <a:pt x="164284" y="13795"/>
                  </a:lnTo>
                  <a:lnTo>
                    <a:pt x="160243" y="15250"/>
                  </a:lnTo>
                  <a:lnTo>
                    <a:pt x="156228" y="16776"/>
                  </a:lnTo>
                  <a:lnTo>
                    <a:pt x="152240" y="18372"/>
                  </a:lnTo>
                  <a:lnTo>
                    <a:pt x="148281" y="20038"/>
                  </a:lnTo>
                  <a:lnTo>
                    <a:pt x="144351" y="21772"/>
                  </a:lnTo>
                  <a:lnTo>
                    <a:pt x="140452" y="23575"/>
                  </a:lnTo>
                  <a:lnTo>
                    <a:pt x="136586" y="25446"/>
                  </a:lnTo>
                  <a:lnTo>
                    <a:pt x="132753" y="27384"/>
                  </a:lnTo>
                  <a:lnTo>
                    <a:pt x="128954" y="29389"/>
                  </a:lnTo>
                  <a:lnTo>
                    <a:pt x="125191" y="31461"/>
                  </a:lnTo>
                  <a:lnTo>
                    <a:pt x="121465" y="33597"/>
                  </a:lnTo>
                  <a:lnTo>
                    <a:pt x="117777" y="35799"/>
                  </a:lnTo>
                  <a:lnTo>
                    <a:pt x="114128" y="38065"/>
                  </a:lnTo>
                  <a:lnTo>
                    <a:pt x="110519" y="40394"/>
                  </a:lnTo>
                  <a:lnTo>
                    <a:pt x="106951" y="42787"/>
                  </a:lnTo>
                  <a:lnTo>
                    <a:pt x="103426" y="45241"/>
                  </a:lnTo>
                  <a:lnTo>
                    <a:pt x="99945" y="47757"/>
                  </a:lnTo>
                  <a:lnTo>
                    <a:pt x="96507" y="50333"/>
                  </a:lnTo>
                  <a:lnTo>
                    <a:pt x="93116" y="52969"/>
                  </a:lnTo>
                  <a:lnTo>
                    <a:pt x="89771" y="55664"/>
                  </a:lnTo>
                  <a:lnTo>
                    <a:pt x="86474" y="58417"/>
                  </a:lnTo>
                  <a:lnTo>
                    <a:pt x="83226" y="61227"/>
                  </a:lnTo>
                  <a:lnTo>
                    <a:pt x="80027" y="64094"/>
                  </a:lnTo>
                  <a:lnTo>
                    <a:pt x="76879" y="67016"/>
                  </a:lnTo>
                  <a:lnTo>
                    <a:pt x="73782" y="69993"/>
                  </a:lnTo>
                  <a:lnTo>
                    <a:pt x="70738" y="73023"/>
                  </a:lnTo>
                  <a:lnTo>
                    <a:pt x="67748" y="76107"/>
                  </a:lnTo>
                  <a:lnTo>
                    <a:pt x="64812" y="79242"/>
                  </a:lnTo>
                  <a:lnTo>
                    <a:pt x="61931" y="82428"/>
                  </a:lnTo>
                  <a:lnTo>
                    <a:pt x="59107" y="85664"/>
                  </a:lnTo>
                  <a:lnTo>
                    <a:pt x="56339" y="88949"/>
                  </a:lnTo>
                  <a:lnTo>
                    <a:pt x="53630" y="92282"/>
                  </a:lnTo>
                  <a:lnTo>
                    <a:pt x="50979" y="95662"/>
                  </a:lnTo>
                  <a:lnTo>
                    <a:pt x="48388" y="99088"/>
                  </a:lnTo>
                  <a:lnTo>
                    <a:pt x="45857" y="102559"/>
                  </a:lnTo>
                  <a:lnTo>
                    <a:pt x="43387" y="106073"/>
                  </a:lnTo>
                  <a:lnTo>
                    <a:pt x="40980" y="109630"/>
                  </a:lnTo>
                  <a:lnTo>
                    <a:pt x="38634" y="113229"/>
                  </a:lnTo>
                  <a:lnTo>
                    <a:pt x="36353" y="116868"/>
                  </a:lnTo>
                  <a:lnTo>
                    <a:pt x="34135" y="120546"/>
                  </a:lnTo>
                  <a:lnTo>
                    <a:pt x="31982" y="124263"/>
                  </a:lnTo>
                  <a:lnTo>
                    <a:pt x="29894" y="128017"/>
                  </a:lnTo>
                  <a:lnTo>
                    <a:pt x="27872" y="131807"/>
                  </a:lnTo>
                  <a:lnTo>
                    <a:pt x="25917" y="135631"/>
                  </a:lnTo>
                  <a:lnTo>
                    <a:pt x="24029" y="139490"/>
                  </a:lnTo>
                  <a:lnTo>
                    <a:pt x="22209" y="143380"/>
                  </a:lnTo>
                  <a:lnTo>
                    <a:pt x="20458" y="147302"/>
                  </a:lnTo>
                  <a:lnTo>
                    <a:pt x="18775" y="151254"/>
                  </a:lnTo>
                  <a:lnTo>
                    <a:pt x="17162" y="155235"/>
                  </a:lnTo>
                  <a:lnTo>
                    <a:pt x="15618" y="159244"/>
                  </a:lnTo>
                  <a:lnTo>
                    <a:pt x="14145" y="163279"/>
                  </a:lnTo>
                  <a:lnTo>
                    <a:pt x="12743" y="167339"/>
                  </a:lnTo>
                  <a:lnTo>
                    <a:pt x="11412" y="171423"/>
                  </a:lnTo>
                  <a:lnTo>
                    <a:pt x="10153" y="175529"/>
                  </a:lnTo>
                  <a:lnTo>
                    <a:pt x="8966" y="179657"/>
                  </a:lnTo>
                  <a:lnTo>
                    <a:pt x="7851" y="183805"/>
                  </a:lnTo>
                  <a:lnTo>
                    <a:pt x="6809" y="187973"/>
                  </a:lnTo>
                  <a:lnTo>
                    <a:pt x="5840" y="192157"/>
                  </a:lnTo>
                  <a:lnTo>
                    <a:pt x="4944" y="196358"/>
                  </a:lnTo>
                  <a:lnTo>
                    <a:pt x="4123" y="200574"/>
                  </a:lnTo>
                  <a:lnTo>
                    <a:pt x="3375" y="204804"/>
                  </a:lnTo>
                  <a:lnTo>
                    <a:pt x="2701" y="209046"/>
                  </a:lnTo>
                  <a:lnTo>
                    <a:pt x="2101" y="213299"/>
                  </a:lnTo>
                  <a:lnTo>
                    <a:pt x="1577" y="217563"/>
                  </a:lnTo>
                  <a:lnTo>
                    <a:pt x="1126" y="221834"/>
                  </a:lnTo>
                  <a:lnTo>
                    <a:pt x="751" y="226113"/>
                  </a:lnTo>
                  <a:lnTo>
                    <a:pt x="450" y="230398"/>
                  </a:lnTo>
                  <a:lnTo>
                    <a:pt x="225" y="234687"/>
                  </a:lnTo>
                  <a:lnTo>
                    <a:pt x="75" y="238980"/>
                  </a:lnTo>
                  <a:lnTo>
                    <a:pt x="0" y="243275"/>
                  </a:lnTo>
                  <a:lnTo>
                    <a:pt x="0" y="247570"/>
                  </a:lnTo>
                  <a:lnTo>
                    <a:pt x="75" y="251865"/>
                  </a:lnTo>
                  <a:lnTo>
                    <a:pt x="225" y="256158"/>
                  </a:lnTo>
                  <a:lnTo>
                    <a:pt x="450" y="260447"/>
                  </a:lnTo>
                  <a:lnTo>
                    <a:pt x="751" y="264732"/>
                  </a:lnTo>
                  <a:lnTo>
                    <a:pt x="1126" y="269011"/>
                  </a:lnTo>
                  <a:lnTo>
                    <a:pt x="1577" y="273283"/>
                  </a:lnTo>
                  <a:lnTo>
                    <a:pt x="2101" y="277546"/>
                  </a:lnTo>
                  <a:lnTo>
                    <a:pt x="2701" y="281799"/>
                  </a:lnTo>
                  <a:lnTo>
                    <a:pt x="3375" y="286041"/>
                  </a:lnTo>
                  <a:lnTo>
                    <a:pt x="4123" y="290271"/>
                  </a:lnTo>
                  <a:lnTo>
                    <a:pt x="4944" y="294487"/>
                  </a:lnTo>
                  <a:lnTo>
                    <a:pt x="5840" y="298688"/>
                  </a:lnTo>
                  <a:lnTo>
                    <a:pt x="6809" y="302873"/>
                  </a:lnTo>
                  <a:lnTo>
                    <a:pt x="7851" y="307040"/>
                  </a:lnTo>
                  <a:lnTo>
                    <a:pt x="8966" y="311188"/>
                  </a:lnTo>
                  <a:lnTo>
                    <a:pt x="10153" y="315316"/>
                  </a:lnTo>
                  <a:lnTo>
                    <a:pt x="11412" y="319423"/>
                  </a:lnTo>
                  <a:lnTo>
                    <a:pt x="12743" y="323506"/>
                  </a:lnTo>
                  <a:lnTo>
                    <a:pt x="14145" y="327567"/>
                  </a:lnTo>
                  <a:lnTo>
                    <a:pt x="15618" y="331601"/>
                  </a:lnTo>
                  <a:lnTo>
                    <a:pt x="17162" y="335610"/>
                  </a:lnTo>
                  <a:lnTo>
                    <a:pt x="18775" y="339591"/>
                  </a:lnTo>
                  <a:lnTo>
                    <a:pt x="20458" y="343543"/>
                  </a:lnTo>
                  <a:lnTo>
                    <a:pt x="22209" y="347465"/>
                  </a:lnTo>
                  <a:lnTo>
                    <a:pt x="24029" y="351355"/>
                  </a:lnTo>
                  <a:lnTo>
                    <a:pt x="25917" y="355214"/>
                  </a:lnTo>
                  <a:lnTo>
                    <a:pt x="27872" y="359038"/>
                  </a:lnTo>
                  <a:lnTo>
                    <a:pt x="29894" y="362828"/>
                  </a:lnTo>
                  <a:lnTo>
                    <a:pt x="31982" y="366582"/>
                  </a:lnTo>
                  <a:lnTo>
                    <a:pt x="34135" y="370299"/>
                  </a:lnTo>
                  <a:lnTo>
                    <a:pt x="36353" y="373977"/>
                  </a:lnTo>
                  <a:lnTo>
                    <a:pt x="38634" y="377616"/>
                  </a:lnTo>
                  <a:lnTo>
                    <a:pt x="40980" y="381215"/>
                  </a:lnTo>
                  <a:lnTo>
                    <a:pt x="43387" y="384772"/>
                  </a:lnTo>
                  <a:lnTo>
                    <a:pt x="45857" y="388286"/>
                  </a:lnTo>
                  <a:lnTo>
                    <a:pt x="48388" y="391757"/>
                  </a:lnTo>
                  <a:lnTo>
                    <a:pt x="50979" y="395183"/>
                  </a:lnTo>
                  <a:lnTo>
                    <a:pt x="53630" y="398563"/>
                  </a:lnTo>
                  <a:lnTo>
                    <a:pt x="56339" y="401896"/>
                  </a:lnTo>
                  <a:lnTo>
                    <a:pt x="59107" y="405181"/>
                  </a:lnTo>
                  <a:lnTo>
                    <a:pt x="61931" y="408417"/>
                  </a:lnTo>
                  <a:lnTo>
                    <a:pt x="64812" y="411603"/>
                  </a:lnTo>
                  <a:lnTo>
                    <a:pt x="67748" y="414738"/>
                  </a:lnTo>
                  <a:lnTo>
                    <a:pt x="70738" y="417822"/>
                  </a:lnTo>
                  <a:lnTo>
                    <a:pt x="73782" y="420852"/>
                  </a:lnTo>
                  <a:lnTo>
                    <a:pt x="76879" y="423829"/>
                  </a:lnTo>
                  <a:lnTo>
                    <a:pt x="80027" y="426752"/>
                  </a:lnTo>
                  <a:lnTo>
                    <a:pt x="83226" y="429618"/>
                  </a:lnTo>
                  <a:lnTo>
                    <a:pt x="86474" y="432429"/>
                  </a:lnTo>
                  <a:lnTo>
                    <a:pt x="89771" y="435182"/>
                  </a:lnTo>
                  <a:lnTo>
                    <a:pt x="93116" y="437876"/>
                  </a:lnTo>
                  <a:lnTo>
                    <a:pt x="96507" y="440512"/>
                  </a:lnTo>
                  <a:lnTo>
                    <a:pt x="99945" y="443088"/>
                  </a:lnTo>
                  <a:lnTo>
                    <a:pt x="103426" y="445604"/>
                  </a:lnTo>
                  <a:lnTo>
                    <a:pt x="106951" y="448058"/>
                  </a:lnTo>
                  <a:lnTo>
                    <a:pt x="110519" y="450451"/>
                  </a:lnTo>
                  <a:lnTo>
                    <a:pt x="114128" y="452780"/>
                  </a:lnTo>
                  <a:lnTo>
                    <a:pt x="117777" y="455046"/>
                  </a:lnTo>
                  <a:lnTo>
                    <a:pt x="121465" y="457248"/>
                  </a:lnTo>
                  <a:lnTo>
                    <a:pt x="125191" y="459385"/>
                  </a:lnTo>
                  <a:lnTo>
                    <a:pt x="128954" y="461456"/>
                  </a:lnTo>
                  <a:lnTo>
                    <a:pt x="132753" y="463461"/>
                  </a:lnTo>
                  <a:lnTo>
                    <a:pt x="136586" y="465399"/>
                  </a:lnTo>
                  <a:lnTo>
                    <a:pt x="140452" y="467270"/>
                  </a:lnTo>
                  <a:lnTo>
                    <a:pt x="144351" y="469073"/>
                  </a:lnTo>
                  <a:lnTo>
                    <a:pt x="148281" y="470808"/>
                  </a:lnTo>
                  <a:lnTo>
                    <a:pt x="152240" y="472473"/>
                  </a:lnTo>
                  <a:lnTo>
                    <a:pt x="156228" y="474069"/>
                  </a:lnTo>
                  <a:lnTo>
                    <a:pt x="160243" y="475595"/>
                  </a:lnTo>
                  <a:lnTo>
                    <a:pt x="164284" y="477050"/>
                  </a:lnTo>
                  <a:lnTo>
                    <a:pt x="168350" y="478435"/>
                  </a:lnTo>
                  <a:lnTo>
                    <a:pt x="172440" y="479748"/>
                  </a:lnTo>
                  <a:lnTo>
                    <a:pt x="176552" y="480989"/>
                  </a:lnTo>
                  <a:lnTo>
                    <a:pt x="180685" y="482158"/>
                  </a:lnTo>
                  <a:lnTo>
                    <a:pt x="184838" y="483255"/>
                  </a:lnTo>
                  <a:lnTo>
                    <a:pt x="189010" y="484278"/>
                  </a:lnTo>
                  <a:lnTo>
                    <a:pt x="193199" y="485229"/>
                  </a:lnTo>
                  <a:lnTo>
                    <a:pt x="197404" y="486106"/>
                  </a:lnTo>
                  <a:lnTo>
                    <a:pt x="201623" y="486909"/>
                  </a:lnTo>
                  <a:lnTo>
                    <a:pt x="205856" y="487639"/>
                  </a:lnTo>
                  <a:lnTo>
                    <a:pt x="210101" y="488294"/>
                  </a:lnTo>
                  <a:lnTo>
                    <a:pt x="214357" y="488875"/>
                  </a:lnTo>
                  <a:lnTo>
                    <a:pt x="218623" y="489381"/>
                  </a:lnTo>
                  <a:lnTo>
                    <a:pt x="222896" y="489813"/>
                  </a:lnTo>
                  <a:lnTo>
                    <a:pt x="227177" y="490169"/>
                  </a:lnTo>
                  <a:lnTo>
                    <a:pt x="231463" y="490451"/>
                  </a:lnTo>
                  <a:lnTo>
                    <a:pt x="235753" y="490658"/>
                  </a:lnTo>
                  <a:lnTo>
                    <a:pt x="240047" y="490789"/>
                  </a:lnTo>
                  <a:lnTo>
                    <a:pt x="244342" y="490846"/>
                  </a:lnTo>
                  <a:lnTo>
                    <a:pt x="248637" y="490827"/>
                  </a:lnTo>
                  <a:lnTo>
                    <a:pt x="252931" y="490733"/>
                  </a:lnTo>
                  <a:lnTo>
                    <a:pt x="257223" y="490564"/>
                  </a:lnTo>
                  <a:lnTo>
                    <a:pt x="261512" y="490320"/>
                  </a:lnTo>
                  <a:lnTo>
                    <a:pt x="265795" y="490000"/>
                  </a:lnTo>
                  <a:lnTo>
                    <a:pt x="270072" y="489606"/>
                  </a:lnTo>
                  <a:lnTo>
                    <a:pt x="274342" y="489137"/>
                  </a:lnTo>
                  <a:lnTo>
                    <a:pt x="278603" y="488594"/>
                  </a:lnTo>
                  <a:lnTo>
                    <a:pt x="282854" y="487976"/>
                  </a:lnTo>
                  <a:lnTo>
                    <a:pt x="287093" y="487283"/>
                  </a:lnTo>
                  <a:lnTo>
                    <a:pt x="291319" y="486517"/>
                  </a:lnTo>
                  <a:lnTo>
                    <a:pt x="295532" y="485677"/>
                  </a:lnTo>
                  <a:lnTo>
                    <a:pt x="299729" y="484763"/>
                  </a:lnTo>
                  <a:lnTo>
                    <a:pt x="303909" y="483776"/>
                  </a:lnTo>
                  <a:lnTo>
                    <a:pt x="308071" y="482715"/>
                  </a:lnTo>
                  <a:lnTo>
                    <a:pt x="312215" y="481582"/>
                  </a:lnTo>
                  <a:lnTo>
                    <a:pt x="316338" y="480377"/>
                  </a:lnTo>
                  <a:lnTo>
                    <a:pt x="320439" y="479100"/>
                  </a:lnTo>
                  <a:lnTo>
                    <a:pt x="324517" y="477751"/>
                  </a:lnTo>
                  <a:lnTo>
                    <a:pt x="328571" y="476331"/>
                  </a:lnTo>
                  <a:lnTo>
                    <a:pt x="332599" y="474841"/>
                  </a:lnTo>
                  <a:lnTo>
                    <a:pt x="336601" y="473280"/>
                  </a:lnTo>
                  <a:lnTo>
                    <a:pt x="340574" y="471649"/>
                  </a:lnTo>
                  <a:lnTo>
                    <a:pt x="344519" y="469949"/>
                  </a:lnTo>
                  <a:lnTo>
                    <a:pt x="348433" y="468180"/>
                  </a:lnTo>
                  <a:lnTo>
                    <a:pt x="352316" y="466343"/>
                  </a:lnTo>
                  <a:lnTo>
                    <a:pt x="356166" y="464438"/>
                  </a:lnTo>
                  <a:lnTo>
                    <a:pt x="359982" y="462467"/>
                  </a:lnTo>
                  <a:lnTo>
                    <a:pt x="363763" y="460428"/>
                  </a:lnTo>
                  <a:lnTo>
                    <a:pt x="367508" y="458324"/>
                  </a:lnTo>
                  <a:lnTo>
                    <a:pt x="371215" y="456155"/>
                  </a:lnTo>
                  <a:lnTo>
                    <a:pt x="374884" y="453921"/>
                  </a:lnTo>
                  <a:lnTo>
                    <a:pt x="378513" y="451623"/>
                  </a:lnTo>
                  <a:lnTo>
                    <a:pt x="382101" y="449262"/>
                  </a:lnTo>
                  <a:lnTo>
                    <a:pt x="385648" y="446839"/>
                  </a:lnTo>
                  <a:lnTo>
                    <a:pt x="389151" y="444354"/>
                  </a:lnTo>
                  <a:lnTo>
                    <a:pt x="392611" y="441808"/>
                  </a:lnTo>
                  <a:lnTo>
                    <a:pt x="396025" y="439202"/>
                  </a:lnTo>
                  <a:lnTo>
                    <a:pt x="399393" y="436536"/>
                  </a:lnTo>
                  <a:lnTo>
                    <a:pt x="402714" y="433812"/>
                  </a:lnTo>
                  <a:lnTo>
                    <a:pt x="405987" y="431031"/>
                  </a:lnTo>
                  <a:lnTo>
                    <a:pt x="409211" y="428192"/>
                  </a:lnTo>
                  <a:lnTo>
                    <a:pt x="412385" y="425297"/>
                  </a:lnTo>
                  <a:lnTo>
                    <a:pt x="415507" y="422348"/>
                  </a:lnTo>
                  <a:lnTo>
                    <a:pt x="418577" y="419344"/>
                  </a:lnTo>
                  <a:lnTo>
                    <a:pt x="421595" y="416287"/>
                  </a:lnTo>
                  <a:lnTo>
                    <a:pt x="424558" y="413177"/>
                  </a:lnTo>
                  <a:lnTo>
                    <a:pt x="427466" y="410016"/>
                  </a:lnTo>
                  <a:lnTo>
                    <a:pt x="430319" y="406805"/>
                  </a:lnTo>
                  <a:lnTo>
                    <a:pt x="433115" y="403544"/>
                  </a:lnTo>
                  <a:lnTo>
                    <a:pt x="435854" y="400235"/>
                  </a:lnTo>
                  <a:lnTo>
                    <a:pt x="438534" y="396879"/>
                  </a:lnTo>
                  <a:lnTo>
                    <a:pt x="441155" y="393476"/>
                  </a:lnTo>
                  <a:lnTo>
                    <a:pt x="443716" y="390027"/>
                  </a:lnTo>
                  <a:lnTo>
                    <a:pt x="446216" y="386535"/>
                  </a:lnTo>
                  <a:lnTo>
                    <a:pt x="448655" y="382999"/>
                  </a:lnTo>
                  <a:lnTo>
                    <a:pt x="451032" y="379421"/>
                  </a:lnTo>
                  <a:lnTo>
                    <a:pt x="453345" y="375802"/>
                  </a:lnTo>
                  <a:lnTo>
                    <a:pt x="455595" y="372143"/>
                  </a:lnTo>
                  <a:lnTo>
                    <a:pt x="457781" y="368445"/>
                  </a:lnTo>
                  <a:lnTo>
                    <a:pt x="459901" y="364710"/>
                  </a:lnTo>
                  <a:lnTo>
                    <a:pt x="461956" y="360938"/>
                  </a:lnTo>
                  <a:lnTo>
                    <a:pt x="463945" y="357130"/>
                  </a:lnTo>
                  <a:lnTo>
                    <a:pt x="465866" y="353289"/>
                  </a:lnTo>
                  <a:lnTo>
                    <a:pt x="467720" y="349414"/>
                  </a:lnTo>
                  <a:lnTo>
                    <a:pt x="469506" y="345508"/>
                  </a:lnTo>
                  <a:lnTo>
                    <a:pt x="471223" y="341570"/>
                  </a:lnTo>
                  <a:lnTo>
                    <a:pt x="472872" y="337604"/>
                  </a:lnTo>
                  <a:lnTo>
                    <a:pt x="474450" y="333609"/>
                  </a:lnTo>
                  <a:lnTo>
                    <a:pt x="475958" y="329587"/>
                  </a:lnTo>
                  <a:lnTo>
                    <a:pt x="477396" y="325540"/>
                  </a:lnTo>
                  <a:lnTo>
                    <a:pt x="478762" y="321467"/>
                  </a:lnTo>
                  <a:lnTo>
                    <a:pt x="480058" y="317372"/>
                  </a:lnTo>
                  <a:lnTo>
                    <a:pt x="481281" y="313254"/>
                  </a:lnTo>
                  <a:lnTo>
                    <a:pt x="482432" y="309116"/>
                  </a:lnTo>
                  <a:lnTo>
                    <a:pt x="483510" y="304958"/>
                  </a:lnTo>
                  <a:lnTo>
                    <a:pt x="484516" y="300782"/>
                  </a:lnTo>
                  <a:lnTo>
                    <a:pt x="485448" y="296589"/>
                  </a:lnTo>
                  <a:lnTo>
                    <a:pt x="486307" y="292381"/>
                  </a:lnTo>
                  <a:lnTo>
                    <a:pt x="487092" y="288158"/>
                  </a:lnTo>
                  <a:lnTo>
                    <a:pt x="487803" y="283922"/>
                  </a:lnTo>
                  <a:lnTo>
                    <a:pt x="488439" y="279674"/>
                  </a:lnTo>
                  <a:lnTo>
                    <a:pt x="489001" y="275415"/>
                  </a:lnTo>
                  <a:lnTo>
                    <a:pt x="489489" y="271148"/>
                  </a:lnTo>
                  <a:lnTo>
                    <a:pt x="489902" y="266872"/>
                  </a:lnTo>
                  <a:lnTo>
                    <a:pt x="490240" y="262590"/>
                  </a:lnTo>
                  <a:lnTo>
                    <a:pt x="490503" y="258303"/>
                  </a:lnTo>
                  <a:lnTo>
                    <a:pt x="490691" y="254012"/>
                  </a:lnTo>
                  <a:lnTo>
                    <a:pt x="490803" y="249718"/>
                  </a:lnTo>
                  <a:close/>
                </a:path>
              </a:pathLst>
            </a:custGeom>
            <a:solidFill>
              <a:srgbClr val="F5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744" name="pl744"/>
            <p:cNvSpPr/>
            <p:nvPr/>
          </p:nvSpPr>
          <p:spPr>
            <a:xfrm>
              <a:off x="4572000" y="5328561"/>
              <a:ext cx="0" cy="220882"/>
            </a:xfrm>
            <a:custGeom>
              <a:avLst/>
              <a:pathLst>
                <a:path w="0" h="220882">
                  <a:moveTo>
                    <a:pt x="0" y="220882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l745"/>
            <p:cNvSpPr/>
            <p:nvPr/>
          </p:nvSpPr>
          <p:spPr>
            <a:xfrm>
              <a:off x="4589354" y="5400444"/>
              <a:ext cx="156187" cy="156187"/>
            </a:xfrm>
            <a:custGeom>
              <a:avLst/>
              <a:pathLst>
                <a:path w="156187" h="156187">
                  <a:moveTo>
                    <a:pt x="0" y="156187"/>
                  </a:moveTo>
                  <a:lnTo>
                    <a:pt x="156187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l746"/>
            <p:cNvSpPr/>
            <p:nvPr/>
          </p:nvSpPr>
          <p:spPr>
            <a:xfrm>
              <a:off x="4596542" y="5573986"/>
              <a:ext cx="220882" cy="0"/>
            </a:xfrm>
            <a:custGeom>
              <a:avLst/>
              <a:pathLst>
                <a:path w="220882" h="0">
                  <a:moveTo>
                    <a:pt x="0" y="0"/>
                  </a:moveTo>
                  <a:lnTo>
                    <a:pt x="220882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l747"/>
            <p:cNvSpPr/>
            <p:nvPr/>
          </p:nvSpPr>
          <p:spPr>
            <a:xfrm>
              <a:off x="4589354" y="5591340"/>
              <a:ext cx="156187" cy="156187"/>
            </a:xfrm>
            <a:custGeom>
              <a:avLst/>
              <a:pathLst>
                <a:path w="156187" h="156187">
                  <a:moveTo>
                    <a:pt x="0" y="0"/>
                  </a:moveTo>
                  <a:lnTo>
                    <a:pt x="156187" y="156187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l748"/>
            <p:cNvSpPr/>
            <p:nvPr/>
          </p:nvSpPr>
          <p:spPr>
            <a:xfrm>
              <a:off x="4572000" y="5598529"/>
              <a:ext cx="0" cy="220882"/>
            </a:xfrm>
            <a:custGeom>
              <a:avLst/>
              <a:pathLst>
                <a:path w="0" h="220882">
                  <a:moveTo>
                    <a:pt x="0" y="0"/>
                  </a:moveTo>
                  <a:lnTo>
                    <a:pt x="0" y="220882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l749"/>
            <p:cNvSpPr/>
            <p:nvPr/>
          </p:nvSpPr>
          <p:spPr>
            <a:xfrm>
              <a:off x="4398458" y="5591340"/>
              <a:ext cx="156187" cy="156187"/>
            </a:xfrm>
            <a:custGeom>
              <a:avLst/>
              <a:pathLst>
                <a:path w="156187" h="156187">
                  <a:moveTo>
                    <a:pt x="156187" y="0"/>
                  </a:moveTo>
                  <a:lnTo>
                    <a:pt x="0" y="156187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l750"/>
            <p:cNvSpPr/>
            <p:nvPr/>
          </p:nvSpPr>
          <p:spPr>
            <a:xfrm>
              <a:off x="4326574" y="5573986"/>
              <a:ext cx="220882" cy="0"/>
            </a:xfrm>
            <a:custGeom>
              <a:avLst/>
              <a:pathLst>
                <a:path w="220882" h="0">
                  <a:moveTo>
                    <a:pt x="220882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l751"/>
            <p:cNvSpPr/>
            <p:nvPr/>
          </p:nvSpPr>
          <p:spPr>
            <a:xfrm>
              <a:off x="4398458" y="5400444"/>
              <a:ext cx="156187" cy="156187"/>
            </a:xfrm>
            <a:custGeom>
              <a:avLst/>
              <a:pathLst>
                <a:path w="156187" h="156187">
                  <a:moveTo>
                    <a:pt x="156187" y="156187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l752"/>
            <p:cNvSpPr/>
            <p:nvPr/>
          </p:nvSpPr>
          <p:spPr>
            <a:xfrm>
              <a:off x="4547457" y="5439002"/>
              <a:ext cx="119990" cy="159526"/>
            </a:xfrm>
            <a:custGeom>
              <a:avLst/>
              <a:pathLst>
                <a:path w="119990" h="159526">
                  <a:moveTo>
                    <a:pt x="24542" y="0"/>
                  </a:moveTo>
                  <a:lnTo>
                    <a:pt x="119990" y="39535"/>
                  </a:lnTo>
                  <a:lnTo>
                    <a:pt x="49085" y="134983"/>
                  </a:lnTo>
                  <a:lnTo>
                    <a:pt x="41896" y="152338"/>
                  </a:lnTo>
                  <a:lnTo>
                    <a:pt x="24542" y="159526"/>
                  </a:lnTo>
                  <a:lnTo>
                    <a:pt x="7188" y="152338"/>
                  </a:lnTo>
                  <a:lnTo>
                    <a:pt x="0" y="134983"/>
                  </a:lnTo>
                  <a:lnTo>
                    <a:pt x="7188" y="117629"/>
                  </a:lnTo>
                  <a:lnTo>
                    <a:pt x="24542" y="0"/>
                  </a:lnTo>
                </a:path>
              </a:pathLst>
            </a:custGeom>
            <a:ln w="31166" cap="flat">
              <a:solidFill>
                <a:srgbClr val="B4A0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t753"/>
            <p:cNvSpPr/>
            <p:nvPr/>
          </p:nvSpPr>
          <p:spPr>
            <a:xfrm>
              <a:off x="4536052" y="5403054"/>
              <a:ext cx="71895" cy="71895"/>
            </a:xfrm>
            <a:prstGeom prst="ellipse">
              <a:avLst/>
            </a:prstGeom>
            <a:solidFill>
              <a:srgbClr val="B4A0EB">
                <a:alpha val="100000"/>
              </a:srgbClr>
            </a:solidFill>
            <a:ln w="12272" cap="rnd">
              <a:solidFill>
                <a:srgbClr val="B4A0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t754"/>
            <p:cNvSpPr/>
            <p:nvPr/>
          </p:nvSpPr>
          <p:spPr>
            <a:xfrm>
              <a:off x="4631500" y="5442590"/>
              <a:ext cx="71895" cy="71895"/>
            </a:xfrm>
            <a:prstGeom prst="ellipse">
              <a:avLst/>
            </a:prstGeom>
            <a:solidFill>
              <a:srgbClr val="B4A0EB">
                <a:alpha val="100000"/>
              </a:srgbClr>
            </a:solidFill>
            <a:ln w="12272" cap="rnd">
              <a:solidFill>
                <a:srgbClr val="B4A0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t755"/>
            <p:cNvSpPr/>
            <p:nvPr/>
          </p:nvSpPr>
          <p:spPr>
            <a:xfrm>
              <a:off x="4560594" y="5538038"/>
              <a:ext cx="71895" cy="71895"/>
            </a:xfrm>
            <a:prstGeom prst="ellipse">
              <a:avLst/>
            </a:prstGeom>
            <a:solidFill>
              <a:srgbClr val="B4A0EB">
                <a:alpha val="100000"/>
              </a:srgbClr>
            </a:solidFill>
            <a:ln w="12272" cap="rnd">
              <a:solidFill>
                <a:srgbClr val="B4A0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t756"/>
            <p:cNvSpPr/>
            <p:nvPr/>
          </p:nvSpPr>
          <p:spPr>
            <a:xfrm>
              <a:off x="4553406" y="5555392"/>
              <a:ext cx="71895" cy="71895"/>
            </a:xfrm>
            <a:prstGeom prst="ellipse">
              <a:avLst/>
            </a:prstGeom>
            <a:solidFill>
              <a:srgbClr val="B4A0EB">
                <a:alpha val="100000"/>
              </a:srgbClr>
            </a:solidFill>
            <a:ln w="12272" cap="rnd">
              <a:solidFill>
                <a:srgbClr val="B4A0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t757"/>
            <p:cNvSpPr/>
            <p:nvPr/>
          </p:nvSpPr>
          <p:spPr>
            <a:xfrm>
              <a:off x="4536052" y="5562581"/>
              <a:ext cx="71895" cy="71895"/>
            </a:xfrm>
            <a:prstGeom prst="ellipse">
              <a:avLst/>
            </a:prstGeom>
            <a:solidFill>
              <a:srgbClr val="B4A0EB">
                <a:alpha val="100000"/>
              </a:srgbClr>
            </a:solidFill>
            <a:ln w="12272" cap="rnd">
              <a:solidFill>
                <a:srgbClr val="B4A0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t758"/>
            <p:cNvSpPr/>
            <p:nvPr/>
          </p:nvSpPr>
          <p:spPr>
            <a:xfrm>
              <a:off x="4518698" y="5555392"/>
              <a:ext cx="71895" cy="71895"/>
            </a:xfrm>
            <a:prstGeom prst="ellipse">
              <a:avLst/>
            </a:prstGeom>
            <a:solidFill>
              <a:srgbClr val="B4A0EB">
                <a:alpha val="100000"/>
              </a:srgbClr>
            </a:solidFill>
            <a:ln w="12272" cap="rnd">
              <a:solidFill>
                <a:srgbClr val="B4A0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t759"/>
            <p:cNvSpPr/>
            <p:nvPr/>
          </p:nvSpPr>
          <p:spPr>
            <a:xfrm>
              <a:off x="4511509" y="5538038"/>
              <a:ext cx="71895" cy="71895"/>
            </a:xfrm>
            <a:prstGeom prst="ellipse">
              <a:avLst/>
            </a:prstGeom>
            <a:solidFill>
              <a:srgbClr val="B4A0EB">
                <a:alpha val="100000"/>
              </a:srgbClr>
            </a:solidFill>
            <a:ln w="12272" cap="rnd">
              <a:solidFill>
                <a:srgbClr val="B4A0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t760"/>
            <p:cNvSpPr/>
            <p:nvPr/>
          </p:nvSpPr>
          <p:spPr>
            <a:xfrm>
              <a:off x="4518698" y="5520684"/>
              <a:ext cx="71895" cy="71895"/>
            </a:xfrm>
            <a:prstGeom prst="ellipse">
              <a:avLst/>
            </a:prstGeom>
            <a:solidFill>
              <a:srgbClr val="B4A0EB">
                <a:alpha val="100000"/>
              </a:srgbClr>
            </a:solidFill>
            <a:ln w="12272" cap="rnd">
              <a:solidFill>
                <a:srgbClr val="B4A0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t761"/>
            <p:cNvSpPr/>
            <p:nvPr/>
          </p:nvSpPr>
          <p:spPr>
            <a:xfrm>
              <a:off x="4536052" y="5403054"/>
              <a:ext cx="71895" cy="71895"/>
            </a:xfrm>
            <a:prstGeom prst="ellipse">
              <a:avLst/>
            </a:prstGeom>
            <a:solidFill>
              <a:srgbClr val="B4A0EB">
                <a:alpha val="100000"/>
              </a:srgbClr>
            </a:solidFill>
            <a:ln w="12272" cap="rnd">
              <a:solidFill>
                <a:srgbClr val="B4A0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tx762"/>
            <p:cNvSpPr/>
            <p:nvPr/>
          </p:nvSpPr>
          <p:spPr>
            <a:xfrm>
              <a:off x="4451360" y="5525533"/>
              <a:ext cx="96096" cy="477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2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2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763" name="tx763"/>
            <p:cNvSpPr/>
            <p:nvPr/>
          </p:nvSpPr>
          <p:spPr>
            <a:xfrm>
              <a:off x="4414383" y="5415091"/>
              <a:ext cx="133074" cy="477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2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2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764" name="tx764"/>
            <p:cNvSpPr/>
            <p:nvPr/>
          </p:nvSpPr>
          <p:spPr>
            <a:xfrm>
              <a:off x="4377405" y="5304650"/>
              <a:ext cx="170051" cy="477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2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2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  <p:sp>
          <p:nvSpPr>
            <p:cNvPr id="765" name="rc765"/>
            <p:cNvSpPr/>
            <p:nvPr/>
          </p:nvSpPr>
          <p:spPr>
            <a:xfrm>
              <a:off x="6072803" y="5108705"/>
              <a:ext cx="3001607" cy="90709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766" name="rc766"/>
            <p:cNvSpPr/>
            <p:nvPr/>
          </p:nvSpPr>
          <p:spPr>
            <a:xfrm>
              <a:off x="6072803" y="5199414"/>
              <a:ext cx="3001607" cy="74914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7" name="rc767"/>
            <p:cNvSpPr/>
            <p:nvPr/>
          </p:nvSpPr>
          <p:spPr>
            <a:xfrm>
              <a:off x="6123413" y="5108705"/>
              <a:ext cx="2900386" cy="90709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68" name="tx768"/>
            <p:cNvSpPr/>
            <p:nvPr/>
          </p:nvSpPr>
          <p:spPr>
            <a:xfrm>
              <a:off x="7168041" y="5095975"/>
              <a:ext cx="811131" cy="1100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Otidiformes</a:t>
              </a:r>
            </a:p>
          </p:txBody>
        </p:sp>
        <p:sp>
          <p:nvSpPr>
            <p:cNvPr id="769" name="rc769"/>
            <p:cNvSpPr/>
            <p:nvPr/>
          </p:nvSpPr>
          <p:spPr>
            <a:xfrm>
              <a:off x="7168655" y="5250024"/>
              <a:ext cx="809903" cy="64792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0" name="tx770"/>
            <p:cNvSpPr/>
            <p:nvPr/>
          </p:nvSpPr>
          <p:spPr>
            <a:xfrm>
              <a:off x="6867844" y="5730287"/>
              <a:ext cx="506189" cy="82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7044439" y="5532937"/>
              <a:ext cx="246928" cy="79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6886052" y="5333099"/>
              <a:ext cx="487981" cy="801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773" name="pl773"/>
            <p:cNvSpPr/>
            <p:nvPr/>
          </p:nvSpPr>
          <p:spPr>
            <a:xfrm>
              <a:off x="7549065" y="5549444"/>
              <a:ext cx="49084" cy="49084"/>
            </a:xfrm>
            <a:custGeom>
              <a:avLst/>
              <a:pathLst>
                <a:path w="49084" h="49084">
                  <a:moveTo>
                    <a:pt x="49084" y="24542"/>
                  </a:moveTo>
                  <a:lnTo>
                    <a:pt x="49080" y="24112"/>
                  </a:lnTo>
                  <a:lnTo>
                    <a:pt x="49069" y="23683"/>
                  </a:lnTo>
                  <a:lnTo>
                    <a:pt x="49050" y="23254"/>
                  </a:lnTo>
                  <a:lnTo>
                    <a:pt x="49024" y="22825"/>
                  </a:lnTo>
                  <a:lnTo>
                    <a:pt x="48990" y="22397"/>
                  </a:lnTo>
                  <a:lnTo>
                    <a:pt x="48948" y="21969"/>
                  </a:lnTo>
                  <a:lnTo>
                    <a:pt x="48900" y="21543"/>
                  </a:lnTo>
                  <a:lnTo>
                    <a:pt x="48843" y="21117"/>
                  </a:lnTo>
                  <a:lnTo>
                    <a:pt x="48780" y="20692"/>
                  </a:lnTo>
                  <a:lnTo>
                    <a:pt x="48709" y="20268"/>
                  </a:lnTo>
                  <a:lnTo>
                    <a:pt x="48630" y="19846"/>
                  </a:lnTo>
                  <a:lnTo>
                    <a:pt x="48544" y="19425"/>
                  </a:lnTo>
                  <a:lnTo>
                    <a:pt x="48451" y="19006"/>
                  </a:lnTo>
                  <a:lnTo>
                    <a:pt x="48351" y="18588"/>
                  </a:lnTo>
                  <a:lnTo>
                    <a:pt x="48243" y="18172"/>
                  </a:lnTo>
                  <a:lnTo>
                    <a:pt x="48128" y="17759"/>
                  </a:lnTo>
                  <a:lnTo>
                    <a:pt x="48005" y="17347"/>
                  </a:lnTo>
                  <a:lnTo>
                    <a:pt x="47876" y="16937"/>
                  </a:lnTo>
                  <a:lnTo>
                    <a:pt x="47739" y="16530"/>
                  </a:lnTo>
                  <a:lnTo>
                    <a:pt x="47595" y="16125"/>
                  </a:lnTo>
                  <a:lnTo>
                    <a:pt x="47445" y="15723"/>
                  </a:lnTo>
                  <a:lnTo>
                    <a:pt x="47287" y="15324"/>
                  </a:lnTo>
                  <a:lnTo>
                    <a:pt x="47122" y="14927"/>
                  </a:lnTo>
                  <a:lnTo>
                    <a:pt x="46950" y="14533"/>
                  </a:lnTo>
                  <a:lnTo>
                    <a:pt x="46772" y="14143"/>
                  </a:lnTo>
                  <a:lnTo>
                    <a:pt x="46586" y="13755"/>
                  </a:lnTo>
                  <a:lnTo>
                    <a:pt x="46394" y="13371"/>
                  </a:lnTo>
                  <a:lnTo>
                    <a:pt x="46195" y="12990"/>
                  </a:lnTo>
                  <a:lnTo>
                    <a:pt x="45990" y="12613"/>
                  </a:lnTo>
                  <a:lnTo>
                    <a:pt x="45778" y="12240"/>
                  </a:lnTo>
                  <a:lnTo>
                    <a:pt x="45559" y="11870"/>
                  </a:lnTo>
                  <a:lnTo>
                    <a:pt x="45334" y="11504"/>
                  </a:lnTo>
                  <a:lnTo>
                    <a:pt x="45103" y="11142"/>
                  </a:lnTo>
                  <a:lnTo>
                    <a:pt x="44865" y="10784"/>
                  </a:lnTo>
                  <a:lnTo>
                    <a:pt x="44621" y="10431"/>
                  </a:lnTo>
                  <a:lnTo>
                    <a:pt x="44371" y="10081"/>
                  </a:lnTo>
                  <a:lnTo>
                    <a:pt x="44115" y="9737"/>
                  </a:lnTo>
                  <a:lnTo>
                    <a:pt x="43853" y="9396"/>
                  </a:lnTo>
                  <a:lnTo>
                    <a:pt x="43585" y="9061"/>
                  </a:lnTo>
                  <a:lnTo>
                    <a:pt x="43311" y="8730"/>
                  </a:lnTo>
                  <a:lnTo>
                    <a:pt x="43031" y="8404"/>
                  </a:lnTo>
                  <a:lnTo>
                    <a:pt x="42746" y="8082"/>
                  </a:lnTo>
                  <a:lnTo>
                    <a:pt x="42455" y="7766"/>
                  </a:lnTo>
                  <a:lnTo>
                    <a:pt x="42159" y="7455"/>
                  </a:lnTo>
                  <a:lnTo>
                    <a:pt x="41857" y="7150"/>
                  </a:lnTo>
                  <a:lnTo>
                    <a:pt x="41550" y="6849"/>
                  </a:lnTo>
                  <a:lnTo>
                    <a:pt x="41238" y="6554"/>
                  </a:lnTo>
                  <a:lnTo>
                    <a:pt x="40921" y="6265"/>
                  </a:lnTo>
                  <a:lnTo>
                    <a:pt x="40598" y="5981"/>
                  </a:lnTo>
                  <a:lnTo>
                    <a:pt x="40271" y="5703"/>
                  </a:lnTo>
                  <a:lnTo>
                    <a:pt x="39939" y="5430"/>
                  </a:lnTo>
                  <a:lnTo>
                    <a:pt x="39602" y="5164"/>
                  </a:lnTo>
                  <a:lnTo>
                    <a:pt x="39261" y="4903"/>
                  </a:lnTo>
                  <a:lnTo>
                    <a:pt x="38915" y="4649"/>
                  </a:lnTo>
                  <a:lnTo>
                    <a:pt x="38564" y="4400"/>
                  </a:lnTo>
                  <a:lnTo>
                    <a:pt x="38210" y="4158"/>
                  </a:lnTo>
                  <a:lnTo>
                    <a:pt x="37851" y="3922"/>
                  </a:lnTo>
                  <a:lnTo>
                    <a:pt x="37488" y="3692"/>
                  </a:lnTo>
                  <a:lnTo>
                    <a:pt x="37121" y="3469"/>
                  </a:lnTo>
                  <a:lnTo>
                    <a:pt x="36750" y="3252"/>
                  </a:lnTo>
                  <a:lnTo>
                    <a:pt x="36376" y="3041"/>
                  </a:lnTo>
                  <a:lnTo>
                    <a:pt x="35998" y="2837"/>
                  </a:lnTo>
                  <a:lnTo>
                    <a:pt x="35616" y="2640"/>
                  </a:lnTo>
                  <a:lnTo>
                    <a:pt x="35231" y="2450"/>
                  </a:lnTo>
                  <a:lnTo>
                    <a:pt x="34843" y="2266"/>
                  </a:lnTo>
                  <a:lnTo>
                    <a:pt x="34451" y="2089"/>
                  </a:lnTo>
                  <a:lnTo>
                    <a:pt x="34057" y="1919"/>
                  </a:lnTo>
                  <a:lnTo>
                    <a:pt x="33660" y="1756"/>
                  </a:lnTo>
                  <a:lnTo>
                    <a:pt x="33259" y="1600"/>
                  </a:lnTo>
                  <a:lnTo>
                    <a:pt x="32857" y="1451"/>
                  </a:lnTo>
                  <a:lnTo>
                    <a:pt x="32451" y="1309"/>
                  </a:lnTo>
                  <a:lnTo>
                    <a:pt x="32043" y="1174"/>
                  </a:lnTo>
                  <a:lnTo>
                    <a:pt x="31633" y="1046"/>
                  </a:lnTo>
                  <a:lnTo>
                    <a:pt x="31221" y="926"/>
                  </a:lnTo>
                  <a:lnTo>
                    <a:pt x="30807" y="813"/>
                  </a:lnTo>
                  <a:lnTo>
                    <a:pt x="30390" y="707"/>
                  </a:lnTo>
                  <a:lnTo>
                    <a:pt x="29972" y="608"/>
                  </a:lnTo>
                  <a:lnTo>
                    <a:pt x="29553" y="516"/>
                  </a:lnTo>
                  <a:lnTo>
                    <a:pt x="29131" y="432"/>
                  </a:lnTo>
                  <a:lnTo>
                    <a:pt x="28709" y="356"/>
                  </a:lnTo>
                  <a:lnTo>
                    <a:pt x="28285" y="286"/>
                  </a:lnTo>
                  <a:lnTo>
                    <a:pt x="27860" y="225"/>
                  </a:lnTo>
                  <a:lnTo>
                    <a:pt x="27434" y="170"/>
                  </a:lnTo>
                  <a:lnTo>
                    <a:pt x="27007" y="123"/>
                  </a:lnTo>
                  <a:lnTo>
                    <a:pt x="26579" y="84"/>
                  </a:lnTo>
                  <a:lnTo>
                    <a:pt x="26151" y="52"/>
                  </a:lnTo>
                  <a:lnTo>
                    <a:pt x="25722" y="28"/>
                  </a:lnTo>
                  <a:lnTo>
                    <a:pt x="25293" y="11"/>
                  </a:lnTo>
                  <a:lnTo>
                    <a:pt x="24863" y="1"/>
                  </a:lnTo>
                  <a:lnTo>
                    <a:pt x="24434" y="0"/>
                  </a:lnTo>
                  <a:lnTo>
                    <a:pt x="24004" y="5"/>
                  </a:lnTo>
                  <a:lnTo>
                    <a:pt x="23575" y="18"/>
                  </a:lnTo>
                  <a:lnTo>
                    <a:pt x="23146" y="39"/>
                  </a:lnTo>
                  <a:lnTo>
                    <a:pt x="22717" y="67"/>
                  </a:lnTo>
                  <a:lnTo>
                    <a:pt x="22289" y="103"/>
                  </a:lnTo>
                  <a:lnTo>
                    <a:pt x="21862" y="146"/>
                  </a:lnTo>
                  <a:lnTo>
                    <a:pt x="21435" y="197"/>
                  </a:lnTo>
                  <a:lnTo>
                    <a:pt x="21010" y="255"/>
                  </a:lnTo>
                  <a:lnTo>
                    <a:pt x="20585" y="320"/>
                  </a:lnTo>
                  <a:lnTo>
                    <a:pt x="20162" y="393"/>
                  </a:lnTo>
                  <a:lnTo>
                    <a:pt x="19740" y="473"/>
                  </a:lnTo>
                  <a:lnTo>
                    <a:pt x="19319" y="561"/>
                  </a:lnTo>
                  <a:lnTo>
                    <a:pt x="18901" y="656"/>
                  </a:lnTo>
                  <a:lnTo>
                    <a:pt x="18483" y="759"/>
                  </a:lnTo>
                  <a:lnTo>
                    <a:pt x="18068" y="868"/>
                  </a:lnTo>
                  <a:lnTo>
                    <a:pt x="17655" y="985"/>
                  </a:lnTo>
                  <a:lnTo>
                    <a:pt x="17244" y="1109"/>
                  </a:lnTo>
                  <a:lnTo>
                    <a:pt x="16835" y="1241"/>
                  </a:lnTo>
                  <a:lnTo>
                    <a:pt x="16428" y="1379"/>
                  </a:lnTo>
                  <a:lnTo>
                    <a:pt x="16024" y="1525"/>
                  </a:lnTo>
                  <a:lnTo>
                    <a:pt x="15622" y="1677"/>
                  </a:lnTo>
                  <a:lnTo>
                    <a:pt x="15224" y="1837"/>
                  </a:lnTo>
                  <a:lnTo>
                    <a:pt x="14828" y="2003"/>
                  </a:lnTo>
                  <a:lnTo>
                    <a:pt x="14435" y="2177"/>
                  </a:lnTo>
                  <a:lnTo>
                    <a:pt x="14045" y="2357"/>
                  </a:lnTo>
                  <a:lnTo>
                    <a:pt x="13658" y="2544"/>
                  </a:lnTo>
                  <a:lnTo>
                    <a:pt x="13275" y="2738"/>
                  </a:lnTo>
                  <a:lnTo>
                    <a:pt x="12895" y="2938"/>
                  </a:lnTo>
                  <a:lnTo>
                    <a:pt x="12519" y="3146"/>
                  </a:lnTo>
                  <a:lnTo>
                    <a:pt x="12146" y="3359"/>
                  </a:lnTo>
                  <a:lnTo>
                    <a:pt x="11777" y="3579"/>
                  </a:lnTo>
                  <a:lnTo>
                    <a:pt x="11412" y="3806"/>
                  </a:lnTo>
                  <a:lnTo>
                    <a:pt x="11051" y="4039"/>
                  </a:lnTo>
                  <a:lnTo>
                    <a:pt x="10695" y="4278"/>
                  </a:lnTo>
                  <a:lnTo>
                    <a:pt x="10342" y="4524"/>
                  </a:lnTo>
                  <a:lnTo>
                    <a:pt x="9994" y="4775"/>
                  </a:lnTo>
                  <a:lnTo>
                    <a:pt x="9650" y="5033"/>
                  </a:lnTo>
                  <a:lnTo>
                    <a:pt x="9311" y="5296"/>
                  </a:lnTo>
                  <a:lnTo>
                    <a:pt x="8977" y="5566"/>
                  </a:lnTo>
                  <a:lnTo>
                    <a:pt x="8647" y="5841"/>
                  </a:lnTo>
                  <a:lnTo>
                    <a:pt x="8322" y="6122"/>
                  </a:lnTo>
                  <a:lnTo>
                    <a:pt x="8002" y="6409"/>
                  </a:lnTo>
                  <a:lnTo>
                    <a:pt x="7687" y="6701"/>
                  </a:lnTo>
                  <a:lnTo>
                    <a:pt x="7378" y="6999"/>
                  </a:lnTo>
                  <a:lnTo>
                    <a:pt x="7073" y="7302"/>
                  </a:lnTo>
                  <a:lnTo>
                    <a:pt x="6774" y="7610"/>
                  </a:lnTo>
                  <a:lnTo>
                    <a:pt x="6481" y="7924"/>
                  </a:lnTo>
                  <a:lnTo>
                    <a:pt x="6193" y="8242"/>
                  </a:lnTo>
                  <a:lnTo>
                    <a:pt x="5910" y="8566"/>
                  </a:lnTo>
                  <a:lnTo>
                    <a:pt x="5633" y="8894"/>
                  </a:lnTo>
                  <a:lnTo>
                    <a:pt x="5363" y="9228"/>
                  </a:lnTo>
                  <a:lnTo>
                    <a:pt x="5097" y="9566"/>
                  </a:lnTo>
                  <a:lnTo>
                    <a:pt x="4838" y="9908"/>
                  </a:lnTo>
                  <a:lnTo>
                    <a:pt x="4585" y="10255"/>
                  </a:lnTo>
                  <a:lnTo>
                    <a:pt x="4338" y="10607"/>
                  </a:lnTo>
                  <a:lnTo>
                    <a:pt x="4098" y="10963"/>
                  </a:lnTo>
                  <a:lnTo>
                    <a:pt x="3863" y="11322"/>
                  </a:lnTo>
                  <a:lnTo>
                    <a:pt x="3635" y="11686"/>
                  </a:lnTo>
                  <a:lnTo>
                    <a:pt x="3413" y="12054"/>
                  </a:lnTo>
                  <a:lnTo>
                    <a:pt x="3198" y="12426"/>
                  </a:lnTo>
                  <a:lnTo>
                    <a:pt x="2989" y="12801"/>
                  </a:lnTo>
                  <a:lnTo>
                    <a:pt x="2787" y="13180"/>
                  </a:lnTo>
                  <a:lnTo>
                    <a:pt x="2591" y="13563"/>
                  </a:lnTo>
                  <a:lnTo>
                    <a:pt x="2402" y="13949"/>
                  </a:lnTo>
                  <a:lnTo>
                    <a:pt x="2220" y="14338"/>
                  </a:lnTo>
                  <a:lnTo>
                    <a:pt x="2045" y="14730"/>
                  </a:lnTo>
                  <a:lnTo>
                    <a:pt x="1877" y="15125"/>
                  </a:lnTo>
                  <a:lnTo>
                    <a:pt x="1716" y="15523"/>
                  </a:lnTo>
                  <a:lnTo>
                    <a:pt x="1561" y="15924"/>
                  </a:lnTo>
                  <a:lnTo>
                    <a:pt x="1414" y="16327"/>
                  </a:lnTo>
                  <a:lnTo>
                    <a:pt x="1274" y="16733"/>
                  </a:lnTo>
                  <a:lnTo>
                    <a:pt x="1141" y="17142"/>
                  </a:lnTo>
                  <a:lnTo>
                    <a:pt x="1015" y="17552"/>
                  </a:lnTo>
                  <a:lnTo>
                    <a:pt x="896" y="17965"/>
                  </a:lnTo>
                  <a:lnTo>
                    <a:pt x="785" y="18380"/>
                  </a:lnTo>
                  <a:lnTo>
                    <a:pt x="680" y="18797"/>
                  </a:lnTo>
                  <a:lnTo>
                    <a:pt x="584" y="19215"/>
                  </a:lnTo>
                  <a:lnTo>
                    <a:pt x="494" y="19635"/>
                  </a:lnTo>
                  <a:lnTo>
                    <a:pt x="412" y="20057"/>
                  </a:lnTo>
                  <a:lnTo>
                    <a:pt x="337" y="20480"/>
                  </a:lnTo>
                  <a:lnTo>
                    <a:pt x="270" y="20904"/>
                  </a:lnTo>
                  <a:lnTo>
                    <a:pt x="210" y="21329"/>
                  </a:lnTo>
                  <a:lnTo>
                    <a:pt x="157" y="21756"/>
                  </a:lnTo>
                  <a:lnTo>
                    <a:pt x="112" y="22183"/>
                  </a:lnTo>
                  <a:lnTo>
                    <a:pt x="75" y="22611"/>
                  </a:lnTo>
                  <a:lnTo>
                    <a:pt x="45" y="23039"/>
                  </a:lnTo>
                  <a:lnTo>
                    <a:pt x="22" y="23468"/>
                  </a:lnTo>
                  <a:lnTo>
                    <a:pt x="7" y="23898"/>
                  </a:lnTo>
                  <a:lnTo>
                    <a:pt x="0" y="24327"/>
                  </a:lnTo>
                  <a:lnTo>
                    <a:pt x="0" y="24757"/>
                  </a:lnTo>
                  <a:lnTo>
                    <a:pt x="7" y="25186"/>
                  </a:lnTo>
                  <a:lnTo>
                    <a:pt x="22" y="25615"/>
                  </a:lnTo>
                  <a:lnTo>
                    <a:pt x="45" y="26044"/>
                  </a:lnTo>
                  <a:lnTo>
                    <a:pt x="75" y="26473"/>
                  </a:lnTo>
                  <a:lnTo>
                    <a:pt x="112" y="26901"/>
                  </a:lnTo>
                  <a:lnTo>
                    <a:pt x="157" y="27328"/>
                  </a:lnTo>
                  <a:lnTo>
                    <a:pt x="210" y="27754"/>
                  </a:lnTo>
                  <a:lnTo>
                    <a:pt x="270" y="28179"/>
                  </a:lnTo>
                  <a:lnTo>
                    <a:pt x="337" y="28604"/>
                  </a:lnTo>
                  <a:lnTo>
                    <a:pt x="412" y="29027"/>
                  </a:lnTo>
                  <a:lnTo>
                    <a:pt x="494" y="29448"/>
                  </a:lnTo>
                  <a:lnTo>
                    <a:pt x="584" y="29868"/>
                  </a:lnTo>
                  <a:lnTo>
                    <a:pt x="680" y="30287"/>
                  </a:lnTo>
                  <a:lnTo>
                    <a:pt x="785" y="30704"/>
                  </a:lnTo>
                  <a:lnTo>
                    <a:pt x="896" y="31118"/>
                  </a:lnTo>
                  <a:lnTo>
                    <a:pt x="1015" y="31531"/>
                  </a:lnTo>
                  <a:lnTo>
                    <a:pt x="1141" y="31942"/>
                  </a:lnTo>
                  <a:lnTo>
                    <a:pt x="1274" y="32350"/>
                  </a:lnTo>
                  <a:lnTo>
                    <a:pt x="1414" y="32756"/>
                  </a:lnTo>
                  <a:lnTo>
                    <a:pt x="1561" y="33160"/>
                  </a:lnTo>
                  <a:lnTo>
                    <a:pt x="1716" y="33561"/>
                  </a:lnTo>
                  <a:lnTo>
                    <a:pt x="1877" y="33959"/>
                  </a:lnTo>
                  <a:lnTo>
                    <a:pt x="2045" y="34354"/>
                  </a:lnTo>
                  <a:lnTo>
                    <a:pt x="2220" y="34746"/>
                  </a:lnTo>
                  <a:lnTo>
                    <a:pt x="2402" y="35135"/>
                  </a:lnTo>
                  <a:lnTo>
                    <a:pt x="2591" y="35521"/>
                  </a:lnTo>
                  <a:lnTo>
                    <a:pt x="2787" y="35903"/>
                  </a:lnTo>
                  <a:lnTo>
                    <a:pt x="2989" y="36282"/>
                  </a:lnTo>
                  <a:lnTo>
                    <a:pt x="3198" y="36658"/>
                  </a:lnTo>
                  <a:lnTo>
                    <a:pt x="3413" y="37029"/>
                  </a:lnTo>
                  <a:lnTo>
                    <a:pt x="3635" y="37397"/>
                  </a:lnTo>
                  <a:lnTo>
                    <a:pt x="3863" y="37761"/>
                  </a:lnTo>
                  <a:lnTo>
                    <a:pt x="4098" y="38121"/>
                  </a:lnTo>
                  <a:lnTo>
                    <a:pt x="4338" y="38477"/>
                  </a:lnTo>
                  <a:lnTo>
                    <a:pt x="4585" y="38828"/>
                  </a:lnTo>
                  <a:lnTo>
                    <a:pt x="4838" y="39175"/>
                  </a:lnTo>
                  <a:lnTo>
                    <a:pt x="5097" y="39518"/>
                  </a:lnTo>
                  <a:lnTo>
                    <a:pt x="5363" y="39856"/>
                  </a:lnTo>
                  <a:lnTo>
                    <a:pt x="5633" y="40189"/>
                  </a:lnTo>
                  <a:lnTo>
                    <a:pt x="5910" y="40518"/>
                  </a:lnTo>
                  <a:lnTo>
                    <a:pt x="6193" y="40841"/>
                  </a:lnTo>
                  <a:lnTo>
                    <a:pt x="6481" y="41160"/>
                  </a:lnTo>
                  <a:lnTo>
                    <a:pt x="6774" y="41473"/>
                  </a:lnTo>
                  <a:lnTo>
                    <a:pt x="7073" y="41782"/>
                  </a:lnTo>
                  <a:lnTo>
                    <a:pt x="7378" y="42085"/>
                  </a:lnTo>
                  <a:lnTo>
                    <a:pt x="7687" y="42382"/>
                  </a:lnTo>
                  <a:lnTo>
                    <a:pt x="8002" y="42675"/>
                  </a:lnTo>
                  <a:lnTo>
                    <a:pt x="8322" y="42961"/>
                  </a:lnTo>
                  <a:lnTo>
                    <a:pt x="8647" y="43242"/>
                  </a:lnTo>
                  <a:lnTo>
                    <a:pt x="8977" y="43518"/>
                  </a:lnTo>
                  <a:lnTo>
                    <a:pt x="9311" y="43787"/>
                  </a:lnTo>
                  <a:lnTo>
                    <a:pt x="9650" y="44051"/>
                  </a:lnTo>
                  <a:lnTo>
                    <a:pt x="9994" y="44308"/>
                  </a:lnTo>
                  <a:lnTo>
                    <a:pt x="10342" y="44560"/>
                  </a:lnTo>
                  <a:lnTo>
                    <a:pt x="10695" y="44805"/>
                  </a:lnTo>
                  <a:lnTo>
                    <a:pt x="11051" y="45045"/>
                  </a:lnTo>
                  <a:lnTo>
                    <a:pt x="11412" y="45278"/>
                  </a:lnTo>
                  <a:lnTo>
                    <a:pt x="11777" y="45504"/>
                  </a:lnTo>
                  <a:lnTo>
                    <a:pt x="12146" y="45724"/>
                  </a:lnTo>
                  <a:lnTo>
                    <a:pt x="12519" y="45938"/>
                  </a:lnTo>
                  <a:lnTo>
                    <a:pt x="12895" y="46145"/>
                  </a:lnTo>
                  <a:lnTo>
                    <a:pt x="13275" y="46346"/>
                  </a:lnTo>
                  <a:lnTo>
                    <a:pt x="13658" y="46539"/>
                  </a:lnTo>
                  <a:lnTo>
                    <a:pt x="14045" y="46727"/>
                  </a:lnTo>
                  <a:lnTo>
                    <a:pt x="14435" y="46907"/>
                  </a:lnTo>
                  <a:lnTo>
                    <a:pt x="14828" y="47080"/>
                  </a:lnTo>
                  <a:lnTo>
                    <a:pt x="15224" y="47247"/>
                  </a:lnTo>
                  <a:lnTo>
                    <a:pt x="15622" y="47406"/>
                  </a:lnTo>
                  <a:lnTo>
                    <a:pt x="16024" y="47559"/>
                  </a:lnTo>
                  <a:lnTo>
                    <a:pt x="16428" y="47705"/>
                  </a:lnTo>
                  <a:lnTo>
                    <a:pt x="16835" y="47843"/>
                  </a:lnTo>
                  <a:lnTo>
                    <a:pt x="17244" y="47974"/>
                  </a:lnTo>
                  <a:lnTo>
                    <a:pt x="17655" y="48098"/>
                  </a:lnTo>
                  <a:lnTo>
                    <a:pt x="18068" y="48215"/>
                  </a:lnTo>
                  <a:lnTo>
                    <a:pt x="18483" y="48325"/>
                  </a:lnTo>
                  <a:lnTo>
                    <a:pt x="18901" y="48427"/>
                  </a:lnTo>
                  <a:lnTo>
                    <a:pt x="19319" y="48522"/>
                  </a:lnTo>
                  <a:lnTo>
                    <a:pt x="19740" y="48610"/>
                  </a:lnTo>
                  <a:lnTo>
                    <a:pt x="20162" y="48690"/>
                  </a:lnTo>
                  <a:lnTo>
                    <a:pt x="20585" y="48763"/>
                  </a:lnTo>
                  <a:lnTo>
                    <a:pt x="21010" y="48829"/>
                  </a:lnTo>
                  <a:lnTo>
                    <a:pt x="21435" y="48887"/>
                  </a:lnTo>
                  <a:lnTo>
                    <a:pt x="21862" y="48938"/>
                  </a:lnTo>
                  <a:lnTo>
                    <a:pt x="22289" y="48981"/>
                  </a:lnTo>
                  <a:lnTo>
                    <a:pt x="22717" y="49016"/>
                  </a:lnTo>
                  <a:lnTo>
                    <a:pt x="23146" y="49045"/>
                  </a:lnTo>
                  <a:lnTo>
                    <a:pt x="23575" y="49065"/>
                  </a:lnTo>
                  <a:lnTo>
                    <a:pt x="24004" y="49078"/>
                  </a:lnTo>
                  <a:lnTo>
                    <a:pt x="24434" y="49084"/>
                  </a:lnTo>
                  <a:lnTo>
                    <a:pt x="24863" y="49082"/>
                  </a:lnTo>
                  <a:lnTo>
                    <a:pt x="25293" y="49073"/>
                  </a:lnTo>
                  <a:lnTo>
                    <a:pt x="25722" y="49056"/>
                  </a:lnTo>
                  <a:lnTo>
                    <a:pt x="26151" y="49032"/>
                  </a:lnTo>
                  <a:lnTo>
                    <a:pt x="26579" y="49000"/>
                  </a:lnTo>
                  <a:lnTo>
                    <a:pt x="27007" y="48960"/>
                  </a:lnTo>
                  <a:lnTo>
                    <a:pt x="27434" y="48913"/>
                  </a:lnTo>
                  <a:lnTo>
                    <a:pt x="27860" y="48859"/>
                  </a:lnTo>
                  <a:lnTo>
                    <a:pt x="28285" y="48797"/>
                  </a:lnTo>
                  <a:lnTo>
                    <a:pt x="28709" y="48728"/>
                  </a:lnTo>
                  <a:lnTo>
                    <a:pt x="29131" y="48651"/>
                  </a:lnTo>
                  <a:lnTo>
                    <a:pt x="29553" y="48567"/>
                  </a:lnTo>
                  <a:lnTo>
                    <a:pt x="29972" y="48476"/>
                  </a:lnTo>
                  <a:lnTo>
                    <a:pt x="30390" y="48377"/>
                  </a:lnTo>
                  <a:lnTo>
                    <a:pt x="30807" y="48271"/>
                  </a:lnTo>
                  <a:lnTo>
                    <a:pt x="31221" y="48158"/>
                  </a:lnTo>
                  <a:lnTo>
                    <a:pt x="31633" y="48037"/>
                  </a:lnTo>
                  <a:lnTo>
                    <a:pt x="32043" y="47910"/>
                  </a:lnTo>
                  <a:lnTo>
                    <a:pt x="32451" y="47775"/>
                  </a:lnTo>
                  <a:lnTo>
                    <a:pt x="32857" y="47633"/>
                  </a:lnTo>
                  <a:lnTo>
                    <a:pt x="33259" y="47484"/>
                  </a:lnTo>
                  <a:lnTo>
                    <a:pt x="33660" y="47328"/>
                  </a:lnTo>
                  <a:lnTo>
                    <a:pt x="34057" y="47164"/>
                  </a:lnTo>
                  <a:lnTo>
                    <a:pt x="34451" y="46994"/>
                  </a:lnTo>
                  <a:lnTo>
                    <a:pt x="34843" y="46818"/>
                  </a:lnTo>
                  <a:lnTo>
                    <a:pt x="35231" y="46634"/>
                  </a:lnTo>
                  <a:lnTo>
                    <a:pt x="35616" y="46443"/>
                  </a:lnTo>
                  <a:lnTo>
                    <a:pt x="35998" y="46246"/>
                  </a:lnTo>
                  <a:lnTo>
                    <a:pt x="36376" y="46042"/>
                  </a:lnTo>
                  <a:lnTo>
                    <a:pt x="36750" y="45832"/>
                  </a:lnTo>
                  <a:lnTo>
                    <a:pt x="37121" y="45615"/>
                  </a:lnTo>
                  <a:lnTo>
                    <a:pt x="37488" y="45392"/>
                  </a:lnTo>
                  <a:lnTo>
                    <a:pt x="37851" y="45162"/>
                  </a:lnTo>
                  <a:lnTo>
                    <a:pt x="38210" y="44926"/>
                  </a:lnTo>
                  <a:lnTo>
                    <a:pt x="38564" y="44683"/>
                  </a:lnTo>
                  <a:lnTo>
                    <a:pt x="38915" y="44435"/>
                  </a:lnTo>
                  <a:lnTo>
                    <a:pt x="39261" y="44180"/>
                  </a:lnTo>
                  <a:lnTo>
                    <a:pt x="39602" y="43920"/>
                  </a:lnTo>
                  <a:lnTo>
                    <a:pt x="39939" y="43653"/>
                  </a:lnTo>
                  <a:lnTo>
                    <a:pt x="40271" y="43381"/>
                  </a:lnTo>
                  <a:lnTo>
                    <a:pt x="40598" y="43103"/>
                  </a:lnTo>
                  <a:lnTo>
                    <a:pt x="40921" y="42819"/>
                  </a:lnTo>
                  <a:lnTo>
                    <a:pt x="41238" y="42529"/>
                  </a:lnTo>
                  <a:lnTo>
                    <a:pt x="41550" y="42234"/>
                  </a:lnTo>
                  <a:lnTo>
                    <a:pt x="41857" y="41934"/>
                  </a:lnTo>
                  <a:lnTo>
                    <a:pt x="42159" y="41628"/>
                  </a:lnTo>
                  <a:lnTo>
                    <a:pt x="42455" y="41317"/>
                  </a:lnTo>
                  <a:lnTo>
                    <a:pt x="42746" y="41001"/>
                  </a:lnTo>
                  <a:lnTo>
                    <a:pt x="43031" y="40680"/>
                  </a:lnTo>
                  <a:lnTo>
                    <a:pt x="43311" y="40354"/>
                  </a:lnTo>
                  <a:lnTo>
                    <a:pt x="43585" y="40023"/>
                  </a:lnTo>
                  <a:lnTo>
                    <a:pt x="43853" y="39687"/>
                  </a:lnTo>
                  <a:lnTo>
                    <a:pt x="44115" y="39347"/>
                  </a:lnTo>
                  <a:lnTo>
                    <a:pt x="44371" y="39002"/>
                  </a:lnTo>
                  <a:lnTo>
                    <a:pt x="44621" y="38653"/>
                  </a:lnTo>
                  <a:lnTo>
                    <a:pt x="44865" y="38299"/>
                  </a:lnTo>
                  <a:lnTo>
                    <a:pt x="45103" y="37942"/>
                  </a:lnTo>
                  <a:lnTo>
                    <a:pt x="45334" y="37580"/>
                  </a:lnTo>
                  <a:lnTo>
                    <a:pt x="45559" y="37214"/>
                  </a:lnTo>
                  <a:lnTo>
                    <a:pt x="45778" y="36844"/>
                  </a:lnTo>
                  <a:lnTo>
                    <a:pt x="45990" y="36471"/>
                  </a:lnTo>
                  <a:lnTo>
                    <a:pt x="46195" y="36093"/>
                  </a:lnTo>
                  <a:lnTo>
                    <a:pt x="46394" y="35713"/>
                  </a:lnTo>
                  <a:lnTo>
                    <a:pt x="46586" y="35328"/>
                  </a:lnTo>
                  <a:lnTo>
                    <a:pt x="46772" y="34941"/>
                  </a:lnTo>
                  <a:lnTo>
                    <a:pt x="46950" y="34550"/>
                  </a:lnTo>
                  <a:lnTo>
                    <a:pt x="47122" y="34157"/>
                  </a:lnTo>
                  <a:lnTo>
                    <a:pt x="47287" y="33760"/>
                  </a:lnTo>
                  <a:lnTo>
                    <a:pt x="47445" y="33360"/>
                  </a:lnTo>
                  <a:lnTo>
                    <a:pt x="47595" y="32958"/>
                  </a:lnTo>
                  <a:lnTo>
                    <a:pt x="47739" y="32554"/>
                  </a:lnTo>
                  <a:lnTo>
                    <a:pt x="47876" y="32146"/>
                  </a:lnTo>
                  <a:lnTo>
                    <a:pt x="48005" y="31737"/>
                  </a:lnTo>
                  <a:lnTo>
                    <a:pt x="48128" y="31325"/>
                  </a:lnTo>
                  <a:lnTo>
                    <a:pt x="48243" y="30911"/>
                  </a:lnTo>
                  <a:lnTo>
                    <a:pt x="48351" y="30495"/>
                  </a:lnTo>
                  <a:lnTo>
                    <a:pt x="48451" y="30078"/>
                  </a:lnTo>
                  <a:lnTo>
                    <a:pt x="48544" y="29658"/>
                  </a:lnTo>
                  <a:lnTo>
                    <a:pt x="48630" y="29238"/>
                  </a:lnTo>
                  <a:lnTo>
                    <a:pt x="48709" y="28815"/>
                  </a:lnTo>
                  <a:lnTo>
                    <a:pt x="48780" y="28392"/>
                  </a:lnTo>
                  <a:lnTo>
                    <a:pt x="48843" y="27967"/>
                  </a:lnTo>
                  <a:lnTo>
                    <a:pt x="48900" y="27541"/>
                  </a:lnTo>
                  <a:lnTo>
                    <a:pt x="48948" y="27114"/>
                  </a:lnTo>
                  <a:lnTo>
                    <a:pt x="48990" y="26687"/>
                  </a:lnTo>
                  <a:lnTo>
                    <a:pt x="49024" y="26259"/>
                  </a:lnTo>
                  <a:lnTo>
                    <a:pt x="49050" y="25830"/>
                  </a:lnTo>
                  <a:lnTo>
                    <a:pt x="49069" y="25401"/>
                  </a:lnTo>
                  <a:lnTo>
                    <a:pt x="49080" y="24971"/>
                  </a:lnTo>
                  <a:lnTo>
                    <a:pt x="49084" y="24542"/>
                  </a:lnTo>
                </a:path>
              </a:pathLst>
            </a:custGeom>
            <a:ln w="13550" cap="flat">
              <a:solidFill>
                <a:srgbClr val="7FC5D8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774" name="pl774"/>
            <p:cNvSpPr/>
            <p:nvPr/>
          </p:nvSpPr>
          <p:spPr>
            <a:xfrm>
              <a:off x="7438628" y="5439003"/>
              <a:ext cx="269962" cy="269965"/>
            </a:xfrm>
            <a:custGeom>
              <a:avLst/>
              <a:pathLst>
                <a:path w="269962" h="269965">
                  <a:moveTo>
                    <a:pt x="269962" y="134982"/>
                  </a:moveTo>
                  <a:lnTo>
                    <a:pt x="269942" y="132620"/>
                  </a:lnTo>
                  <a:lnTo>
                    <a:pt x="269880" y="130258"/>
                  </a:lnTo>
                  <a:lnTo>
                    <a:pt x="269776" y="127898"/>
                  </a:lnTo>
                  <a:lnTo>
                    <a:pt x="269632" y="125540"/>
                  </a:lnTo>
                  <a:lnTo>
                    <a:pt x="269446" y="123185"/>
                  </a:lnTo>
                  <a:lnTo>
                    <a:pt x="269219" y="120833"/>
                  </a:lnTo>
                  <a:lnTo>
                    <a:pt x="268951" y="118486"/>
                  </a:lnTo>
                  <a:lnTo>
                    <a:pt x="268641" y="116144"/>
                  </a:lnTo>
                  <a:lnTo>
                    <a:pt x="268291" y="113808"/>
                  </a:lnTo>
                  <a:lnTo>
                    <a:pt x="267900" y="111478"/>
                  </a:lnTo>
                  <a:lnTo>
                    <a:pt x="267468" y="109155"/>
                  </a:lnTo>
                  <a:lnTo>
                    <a:pt x="266996" y="106840"/>
                  </a:lnTo>
                  <a:lnTo>
                    <a:pt x="266483" y="104534"/>
                  </a:lnTo>
                  <a:lnTo>
                    <a:pt x="265930" y="102237"/>
                  </a:lnTo>
                  <a:lnTo>
                    <a:pt x="265337" y="99951"/>
                  </a:lnTo>
                  <a:lnTo>
                    <a:pt x="264704" y="97675"/>
                  </a:lnTo>
                  <a:lnTo>
                    <a:pt x="264031" y="95410"/>
                  </a:lnTo>
                  <a:lnTo>
                    <a:pt x="263319" y="93158"/>
                  </a:lnTo>
                  <a:lnTo>
                    <a:pt x="262568" y="90918"/>
                  </a:lnTo>
                  <a:lnTo>
                    <a:pt x="261777" y="88692"/>
                  </a:lnTo>
                  <a:lnTo>
                    <a:pt x="260947" y="86480"/>
                  </a:lnTo>
                  <a:lnTo>
                    <a:pt x="260079" y="84282"/>
                  </a:lnTo>
                  <a:lnTo>
                    <a:pt x="259173" y="82101"/>
                  </a:lnTo>
                  <a:lnTo>
                    <a:pt x="258228" y="79935"/>
                  </a:lnTo>
                  <a:lnTo>
                    <a:pt x="257246" y="77787"/>
                  </a:lnTo>
                  <a:lnTo>
                    <a:pt x="256226" y="75656"/>
                  </a:lnTo>
                  <a:lnTo>
                    <a:pt x="255169" y="73543"/>
                  </a:lnTo>
                  <a:lnTo>
                    <a:pt x="254076" y="71449"/>
                  </a:lnTo>
                  <a:lnTo>
                    <a:pt x="252946" y="69374"/>
                  </a:lnTo>
                  <a:lnTo>
                    <a:pt x="251779" y="67320"/>
                  </a:lnTo>
                  <a:lnTo>
                    <a:pt x="250577" y="65286"/>
                  </a:lnTo>
                  <a:lnTo>
                    <a:pt x="249340" y="63274"/>
                  </a:lnTo>
                  <a:lnTo>
                    <a:pt x="248067" y="61283"/>
                  </a:lnTo>
                  <a:lnTo>
                    <a:pt x="246760" y="59315"/>
                  </a:lnTo>
                  <a:lnTo>
                    <a:pt x="245419" y="57371"/>
                  </a:lnTo>
                  <a:lnTo>
                    <a:pt x="244044" y="55450"/>
                  </a:lnTo>
                  <a:lnTo>
                    <a:pt x="242635" y="53553"/>
                  </a:lnTo>
                  <a:lnTo>
                    <a:pt x="241193" y="51681"/>
                  </a:lnTo>
                  <a:lnTo>
                    <a:pt x="239719" y="49835"/>
                  </a:lnTo>
                  <a:lnTo>
                    <a:pt x="238213" y="48015"/>
                  </a:lnTo>
                  <a:lnTo>
                    <a:pt x="236675" y="46222"/>
                  </a:lnTo>
                  <a:lnTo>
                    <a:pt x="235106" y="44456"/>
                  </a:lnTo>
                  <a:lnTo>
                    <a:pt x="233507" y="42717"/>
                  </a:lnTo>
                  <a:lnTo>
                    <a:pt x="231877" y="41007"/>
                  </a:lnTo>
                  <a:lnTo>
                    <a:pt x="230217" y="39326"/>
                  </a:lnTo>
                  <a:lnTo>
                    <a:pt x="228529" y="37673"/>
                  </a:lnTo>
                  <a:lnTo>
                    <a:pt x="226811" y="36051"/>
                  </a:lnTo>
                  <a:lnTo>
                    <a:pt x="225066" y="34459"/>
                  </a:lnTo>
                  <a:lnTo>
                    <a:pt x="223293" y="32898"/>
                  </a:lnTo>
                  <a:lnTo>
                    <a:pt x="221493" y="31368"/>
                  </a:lnTo>
                  <a:lnTo>
                    <a:pt x="219666" y="29870"/>
                  </a:lnTo>
                  <a:lnTo>
                    <a:pt x="217814" y="28404"/>
                  </a:lnTo>
                  <a:lnTo>
                    <a:pt x="215936" y="26970"/>
                  </a:lnTo>
                  <a:lnTo>
                    <a:pt x="214033" y="25570"/>
                  </a:lnTo>
                  <a:lnTo>
                    <a:pt x="212106" y="24203"/>
                  </a:lnTo>
                  <a:lnTo>
                    <a:pt x="210155" y="22870"/>
                  </a:lnTo>
                  <a:lnTo>
                    <a:pt x="208182" y="21572"/>
                  </a:lnTo>
                  <a:lnTo>
                    <a:pt x="206186" y="20308"/>
                  </a:lnTo>
                  <a:lnTo>
                    <a:pt x="204168" y="19079"/>
                  </a:lnTo>
                  <a:lnTo>
                    <a:pt x="202129" y="17886"/>
                  </a:lnTo>
                  <a:lnTo>
                    <a:pt x="200069" y="16729"/>
                  </a:lnTo>
                  <a:lnTo>
                    <a:pt x="197990" y="15608"/>
                  </a:lnTo>
                  <a:lnTo>
                    <a:pt x="195891" y="14523"/>
                  </a:lnTo>
                  <a:lnTo>
                    <a:pt x="193774" y="13476"/>
                  </a:lnTo>
                  <a:lnTo>
                    <a:pt x="191638" y="12465"/>
                  </a:lnTo>
                  <a:lnTo>
                    <a:pt x="189485" y="11493"/>
                  </a:lnTo>
                  <a:lnTo>
                    <a:pt x="187316" y="10558"/>
                  </a:lnTo>
                  <a:lnTo>
                    <a:pt x="185130" y="9661"/>
                  </a:lnTo>
                  <a:lnTo>
                    <a:pt x="182929" y="8802"/>
                  </a:lnTo>
                  <a:lnTo>
                    <a:pt x="180714" y="7982"/>
                  </a:lnTo>
                  <a:lnTo>
                    <a:pt x="178484" y="7201"/>
                  </a:lnTo>
                  <a:lnTo>
                    <a:pt x="176241" y="6460"/>
                  </a:lnTo>
                  <a:lnTo>
                    <a:pt x="173985" y="5757"/>
                  </a:lnTo>
                  <a:lnTo>
                    <a:pt x="171718" y="5094"/>
                  </a:lnTo>
                  <a:lnTo>
                    <a:pt x="169439" y="4471"/>
                  </a:lnTo>
                  <a:lnTo>
                    <a:pt x="167150" y="3888"/>
                  </a:lnTo>
                  <a:lnTo>
                    <a:pt x="164851" y="3345"/>
                  </a:lnTo>
                  <a:lnTo>
                    <a:pt x="162542" y="2842"/>
                  </a:lnTo>
                  <a:lnTo>
                    <a:pt x="160225" y="2380"/>
                  </a:lnTo>
                  <a:lnTo>
                    <a:pt x="157901" y="1959"/>
                  </a:lnTo>
                  <a:lnTo>
                    <a:pt x="155569" y="1578"/>
                  </a:lnTo>
                  <a:lnTo>
                    <a:pt x="153231" y="1238"/>
                  </a:lnTo>
                  <a:lnTo>
                    <a:pt x="150888" y="939"/>
                  </a:lnTo>
                  <a:lnTo>
                    <a:pt x="148540" y="681"/>
                  </a:lnTo>
                  <a:lnTo>
                    <a:pt x="146187" y="464"/>
                  </a:lnTo>
                  <a:lnTo>
                    <a:pt x="143831" y="289"/>
                  </a:lnTo>
                  <a:lnTo>
                    <a:pt x="141473" y="155"/>
                  </a:lnTo>
                  <a:lnTo>
                    <a:pt x="139112" y="62"/>
                  </a:lnTo>
                  <a:lnTo>
                    <a:pt x="136750" y="10"/>
                  </a:lnTo>
                  <a:lnTo>
                    <a:pt x="134388" y="0"/>
                  </a:lnTo>
                  <a:lnTo>
                    <a:pt x="132025" y="31"/>
                  </a:lnTo>
                  <a:lnTo>
                    <a:pt x="129664" y="103"/>
                  </a:lnTo>
                  <a:lnTo>
                    <a:pt x="127304" y="217"/>
                  </a:lnTo>
                  <a:lnTo>
                    <a:pt x="124947" y="371"/>
                  </a:lnTo>
                  <a:lnTo>
                    <a:pt x="122593" y="568"/>
                  </a:lnTo>
                  <a:lnTo>
                    <a:pt x="120242" y="805"/>
                  </a:lnTo>
                  <a:lnTo>
                    <a:pt x="117896" y="1083"/>
                  </a:lnTo>
                  <a:lnTo>
                    <a:pt x="115556" y="1403"/>
                  </a:lnTo>
                  <a:lnTo>
                    <a:pt x="113221" y="1763"/>
                  </a:lnTo>
                  <a:lnTo>
                    <a:pt x="110893" y="2164"/>
                  </a:lnTo>
                  <a:lnTo>
                    <a:pt x="108572" y="2606"/>
                  </a:lnTo>
                  <a:lnTo>
                    <a:pt x="106259" y="3089"/>
                  </a:lnTo>
                  <a:lnTo>
                    <a:pt x="103955" y="3612"/>
                  </a:lnTo>
                  <a:lnTo>
                    <a:pt x="101661" y="4175"/>
                  </a:lnTo>
                  <a:lnTo>
                    <a:pt x="99377" y="4778"/>
                  </a:lnTo>
                  <a:lnTo>
                    <a:pt x="97104" y="5421"/>
                  </a:lnTo>
                  <a:lnTo>
                    <a:pt x="94842" y="6103"/>
                  </a:lnTo>
                  <a:lnTo>
                    <a:pt x="92592" y="6826"/>
                  </a:lnTo>
                  <a:lnTo>
                    <a:pt x="90356" y="7587"/>
                  </a:lnTo>
                  <a:lnTo>
                    <a:pt x="88133" y="8387"/>
                  </a:lnTo>
                  <a:lnTo>
                    <a:pt x="85925" y="9227"/>
                  </a:lnTo>
                  <a:lnTo>
                    <a:pt x="83732" y="10104"/>
                  </a:lnTo>
                  <a:lnTo>
                    <a:pt x="81554" y="11020"/>
                  </a:lnTo>
                  <a:lnTo>
                    <a:pt x="79393" y="11974"/>
                  </a:lnTo>
                  <a:lnTo>
                    <a:pt x="77249" y="12966"/>
                  </a:lnTo>
                  <a:lnTo>
                    <a:pt x="75122" y="13995"/>
                  </a:lnTo>
                  <a:lnTo>
                    <a:pt x="73014" y="15061"/>
                  </a:lnTo>
                  <a:lnTo>
                    <a:pt x="70924" y="16164"/>
                  </a:lnTo>
                  <a:lnTo>
                    <a:pt x="68855" y="17303"/>
                  </a:lnTo>
                  <a:lnTo>
                    <a:pt x="66805" y="18478"/>
                  </a:lnTo>
                  <a:lnTo>
                    <a:pt x="64777" y="19689"/>
                  </a:lnTo>
                  <a:lnTo>
                    <a:pt x="62770" y="20936"/>
                  </a:lnTo>
                  <a:lnTo>
                    <a:pt x="60785" y="22217"/>
                  </a:lnTo>
                  <a:lnTo>
                    <a:pt x="58823" y="23532"/>
                  </a:lnTo>
                  <a:lnTo>
                    <a:pt x="56884" y="24882"/>
                  </a:lnTo>
                  <a:lnTo>
                    <a:pt x="54969" y="26266"/>
                  </a:lnTo>
                  <a:lnTo>
                    <a:pt x="53079" y="27683"/>
                  </a:lnTo>
                  <a:lnTo>
                    <a:pt x="51214" y="29133"/>
                  </a:lnTo>
                  <a:lnTo>
                    <a:pt x="49374" y="30615"/>
                  </a:lnTo>
                  <a:lnTo>
                    <a:pt x="47560" y="32129"/>
                  </a:lnTo>
                  <a:lnTo>
                    <a:pt x="45774" y="33675"/>
                  </a:lnTo>
                  <a:lnTo>
                    <a:pt x="44015" y="35251"/>
                  </a:lnTo>
                  <a:lnTo>
                    <a:pt x="42283" y="36858"/>
                  </a:lnTo>
                  <a:lnTo>
                    <a:pt x="40580" y="38496"/>
                  </a:lnTo>
                  <a:lnTo>
                    <a:pt x="38906" y="40163"/>
                  </a:lnTo>
                  <a:lnTo>
                    <a:pt x="37261" y="41858"/>
                  </a:lnTo>
                  <a:lnTo>
                    <a:pt x="35646" y="43583"/>
                  </a:lnTo>
                  <a:lnTo>
                    <a:pt x="34062" y="45335"/>
                  </a:lnTo>
                  <a:lnTo>
                    <a:pt x="32508" y="47115"/>
                  </a:lnTo>
                  <a:lnTo>
                    <a:pt x="30986" y="48922"/>
                  </a:lnTo>
                  <a:lnTo>
                    <a:pt x="29496" y="50755"/>
                  </a:lnTo>
                  <a:lnTo>
                    <a:pt x="28038" y="52614"/>
                  </a:lnTo>
                  <a:lnTo>
                    <a:pt x="26613" y="54498"/>
                  </a:lnTo>
                  <a:lnTo>
                    <a:pt x="25221" y="56407"/>
                  </a:lnTo>
                  <a:lnTo>
                    <a:pt x="23863" y="58340"/>
                  </a:lnTo>
                  <a:lnTo>
                    <a:pt x="22539" y="60296"/>
                  </a:lnTo>
                  <a:lnTo>
                    <a:pt x="21249" y="62276"/>
                  </a:lnTo>
                  <a:lnTo>
                    <a:pt x="19994" y="64277"/>
                  </a:lnTo>
                  <a:lnTo>
                    <a:pt x="18774" y="66300"/>
                  </a:lnTo>
                  <a:lnTo>
                    <a:pt x="17590" y="68344"/>
                  </a:lnTo>
                  <a:lnTo>
                    <a:pt x="16441" y="70409"/>
                  </a:lnTo>
                  <a:lnTo>
                    <a:pt x="15329" y="72493"/>
                  </a:lnTo>
                  <a:lnTo>
                    <a:pt x="14254" y="74597"/>
                  </a:lnTo>
                  <a:lnTo>
                    <a:pt x="13216" y="76719"/>
                  </a:lnTo>
                  <a:lnTo>
                    <a:pt x="12215" y="78859"/>
                  </a:lnTo>
                  <a:lnTo>
                    <a:pt x="11251" y="81016"/>
                  </a:lnTo>
                  <a:lnTo>
                    <a:pt x="10326" y="83190"/>
                  </a:lnTo>
                  <a:lnTo>
                    <a:pt x="9439" y="85379"/>
                  </a:lnTo>
                  <a:lnTo>
                    <a:pt x="8590" y="87584"/>
                  </a:lnTo>
                  <a:lnTo>
                    <a:pt x="7780" y="89803"/>
                  </a:lnTo>
                  <a:lnTo>
                    <a:pt x="7008" y="92036"/>
                  </a:lnTo>
                  <a:lnTo>
                    <a:pt x="6276" y="94282"/>
                  </a:lnTo>
                  <a:lnTo>
                    <a:pt x="5584" y="96541"/>
                  </a:lnTo>
                  <a:lnTo>
                    <a:pt x="4931" y="98811"/>
                  </a:lnTo>
                  <a:lnTo>
                    <a:pt x="4318" y="101093"/>
                  </a:lnTo>
                  <a:lnTo>
                    <a:pt x="3745" y="103385"/>
                  </a:lnTo>
                  <a:lnTo>
                    <a:pt x="3212" y="105686"/>
                  </a:lnTo>
                  <a:lnTo>
                    <a:pt x="2719" y="107997"/>
                  </a:lnTo>
                  <a:lnTo>
                    <a:pt x="2267" y="110316"/>
                  </a:lnTo>
                  <a:lnTo>
                    <a:pt x="1856" y="112642"/>
                  </a:lnTo>
                  <a:lnTo>
                    <a:pt x="1485" y="114975"/>
                  </a:lnTo>
                  <a:lnTo>
                    <a:pt x="1156" y="117314"/>
                  </a:lnTo>
                  <a:lnTo>
                    <a:pt x="867" y="119659"/>
                  </a:lnTo>
                  <a:lnTo>
                    <a:pt x="619" y="122009"/>
                  </a:lnTo>
                  <a:lnTo>
                    <a:pt x="413" y="124362"/>
                  </a:lnTo>
                  <a:lnTo>
                    <a:pt x="248" y="126719"/>
                  </a:lnTo>
                  <a:lnTo>
                    <a:pt x="124" y="129078"/>
                  </a:lnTo>
                  <a:lnTo>
                    <a:pt x="41" y="131439"/>
                  </a:lnTo>
                  <a:lnTo>
                    <a:pt x="0" y="133801"/>
                  </a:lnTo>
                  <a:lnTo>
                    <a:pt x="0" y="136163"/>
                  </a:lnTo>
                  <a:lnTo>
                    <a:pt x="41" y="138525"/>
                  </a:lnTo>
                  <a:lnTo>
                    <a:pt x="124" y="140886"/>
                  </a:lnTo>
                  <a:lnTo>
                    <a:pt x="248" y="143246"/>
                  </a:lnTo>
                  <a:lnTo>
                    <a:pt x="413" y="145602"/>
                  </a:lnTo>
                  <a:lnTo>
                    <a:pt x="619" y="147956"/>
                  </a:lnTo>
                  <a:lnTo>
                    <a:pt x="867" y="150305"/>
                  </a:lnTo>
                  <a:lnTo>
                    <a:pt x="1156" y="152650"/>
                  </a:lnTo>
                  <a:lnTo>
                    <a:pt x="1485" y="154989"/>
                  </a:lnTo>
                  <a:lnTo>
                    <a:pt x="1856" y="157322"/>
                  </a:lnTo>
                  <a:lnTo>
                    <a:pt x="2267" y="159649"/>
                  </a:lnTo>
                  <a:lnTo>
                    <a:pt x="2719" y="161968"/>
                  </a:lnTo>
                  <a:lnTo>
                    <a:pt x="3212" y="164278"/>
                  </a:lnTo>
                  <a:lnTo>
                    <a:pt x="3745" y="166580"/>
                  </a:lnTo>
                  <a:lnTo>
                    <a:pt x="4318" y="168872"/>
                  </a:lnTo>
                  <a:lnTo>
                    <a:pt x="4931" y="171153"/>
                  </a:lnTo>
                  <a:lnTo>
                    <a:pt x="5584" y="173424"/>
                  </a:lnTo>
                  <a:lnTo>
                    <a:pt x="6276" y="175682"/>
                  </a:lnTo>
                  <a:lnTo>
                    <a:pt x="7008" y="177928"/>
                  </a:lnTo>
                  <a:lnTo>
                    <a:pt x="7780" y="180161"/>
                  </a:lnTo>
                  <a:lnTo>
                    <a:pt x="8590" y="182381"/>
                  </a:lnTo>
                  <a:lnTo>
                    <a:pt x="9439" y="184585"/>
                  </a:lnTo>
                  <a:lnTo>
                    <a:pt x="10326" y="186775"/>
                  </a:lnTo>
                  <a:lnTo>
                    <a:pt x="11251" y="188948"/>
                  </a:lnTo>
                  <a:lnTo>
                    <a:pt x="12215" y="191105"/>
                  </a:lnTo>
                  <a:lnTo>
                    <a:pt x="13216" y="193245"/>
                  </a:lnTo>
                  <a:lnTo>
                    <a:pt x="14254" y="195367"/>
                  </a:lnTo>
                  <a:lnTo>
                    <a:pt x="15329" y="197471"/>
                  </a:lnTo>
                  <a:lnTo>
                    <a:pt x="16441" y="199555"/>
                  </a:lnTo>
                  <a:lnTo>
                    <a:pt x="17590" y="201620"/>
                  </a:lnTo>
                  <a:lnTo>
                    <a:pt x="18774" y="203664"/>
                  </a:lnTo>
                  <a:lnTo>
                    <a:pt x="19994" y="205687"/>
                  </a:lnTo>
                  <a:lnTo>
                    <a:pt x="21249" y="207689"/>
                  </a:lnTo>
                  <a:lnTo>
                    <a:pt x="22539" y="209668"/>
                  </a:lnTo>
                  <a:lnTo>
                    <a:pt x="23863" y="211624"/>
                  </a:lnTo>
                  <a:lnTo>
                    <a:pt x="25221" y="213557"/>
                  </a:lnTo>
                  <a:lnTo>
                    <a:pt x="26613" y="215466"/>
                  </a:lnTo>
                  <a:lnTo>
                    <a:pt x="28038" y="217350"/>
                  </a:lnTo>
                  <a:lnTo>
                    <a:pt x="29496" y="219209"/>
                  </a:lnTo>
                  <a:lnTo>
                    <a:pt x="30986" y="221042"/>
                  </a:lnTo>
                  <a:lnTo>
                    <a:pt x="32508" y="222849"/>
                  </a:lnTo>
                  <a:lnTo>
                    <a:pt x="34062" y="224629"/>
                  </a:lnTo>
                  <a:lnTo>
                    <a:pt x="35646" y="226381"/>
                  </a:lnTo>
                  <a:lnTo>
                    <a:pt x="37261" y="228106"/>
                  </a:lnTo>
                  <a:lnTo>
                    <a:pt x="38906" y="229802"/>
                  </a:lnTo>
                  <a:lnTo>
                    <a:pt x="40580" y="231469"/>
                  </a:lnTo>
                  <a:lnTo>
                    <a:pt x="42283" y="233106"/>
                  </a:lnTo>
                  <a:lnTo>
                    <a:pt x="44015" y="234713"/>
                  </a:lnTo>
                  <a:lnTo>
                    <a:pt x="45774" y="236290"/>
                  </a:lnTo>
                  <a:lnTo>
                    <a:pt x="47560" y="237835"/>
                  </a:lnTo>
                  <a:lnTo>
                    <a:pt x="49374" y="239350"/>
                  </a:lnTo>
                  <a:lnTo>
                    <a:pt x="51214" y="240832"/>
                  </a:lnTo>
                  <a:lnTo>
                    <a:pt x="53079" y="242282"/>
                  </a:lnTo>
                  <a:lnTo>
                    <a:pt x="54969" y="243698"/>
                  </a:lnTo>
                  <a:lnTo>
                    <a:pt x="56884" y="245082"/>
                  </a:lnTo>
                  <a:lnTo>
                    <a:pt x="58823" y="246432"/>
                  </a:lnTo>
                  <a:lnTo>
                    <a:pt x="60785" y="247748"/>
                  </a:lnTo>
                  <a:lnTo>
                    <a:pt x="62770" y="249029"/>
                  </a:lnTo>
                  <a:lnTo>
                    <a:pt x="64777" y="250275"/>
                  </a:lnTo>
                  <a:lnTo>
                    <a:pt x="66805" y="251486"/>
                  </a:lnTo>
                  <a:lnTo>
                    <a:pt x="68855" y="252661"/>
                  </a:lnTo>
                  <a:lnTo>
                    <a:pt x="70924" y="253800"/>
                  </a:lnTo>
                  <a:lnTo>
                    <a:pt x="73014" y="254903"/>
                  </a:lnTo>
                  <a:lnTo>
                    <a:pt x="75122" y="255969"/>
                  </a:lnTo>
                  <a:lnTo>
                    <a:pt x="77249" y="256998"/>
                  </a:lnTo>
                  <a:lnTo>
                    <a:pt x="79393" y="257990"/>
                  </a:lnTo>
                  <a:lnTo>
                    <a:pt x="81554" y="258944"/>
                  </a:lnTo>
                  <a:lnTo>
                    <a:pt x="83732" y="259860"/>
                  </a:lnTo>
                  <a:lnTo>
                    <a:pt x="85925" y="260738"/>
                  </a:lnTo>
                  <a:lnTo>
                    <a:pt x="88133" y="261577"/>
                  </a:lnTo>
                  <a:lnTo>
                    <a:pt x="90356" y="262377"/>
                  </a:lnTo>
                  <a:lnTo>
                    <a:pt x="92592" y="263139"/>
                  </a:lnTo>
                  <a:lnTo>
                    <a:pt x="94842" y="263861"/>
                  </a:lnTo>
                  <a:lnTo>
                    <a:pt x="97104" y="264544"/>
                  </a:lnTo>
                  <a:lnTo>
                    <a:pt x="99377" y="265187"/>
                  </a:lnTo>
                  <a:lnTo>
                    <a:pt x="101661" y="265790"/>
                  </a:lnTo>
                  <a:lnTo>
                    <a:pt x="103955" y="266353"/>
                  </a:lnTo>
                  <a:lnTo>
                    <a:pt x="106259" y="266876"/>
                  </a:lnTo>
                  <a:lnTo>
                    <a:pt x="108572" y="267358"/>
                  </a:lnTo>
                  <a:lnTo>
                    <a:pt x="110893" y="267800"/>
                  </a:lnTo>
                  <a:lnTo>
                    <a:pt x="113221" y="268201"/>
                  </a:lnTo>
                  <a:lnTo>
                    <a:pt x="115556" y="268561"/>
                  </a:lnTo>
                  <a:lnTo>
                    <a:pt x="117896" y="268881"/>
                  </a:lnTo>
                  <a:lnTo>
                    <a:pt x="120242" y="269159"/>
                  </a:lnTo>
                  <a:lnTo>
                    <a:pt x="122593" y="269397"/>
                  </a:lnTo>
                  <a:lnTo>
                    <a:pt x="124947" y="269593"/>
                  </a:lnTo>
                  <a:lnTo>
                    <a:pt x="127304" y="269748"/>
                  </a:lnTo>
                  <a:lnTo>
                    <a:pt x="129664" y="269862"/>
                  </a:lnTo>
                  <a:lnTo>
                    <a:pt x="132025" y="269934"/>
                  </a:lnTo>
                  <a:lnTo>
                    <a:pt x="134388" y="269965"/>
                  </a:lnTo>
                  <a:lnTo>
                    <a:pt x="136750" y="269955"/>
                  </a:lnTo>
                  <a:lnTo>
                    <a:pt x="139112" y="269903"/>
                  </a:lnTo>
                  <a:lnTo>
                    <a:pt x="141473" y="269810"/>
                  </a:lnTo>
                  <a:lnTo>
                    <a:pt x="143831" y="269676"/>
                  </a:lnTo>
                  <a:lnTo>
                    <a:pt x="146187" y="269500"/>
                  </a:lnTo>
                  <a:lnTo>
                    <a:pt x="148540" y="269283"/>
                  </a:lnTo>
                  <a:lnTo>
                    <a:pt x="150888" y="269025"/>
                  </a:lnTo>
                  <a:lnTo>
                    <a:pt x="153231" y="268726"/>
                  </a:lnTo>
                  <a:lnTo>
                    <a:pt x="155569" y="268386"/>
                  </a:lnTo>
                  <a:lnTo>
                    <a:pt x="157901" y="268006"/>
                  </a:lnTo>
                  <a:lnTo>
                    <a:pt x="160225" y="267584"/>
                  </a:lnTo>
                  <a:lnTo>
                    <a:pt x="162542" y="267122"/>
                  </a:lnTo>
                  <a:lnTo>
                    <a:pt x="164851" y="266619"/>
                  </a:lnTo>
                  <a:lnTo>
                    <a:pt x="167150" y="266076"/>
                  </a:lnTo>
                  <a:lnTo>
                    <a:pt x="169439" y="265493"/>
                  </a:lnTo>
                  <a:lnTo>
                    <a:pt x="171718" y="264870"/>
                  </a:lnTo>
                  <a:lnTo>
                    <a:pt x="173985" y="264207"/>
                  </a:lnTo>
                  <a:lnTo>
                    <a:pt x="176241" y="263505"/>
                  </a:lnTo>
                  <a:lnTo>
                    <a:pt x="178484" y="262763"/>
                  </a:lnTo>
                  <a:lnTo>
                    <a:pt x="180714" y="261982"/>
                  </a:lnTo>
                  <a:lnTo>
                    <a:pt x="182929" y="261162"/>
                  </a:lnTo>
                  <a:lnTo>
                    <a:pt x="185130" y="260304"/>
                  </a:lnTo>
                  <a:lnTo>
                    <a:pt x="187316" y="259407"/>
                  </a:lnTo>
                  <a:lnTo>
                    <a:pt x="189485" y="258472"/>
                  </a:lnTo>
                  <a:lnTo>
                    <a:pt x="191638" y="257499"/>
                  </a:lnTo>
                  <a:lnTo>
                    <a:pt x="193774" y="256489"/>
                  </a:lnTo>
                  <a:lnTo>
                    <a:pt x="195891" y="255441"/>
                  </a:lnTo>
                  <a:lnTo>
                    <a:pt x="197990" y="254356"/>
                  </a:lnTo>
                  <a:lnTo>
                    <a:pt x="200069" y="253235"/>
                  </a:lnTo>
                  <a:lnTo>
                    <a:pt x="202129" y="252078"/>
                  </a:lnTo>
                  <a:lnTo>
                    <a:pt x="204168" y="250885"/>
                  </a:lnTo>
                  <a:lnTo>
                    <a:pt x="206186" y="249656"/>
                  </a:lnTo>
                  <a:lnTo>
                    <a:pt x="208182" y="248393"/>
                  </a:lnTo>
                  <a:lnTo>
                    <a:pt x="210155" y="247094"/>
                  </a:lnTo>
                  <a:lnTo>
                    <a:pt x="212106" y="245761"/>
                  </a:lnTo>
                  <a:lnTo>
                    <a:pt x="214033" y="244394"/>
                  </a:lnTo>
                  <a:lnTo>
                    <a:pt x="215936" y="242994"/>
                  </a:lnTo>
                  <a:lnTo>
                    <a:pt x="217814" y="241561"/>
                  </a:lnTo>
                  <a:lnTo>
                    <a:pt x="219666" y="240095"/>
                  </a:lnTo>
                  <a:lnTo>
                    <a:pt x="221493" y="238597"/>
                  </a:lnTo>
                  <a:lnTo>
                    <a:pt x="223293" y="237067"/>
                  </a:lnTo>
                  <a:lnTo>
                    <a:pt x="225066" y="235505"/>
                  </a:lnTo>
                  <a:lnTo>
                    <a:pt x="226811" y="233913"/>
                  </a:lnTo>
                  <a:lnTo>
                    <a:pt x="228529" y="232291"/>
                  </a:lnTo>
                  <a:lnTo>
                    <a:pt x="230217" y="230639"/>
                  </a:lnTo>
                  <a:lnTo>
                    <a:pt x="231877" y="228957"/>
                  </a:lnTo>
                  <a:lnTo>
                    <a:pt x="233507" y="227247"/>
                  </a:lnTo>
                  <a:lnTo>
                    <a:pt x="235106" y="225509"/>
                  </a:lnTo>
                  <a:lnTo>
                    <a:pt x="236675" y="223743"/>
                  </a:lnTo>
                  <a:lnTo>
                    <a:pt x="238213" y="221949"/>
                  </a:lnTo>
                  <a:lnTo>
                    <a:pt x="239719" y="220129"/>
                  </a:lnTo>
                  <a:lnTo>
                    <a:pt x="241193" y="218283"/>
                  </a:lnTo>
                  <a:lnTo>
                    <a:pt x="242635" y="216411"/>
                  </a:lnTo>
                  <a:lnTo>
                    <a:pt x="244044" y="214515"/>
                  </a:lnTo>
                  <a:lnTo>
                    <a:pt x="245419" y="212594"/>
                  </a:lnTo>
                  <a:lnTo>
                    <a:pt x="246760" y="210649"/>
                  </a:lnTo>
                  <a:lnTo>
                    <a:pt x="248067" y="208681"/>
                  </a:lnTo>
                  <a:lnTo>
                    <a:pt x="249340" y="206691"/>
                  </a:lnTo>
                  <a:lnTo>
                    <a:pt x="250577" y="204678"/>
                  </a:lnTo>
                  <a:lnTo>
                    <a:pt x="251779" y="202645"/>
                  </a:lnTo>
                  <a:lnTo>
                    <a:pt x="252946" y="200590"/>
                  </a:lnTo>
                  <a:lnTo>
                    <a:pt x="254076" y="198516"/>
                  </a:lnTo>
                  <a:lnTo>
                    <a:pt x="255169" y="196421"/>
                  </a:lnTo>
                  <a:lnTo>
                    <a:pt x="256226" y="194309"/>
                  </a:lnTo>
                  <a:lnTo>
                    <a:pt x="257246" y="192178"/>
                  </a:lnTo>
                  <a:lnTo>
                    <a:pt x="258228" y="190029"/>
                  </a:lnTo>
                  <a:lnTo>
                    <a:pt x="259173" y="187864"/>
                  </a:lnTo>
                  <a:lnTo>
                    <a:pt x="260079" y="185682"/>
                  </a:lnTo>
                  <a:lnTo>
                    <a:pt x="260947" y="183485"/>
                  </a:lnTo>
                  <a:lnTo>
                    <a:pt x="261777" y="181273"/>
                  </a:lnTo>
                  <a:lnTo>
                    <a:pt x="262568" y="179047"/>
                  </a:lnTo>
                  <a:lnTo>
                    <a:pt x="263319" y="176807"/>
                  </a:lnTo>
                  <a:lnTo>
                    <a:pt x="264031" y="174554"/>
                  </a:lnTo>
                  <a:lnTo>
                    <a:pt x="264704" y="172290"/>
                  </a:lnTo>
                  <a:lnTo>
                    <a:pt x="265337" y="170014"/>
                  </a:lnTo>
                  <a:lnTo>
                    <a:pt x="265930" y="167727"/>
                  </a:lnTo>
                  <a:lnTo>
                    <a:pt x="266483" y="165430"/>
                  </a:lnTo>
                  <a:lnTo>
                    <a:pt x="266996" y="163124"/>
                  </a:lnTo>
                  <a:lnTo>
                    <a:pt x="267468" y="160809"/>
                  </a:lnTo>
                  <a:lnTo>
                    <a:pt x="267900" y="158487"/>
                  </a:lnTo>
                  <a:lnTo>
                    <a:pt x="268291" y="156157"/>
                  </a:lnTo>
                  <a:lnTo>
                    <a:pt x="268641" y="153820"/>
                  </a:lnTo>
                  <a:lnTo>
                    <a:pt x="268951" y="151478"/>
                  </a:lnTo>
                  <a:lnTo>
                    <a:pt x="269219" y="149131"/>
                  </a:lnTo>
                  <a:lnTo>
                    <a:pt x="269446" y="146779"/>
                  </a:lnTo>
                  <a:lnTo>
                    <a:pt x="269632" y="144424"/>
                  </a:lnTo>
                  <a:lnTo>
                    <a:pt x="269776" y="142066"/>
                  </a:lnTo>
                  <a:lnTo>
                    <a:pt x="269880" y="139706"/>
                  </a:lnTo>
                  <a:lnTo>
                    <a:pt x="269942" y="137345"/>
                  </a:lnTo>
                  <a:lnTo>
                    <a:pt x="269962" y="134982"/>
                  </a:lnTo>
                </a:path>
              </a:pathLst>
            </a:custGeom>
            <a:ln w="13550" cap="flat">
              <a:solidFill>
                <a:srgbClr val="7FC5D8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775" name="pl775"/>
            <p:cNvSpPr/>
            <p:nvPr/>
          </p:nvSpPr>
          <p:spPr>
            <a:xfrm>
              <a:off x="7328191" y="5328563"/>
              <a:ext cx="490841" cy="490846"/>
            </a:xfrm>
            <a:custGeom>
              <a:avLst/>
              <a:pathLst>
                <a:path w="490841" h="490846">
                  <a:moveTo>
                    <a:pt x="490841" y="245423"/>
                  </a:moveTo>
                  <a:lnTo>
                    <a:pt x="490803" y="241127"/>
                  </a:lnTo>
                  <a:lnTo>
                    <a:pt x="490691" y="236833"/>
                  </a:lnTo>
                  <a:lnTo>
                    <a:pt x="490503" y="232542"/>
                  </a:lnTo>
                  <a:lnTo>
                    <a:pt x="490240" y="228255"/>
                  </a:lnTo>
                  <a:lnTo>
                    <a:pt x="489902" y="223973"/>
                  </a:lnTo>
                  <a:lnTo>
                    <a:pt x="489489" y="219697"/>
                  </a:lnTo>
                  <a:lnTo>
                    <a:pt x="489001" y="215430"/>
                  </a:lnTo>
                  <a:lnTo>
                    <a:pt x="488439" y="211171"/>
                  </a:lnTo>
                  <a:lnTo>
                    <a:pt x="487803" y="206924"/>
                  </a:lnTo>
                  <a:lnTo>
                    <a:pt x="487092" y="202687"/>
                  </a:lnTo>
                  <a:lnTo>
                    <a:pt x="486307" y="198464"/>
                  </a:lnTo>
                  <a:lnTo>
                    <a:pt x="485448" y="194256"/>
                  </a:lnTo>
                  <a:lnTo>
                    <a:pt x="484516" y="190063"/>
                  </a:lnTo>
                  <a:lnTo>
                    <a:pt x="483510" y="185887"/>
                  </a:lnTo>
                  <a:lnTo>
                    <a:pt x="482432" y="181729"/>
                  </a:lnTo>
                  <a:lnTo>
                    <a:pt x="481281" y="177591"/>
                  </a:lnTo>
                  <a:lnTo>
                    <a:pt x="480058" y="173473"/>
                  </a:lnTo>
                  <a:lnTo>
                    <a:pt x="478762" y="169378"/>
                  </a:lnTo>
                  <a:lnTo>
                    <a:pt x="477396" y="165306"/>
                  </a:lnTo>
                  <a:lnTo>
                    <a:pt x="475958" y="161258"/>
                  </a:lnTo>
                  <a:lnTo>
                    <a:pt x="474450" y="157236"/>
                  </a:lnTo>
                  <a:lnTo>
                    <a:pt x="472872" y="153241"/>
                  </a:lnTo>
                  <a:lnTo>
                    <a:pt x="471223" y="149275"/>
                  </a:lnTo>
                  <a:lnTo>
                    <a:pt x="469506" y="145338"/>
                  </a:lnTo>
                  <a:lnTo>
                    <a:pt x="467720" y="141431"/>
                  </a:lnTo>
                  <a:lnTo>
                    <a:pt x="465866" y="137556"/>
                  </a:lnTo>
                  <a:lnTo>
                    <a:pt x="463945" y="133715"/>
                  </a:lnTo>
                  <a:lnTo>
                    <a:pt x="461956" y="129907"/>
                  </a:lnTo>
                  <a:lnTo>
                    <a:pt x="459901" y="126135"/>
                  </a:lnTo>
                  <a:lnTo>
                    <a:pt x="457781" y="122400"/>
                  </a:lnTo>
                  <a:lnTo>
                    <a:pt x="455595" y="118702"/>
                  </a:lnTo>
                  <a:lnTo>
                    <a:pt x="453345" y="115043"/>
                  </a:lnTo>
                  <a:lnTo>
                    <a:pt x="451032" y="111424"/>
                  </a:lnTo>
                  <a:lnTo>
                    <a:pt x="448655" y="107846"/>
                  </a:lnTo>
                  <a:lnTo>
                    <a:pt x="446216" y="104310"/>
                  </a:lnTo>
                  <a:lnTo>
                    <a:pt x="443716" y="100818"/>
                  </a:lnTo>
                  <a:lnTo>
                    <a:pt x="441155" y="97370"/>
                  </a:lnTo>
                  <a:lnTo>
                    <a:pt x="438534" y="93967"/>
                  </a:lnTo>
                  <a:lnTo>
                    <a:pt x="435854" y="90610"/>
                  </a:lnTo>
                  <a:lnTo>
                    <a:pt x="433115" y="87301"/>
                  </a:lnTo>
                  <a:lnTo>
                    <a:pt x="430319" y="84040"/>
                  </a:lnTo>
                  <a:lnTo>
                    <a:pt x="427466" y="80829"/>
                  </a:lnTo>
                  <a:lnTo>
                    <a:pt x="424558" y="77668"/>
                  </a:lnTo>
                  <a:lnTo>
                    <a:pt x="421595" y="74558"/>
                  </a:lnTo>
                  <a:lnTo>
                    <a:pt x="418577" y="71501"/>
                  </a:lnTo>
                  <a:lnTo>
                    <a:pt x="415507" y="68497"/>
                  </a:lnTo>
                  <a:lnTo>
                    <a:pt x="412385" y="65548"/>
                  </a:lnTo>
                  <a:lnTo>
                    <a:pt x="409211" y="62653"/>
                  </a:lnTo>
                  <a:lnTo>
                    <a:pt x="405987" y="59815"/>
                  </a:lnTo>
                  <a:lnTo>
                    <a:pt x="402714" y="57033"/>
                  </a:lnTo>
                  <a:lnTo>
                    <a:pt x="399393" y="54309"/>
                  </a:lnTo>
                  <a:lnTo>
                    <a:pt x="396025" y="51643"/>
                  </a:lnTo>
                  <a:lnTo>
                    <a:pt x="392611" y="49037"/>
                  </a:lnTo>
                  <a:lnTo>
                    <a:pt x="389151" y="46491"/>
                  </a:lnTo>
                  <a:lnTo>
                    <a:pt x="385648" y="44006"/>
                  </a:lnTo>
                  <a:lnTo>
                    <a:pt x="382101" y="41583"/>
                  </a:lnTo>
                  <a:lnTo>
                    <a:pt x="378513" y="39222"/>
                  </a:lnTo>
                  <a:lnTo>
                    <a:pt x="374884" y="36924"/>
                  </a:lnTo>
                  <a:lnTo>
                    <a:pt x="371215" y="34690"/>
                  </a:lnTo>
                  <a:lnTo>
                    <a:pt x="367508" y="32521"/>
                  </a:lnTo>
                  <a:lnTo>
                    <a:pt x="363763" y="30417"/>
                  </a:lnTo>
                  <a:lnTo>
                    <a:pt x="359982" y="28378"/>
                  </a:lnTo>
                  <a:lnTo>
                    <a:pt x="356166" y="26407"/>
                  </a:lnTo>
                  <a:lnTo>
                    <a:pt x="352316" y="24502"/>
                  </a:lnTo>
                  <a:lnTo>
                    <a:pt x="348433" y="22665"/>
                  </a:lnTo>
                  <a:lnTo>
                    <a:pt x="344519" y="20896"/>
                  </a:lnTo>
                  <a:lnTo>
                    <a:pt x="340574" y="19196"/>
                  </a:lnTo>
                  <a:lnTo>
                    <a:pt x="336601" y="17565"/>
                  </a:lnTo>
                  <a:lnTo>
                    <a:pt x="332599" y="16004"/>
                  </a:lnTo>
                  <a:lnTo>
                    <a:pt x="328571" y="14514"/>
                  </a:lnTo>
                  <a:lnTo>
                    <a:pt x="324517" y="13094"/>
                  </a:lnTo>
                  <a:lnTo>
                    <a:pt x="320439" y="11745"/>
                  </a:lnTo>
                  <a:lnTo>
                    <a:pt x="316338" y="10468"/>
                  </a:lnTo>
                  <a:lnTo>
                    <a:pt x="312215" y="9263"/>
                  </a:lnTo>
                  <a:lnTo>
                    <a:pt x="308071" y="8130"/>
                  </a:lnTo>
                  <a:lnTo>
                    <a:pt x="303909" y="7070"/>
                  </a:lnTo>
                  <a:lnTo>
                    <a:pt x="299729" y="6082"/>
                  </a:lnTo>
                  <a:lnTo>
                    <a:pt x="295532" y="5169"/>
                  </a:lnTo>
                  <a:lnTo>
                    <a:pt x="291319" y="4328"/>
                  </a:lnTo>
                  <a:lnTo>
                    <a:pt x="287093" y="3562"/>
                  </a:lnTo>
                  <a:lnTo>
                    <a:pt x="282854" y="2869"/>
                  </a:lnTo>
                  <a:lnTo>
                    <a:pt x="278603" y="2251"/>
                  </a:lnTo>
                  <a:lnTo>
                    <a:pt x="274342" y="1708"/>
                  </a:lnTo>
                  <a:lnTo>
                    <a:pt x="270072" y="1239"/>
                  </a:lnTo>
                  <a:lnTo>
                    <a:pt x="265795" y="845"/>
                  </a:lnTo>
                  <a:lnTo>
                    <a:pt x="261512" y="526"/>
                  </a:lnTo>
                  <a:lnTo>
                    <a:pt x="257223" y="281"/>
                  </a:lnTo>
                  <a:lnTo>
                    <a:pt x="252931" y="112"/>
                  </a:lnTo>
                  <a:lnTo>
                    <a:pt x="248637" y="18"/>
                  </a:lnTo>
                  <a:lnTo>
                    <a:pt x="244342" y="0"/>
                  </a:lnTo>
                  <a:lnTo>
                    <a:pt x="240047" y="56"/>
                  </a:lnTo>
                  <a:lnTo>
                    <a:pt x="235753" y="187"/>
                  </a:lnTo>
                  <a:lnTo>
                    <a:pt x="231463" y="394"/>
                  </a:lnTo>
                  <a:lnTo>
                    <a:pt x="227177" y="676"/>
                  </a:lnTo>
                  <a:lnTo>
                    <a:pt x="222896" y="1032"/>
                  </a:lnTo>
                  <a:lnTo>
                    <a:pt x="218623" y="1464"/>
                  </a:lnTo>
                  <a:lnTo>
                    <a:pt x="214357" y="1970"/>
                  </a:lnTo>
                  <a:lnTo>
                    <a:pt x="210101" y="2551"/>
                  </a:lnTo>
                  <a:lnTo>
                    <a:pt x="205856" y="3206"/>
                  </a:lnTo>
                  <a:lnTo>
                    <a:pt x="201623" y="3936"/>
                  </a:lnTo>
                  <a:lnTo>
                    <a:pt x="197404" y="4739"/>
                  </a:lnTo>
                  <a:lnTo>
                    <a:pt x="193199" y="5616"/>
                  </a:lnTo>
                  <a:lnTo>
                    <a:pt x="189010" y="6567"/>
                  </a:lnTo>
                  <a:lnTo>
                    <a:pt x="184838" y="7591"/>
                  </a:lnTo>
                  <a:lnTo>
                    <a:pt x="180685" y="8687"/>
                  </a:lnTo>
                  <a:lnTo>
                    <a:pt x="176552" y="9856"/>
                  </a:lnTo>
                  <a:lnTo>
                    <a:pt x="172440" y="11098"/>
                  </a:lnTo>
                  <a:lnTo>
                    <a:pt x="168350" y="12411"/>
                  </a:lnTo>
                  <a:lnTo>
                    <a:pt x="164284" y="13795"/>
                  </a:lnTo>
                  <a:lnTo>
                    <a:pt x="160243" y="15250"/>
                  </a:lnTo>
                  <a:lnTo>
                    <a:pt x="156228" y="16776"/>
                  </a:lnTo>
                  <a:lnTo>
                    <a:pt x="152240" y="18372"/>
                  </a:lnTo>
                  <a:lnTo>
                    <a:pt x="148281" y="20038"/>
                  </a:lnTo>
                  <a:lnTo>
                    <a:pt x="144351" y="21772"/>
                  </a:lnTo>
                  <a:lnTo>
                    <a:pt x="140452" y="23575"/>
                  </a:lnTo>
                  <a:lnTo>
                    <a:pt x="136586" y="25446"/>
                  </a:lnTo>
                  <a:lnTo>
                    <a:pt x="132753" y="27384"/>
                  </a:lnTo>
                  <a:lnTo>
                    <a:pt x="128954" y="29389"/>
                  </a:lnTo>
                  <a:lnTo>
                    <a:pt x="125191" y="31461"/>
                  </a:lnTo>
                  <a:lnTo>
                    <a:pt x="121465" y="33597"/>
                  </a:lnTo>
                  <a:lnTo>
                    <a:pt x="117777" y="35799"/>
                  </a:lnTo>
                  <a:lnTo>
                    <a:pt x="114128" y="38065"/>
                  </a:lnTo>
                  <a:lnTo>
                    <a:pt x="110519" y="40394"/>
                  </a:lnTo>
                  <a:lnTo>
                    <a:pt x="106951" y="42787"/>
                  </a:lnTo>
                  <a:lnTo>
                    <a:pt x="103426" y="45241"/>
                  </a:lnTo>
                  <a:lnTo>
                    <a:pt x="99945" y="47757"/>
                  </a:lnTo>
                  <a:lnTo>
                    <a:pt x="96507" y="50333"/>
                  </a:lnTo>
                  <a:lnTo>
                    <a:pt x="93116" y="52969"/>
                  </a:lnTo>
                  <a:lnTo>
                    <a:pt x="89771" y="55664"/>
                  </a:lnTo>
                  <a:lnTo>
                    <a:pt x="86474" y="58417"/>
                  </a:lnTo>
                  <a:lnTo>
                    <a:pt x="83226" y="61227"/>
                  </a:lnTo>
                  <a:lnTo>
                    <a:pt x="80027" y="64094"/>
                  </a:lnTo>
                  <a:lnTo>
                    <a:pt x="76879" y="67016"/>
                  </a:lnTo>
                  <a:lnTo>
                    <a:pt x="73782" y="69993"/>
                  </a:lnTo>
                  <a:lnTo>
                    <a:pt x="70738" y="73023"/>
                  </a:lnTo>
                  <a:lnTo>
                    <a:pt x="67748" y="76107"/>
                  </a:lnTo>
                  <a:lnTo>
                    <a:pt x="64812" y="79242"/>
                  </a:lnTo>
                  <a:lnTo>
                    <a:pt x="61931" y="82428"/>
                  </a:lnTo>
                  <a:lnTo>
                    <a:pt x="59107" y="85664"/>
                  </a:lnTo>
                  <a:lnTo>
                    <a:pt x="56339" y="88949"/>
                  </a:lnTo>
                  <a:lnTo>
                    <a:pt x="53630" y="92282"/>
                  </a:lnTo>
                  <a:lnTo>
                    <a:pt x="50979" y="95662"/>
                  </a:lnTo>
                  <a:lnTo>
                    <a:pt x="48388" y="99088"/>
                  </a:lnTo>
                  <a:lnTo>
                    <a:pt x="45857" y="102559"/>
                  </a:lnTo>
                  <a:lnTo>
                    <a:pt x="43387" y="106073"/>
                  </a:lnTo>
                  <a:lnTo>
                    <a:pt x="40980" y="109630"/>
                  </a:lnTo>
                  <a:lnTo>
                    <a:pt x="38634" y="113229"/>
                  </a:lnTo>
                  <a:lnTo>
                    <a:pt x="36353" y="116868"/>
                  </a:lnTo>
                  <a:lnTo>
                    <a:pt x="34135" y="120546"/>
                  </a:lnTo>
                  <a:lnTo>
                    <a:pt x="31982" y="124263"/>
                  </a:lnTo>
                  <a:lnTo>
                    <a:pt x="29894" y="128017"/>
                  </a:lnTo>
                  <a:lnTo>
                    <a:pt x="27872" y="131807"/>
                  </a:lnTo>
                  <a:lnTo>
                    <a:pt x="25917" y="135631"/>
                  </a:lnTo>
                  <a:lnTo>
                    <a:pt x="24029" y="139490"/>
                  </a:lnTo>
                  <a:lnTo>
                    <a:pt x="22209" y="143380"/>
                  </a:lnTo>
                  <a:lnTo>
                    <a:pt x="20458" y="147302"/>
                  </a:lnTo>
                  <a:lnTo>
                    <a:pt x="18775" y="151254"/>
                  </a:lnTo>
                  <a:lnTo>
                    <a:pt x="17162" y="155235"/>
                  </a:lnTo>
                  <a:lnTo>
                    <a:pt x="15618" y="159244"/>
                  </a:lnTo>
                  <a:lnTo>
                    <a:pt x="14145" y="163279"/>
                  </a:lnTo>
                  <a:lnTo>
                    <a:pt x="12743" y="167339"/>
                  </a:lnTo>
                  <a:lnTo>
                    <a:pt x="11412" y="171423"/>
                  </a:lnTo>
                  <a:lnTo>
                    <a:pt x="10153" y="175529"/>
                  </a:lnTo>
                  <a:lnTo>
                    <a:pt x="8966" y="179657"/>
                  </a:lnTo>
                  <a:lnTo>
                    <a:pt x="7851" y="183805"/>
                  </a:lnTo>
                  <a:lnTo>
                    <a:pt x="6809" y="187973"/>
                  </a:lnTo>
                  <a:lnTo>
                    <a:pt x="5840" y="192157"/>
                  </a:lnTo>
                  <a:lnTo>
                    <a:pt x="4944" y="196358"/>
                  </a:lnTo>
                  <a:lnTo>
                    <a:pt x="4123" y="200574"/>
                  </a:lnTo>
                  <a:lnTo>
                    <a:pt x="3375" y="204804"/>
                  </a:lnTo>
                  <a:lnTo>
                    <a:pt x="2701" y="209046"/>
                  </a:lnTo>
                  <a:lnTo>
                    <a:pt x="2101" y="213299"/>
                  </a:lnTo>
                  <a:lnTo>
                    <a:pt x="1577" y="217563"/>
                  </a:lnTo>
                  <a:lnTo>
                    <a:pt x="1126" y="221834"/>
                  </a:lnTo>
                  <a:lnTo>
                    <a:pt x="751" y="226113"/>
                  </a:lnTo>
                  <a:lnTo>
                    <a:pt x="450" y="230398"/>
                  </a:lnTo>
                  <a:lnTo>
                    <a:pt x="225" y="234687"/>
                  </a:lnTo>
                  <a:lnTo>
                    <a:pt x="75" y="238980"/>
                  </a:lnTo>
                  <a:lnTo>
                    <a:pt x="0" y="243275"/>
                  </a:lnTo>
                  <a:lnTo>
                    <a:pt x="0" y="247570"/>
                  </a:lnTo>
                  <a:lnTo>
                    <a:pt x="75" y="251865"/>
                  </a:lnTo>
                  <a:lnTo>
                    <a:pt x="225" y="256158"/>
                  </a:lnTo>
                  <a:lnTo>
                    <a:pt x="450" y="260447"/>
                  </a:lnTo>
                  <a:lnTo>
                    <a:pt x="751" y="264732"/>
                  </a:lnTo>
                  <a:lnTo>
                    <a:pt x="1126" y="269011"/>
                  </a:lnTo>
                  <a:lnTo>
                    <a:pt x="1577" y="273283"/>
                  </a:lnTo>
                  <a:lnTo>
                    <a:pt x="2101" y="277546"/>
                  </a:lnTo>
                  <a:lnTo>
                    <a:pt x="2701" y="281799"/>
                  </a:lnTo>
                  <a:lnTo>
                    <a:pt x="3375" y="286041"/>
                  </a:lnTo>
                  <a:lnTo>
                    <a:pt x="4123" y="290271"/>
                  </a:lnTo>
                  <a:lnTo>
                    <a:pt x="4944" y="294487"/>
                  </a:lnTo>
                  <a:lnTo>
                    <a:pt x="5840" y="298688"/>
                  </a:lnTo>
                  <a:lnTo>
                    <a:pt x="6809" y="302873"/>
                  </a:lnTo>
                  <a:lnTo>
                    <a:pt x="7851" y="307040"/>
                  </a:lnTo>
                  <a:lnTo>
                    <a:pt x="8966" y="311188"/>
                  </a:lnTo>
                  <a:lnTo>
                    <a:pt x="10153" y="315316"/>
                  </a:lnTo>
                  <a:lnTo>
                    <a:pt x="11412" y="319423"/>
                  </a:lnTo>
                  <a:lnTo>
                    <a:pt x="12743" y="323506"/>
                  </a:lnTo>
                  <a:lnTo>
                    <a:pt x="14145" y="327567"/>
                  </a:lnTo>
                  <a:lnTo>
                    <a:pt x="15618" y="331601"/>
                  </a:lnTo>
                  <a:lnTo>
                    <a:pt x="17162" y="335610"/>
                  </a:lnTo>
                  <a:lnTo>
                    <a:pt x="18775" y="339591"/>
                  </a:lnTo>
                  <a:lnTo>
                    <a:pt x="20458" y="343543"/>
                  </a:lnTo>
                  <a:lnTo>
                    <a:pt x="22209" y="347465"/>
                  </a:lnTo>
                  <a:lnTo>
                    <a:pt x="24029" y="351355"/>
                  </a:lnTo>
                  <a:lnTo>
                    <a:pt x="25917" y="355214"/>
                  </a:lnTo>
                  <a:lnTo>
                    <a:pt x="27872" y="359038"/>
                  </a:lnTo>
                  <a:lnTo>
                    <a:pt x="29894" y="362828"/>
                  </a:lnTo>
                  <a:lnTo>
                    <a:pt x="31982" y="366582"/>
                  </a:lnTo>
                  <a:lnTo>
                    <a:pt x="34135" y="370299"/>
                  </a:lnTo>
                  <a:lnTo>
                    <a:pt x="36353" y="373977"/>
                  </a:lnTo>
                  <a:lnTo>
                    <a:pt x="38634" y="377616"/>
                  </a:lnTo>
                  <a:lnTo>
                    <a:pt x="40980" y="381215"/>
                  </a:lnTo>
                  <a:lnTo>
                    <a:pt x="43387" y="384772"/>
                  </a:lnTo>
                  <a:lnTo>
                    <a:pt x="45857" y="388286"/>
                  </a:lnTo>
                  <a:lnTo>
                    <a:pt x="48388" y="391757"/>
                  </a:lnTo>
                  <a:lnTo>
                    <a:pt x="50979" y="395183"/>
                  </a:lnTo>
                  <a:lnTo>
                    <a:pt x="53630" y="398563"/>
                  </a:lnTo>
                  <a:lnTo>
                    <a:pt x="56339" y="401896"/>
                  </a:lnTo>
                  <a:lnTo>
                    <a:pt x="59107" y="405181"/>
                  </a:lnTo>
                  <a:lnTo>
                    <a:pt x="61931" y="408417"/>
                  </a:lnTo>
                  <a:lnTo>
                    <a:pt x="64812" y="411603"/>
                  </a:lnTo>
                  <a:lnTo>
                    <a:pt x="67748" y="414738"/>
                  </a:lnTo>
                  <a:lnTo>
                    <a:pt x="70738" y="417822"/>
                  </a:lnTo>
                  <a:lnTo>
                    <a:pt x="73782" y="420852"/>
                  </a:lnTo>
                  <a:lnTo>
                    <a:pt x="76879" y="423829"/>
                  </a:lnTo>
                  <a:lnTo>
                    <a:pt x="80027" y="426752"/>
                  </a:lnTo>
                  <a:lnTo>
                    <a:pt x="83226" y="429618"/>
                  </a:lnTo>
                  <a:lnTo>
                    <a:pt x="86474" y="432429"/>
                  </a:lnTo>
                  <a:lnTo>
                    <a:pt x="89771" y="435182"/>
                  </a:lnTo>
                  <a:lnTo>
                    <a:pt x="93116" y="437876"/>
                  </a:lnTo>
                  <a:lnTo>
                    <a:pt x="96507" y="440512"/>
                  </a:lnTo>
                  <a:lnTo>
                    <a:pt x="99945" y="443088"/>
                  </a:lnTo>
                  <a:lnTo>
                    <a:pt x="103426" y="445604"/>
                  </a:lnTo>
                  <a:lnTo>
                    <a:pt x="106951" y="448058"/>
                  </a:lnTo>
                  <a:lnTo>
                    <a:pt x="110519" y="450451"/>
                  </a:lnTo>
                  <a:lnTo>
                    <a:pt x="114128" y="452780"/>
                  </a:lnTo>
                  <a:lnTo>
                    <a:pt x="117777" y="455046"/>
                  </a:lnTo>
                  <a:lnTo>
                    <a:pt x="121465" y="457248"/>
                  </a:lnTo>
                  <a:lnTo>
                    <a:pt x="125191" y="459385"/>
                  </a:lnTo>
                  <a:lnTo>
                    <a:pt x="128954" y="461456"/>
                  </a:lnTo>
                  <a:lnTo>
                    <a:pt x="132753" y="463461"/>
                  </a:lnTo>
                  <a:lnTo>
                    <a:pt x="136586" y="465399"/>
                  </a:lnTo>
                  <a:lnTo>
                    <a:pt x="140452" y="467270"/>
                  </a:lnTo>
                  <a:lnTo>
                    <a:pt x="144351" y="469073"/>
                  </a:lnTo>
                  <a:lnTo>
                    <a:pt x="148281" y="470808"/>
                  </a:lnTo>
                  <a:lnTo>
                    <a:pt x="152240" y="472473"/>
                  </a:lnTo>
                  <a:lnTo>
                    <a:pt x="156228" y="474069"/>
                  </a:lnTo>
                  <a:lnTo>
                    <a:pt x="160243" y="475595"/>
                  </a:lnTo>
                  <a:lnTo>
                    <a:pt x="164284" y="477050"/>
                  </a:lnTo>
                  <a:lnTo>
                    <a:pt x="168350" y="478435"/>
                  </a:lnTo>
                  <a:lnTo>
                    <a:pt x="172440" y="479748"/>
                  </a:lnTo>
                  <a:lnTo>
                    <a:pt x="176552" y="480989"/>
                  </a:lnTo>
                  <a:lnTo>
                    <a:pt x="180685" y="482158"/>
                  </a:lnTo>
                  <a:lnTo>
                    <a:pt x="184838" y="483255"/>
                  </a:lnTo>
                  <a:lnTo>
                    <a:pt x="189010" y="484278"/>
                  </a:lnTo>
                  <a:lnTo>
                    <a:pt x="193199" y="485229"/>
                  </a:lnTo>
                  <a:lnTo>
                    <a:pt x="197404" y="486106"/>
                  </a:lnTo>
                  <a:lnTo>
                    <a:pt x="201623" y="486909"/>
                  </a:lnTo>
                  <a:lnTo>
                    <a:pt x="205856" y="487639"/>
                  </a:lnTo>
                  <a:lnTo>
                    <a:pt x="210101" y="488294"/>
                  </a:lnTo>
                  <a:lnTo>
                    <a:pt x="214357" y="488875"/>
                  </a:lnTo>
                  <a:lnTo>
                    <a:pt x="218623" y="489381"/>
                  </a:lnTo>
                  <a:lnTo>
                    <a:pt x="222896" y="489813"/>
                  </a:lnTo>
                  <a:lnTo>
                    <a:pt x="227177" y="490169"/>
                  </a:lnTo>
                  <a:lnTo>
                    <a:pt x="231463" y="490451"/>
                  </a:lnTo>
                  <a:lnTo>
                    <a:pt x="235753" y="490658"/>
                  </a:lnTo>
                  <a:lnTo>
                    <a:pt x="240047" y="490789"/>
                  </a:lnTo>
                  <a:lnTo>
                    <a:pt x="244342" y="490846"/>
                  </a:lnTo>
                  <a:lnTo>
                    <a:pt x="248637" y="490827"/>
                  </a:lnTo>
                  <a:lnTo>
                    <a:pt x="252931" y="490733"/>
                  </a:lnTo>
                  <a:lnTo>
                    <a:pt x="257223" y="490564"/>
                  </a:lnTo>
                  <a:lnTo>
                    <a:pt x="261512" y="490320"/>
                  </a:lnTo>
                  <a:lnTo>
                    <a:pt x="265795" y="490000"/>
                  </a:lnTo>
                  <a:lnTo>
                    <a:pt x="270072" y="489606"/>
                  </a:lnTo>
                  <a:lnTo>
                    <a:pt x="274342" y="489137"/>
                  </a:lnTo>
                  <a:lnTo>
                    <a:pt x="278603" y="488594"/>
                  </a:lnTo>
                  <a:lnTo>
                    <a:pt x="282854" y="487976"/>
                  </a:lnTo>
                  <a:lnTo>
                    <a:pt x="287093" y="487283"/>
                  </a:lnTo>
                  <a:lnTo>
                    <a:pt x="291319" y="486517"/>
                  </a:lnTo>
                  <a:lnTo>
                    <a:pt x="295532" y="485677"/>
                  </a:lnTo>
                  <a:lnTo>
                    <a:pt x="299729" y="484763"/>
                  </a:lnTo>
                  <a:lnTo>
                    <a:pt x="303909" y="483776"/>
                  </a:lnTo>
                  <a:lnTo>
                    <a:pt x="308071" y="482715"/>
                  </a:lnTo>
                  <a:lnTo>
                    <a:pt x="312215" y="481582"/>
                  </a:lnTo>
                  <a:lnTo>
                    <a:pt x="316338" y="480377"/>
                  </a:lnTo>
                  <a:lnTo>
                    <a:pt x="320439" y="479100"/>
                  </a:lnTo>
                  <a:lnTo>
                    <a:pt x="324517" y="477751"/>
                  </a:lnTo>
                  <a:lnTo>
                    <a:pt x="328571" y="476331"/>
                  </a:lnTo>
                  <a:lnTo>
                    <a:pt x="332599" y="474841"/>
                  </a:lnTo>
                  <a:lnTo>
                    <a:pt x="336601" y="473280"/>
                  </a:lnTo>
                  <a:lnTo>
                    <a:pt x="340574" y="471649"/>
                  </a:lnTo>
                  <a:lnTo>
                    <a:pt x="344519" y="469949"/>
                  </a:lnTo>
                  <a:lnTo>
                    <a:pt x="348433" y="468180"/>
                  </a:lnTo>
                  <a:lnTo>
                    <a:pt x="352316" y="466343"/>
                  </a:lnTo>
                  <a:lnTo>
                    <a:pt x="356166" y="464438"/>
                  </a:lnTo>
                  <a:lnTo>
                    <a:pt x="359982" y="462467"/>
                  </a:lnTo>
                  <a:lnTo>
                    <a:pt x="363763" y="460428"/>
                  </a:lnTo>
                  <a:lnTo>
                    <a:pt x="367508" y="458324"/>
                  </a:lnTo>
                  <a:lnTo>
                    <a:pt x="371215" y="456155"/>
                  </a:lnTo>
                  <a:lnTo>
                    <a:pt x="374884" y="453921"/>
                  </a:lnTo>
                  <a:lnTo>
                    <a:pt x="378513" y="451623"/>
                  </a:lnTo>
                  <a:lnTo>
                    <a:pt x="382101" y="449262"/>
                  </a:lnTo>
                  <a:lnTo>
                    <a:pt x="385648" y="446839"/>
                  </a:lnTo>
                  <a:lnTo>
                    <a:pt x="389151" y="444354"/>
                  </a:lnTo>
                  <a:lnTo>
                    <a:pt x="392611" y="441808"/>
                  </a:lnTo>
                  <a:lnTo>
                    <a:pt x="396025" y="439202"/>
                  </a:lnTo>
                  <a:lnTo>
                    <a:pt x="399393" y="436536"/>
                  </a:lnTo>
                  <a:lnTo>
                    <a:pt x="402714" y="433812"/>
                  </a:lnTo>
                  <a:lnTo>
                    <a:pt x="405987" y="431031"/>
                  </a:lnTo>
                  <a:lnTo>
                    <a:pt x="409211" y="428192"/>
                  </a:lnTo>
                  <a:lnTo>
                    <a:pt x="412385" y="425297"/>
                  </a:lnTo>
                  <a:lnTo>
                    <a:pt x="415507" y="422348"/>
                  </a:lnTo>
                  <a:lnTo>
                    <a:pt x="418577" y="419344"/>
                  </a:lnTo>
                  <a:lnTo>
                    <a:pt x="421595" y="416287"/>
                  </a:lnTo>
                  <a:lnTo>
                    <a:pt x="424558" y="413177"/>
                  </a:lnTo>
                  <a:lnTo>
                    <a:pt x="427466" y="410016"/>
                  </a:lnTo>
                  <a:lnTo>
                    <a:pt x="430319" y="406805"/>
                  </a:lnTo>
                  <a:lnTo>
                    <a:pt x="433115" y="403544"/>
                  </a:lnTo>
                  <a:lnTo>
                    <a:pt x="435854" y="400235"/>
                  </a:lnTo>
                  <a:lnTo>
                    <a:pt x="438534" y="396879"/>
                  </a:lnTo>
                  <a:lnTo>
                    <a:pt x="441155" y="393476"/>
                  </a:lnTo>
                  <a:lnTo>
                    <a:pt x="443716" y="390027"/>
                  </a:lnTo>
                  <a:lnTo>
                    <a:pt x="446216" y="386535"/>
                  </a:lnTo>
                  <a:lnTo>
                    <a:pt x="448655" y="382999"/>
                  </a:lnTo>
                  <a:lnTo>
                    <a:pt x="451032" y="379421"/>
                  </a:lnTo>
                  <a:lnTo>
                    <a:pt x="453345" y="375802"/>
                  </a:lnTo>
                  <a:lnTo>
                    <a:pt x="455595" y="372143"/>
                  </a:lnTo>
                  <a:lnTo>
                    <a:pt x="457781" y="368445"/>
                  </a:lnTo>
                  <a:lnTo>
                    <a:pt x="459901" y="364710"/>
                  </a:lnTo>
                  <a:lnTo>
                    <a:pt x="461956" y="360938"/>
                  </a:lnTo>
                  <a:lnTo>
                    <a:pt x="463945" y="357130"/>
                  </a:lnTo>
                  <a:lnTo>
                    <a:pt x="465866" y="353289"/>
                  </a:lnTo>
                  <a:lnTo>
                    <a:pt x="467720" y="349414"/>
                  </a:lnTo>
                  <a:lnTo>
                    <a:pt x="469506" y="345508"/>
                  </a:lnTo>
                  <a:lnTo>
                    <a:pt x="471223" y="341570"/>
                  </a:lnTo>
                  <a:lnTo>
                    <a:pt x="472872" y="337604"/>
                  </a:lnTo>
                  <a:lnTo>
                    <a:pt x="474450" y="333609"/>
                  </a:lnTo>
                  <a:lnTo>
                    <a:pt x="475958" y="329587"/>
                  </a:lnTo>
                  <a:lnTo>
                    <a:pt x="477396" y="325540"/>
                  </a:lnTo>
                  <a:lnTo>
                    <a:pt x="478762" y="321467"/>
                  </a:lnTo>
                  <a:lnTo>
                    <a:pt x="480058" y="317372"/>
                  </a:lnTo>
                  <a:lnTo>
                    <a:pt x="481281" y="313254"/>
                  </a:lnTo>
                  <a:lnTo>
                    <a:pt x="482432" y="309116"/>
                  </a:lnTo>
                  <a:lnTo>
                    <a:pt x="483510" y="304958"/>
                  </a:lnTo>
                  <a:lnTo>
                    <a:pt x="484516" y="300782"/>
                  </a:lnTo>
                  <a:lnTo>
                    <a:pt x="485448" y="296589"/>
                  </a:lnTo>
                  <a:lnTo>
                    <a:pt x="486307" y="292381"/>
                  </a:lnTo>
                  <a:lnTo>
                    <a:pt x="487092" y="288158"/>
                  </a:lnTo>
                  <a:lnTo>
                    <a:pt x="487803" y="283922"/>
                  </a:lnTo>
                  <a:lnTo>
                    <a:pt x="488439" y="279674"/>
                  </a:lnTo>
                  <a:lnTo>
                    <a:pt x="489001" y="275415"/>
                  </a:lnTo>
                  <a:lnTo>
                    <a:pt x="489489" y="271148"/>
                  </a:lnTo>
                  <a:lnTo>
                    <a:pt x="489902" y="266872"/>
                  </a:lnTo>
                  <a:lnTo>
                    <a:pt x="490240" y="262590"/>
                  </a:lnTo>
                  <a:lnTo>
                    <a:pt x="490503" y="258303"/>
                  </a:lnTo>
                  <a:lnTo>
                    <a:pt x="490691" y="254012"/>
                  </a:lnTo>
                  <a:lnTo>
                    <a:pt x="490803" y="249718"/>
                  </a:lnTo>
                  <a:lnTo>
                    <a:pt x="490841" y="245423"/>
                  </a:lnTo>
                </a:path>
              </a:pathLst>
            </a:custGeom>
            <a:ln w="13550" cap="flat">
              <a:solidFill>
                <a:srgbClr val="7FC5D8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776" name="tx776"/>
            <p:cNvSpPr/>
            <p:nvPr/>
          </p:nvSpPr>
          <p:spPr>
            <a:xfrm>
              <a:off x="7441065" y="5250539"/>
              <a:ext cx="265084" cy="800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7431960" y="5812953"/>
              <a:ext cx="283292" cy="82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7773180" y="5333099"/>
              <a:ext cx="469984" cy="801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7855846" y="5532937"/>
              <a:ext cx="216915" cy="79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7773180" y="5730287"/>
              <a:ext cx="488193" cy="82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781" name="pg781"/>
            <p:cNvSpPr/>
            <p:nvPr/>
          </p:nvSpPr>
          <p:spPr>
            <a:xfrm>
              <a:off x="7328191" y="5328563"/>
              <a:ext cx="490841" cy="490846"/>
            </a:xfrm>
            <a:custGeom>
              <a:avLst/>
              <a:pathLst>
                <a:path w="490841" h="490846">
                  <a:moveTo>
                    <a:pt x="490841" y="245423"/>
                  </a:moveTo>
                  <a:lnTo>
                    <a:pt x="490803" y="241127"/>
                  </a:lnTo>
                  <a:lnTo>
                    <a:pt x="490691" y="236833"/>
                  </a:lnTo>
                  <a:lnTo>
                    <a:pt x="490503" y="232542"/>
                  </a:lnTo>
                  <a:lnTo>
                    <a:pt x="490240" y="228255"/>
                  </a:lnTo>
                  <a:lnTo>
                    <a:pt x="489902" y="223973"/>
                  </a:lnTo>
                  <a:lnTo>
                    <a:pt x="489489" y="219697"/>
                  </a:lnTo>
                  <a:lnTo>
                    <a:pt x="489001" y="215430"/>
                  </a:lnTo>
                  <a:lnTo>
                    <a:pt x="488439" y="211171"/>
                  </a:lnTo>
                  <a:lnTo>
                    <a:pt x="487803" y="206924"/>
                  </a:lnTo>
                  <a:lnTo>
                    <a:pt x="487092" y="202687"/>
                  </a:lnTo>
                  <a:lnTo>
                    <a:pt x="486307" y="198464"/>
                  </a:lnTo>
                  <a:lnTo>
                    <a:pt x="485448" y="194256"/>
                  </a:lnTo>
                  <a:lnTo>
                    <a:pt x="484516" y="190063"/>
                  </a:lnTo>
                  <a:lnTo>
                    <a:pt x="483510" y="185887"/>
                  </a:lnTo>
                  <a:lnTo>
                    <a:pt x="482432" y="181729"/>
                  </a:lnTo>
                  <a:lnTo>
                    <a:pt x="481281" y="177591"/>
                  </a:lnTo>
                  <a:lnTo>
                    <a:pt x="480058" y="173473"/>
                  </a:lnTo>
                  <a:lnTo>
                    <a:pt x="478762" y="169378"/>
                  </a:lnTo>
                  <a:lnTo>
                    <a:pt x="477396" y="165306"/>
                  </a:lnTo>
                  <a:lnTo>
                    <a:pt x="475958" y="161258"/>
                  </a:lnTo>
                  <a:lnTo>
                    <a:pt x="474450" y="157236"/>
                  </a:lnTo>
                  <a:lnTo>
                    <a:pt x="472872" y="153241"/>
                  </a:lnTo>
                  <a:lnTo>
                    <a:pt x="471223" y="149275"/>
                  </a:lnTo>
                  <a:lnTo>
                    <a:pt x="469506" y="145338"/>
                  </a:lnTo>
                  <a:lnTo>
                    <a:pt x="467720" y="141431"/>
                  </a:lnTo>
                  <a:lnTo>
                    <a:pt x="465866" y="137556"/>
                  </a:lnTo>
                  <a:lnTo>
                    <a:pt x="463945" y="133715"/>
                  </a:lnTo>
                  <a:lnTo>
                    <a:pt x="461956" y="129907"/>
                  </a:lnTo>
                  <a:lnTo>
                    <a:pt x="459901" y="126135"/>
                  </a:lnTo>
                  <a:lnTo>
                    <a:pt x="457781" y="122400"/>
                  </a:lnTo>
                  <a:lnTo>
                    <a:pt x="455595" y="118702"/>
                  </a:lnTo>
                  <a:lnTo>
                    <a:pt x="453345" y="115043"/>
                  </a:lnTo>
                  <a:lnTo>
                    <a:pt x="451032" y="111424"/>
                  </a:lnTo>
                  <a:lnTo>
                    <a:pt x="448655" y="107846"/>
                  </a:lnTo>
                  <a:lnTo>
                    <a:pt x="446216" y="104310"/>
                  </a:lnTo>
                  <a:lnTo>
                    <a:pt x="443716" y="100818"/>
                  </a:lnTo>
                  <a:lnTo>
                    <a:pt x="441155" y="97370"/>
                  </a:lnTo>
                  <a:lnTo>
                    <a:pt x="438534" y="93967"/>
                  </a:lnTo>
                  <a:lnTo>
                    <a:pt x="435854" y="90610"/>
                  </a:lnTo>
                  <a:lnTo>
                    <a:pt x="433115" y="87301"/>
                  </a:lnTo>
                  <a:lnTo>
                    <a:pt x="430319" y="84040"/>
                  </a:lnTo>
                  <a:lnTo>
                    <a:pt x="427466" y="80829"/>
                  </a:lnTo>
                  <a:lnTo>
                    <a:pt x="424558" y="77668"/>
                  </a:lnTo>
                  <a:lnTo>
                    <a:pt x="421595" y="74558"/>
                  </a:lnTo>
                  <a:lnTo>
                    <a:pt x="418577" y="71501"/>
                  </a:lnTo>
                  <a:lnTo>
                    <a:pt x="415507" y="68497"/>
                  </a:lnTo>
                  <a:lnTo>
                    <a:pt x="412385" y="65548"/>
                  </a:lnTo>
                  <a:lnTo>
                    <a:pt x="409211" y="62653"/>
                  </a:lnTo>
                  <a:lnTo>
                    <a:pt x="405987" y="59815"/>
                  </a:lnTo>
                  <a:lnTo>
                    <a:pt x="402714" y="57033"/>
                  </a:lnTo>
                  <a:lnTo>
                    <a:pt x="399393" y="54309"/>
                  </a:lnTo>
                  <a:lnTo>
                    <a:pt x="396025" y="51643"/>
                  </a:lnTo>
                  <a:lnTo>
                    <a:pt x="392611" y="49037"/>
                  </a:lnTo>
                  <a:lnTo>
                    <a:pt x="389151" y="46491"/>
                  </a:lnTo>
                  <a:lnTo>
                    <a:pt x="385648" y="44006"/>
                  </a:lnTo>
                  <a:lnTo>
                    <a:pt x="382101" y="41583"/>
                  </a:lnTo>
                  <a:lnTo>
                    <a:pt x="378513" y="39222"/>
                  </a:lnTo>
                  <a:lnTo>
                    <a:pt x="374884" y="36924"/>
                  </a:lnTo>
                  <a:lnTo>
                    <a:pt x="371215" y="34690"/>
                  </a:lnTo>
                  <a:lnTo>
                    <a:pt x="367508" y="32521"/>
                  </a:lnTo>
                  <a:lnTo>
                    <a:pt x="363763" y="30417"/>
                  </a:lnTo>
                  <a:lnTo>
                    <a:pt x="359982" y="28378"/>
                  </a:lnTo>
                  <a:lnTo>
                    <a:pt x="356166" y="26407"/>
                  </a:lnTo>
                  <a:lnTo>
                    <a:pt x="352316" y="24502"/>
                  </a:lnTo>
                  <a:lnTo>
                    <a:pt x="348433" y="22665"/>
                  </a:lnTo>
                  <a:lnTo>
                    <a:pt x="344519" y="20896"/>
                  </a:lnTo>
                  <a:lnTo>
                    <a:pt x="340574" y="19196"/>
                  </a:lnTo>
                  <a:lnTo>
                    <a:pt x="336601" y="17565"/>
                  </a:lnTo>
                  <a:lnTo>
                    <a:pt x="332599" y="16004"/>
                  </a:lnTo>
                  <a:lnTo>
                    <a:pt x="328571" y="14514"/>
                  </a:lnTo>
                  <a:lnTo>
                    <a:pt x="324517" y="13094"/>
                  </a:lnTo>
                  <a:lnTo>
                    <a:pt x="320439" y="11745"/>
                  </a:lnTo>
                  <a:lnTo>
                    <a:pt x="316338" y="10468"/>
                  </a:lnTo>
                  <a:lnTo>
                    <a:pt x="312215" y="9263"/>
                  </a:lnTo>
                  <a:lnTo>
                    <a:pt x="308071" y="8130"/>
                  </a:lnTo>
                  <a:lnTo>
                    <a:pt x="303909" y="7070"/>
                  </a:lnTo>
                  <a:lnTo>
                    <a:pt x="299729" y="6082"/>
                  </a:lnTo>
                  <a:lnTo>
                    <a:pt x="295532" y="5169"/>
                  </a:lnTo>
                  <a:lnTo>
                    <a:pt x="291319" y="4328"/>
                  </a:lnTo>
                  <a:lnTo>
                    <a:pt x="287093" y="3562"/>
                  </a:lnTo>
                  <a:lnTo>
                    <a:pt x="282854" y="2869"/>
                  </a:lnTo>
                  <a:lnTo>
                    <a:pt x="278603" y="2251"/>
                  </a:lnTo>
                  <a:lnTo>
                    <a:pt x="274342" y="1708"/>
                  </a:lnTo>
                  <a:lnTo>
                    <a:pt x="270072" y="1239"/>
                  </a:lnTo>
                  <a:lnTo>
                    <a:pt x="265795" y="845"/>
                  </a:lnTo>
                  <a:lnTo>
                    <a:pt x="261512" y="526"/>
                  </a:lnTo>
                  <a:lnTo>
                    <a:pt x="257223" y="281"/>
                  </a:lnTo>
                  <a:lnTo>
                    <a:pt x="252931" y="112"/>
                  </a:lnTo>
                  <a:lnTo>
                    <a:pt x="248637" y="18"/>
                  </a:lnTo>
                  <a:lnTo>
                    <a:pt x="244342" y="0"/>
                  </a:lnTo>
                  <a:lnTo>
                    <a:pt x="240047" y="56"/>
                  </a:lnTo>
                  <a:lnTo>
                    <a:pt x="235753" y="187"/>
                  </a:lnTo>
                  <a:lnTo>
                    <a:pt x="231463" y="394"/>
                  </a:lnTo>
                  <a:lnTo>
                    <a:pt x="227177" y="676"/>
                  </a:lnTo>
                  <a:lnTo>
                    <a:pt x="222896" y="1032"/>
                  </a:lnTo>
                  <a:lnTo>
                    <a:pt x="218623" y="1464"/>
                  </a:lnTo>
                  <a:lnTo>
                    <a:pt x="214357" y="1970"/>
                  </a:lnTo>
                  <a:lnTo>
                    <a:pt x="210101" y="2551"/>
                  </a:lnTo>
                  <a:lnTo>
                    <a:pt x="205856" y="3206"/>
                  </a:lnTo>
                  <a:lnTo>
                    <a:pt x="201623" y="3936"/>
                  </a:lnTo>
                  <a:lnTo>
                    <a:pt x="197404" y="4739"/>
                  </a:lnTo>
                  <a:lnTo>
                    <a:pt x="193199" y="5616"/>
                  </a:lnTo>
                  <a:lnTo>
                    <a:pt x="189010" y="6567"/>
                  </a:lnTo>
                  <a:lnTo>
                    <a:pt x="184838" y="7591"/>
                  </a:lnTo>
                  <a:lnTo>
                    <a:pt x="180685" y="8687"/>
                  </a:lnTo>
                  <a:lnTo>
                    <a:pt x="176552" y="9856"/>
                  </a:lnTo>
                  <a:lnTo>
                    <a:pt x="172440" y="11098"/>
                  </a:lnTo>
                  <a:lnTo>
                    <a:pt x="168350" y="12411"/>
                  </a:lnTo>
                  <a:lnTo>
                    <a:pt x="164284" y="13795"/>
                  </a:lnTo>
                  <a:lnTo>
                    <a:pt x="160243" y="15250"/>
                  </a:lnTo>
                  <a:lnTo>
                    <a:pt x="156228" y="16776"/>
                  </a:lnTo>
                  <a:lnTo>
                    <a:pt x="152240" y="18372"/>
                  </a:lnTo>
                  <a:lnTo>
                    <a:pt x="148281" y="20038"/>
                  </a:lnTo>
                  <a:lnTo>
                    <a:pt x="144351" y="21772"/>
                  </a:lnTo>
                  <a:lnTo>
                    <a:pt x="140452" y="23575"/>
                  </a:lnTo>
                  <a:lnTo>
                    <a:pt x="136586" y="25446"/>
                  </a:lnTo>
                  <a:lnTo>
                    <a:pt x="132753" y="27384"/>
                  </a:lnTo>
                  <a:lnTo>
                    <a:pt x="128954" y="29389"/>
                  </a:lnTo>
                  <a:lnTo>
                    <a:pt x="125191" y="31461"/>
                  </a:lnTo>
                  <a:lnTo>
                    <a:pt x="121465" y="33597"/>
                  </a:lnTo>
                  <a:lnTo>
                    <a:pt x="117777" y="35799"/>
                  </a:lnTo>
                  <a:lnTo>
                    <a:pt x="114128" y="38065"/>
                  </a:lnTo>
                  <a:lnTo>
                    <a:pt x="110519" y="40394"/>
                  </a:lnTo>
                  <a:lnTo>
                    <a:pt x="106951" y="42787"/>
                  </a:lnTo>
                  <a:lnTo>
                    <a:pt x="103426" y="45241"/>
                  </a:lnTo>
                  <a:lnTo>
                    <a:pt x="99945" y="47757"/>
                  </a:lnTo>
                  <a:lnTo>
                    <a:pt x="96507" y="50333"/>
                  </a:lnTo>
                  <a:lnTo>
                    <a:pt x="93116" y="52969"/>
                  </a:lnTo>
                  <a:lnTo>
                    <a:pt x="89771" y="55664"/>
                  </a:lnTo>
                  <a:lnTo>
                    <a:pt x="86474" y="58417"/>
                  </a:lnTo>
                  <a:lnTo>
                    <a:pt x="83226" y="61227"/>
                  </a:lnTo>
                  <a:lnTo>
                    <a:pt x="80027" y="64094"/>
                  </a:lnTo>
                  <a:lnTo>
                    <a:pt x="76879" y="67016"/>
                  </a:lnTo>
                  <a:lnTo>
                    <a:pt x="73782" y="69993"/>
                  </a:lnTo>
                  <a:lnTo>
                    <a:pt x="70738" y="73023"/>
                  </a:lnTo>
                  <a:lnTo>
                    <a:pt x="67748" y="76107"/>
                  </a:lnTo>
                  <a:lnTo>
                    <a:pt x="64812" y="79242"/>
                  </a:lnTo>
                  <a:lnTo>
                    <a:pt x="61931" y="82428"/>
                  </a:lnTo>
                  <a:lnTo>
                    <a:pt x="59107" y="85664"/>
                  </a:lnTo>
                  <a:lnTo>
                    <a:pt x="56339" y="88949"/>
                  </a:lnTo>
                  <a:lnTo>
                    <a:pt x="53630" y="92282"/>
                  </a:lnTo>
                  <a:lnTo>
                    <a:pt x="50979" y="95662"/>
                  </a:lnTo>
                  <a:lnTo>
                    <a:pt x="48388" y="99088"/>
                  </a:lnTo>
                  <a:lnTo>
                    <a:pt x="45857" y="102559"/>
                  </a:lnTo>
                  <a:lnTo>
                    <a:pt x="43387" y="106073"/>
                  </a:lnTo>
                  <a:lnTo>
                    <a:pt x="40980" y="109630"/>
                  </a:lnTo>
                  <a:lnTo>
                    <a:pt x="38634" y="113229"/>
                  </a:lnTo>
                  <a:lnTo>
                    <a:pt x="36353" y="116868"/>
                  </a:lnTo>
                  <a:lnTo>
                    <a:pt x="34135" y="120546"/>
                  </a:lnTo>
                  <a:lnTo>
                    <a:pt x="31982" y="124263"/>
                  </a:lnTo>
                  <a:lnTo>
                    <a:pt x="29894" y="128017"/>
                  </a:lnTo>
                  <a:lnTo>
                    <a:pt x="27872" y="131807"/>
                  </a:lnTo>
                  <a:lnTo>
                    <a:pt x="25917" y="135631"/>
                  </a:lnTo>
                  <a:lnTo>
                    <a:pt x="24029" y="139490"/>
                  </a:lnTo>
                  <a:lnTo>
                    <a:pt x="22209" y="143380"/>
                  </a:lnTo>
                  <a:lnTo>
                    <a:pt x="20458" y="147302"/>
                  </a:lnTo>
                  <a:lnTo>
                    <a:pt x="18775" y="151254"/>
                  </a:lnTo>
                  <a:lnTo>
                    <a:pt x="17162" y="155235"/>
                  </a:lnTo>
                  <a:lnTo>
                    <a:pt x="15618" y="159244"/>
                  </a:lnTo>
                  <a:lnTo>
                    <a:pt x="14145" y="163279"/>
                  </a:lnTo>
                  <a:lnTo>
                    <a:pt x="12743" y="167339"/>
                  </a:lnTo>
                  <a:lnTo>
                    <a:pt x="11412" y="171423"/>
                  </a:lnTo>
                  <a:lnTo>
                    <a:pt x="10153" y="175529"/>
                  </a:lnTo>
                  <a:lnTo>
                    <a:pt x="8966" y="179657"/>
                  </a:lnTo>
                  <a:lnTo>
                    <a:pt x="7851" y="183805"/>
                  </a:lnTo>
                  <a:lnTo>
                    <a:pt x="6809" y="187973"/>
                  </a:lnTo>
                  <a:lnTo>
                    <a:pt x="5840" y="192157"/>
                  </a:lnTo>
                  <a:lnTo>
                    <a:pt x="4944" y="196358"/>
                  </a:lnTo>
                  <a:lnTo>
                    <a:pt x="4123" y="200574"/>
                  </a:lnTo>
                  <a:lnTo>
                    <a:pt x="3375" y="204804"/>
                  </a:lnTo>
                  <a:lnTo>
                    <a:pt x="2701" y="209046"/>
                  </a:lnTo>
                  <a:lnTo>
                    <a:pt x="2101" y="213299"/>
                  </a:lnTo>
                  <a:lnTo>
                    <a:pt x="1577" y="217563"/>
                  </a:lnTo>
                  <a:lnTo>
                    <a:pt x="1126" y="221834"/>
                  </a:lnTo>
                  <a:lnTo>
                    <a:pt x="751" y="226113"/>
                  </a:lnTo>
                  <a:lnTo>
                    <a:pt x="450" y="230398"/>
                  </a:lnTo>
                  <a:lnTo>
                    <a:pt x="225" y="234687"/>
                  </a:lnTo>
                  <a:lnTo>
                    <a:pt x="75" y="238980"/>
                  </a:lnTo>
                  <a:lnTo>
                    <a:pt x="0" y="243275"/>
                  </a:lnTo>
                  <a:lnTo>
                    <a:pt x="0" y="247570"/>
                  </a:lnTo>
                  <a:lnTo>
                    <a:pt x="75" y="251865"/>
                  </a:lnTo>
                  <a:lnTo>
                    <a:pt x="225" y="256158"/>
                  </a:lnTo>
                  <a:lnTo>
                    <a:pt x="450" y="260447"/>
                  </a:lnTo>
                  <a:lnTo>
                    <a:pt x="751" y="264732"/>
                  </a:lnTo>
                  <a:lnTo>
                    <a:pt x="1126" y="269011"/>
                  </a:lnTo>
                  <a:lnTo>
                    <a:pt x="1577" y="273283"/>
                  </a:lnTo>
                  <a:lnTo>
                    <a:pt x="2101" y="277546"/>
                  </a:lnTo>
                  <a:lnTo>
                    <a:pt x="2701" y="281799"/>
                  </a:lnTo>
                  <a:lnTo>
                    <a:pt x="3375" y="286041"/>
                  </a:lnTo>
                  <a:lnTo>
                    <a:pt x="4123" y="290271"/>
                  </a:lnTo>
                  <a:lnTo>
                    <a:pt x="4944" y="294487"/>
                  </a:lnTo>
                  <a:lnTo>
                    <a:pt x="5840" y="298688"/>
                  </a:lnTo>
                  <a:lnTo>
                    <a:pt x="6809" y="302873"/>
                  </a:lnTo>
                  <a:lnTo>
                    <a:pt x="7851" y="307040"/>
                  </a:lnTo>
                  <a:lnTo>
                    <a:pt x="8966" y="311188"/>
                  </a:lnTo>
                  <a:lnTo>
                    <a:pt x="10153" y="315316"/>
                  </a:lnTo>
                  <a:lnTo>
                    <a:pt x="11412" y="319423"/>
                  </a:lnTo>
                  <a:lnTo>
                    <a:pt x="12743" y="323506"/>
                  </a:lnTo>
                  <a:lnTo>
                    <a:pt x="14145" y="327567"/>
                  </a:lnTo>
                  <a:lnTo>
                    <a:pt x="15618" y="331601"/>
                  </a:lnTo>
                  <a:lnTo>
                    <a:pt x="17162" y="335610"/>
                  </a:lnTo>
                  <a:lnTo>
                    <a:pt x="18775" y="339591"/>
                  </a:lnTo>
                  <a:lnTo>
                    <a:pt x="20458" y="343543"/>
                  </a:lnTo>
                  <a:lnTo>
                    <a:pt x="22209" y="347465"/>
                  </a:lnTo>
                  <a:lnTo>
                    <a:pt x="24029" y="351355"/>
                  </a:lnTo>
                  <a:lnTo>
                    <a:pt x="25917" y="355214"/>
                  </a:lnTo>
                  <a:lnTo>
                    <a:pt x="27872" y="359038"/>
                  </a:lnTo>
                  <a:lnTo>
                    <a:pt x="29894" y="362828"/>
                  </a:lnTo>
                  <a:lnTo>
                    <a:pt x="31982" y="366582"/>
                  </a:lnTo>
                  <a:lnTo>
                    <a:pt x="34135" y="370299"/>
                  </a:lnTo>
                  <a:lnTo>
                    <a:pt x="36353" y="373977"/>
                  </a:lnTo>
                  <a:lnTo>
                    <a:pt x="38634" y="377616"/>
                  </a:lnTo>
                  <a:lnTo>
                    <a:pt x="40980" y="381215"/>
                  </a:lnTo>
                  <a:lnTo>
                    <a:pt x="43387" y="384772"/>
                  </a:lnTo>
                  <a:lnTo>
                    <a:pt x="45857" y="388286"/>
                  </a:lnTo>
                  <a:lnTo>
                    <a:pt x="48388" y="391757"/>
                  </a:lnTo>
                  <a:lnTo>
                    <a:pt x="50979" y="395183"/>
                  </a:lnTo>
                  <a:lnTo>
                    <a:pt x="53630" y="398563"/>
                  </a:lnTo>
                  <a:lnTo>
                    <a:pt x="56339" y="401896"/>
                  </a:lnTo>
                  <a:lnTo>
                    <a:pt x="59107" y="405181"/>
                  </a:lnTo>
                  <a:lnTo>
                    <a:pt x="61931" y="408417"/>
                  </a:lnTo>
                  <a:lnTo>
                    <a:pt x="64812" y="411603"/>
                  </a:lnTo>
                  <a:lnTo>
                    <a:pt x="67748" y="414738"/>
                  </a:lnTo>
                  <a:lnTo>
                    <a:pt x="70738" y="417822"/>
                  </a:lnTo>
                  <a:lnTo>
                    <a:pt x="73782" y="420852"/>
                  </a:lnTo>
                  <a:lnTo>
                    <a:pt x="76879" y="423829"/>
                  </a:lnTo>
                  <a:lnTo>
                    <a:pt x="80027" y="426752"/>
                  </a:lnTo>
                  <a:lnTo>
                    <a:pt x="83226" y="429618"/>
                  </a:lnTo>
                  <a:lnTo>
                    <a:pt x="86474" y="432429"/>
                  </a:lnTo>
                  <a:lnTo>
                    <a:pt x="89771" y="435182"/>
                  </a:lnTo>
                  <a:lnTo>
                    <a:pt x="93116" y="437876"/>
                  </a:lnTo>
                  <a:lnTo>
                    <a:pt x="96507" y="440512"/>
                  </a:lnTo>
                  <a:lnTo>
                    <a:pt x="99945" y="443088"/>
                  </a:lnTo>
                  <a:lnTo>
                    <a:pt x="103426" y="445604"/>
                  </a:lnTo>
                  <a:lnTo>
                    <a:pt x="106951" y="448058"/>
                  </a:lnTo>
                  <a:lnTo>
                    <a:pt x="110519" y="450451"/>
                  </a:lnTo>
                  <a:lnTo>
                    <a:pt x="114128" y="452780"/>
                  </a:lnTo>
                  <a:lnTo>
                    <a:pt x="117777" y="455046"/>
                  </a:lnTo>
                  <a:lnTo>
                    <a:pt x="121465" y="457248"/>
                  </a:lnTo>
                  <a:lnTo>
                    <a:pt x="125191" y="459385"/>
                  </a:lnTo>
                  <a:lnTo>
                    <a:pt x="128954" y="461456"/>
                  </a:lnTo>
                  <a:lnTo>
                    <a:pt x="132753" y="463461"/>
                  </a:lnTo>
                  <a:lnTo>
                    <a:pt x="136586" y="465399"/>
                  </a:lnTo>
                  <a:lnTo>
                    <a:pt x="140452" y="467270"/>
                  </a:lnTo>
                  <a:lnTo>
                    <a:pt x="144351" y="469073"/>
                  </a:lnTo>
                  <a:lnTo>
                    <a:pt x="148281" y="470808"/>
                  </a:lnTo>
                  <a:lnTo>
                    <a:pt x="152240" y="472473"/>
                  </a:lnTo>
                  <a:lnTo>
                    <a:pt x="156228" y="474069"/>
                  </a:lnTo>
                  <a:lnTo>
                    <a:pt x="160243" y="475595"/>
                  </a:lnTo>
                  <a:lnTo>
                    <a:pt x="164284" y="477050"/>
                  </a:lnTo>
                  <a:lnTo>
                    <a:pt x="168350" y="478435"/>
                  </a:lnTo>
                  <a:lnTo>
                    <a:pt x="172440" y="479748"/>
                  </a:lnTo>
                  <a:lnTo>
                    <a:pt x="176552" y="480989"/>
                  </a:lnTo>
                  <a:lnTo>
                    <a:pt x="180685" y="482158"/>
                  </a:lnTo>
                  <a:lnTo>
                    <a:pt x="184838" y="483255"/>
                  </a:lnTo>
                  <a:lnTo>
                    <a:pt x="189010" y="484278"/>
                  </a:lnTo>
                  <a:lnTo>
                    <a:pt x="193199" y="485229"/>
                  </a:lnTo>
                  <a:lnTo>
                    <a:pt x="197404" y="486106"/>
                  </a:lnTo>
                  <a:lnTo>
                    <a:pt x="201623" y="486909"/>
                  </a:lnTo>
                  <a:lnTo>
                    <a:pt x="205856" y="487639"/>
                  </a:lnTo>
                  <a:lnTo>
                    <a:pt x="210101" y="488294"/>
                  </a:lnTo>
                  <a:lnTo>
                    <a:pt x="214357" y="488875"/>
                  </a:lnTo>
                  <a:lnTo>
                    <a:pt x="218623" y="489381"/>
                  </a:lnTo>
                  <a:lnTo>
                    <a:pt x="222896" y="489813"/>
                  </a:lnTo>
                  <a:lnTo>
                    <a:pt x="227177" y="490169"/>
                  </a:lnTo>
                  <a:lnTo>
                    <a:pt x="231463" y="490451"/>
                  </a:lnTo>
                  <a:lnTo>
                    <a:pt x="235753" y="490658"/>
                  </a:lnTo>
                  <a:lnTo>
                    <a:pt x="240047" y="490789"/>
                  </a:lnTo>
                  <a:lnTo>
                    <a:pt x="244342" y="490846"/>
                  </a:lnTo>
                  <a:lnTo>
                    <a:pt x="248637" y="490827"/>
                  </a:lnTo>
                  <a:lnTo>
                    <a:pt x="252931" y="490733"/>
                  </a:lnTo>
                  <a:lnTo>
                    <a:pt x="257223" y="490564"/>
                  </a:lnTo>
                  <a:lnTo>
                    <a:pt x="261512" y="490320"/>
                  </a:lnTo>
                  <a:lnTo>
                    <a:pt x="265795" y="490000"/>
                  </a:lnTo>
                  <a:lnTo>
                    <a:pt x="270072" y="489606"/>
                  </a:lnTo>
                  <a:lnTo>
                    <a:pt x="274342" y="489137"/>
                  </a:lnTo>
                  <a:lnTo>
                    <a:pt x="278603" y="488594"/>
                  </a:lnTo>
                  <a:lnTo>
                    <a:pt x="282854" y="487976"/>
                  </a:lnTo>
                  <a:lnTo>
                    <a:pt x="287093" y="487283"/>
                  </a:lnTo>
                  <a:lnTo>
                    <a:pt x="291319" y="486517"/>
                  </a:lnTo>
                  <a:lnTo>
                    <a:pt x="295532" y="485677"/>
                  </a:lnTo>
                  <a:lnTo>
                    <a:pt x="299729" y="484763"/>
                  </a:lnTo>
                  <a:lnTo>
                    <a:pt x="303909" y="483776"/>
                  </a:lnTo>
                  <a:lnTo>
                    <a:pt x="308071" y="482715"/>
                  </a:lnTo>
                  <a:lnTo>
                    <a:pt x="312215" y="481582"/>
                  </a:lnTo>
                  <a:lnTo>
                    <a:pt x="316338" y="480377"/>
                  </a:lnTo>
                  <a:lnTo>
                    <a:pt x="320439" y="479100"/>
                  </a:lnTo>
                  <a:lnTo>
                    <a:pt x="324517" y="477751"/>
                  </a:lnTo>
                  <a:lnTo>
                    <a:pt x="328571" y="476331"/>
                  </a:lnTo>
                  <a:lnTo>
                    <a:pt x="332599" y="474841"/>
                  </a:lnTo>
                  <a:lnTo>
                    <a:pt x="336601" y="473280"/>
                  </a:lnTo>
                  <a:lnTo>
                    <a:pt x="340574" y="471649"/>
                  </a:lnTo>
                  <a:lnTo>
                    <a:pt x="344519" y="469949"/>
                  </a:lnTo>
                  <a:lnTo>
                    <a:pt x="348433" y="468180"/>
                  </a:lnTo>
                  <a:lnTo>
                    <a:pt x="352316" y="466343"/>
                  </a:lnTo>
                  <a:lnTo>
                    <a:pt x="356166" y="464438"/>
                  </a:lnTo>
                  <a:lnTo>
                    <a:pt x="359982" y="462467"/>
                  </a:lnTo>
                  <a:lnTo>
                    <a:pt x="363763" y="460428"/>
                  </a:lnTo>
                  <a:lnTo>
                    <a:pt x="367508" y="458324"/>
                  </a:lnTo>
                  <a:lnTo>
                    <a:pt x="371215" y="456155"/>
                  </a:lnTo>
                  <a:lnTo>
                    <a:pt x="374884" y="453921"/>
                  </a:lnTo>
                  <a:lnTo>
                    <a:pt x="378513" y="451623"/>
                  </a:lnTo>
                  <a:lnTo>
                    <a:pt x="382101" y="449262"/>
                  </a:lnTo>
                  <a:lnTo>
                    <a:pt x="385648" y="446839"/>
                  </a:lnTo>
                  <a:lnTo>
                    <a:pt x="389151" y="444354"/>
                  </a:lnTo>
                  <a:lnTo>
                    <a:pt x="392611" y="441808"/>
                  </a:lnTo>
                  <a:lnTo>
                    <a:pt x="396025" y="439202"/>
                  </a:lnTo>
                  <a:lnTo>
                    <a:pt x="399393" y="436536"/>
                  </a:lnTo>
                  <a:lnTo>
                    <a:pt x="402714" y="433812"/>
                  </a:lnTo>
                  <a:lnTo>
                    <a:pt x="405987" y="431031"/>
                  </a:lnTo>
                  <a:lnTo>
                    <a:pt x="409211" y="428192"/>
                  </a:lnTo>
                  <a:lnTo>
                    <a:pt x="412385" y="425297"/>
                  </a:lnTo>
                  <a:lnTo>
                    <a:pt x="415507" y="422348"/>
                  </a:lnTo>
                  <a:lnTo>
                    <a:pt x="418577" y="419344"/>
                  </a:lnTo>
                  <a:lnTo>
                    <a:pt x="421595" y="416287"/>
                  </a:lnTo>
                  <a:lnTo>
                    <a:pt x="424558" y="413177"/>
                  </a:lnTo>
                  <a:lnTo>
                    <a:pt x="427466" y="410016"/>
                  </a:lnTo>
                  <a:lnTo>
                    <a:pt x="430319" y="406805"/>
                  </a:lnTo>
                  <a:lnTo>
                    <a:pt x="433115" y="403544"/>
                  </a:lnTo>
                  <a:lnTo>
                    <a:pt x="435854" y="400235"/>
                  </a:lnTo>
                  <a:lnTo>
                    <a:pt x="438534" y="396879"/>
                  </a:lnTo>
                  <a:lnTo>
                    <a:pt x="441155" y="393476"/>
                  </a:lnTo>
                  <a:lnTo>
                    <a:pt x="443716" y="390027"/>
                  </a:lnTo>
                  <a:lnTo>
                    <a:pt x="446216" y="386535"/>
                  </a:lnTo>
                  <a:lnTo>
                    <a:pt x="448655" y="382999"/>
                  </a:lnTo>
                  <a:lnTo>
                    <a:pt x="451032" y="379421"/>
                  </a:lnTo>
                  <a:lnTo>
                    <a:pt x="453345" y="375802"/>
                  </a:lnTo>
                  <a:lnTo>
                    <a:pt x="455595" y="372143"/>
                  </a:lnTo>
                  <a:lnTo>
                    <a:pt x="457781" y="368445"/>
                  </a:lnTo>
                  <a:lnTo>
                    <a:pt x="459901" y="364710"/>
                  </a:lnTo>
                  <a:lnTo>
                    <a:pt x="461956" y="360938"/>
                  </a:lnTo>
                  <a:lnTo>
                    <a:pt x="463945" y="357130"/>
                  </a:lnTo>
                  <a:lnTo>
                    <a:pt x="465866" y="353289"/>
                  </a:lnTo>
                  <a:lnTo>
                    <a:pt x="467720" y="349414"/>
                  </a:lnTo>
                  <a:lnTo>
                    <a:pt x="469506" y="345508"/>
                  </a:lnTo>
                  <a:lnTo>
                    <a:pt x="471223" y="341570"/>
                  </a:lnTo>
                  <a:lnTo>
                    <a:pt x="472872" y="337604"/>
                  </a:lnTo>
                  <a:lnTo>
                    <a:pt x="474450" y="333609"/>
                  </a:lnTo>
                  <a:lnTo>
                    <a:pt x="475958" y="329587"/>
                  </a:lnTo>
                  <a:lnTo>
                    <a:pt x="477396" y="325540"/>
                  </a:lnTo>
                  <a:lnTo>
                    <a:pt x="478762" y="321467"/>
                  </a:lnTo>
                  <a:lnTo>
                    <a:pt x="480058" y="317372"/>
                  </a:lnTo>
                  <a:lnTo>
                    <a:pt x="481281" y="313254"/>
                  </a:lnTo>
                  <a:lnTo>
                    <a:pt x="482432" y="309116"/>
                  </a:lnTo>
                  <a:lnTo>
                    <a:pt x="483510" y="304958"/>
                  </a:lnTo>
                  <a:lnTo>
                    <a:pt x="484516" y="300782"/>
                  </a:lnTo>
                  <a:lnTo>
                    <a:pt x="485448" y="296589"/>
                  </a:lnTo>
                  <a:lnTo>
                    <a:pt x="486307" y="292381"/>
                  </a:lnTo>
                  <a:lnTo>
                    <a:pt x="487092" y="288158"/>
                  </a:lnTo>
                  <a:lnTo>
                    <a:pt x="487803" y="283922"/>
                  </a:lnTo>
                  <a:lnTo>
                    <a:pt x="488439" y="279674"/>
                  </a:lnTo>
                  <a:lnTo>
                    <a:pt x="489001" y="275415"/>
                  </a:lnTo>
                  <a:lnTo>
                    <a:pt x="489489" y="271148"/>
                  </a:lnTo>
                  <a:lnTo>
                    <a:pt x="489902" y="266872"/>
                  </a:lnTo>
                  <a:lnTo>
                    <a:pt x="490240" y="262590"/>
                  </a:lnTo>
                  <a:lnTo>
                    <a:pt x="490503" y="258303"/>
                  </a:lnTo>
                  <a:lnTo>
                    <a:pt x="490691" y="254012"/>
                  </a:lnTo>
                  <a:lnTo>
                    <a:pt x="490803" y="249718"/>
                  </a:lnTo>
                  <a:close/>
                </a:path>
              </a:pathLst>
            </a:custGeom>
            <a:solidFill>
              <a:srgbClr val="F5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782" name="pl782"/>
            <p:cNvSpPr/>
            <p:nvPr/>
          </p:nvSpPr>
          <p:spPr>
            <a:xfrm>
              <a:off x="7573607" y="5328561"/>
              <a:ext cx="0" cy="220882"/>
            </a:xfrm>
            <a:custGeom>
              <a:avLst/>
              <a:pathLst>
                <a:path w="0" h="220882">
                  <a:moveTo>
                    <a:pt x="0" y="220882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l783"/>
            <p:cNvSpPr/>
            <p:nvPr/>
          </p:nvSpPr>
          <p:spPr>
            <a:xfrm>
              <a:off x="7590961" y="5400444"/>
              <a:ext cx="156187" cy="156187"/>
            </a:xfrm>
            <a:custGeom>
              <a:avLst/>
              <a:pathLst>
                <a:path w="156187" h="156187">
                  <a:moveTo>
                    <a:pt x="0" y="156187"/>
                  </a:moveTo>
                  <a:lnTo>
                    <a:pt x="156187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l784"/>
            <p:cNvSpPr/>
            <p:nvPr/>
          </p:nvSpPr>
          <p:spPr>
            <a:xfrm>
              <a:off x="7598149" y="5573986"/>
              <a:ext cx="220882" cy="0"/>
            </a:xfrm>
            <a:custGeom>
              <a:avLst/>
              <a:pathLst>
                <a:path w="220882" h="0">
                  <a:moveTo>
                    <a:pt x="0" y="0"/>
                  </a:moveTo>
                  <a:lnTo>
                    <a:pt x="220882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l785"/>
            <p:cNvSpPr/>
            <p:nvPr/>
          </p:nvSpPr>
          <p:spPr>
            <a:xfrm>
              <a:off x="7590961" y="5591340"/>
              <a:ext cx="156187" cy="156187"/>
            </a:xfrm>
            <a:custGeom>
              <a:avLst/>
              <a:pathLst>
                <a:path w="156187" h="156187">
                  <a:moveTo>
                    <a:pt x="0" y="0"/>
                  </a:moveTo>
                  <a:lnTo>
                    <a:pt x="156187" y="156187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l786"/>
            <p:cNvSpPr/>
            <p:nvPr/>
          </p:nvSpPr>
          <p:spPr>
            <a:xfrm>
              <a:off x="7573607" y="5598529"/>
              <a:ext cx="0" cy="220882"/>
            </a:xfrm>
            <a:custGeom>
              <a:avLst/>
              <a:pathLst>
                <a:path w="0" h="220882">
                  <a:moveTo>
                    <a:pt x="0" y="0"/>
                  </a:moveTo>
                  <a:lnTo>
                    <a:pt x="0" y="220882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l787"/>
            <p:cNvSpPr/>
            <p:nvPr/>
          </p:nvSpPr>
          <p:spPr>
            <a:xfrm>
              <a:off x="7400065" y="5591340"/>
              <a:ext cx="156187" cy="156187"/>
            </a:xfrm>
            <a:custGeom>
              <a:avLst/>
              <a:pathLst>
                <a:path w="156187" h="156187">
                  <a:moveTo>
                    <a:pt x="156187" y="0"/>
                  </a:moveTo>
                  <a:lnTo>
                    <a:pt x="0" y="156187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l788"/>
            <p:cNvSpPr/>
            <p:nvPr/>
          </p:nvSpPr>
          <p:spPr>
            <a:xfrm>
              <a:off x="7328181" y="5573986"/>
              <a:ext cx="220882" cy="0"/>
            </a:xfrm>
            <a:custGeom>
              <a:avLst/>
              <a:pathLst>
                <a:path w="220882" h="0">
                  <a:moveTo>
                    <a:pt x="220882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l789"/>
            <p:cNvSpPr/>
            <p:nvPr/>
          </p:nvSpPr>
          <p:spPr>
            <a:xfrm>
              <a:off x="7400065" y="5400444"/>
              <a:ext cx="156187" cy="156187"/>
            </a:xfrm>
            <a:custGeom>
              <a:avLst/>
              <a:pathLst>
                <a:path w="156187" h="156187">
                  <a:moveTo>
                    <a:pt x="156187" y="156187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l790"/>
            <p:cNvSpPr/>
            <p:nvPr/>
          </p:nvSpPr>
          <p:spPr>
            <a:xfrm>
              <a:off x="7549064" y="5549443"/>
              <a:ext cx="269967" cy="49085"/>
            </a:xfrm>
            <a:custGeom>
              <a:avLst/>
              <a:pathLst>
                <a:path w="269967" h="49085">
                  <a:moveTo>
                    <a:pt x="24542" y="0"/>
                  </a:moveTo>
                  <a:lnTo>
                    <a:pt x="41896" y="7188"/>
                  </a:lnTo>
                  <a:lnTo>
                    <a:pt x="269967" y="24542"/>
                  </a:lnTo>
                  <a:lnTo>
                    <a:pt x="41896" y="41896"/>
                  </a:lnTo>
                  <a:lnTo>
                    <a:pt x="24542" y="49085"/>
                  </a:lnTo>
                  <a:lnTo>
                    <a:pt x="7188" y="41896"/>
                  </a:lnTo>
                  <a:lnTo>
                    <a:pt x="0" y="24542"/>
                  </a:lnTo>
                  <a:lnTo>
                    <a:pt x="7188" y="7188"/>
                  </a:lnTo>
                  <a:lnTo>
                    <a:pt x="24542" y="0"/>
                  </a:lnTo>
                </a:path>
              </a:pathLst>
            </a:custGeom>
            <a:ln w="31166" cap="flat">
              <a:solidFill>
                <a:srgbClr val="D196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t791"/>
            <p:cNvSpPr/>
            <p:nvPr/>
          </p:nvSpPr>
          <p:spPr>
            <a:xfrm>
              <a:off x="7537659" y="5513496"/>
              <a:ext cx="71895" cy="71895"/>
            </a:xfrm>
            <a:prstGeom prst="ellipse">
              <a:avLst/>
            </a:prstGeom>
            <a:solidFill>
              <a:srgbClr val="D196E3">
                <a:alpha val="100000"/>
              </a:srgbClr>
            </a:solidFill>
            <a:ln w="12272" cap="rnd">
              <a:solidFill>
                <a:srgbClr val="D196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t792"/>
            <p:cNvSpPr/>
            <p:nvPr/>
          </p:nvSpPr>
          <p:spPr>
            <a:xfrm>
              <a:off x="7555013" y="5520684"/>
              <a:ext cx="71895" cy="71895"/>
            </a:xfrm>
            <a:prstGeom prst="ellipse">
              <a:avLst/>
            </a:prstGeom>
            <a:solidFill>
              <a:srgbClr val="D196E3">
                <a:alpha val="100000"/>
              </a:srgbClr>
            </a:solidFill>
            <a:ln w="12272" cap="rnd">
              <a:solidFill>
                <a:srgbClr val="D196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t793"/>
            <p:cNvSpPr/>
            <p:nvPr/>
          </p:nvSpPr>
          <p:spPr>
            <a:xfrm>
              <a:off x="7783084" y="5538038"/>
              <a:ext cx="71895" cy="71895"/>
            </a:xfrm>
            <a:prstGeom prst="ellipse">
              <a:avLst/>
            </a:prstGeom>
            <a:solidFill>
              <a:srgbClr val="D196E3">
                <a:alpha val="100000"/>
              </a:srgbClr>
            </a:solidFill>
            <a:ln w="12272" cap="rnd">
              <a:solidFill>
                <a:srgbClr val="D196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t794"/>
            <p:cNvSpPr/>
            <p:nvPr/>
          </p:nvSpPr>
          <p:spPr>
            <a:xfrm>
              <a:off x="7555013" y="5555392"/>
              <a:ext cx="71895" cy="71895"/>
            </a:xfrm>
            <a:prstGeom prst="ellipse">
              <a:avLst/>
            </a:prstGeom>
            <a:solidFill>
              <a:srgbClr val="D196E3">
                <a:alpha val="100000"/>
              </a:srgbClr>
            </a:solidFill>
            <a:ln w="12272" cap="rnd">
              <a:solidFill>
                <a:srgbClr val="D196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t795"/>
            <p:cNvSpPr/>
            <p:nvPr/>
          </p:nvSpPr>
          <p:spPr>
            <a:xfrm>
              <a:off x="7537659" y="5562581"/>
              <a:ext cx="71895" cy="71895"/>
            </a:xfrm>
            <a:prstGeom prst="ellipse">
              <a:avLst/>
            </a:prstGeom>
            <a:solidFill>
              <a:srgbClr val="D196E3">
                <a:alpha val="100000"/>
              </a:srgbClr>
            </a:solidFill>
            <a:ln w="12272" cap="rnd">
              <a:solidFill>
                <a:srgbClr val="D196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t796"/>
            <p:cNvSpPr/>
            <p:nvPr/>
          </p:nvSpPr>
          <p:spPr>
            <a:xfrm>
              <a:off x="7520305" y="5555392"/>
              <a:ext cx="71895" cy="71895"/>
            </a:xfrm>
            <a:prstGeom prst="ellipse">
              <a:avLst/>
            </a:prstGeom>
            <a:solidFill>
              <a:srgbClr val="D196E3">
                <a:alpha val="100000"/>
              </a:srgbClr>
            </a:solidFill>
            <a:ln w="12272" cap="rnd">
              <a:solidFill>
                <a:srgbClr val="D196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t797"/>
            <p:cNvSpPr/>
            <p:nvPr/>
          </p:nvSpPr>
          <p:spPr>
            <a:xfrm>
              <a:off x="7513117" y="5538038"/>
              <a:ext cx="71895" cy="71895"/>
            </a:xfrm>
            <a:prstGeom prst="ellipse">
              <a:avLst/>
            </a:prstGeom>
            <a:solidFill>
              <a:srgbClr val="D196E3">
                <a:alpha val="100000"/>
              </a:srgbClr>
            </a:solidFill>
            <a:ln w="12272" cap="rnd">
              <a:solidFill>
                <a:srgbClr val="D196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t798"/>
            <p:cNvSpPr/>
            <p:nvPr/>
          </p:nvSpPr>
          <p:spPr>
            <a:xfrm>
              <a:off x="7520305" y="5520684"/>
              <a:ext cx="71895" cy="71895"/>
            </a:xfrm>
            <a:prstGeom prst="ellipse">
              <a:avLst/>
            </a:prstGeom>
            <a:solidFill>
              <a:srgbClr val="D196E3">
                <a:alpha val="100000"/>
              </a:srgbClr>
            </a:solidFill>
            <a:ln w="12272" cap="rnd">
              <a:solidFill>
                <a:srgbClr val="D196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t799"/>
            <p:cNvSpPr/>
            <p:nvPr/>
          </p:nvSpPr>
          <p:spPr>
            <a:xfrm>
              <a:off x="7537659" y="5513496"/>
              <a:ext cx="71895" cy="71895"/>
            </a:xfrm>
            <a:prstGeom prst="ellipse">
              <a:avLst/>
            </a:prstGeom>
            <a:solidFill>
              <a:srgbClr val="D196E3">
                <a:alpha val="100000"/>
              </a:srgbClr>
            </a:solidFill>
            <a:ln w="12272" cap="rnd">
              <a:solidFill>
                <a:srgbClr val="D196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tx800"/>
            <p:cNvSpPr/>
            <p:nvPr/>
          </p:nvSpPr>
          <p:spPr>
            <a:xfrm>
              <a:off x="7452968" y="5525533"/>
              <a:ext cx="96096" cy="477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2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2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801" name="tx801"/>
            <p:cNvSpPr/>
            <p:nvPr/>
          </p:nvSpPr>
          <p:spPr>
            <a:xfrm>
              <a:off x="7415990" y="5415091"/>
              <a:ext cx="133074" cy="477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2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2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802" name="tx802"/>
            <p:cNvSpPr/>
            <p:nvPr/>
          </p:nvSpPr>
          <p:spPr>
            <a:xfrm>
              <a:off x="7379012" y="5304650"/>
              <a:ext cx="170051" cy="477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2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2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  <p:sp>
          <p:nvSpPr>
            <p:cNvPr id="803" name="rc803"/>
            <p:cNvSpPr/>
            <p:nvPr/>
          </p:nvSpPr>
          <p:spPr>
            <a:xfrm>
              <a:off x="69589" y="5948558"/>
              <a:ext cx="3001607" cy="90709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804" name="rc804"/>
            <p:cNvSpPr/>
            <p:nvPr/>
          </p:nvSpPr>
          <p:spPr>
            <a:xfrm>
              <a:off x="69589" y="6039267"/>
              <a:ext cx="3001607" cy="74914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5" name="rc805"/>
            <p:cNvSpPr/>
            <p:nvPr/>
          </p:nvSpPr>
          <p:spPr>
            <a:xfrm>
              <a:off x="120199" y="5948558"/>
              <a:ext cx="2900386" cy="90709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06" name="tx806"/>
            <p:cNvSpPr/>
            <p:nvPr/>
          </p:nvSpPr>
          <p:spPr>
            <a:xfrm>
              <a:off x="1064326" y="5938157"/>
              <a:ext cx="1012132" cy="1077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Pterocliformes</a:t>
              </a:r>
            </a:p>
          </p:txBody>
        </p:sp>
        <p:sp>
          <p:nvSpPr>
            <p:cNvPr id="807" name="rc807"/>
            <p:cNvSpPr/>
            <p:nvPr/>
          </p:nvSpPr>
          <p:spPr>
            <a:xfrm>
              <a:off x="1165440" y="6089877"/>
              <a:ext cx="809903" cy="64792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8" name="tx808"/>
            <p:cNvSpPr/>
            <p:nvPr/>
          </p:nvSpPr>
          <p:spPr>
            <a:xfrm>
              <a:off x="864629" y="6570140"/>
              <a:ext cx="506189" cy="82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809" name="tx809"/>
            <p:cNvSpPr/>
            <p:nvPr/>
          </p:nvSpPr>
          <p:spPr>
            <a:xfrm>
              <a:off x="1041225" y="6372790"/>
              <a:ext cx="246928" cy="79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810" name="tx810"/>
            <p:cNvSpPr/>
            <p:nvPr/>
          </p:nvSpPr>
          <p:spPr>
            <a:xfrm>
              <a:off x="882838" y="6172952"/>
              <a:ext cx="487981" cy="801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811" name="pl811"/>
            <p:cNvSpPr/>
            <p:nvPr/>
          </p:nvSpPr>
          <p:spPr>
            <a:xfrm>
              <a:off x="1545851" y="6389296"/>
              <a:ext cx="49084" cy="49084"/>
            </a:xfrm>
            <a:custGeom>
              <a:avLst/>
              <a:pathLst>
                <a:path w="49084" h="49084">
                  <a:moveTo>
                    <a:pt x="49084" y="24542"/>
                  </a:moveTo>
                  <a:lnTo>
                    <a:pt x="49080" y="24112"/>
                  </a:lnTo>
                  <a:lnTo>
                    <a:pt x="49069" y="23683"/>
                  </a:lnTo>
                  <a:lnTo>
                    <a:pt x="49050" y="23254"/>
                  </a:lnTo>
                  <a:lnTo>
                    <a:pt x="49024" y="22825"/>
                  </a:lnTo>
                  <a:lnTo>
                    <a:pt x="48990" y="22397"/>
                  </a:lnTo>
                  <a:lnTo>
                    <a:pt x="48948" y="21969"/>
                  </a:lnTo>
                  <a:lnTo>
                    <a:pt x="48900" y="21543"/>
                  </a:lnTo>
                  <a:lnTo>
                    <a:pt x="48843" y="21117"/>
                  </a:lnTo>
                  <a:lnTo>
                    <a:pt x="48780" y="20692"/>
                  </a:lnTo>
                  <a:lnTo>
                    <a:pt x="48709" y="20268"/>
                  </a:lnTo>
                  <a:lnTo>
                    <a:pt x="48630" y="19846"/>
                  </a:lnTo>
                  <a:lnTo>
                    <a:pt x="48544" y="19425"/>
                  </a:lnTo>
                  <a:lnTo>
                    <a:pt x="48451" y="19006"/>
                  </a:lnTo>
                  <a:lnTo>
                    <a:pt x="48351" y="18588"/>
                  </a:lnTo>
                  <a:lnTo>
                    <a:pt x="48243" y="18172"/>
                  </a:lnTo>
                  <a:lnTo>
                    <a:pt x="48128" y="17759"/>
                  </a:lnTo>
                  <a:lnTo>
                    <a:pt x="48005" y="17347"/>
                  </a:lnTo>
                  <a:lnTo>
                    <a:pt x="47876" y="16937"/>
                  </a:lnTo>
                  <a:lnTo>
                    <a:pt x="47739" y="16530"/>
                  </a:lnTo>
                  <a:lnTo>
                    <a:pt x="47595" y="16125"/>
                  </a:lnTo>
                  <a:lnTo>
                    <a:pt x="47445" y="15723"/>
                  </a:lnTo>
                  <a:lnTo>
                    <a:pt x="47287" y="15324"/>
                  </a:lnTo>
                  <a:lnTo>
                    <a:pt x="47122" y="14927"/>
                  </a:lnTo>
                  <a:lnTo>
                    <a:pt x="46950" y="14533"/>
                  </a:lnTo>
                  <a:lnTo>
                    <a:pt x="46772" y="14143"/>
                  </a:lnTo>
                  <a:lnTo>
                    <a:pt x="46586" y="13755"/>
                  </a:lnTo>
                  <a:lnTo>
                    <a:pt x="46394" y="13371"/>
                  </a:lnTo>
                  <a:lnTo>
                    <a:pt x="46195" y="12990"/>
                  </a:lnTo>
                  <a:lnTo>
                    <a:pt x="45990" y="12613"/>
                  </a:lnTo>
                  <a:lnTo>
                    <a:pt x="45778" y="12240"/>
                  </a:lnTo>
                  <a:lnTo>
                    <a:pt x="45559" y="11870"/>
                  </a:lnTo>
                  <a:lnTo>
                    <a:pt x="45334" y="11504"/>
                  </a:lnTo>
                  <a:lnTo>
                    <a:pt x="45103" y="11142"/>
                  </a:lnTo>
                  <a:lnTo>
                    <a:pt x="44865" y="10784"/>
                  </a:lnTo>
                  <a:lnTo>
                    <a:pt x="44621" y="10431"/>
                  </a:lnTo>
                  <a:lnTo>
                    <a:pt x="44371" y="10081"/>
                  </a:lnTo>
                  <a:lnTo>
                    <a:pt x="44115" y="9737"/>
                  </a:lnTo>
                  <a:lnTo>
                    <a:pt x="43853" y="9396"/>
                  </a:lnTo>
                  <a:lnTo>
                    <a:pt x="43585" y="9061"/>
                  </a:lnTo>
                  <a:lnTo>
                    <a:pt x="43311" y="8730"/>
                  </a:lnTo>
                  <a:lnTo>
                    <a:pt x="43031" y="8404"/>
                  </a:lnTo>
                  <a:lnTo>
                    <a:pt x="42746" y="8082"/>
                  </a:lnTo>
                  <a:lnTo>
                    <a:pt x="42455" y="7766"/>
                  </a:lnTo>
                  <a:lnTo>
                    <a:pt x="42159" y="7455"/>
                  </a:lnTo>
                  <a:lnTo>
                    <a:pt x="41857" y="7150"/>
                  </a:lnTo>
                  <a:lnTo>
                    <a:pt x="41550" y="6849"/>
                  </a:lnTo>
                  <a:lnTo>
                    <a:pt x="41238" y="6554"/>
                  </a:lnTo>
                  <a:lnTo>
                    <a:pt x="40921" y="6265"/>
                  </a:lnTo>
                  <a:lnTo>
                    <a:pt x="40598" y="5981"/>
                  </a:lnTo>
                  <a:lnTo>
                    <a:pt x="40271" y="5703"/>
                  </a:lnTo>
                  <a:lnTo>
                    <a:pt x="39939" y="5430"/>
                  </a:lnTo>
                  <a:lnTo>
                    <a:pt x="39602" y="5164"/>
                  </a:lnTo>
                  <a:lnTo>
                    <a:pt x="39261" y="4903"/>
                  </a:lnTo>
                  <a:lnTo>
                    <a:pt x="38915" y="4649"/>
                  </a:lnTo>
                  <a:lnTo>
                    <a:pt x="38564" y="4400"/>
                  </a:lnTo>
                  <a:lnTo>
                    <a:pt x="38210" y="4158"/>
                  </a:lnTo>
                  <a:lnTo>
                    <a:pt x="37851" y="3922"/>
                  </a:lnTo>
                  <a:lnTo>
                    <a:pt x="37488" y="3692"/>
                  </a:lnTo>
                  <a:lnTo>
                    <a:pt x="37121" y="3469"/>
                  </a:lnTo>
                  <a:lnTo>
                    <a:pt x="36750" y="3252"/>
                  </a:lnTo>
                  <a:lnTo>
                    <a:pt x="36376" y="3041"/>
                  </a:lnTo>
                  <a:lnTo>
                    <a:pt x="35998" y="2837"/>
                  </a:lnTo>
                  <a:lnTo>
                    <a:pt x="35616" y="2640"/>
                  </a:lnTo>
                  <a:lnTo>
                    <a:pt x="35231" y="2450"/>
                  </a:lnTo>
                  <a:lnTo>
                    <a:pt x="34843" y="2266"/>
                  </a:lnTo>
                  <a:lnTo>
                    <a:pt x="34451" y="2089"/>
                  </a:lnTo>
                  <a:lnTo>
                    <a:pt x="34057" y="1919"/>
                  </a:lnTo>
                  <a:lnTo>
                    <a:pt x="33660" y="1756"/>
                  </a:lnTo>
                  <a:lnTo>
                    <a:pt x="33259" y="1600"/>
                  </a:lnTo>
                  <a:lnTo>
                    <a:pt x="32857" y="1451"/>
                  </a:lnTo>
                  <a:lnTo>
                    <a:pt x="32451" y="1309"/>
                  </a:lnTo>
                  <a:lnTo>
                    <a:pt x="32043" y="1174"/>
                  </a:lnTo>
                  <a:lnTo>
                    <a:pt x="31633" y="1046"/>
                  </a:lnTo>
                  <a:lnTo>
                    <a:pt x="31221" y="926"/>
                  </a:lnTo>
                  <a:lnTo>
                    <a:pt x="30807" y="813"/>
                  </a:lnTo>
                  <a:lnTo>
                    <a:pt x="30390" y="707"/>
                  </a:lnTo>
                  <a:lnTo>
                    <a:pt x="29972" y="608"/>
                  </a:lnTo>
                  <a:lnTo>
                    <a:pt x="29553" y="516"/>
                  </a:lnTo>
                  <a:lnTo>
                    <a:pt x="29131" y="432"/>
                  </a:lnTo>
                  <a:lnTo>
                    <a:pt x="28709" y="356"/>
                  </a:lnTo>
                  <a:lnTo>
                    <a:pt x="28285" y="286"/>
                  </a:lnTo>
                  <a:lnTo>
                    <a:pt x="27860" y="225"/>
                  </a:lnTo>
                  <a:lnTo>
                    <a:pt x="27434" y="170"/>
                  </a:lnTo>
                  <a:lnTo>
                    <a:pt x="27007" y="123"/>
                  </a:lnTo>
                  <a:lnTo>
                    <a:pt x="26579" y="84"/>
                  </a:lnTo>
                  <a:lnTo>
                    <a:pt x="26151" y="52"/>
                  </a:lnTo>
                  <a:lnTo>
                    <a:pt x="25722" y="28"/>
                  </a:lnTo>
                  <a:lnTo>
                    <a:pt x="25293" y="11"/>
                  </a:lnTo>
                  <a:lnTo>
                    <a:pt x="24863" y="1"/>
                  </a:lnTo>
                  <a:lnTo>
                    <a:pt x="24434" y="0"/>
                  </a:lnTo>
                  <a:lnTo>
                    <a:pt x="24004" y="5"/>
                  </a:lnTo>
                  <a:lnTo>
                    <a:pt x="23575" y="18"/>
                  </a:lnTo>
                  <a:lnTo>
                    <a:pt x="23146" y="39"/>
                  </a:lnTo>
                  <a:lnTo>
                    <a:pt x="22717" y="67"/>
                  </a:lnTo>
                  <a:lnTo>
                    <a:pt x="22289" y="103"/>
                  </a:lnTo>
                  <a:lnTo>
                    <a:pt x="21862" y="146"/>
                  </a:lnTo>
                  <a:lnTo>
                    <a:pt x="21435" y="197"/>
                  </a:lnTo>
                  <a:lnTo>
                    <a:pt x="21010" y="255"/>
                  </a:lnTo>
                  <a:lnTo>
                    <a:pt x="20585" y="320"/>
                  </a:lnTo>
                  <a:lnTo>
                    <a:pt x="20162" y="393"/>
                  </a:lnTo>
                  <a:lnTo>
                    <a:pt x="19740" y="473"/>
                  </a:lnTo>
                  <a:lnTo>
                    <a:pt x="19319" y="561"/>
                  </a:lnTo>
                  <a:lnTo>
                    <a:pt x="18901" y="656"/>
                  </a:lnTo>
                  <a:lnTo>
                    <a:pt x="18483" y="759"/>
                  </a:lnTo>
                  <a:lnTo>
                    <a:pt x="18068" y="868"/>
                  </a:lnTo>
                  <a:lnTo>
                    <a:pt x="17655" y="985"/>
                  </a:lnTo>
                  <a:lnTo>
                    <a:pt x="17244" y="1109"/>
                  </a:lnTo>
                  <a:lnTo>
                    <a:pt x="16835" y="1241"/>
                  </a:lnTo>
                  <a:lnTo>
                    <a:pt x="16428" y="1379"/>
                  </a:lnTo>
                  <a:lnTo>
                    <a:pt x="16024" y="1525"/>
                  </a:lnTo>
                  <a:lnTo>
                    <a:pt x="15622" y="1677"/>
                  </a:lnTo>
                  <a:lnTo>
                    <a:pt x="15224" y="1837"/>
                  </a:lnTo>
                  <a:lnTo>
                    <a:pt x="14828" y="2003"/>
                  </a:lnTo>
                  <a:lnTo>
                    <a:pt x="14435" y="2177"/>
                  </a:lnTo>
                  <a:lnTo>
                    <a:pt x="14045" y="2357"/>
                  </a:lnTo>
                  <a:lnTo>
                    <a:pt x="13658" y="2544"/>
                  </a:lnTo>
                  <a:lnTo>
                    <a:pt x="13275" y="2738"/>
                  </a:lnTo>
                  <a:lnTo>
                    <a:pt x="12895" y="2938"/>
                  </a:lnTo>
                  <a:lnTo>
                    <a:pt x="12519" y="3146"/>
                  </a:lnTo>
                  <a:lnTo>
                    <a:pt x="12146" y="3359"/>
                  </a:lnTo>
                  <a:lnTo>
                    <a:pt x="11777" y="3579"/>
                  </a:lnTo>
                  <a:lnTo>
                    <a:pt x="11412" y="3806"/>
                  </a:lnTo>
                  <a:lnTo>
                    <a:pt x="11051" y="4039"/>
                  </a:lnTo>
                  <a:lnTo>
                    <a:pt x="10695" y="4278"/>
                  </a:lnTo>
                  <a:lnTo>
                    <a:pt x="10342" y="4524"/>
                  </a:lnTo>
                  <a:lnTo>
                    <a:pt x="9994" y="4775"/>
                  </a:lnTo>
                  <a:lnTo>
                    <a:pt x="9650" y="5033"/>
                  </a:lnTo>
                  <a:lnTo>
                    <a:pt x="9311" y="5296"/>
                  </a:lnTo>
                  <a:lnTo>
                    <a:pt x="8977" y="5566"/>
                  </a:lnTo>
                  <a:lnTo>
                    <a:pt x="8647" y="5841"/>
                  </a:lnTo>
                  <a:lnTo>
                    <a:pt x="8322" y="6122"/>
                  </a:lnTo>
                  <a:lnTo>
                    <a:pt x="8002" y="6409"/>
                  </a:lnTo>
                  <a:lnTo>
                    <a:pt x="7687" y="6701"/>
                  </a:lnTo>
                  <a:lnTo>
                    <a:pt x="7378" y="6999"/>
                  </a:lnTo>
                  <a:lnTo>
                    <a:pt x="7073" y="7302"/>
                  </a:lnTo>
                  <a:lnTo>
                    <a:pt x="6774" y="7610"/>
                  </a:lnTo>
                  <a:lnTo>
                    <a:pt x="6481" y="7924"/>
                  </a:lnTo>
                  <a:lnTo>
                    <a:pt x="6193" y="8242"/>
                  </a:lnTo>
                  <a:lnTo>
                    <a:pt x="5910" y="8566"/>
                  </a:lnTo>
                  <a:lnTo>
                    <a:pt x="5633" y="8894"/>
                  </a:lnTo>
                  <a:lnTo>
                    <a:pt x="5363" y="9228"/>
                  </a:lnTo>
                  <a:lnTo>
                    <a:pt x="5097" y="9566"/>
                  </a:lnTo>
                  <a:lnTo>
                    <a:pt x="4838" y="9908"/>
                  </a:lnTo>
                  <a:lnTo>
                    <a:pt x="4585" y="10255"/>
                  </a:lnTo>
                  <a:lnTo>
                    <a:pt x="4338" y="10607"/>
                  </a:lnTo>
                  <a:lnTo>
                    <a:pt x="4098" y="10963"/>
                  </a:lnTo>
                  <a:lnTo>
                    <a:pt x="3863" y="11322"/>
                  </a:lnTo>
                  <a:lnTo>
                    <a:pt x="3635" y="11686"/>
                  </a:lnTo>
                  <a:lnTo>
                    <a:pt x="3413" y="12054"/>
                  </a:lnTo>
                  <a:lnTo>
                    <a:pt x="3198" y="12426"/>
                  </a:lnTo>
                  <a:lnTo>
                    <a:pt x="2989" y="12801"/>
                  </a:lnTo>
                  <a:lnTo>
                    <a:pt x="2787" y="13180"/>
                  </a:lnTo>
                  <a:lnTo>
                    <a:pt x="2591" y="13563"/>
                  </a:lnTo>
                  <a:lnTo>
                    <a:pt x="2402" y="13949"/>
                  </a:lnTo>
                  <a:lnTo>
                    <a:pt x="2220" y="14338"/>
                  </a:lnTo>
                  <a:lnTo>
                    <a:pt x="2045" y="14730"/>
                  </a:lnTo>
                  <a:lnTo>
                    <a:pt x="1877" y="15125"/>
                  </a:lnTo>
                  <a:lnTo>
                    <a:pt x="1716" y="15523"/>
                  </a:lnTo>
                  <a:lnTo>
                    <a:pt x="1561" y="15924"/>
                  </a:lnTo>
                  <a:lnTo>
                    <a:pt x="1414" y="16327"/>
                  </a:lnTo>
                  <a:lnTo>
                    <a:pt x="1274" y="16733"/>
                  </a:lnTo>
                  <a:lnTo>
                    <a:pt x="1141" y="17142"/>
                  </a:lnTo>
                  <a:lnTo>
                    <a:pt x="1015" y="17552"/>
                  </a:lnTo>
                  <a:lnTo>
                    <a:pt x="896" y="17965"/>
                  </a:lnTo>
                  <a:lnTo>
                    <a:pt x="785" y="18380"/>
                  </a:lnTo>
                  <a:lnTo>
                    <a:pt x="680" y="18797"/>
                  </a:lnTo>
                  <a:lnTo>
                    <a:pt x="584" y="19215"/>
                  </a:lnTo>
                  <a:lnTo>
                    <a:pt x="494" y="19635"/>
                  </a:lnTo>
                  <a:lnTo>
                    <a:pt x="412" y="20057"/>
                  </a:lnTo>
                  <a:lnTo>
                    <a:pt x="337" y="20480"/>
                  </a:lnTo>
                  <a:lnTo>
                    <a:pt x="270" y="20904"/>
                  </a:lnTo>
                  <a:lnTo>
                    <a:pt x="210" y="21329"/>
                  </a:lnTo>
                  <a:lnTo>
                    <a:pt x="157" y="21756"/>
                  </a:lnTo>
                  <a:lnTo>
                    <a:pt x="112" y="22183"/>
                  </a:lnTo>
                  <a:lnTo>
                    <a:pt x="75" y="22611"/>
                  </a:lnTo>
                  <a:lnTo>
                    <a:pt x="45" y="23039"/>
                  </a:lnTo>
                  <a:lnTo>
                    <a:pt x="22" y="23468"/>
                  </a:lnTo>
                  <a:lnTo>
                    <a:pt x="7" y="23898"/>
                  </a:lnTo>
                  <a:lnTo>
                    <a:pt x="0" y="24327"/>
                  </a:lnTo>
                  <a:lnTo>
                    <a:pt x="0" y="24757"/>
                  </a:lnTo>
                  <a:lnTo>
                    <a:pt x="7" y="25186"/>
                  </a:lnTo>
                  <a:lnTo>
                    <a:pt x="22" y="25615"/>
                  </a:lnTo>
                  <a:lnTo>
                    <a:pt x="45" y="26044"/>
                  </a:lnTo>
                  <a:lnTo>
                    <a:pt x="75" y="26473"/>
                  </a:lnTo>
                  <a:lnTo>
                    <a:pt x="112" y="26901"/>
                  </a:lnTo>
                  <a:lnTo>
                    <a:pt x="157" y="27328"/>
                  </a:lnTo>
                  <a:lnTo>
                    <a:pt x="210" y="27754"/>
                  </a:lnTo>
                  <a:lnTo>
                    <a:pt x="270" y="28179"/>
                  </a:lnTo>
                  <a:lnTo>
                    <a:pt x="337" y="28604"/>
                  </a:lnTo>
                  <a:lnTo>
                    <a:pt x="412" y="29027"/>
                  </a:lnTo>
                  <a:lnTo>
                    <a:pt x="494" y="29448"/>
                  </a:lnTo>
                  <a:lnTo>
                    <a:pt x="584" y="29868"/>
                  </a:lnTo>
                  <a:lnTo>
                    <a:pt x="680" y="30287"/>
                  </a:lnTo>
                  <a:lnTo>
                    <a:pt x="785" y="30704"/>
                  </a:lnTo>
                  <a:lnTo>
                    <a:pt x="896" y="31118"/>
                  </a:lnTo>
                  <a:lnTo>
                    <a:pt x="1015" y="31531"/>
                  </a:lnTo>
                  <a:lnTo>
                    <a:pt x="1141" y="31942"/>
                  </a:lnTo>
                  <a:lnTo>
                    <a:pt x="1274" y="32350"/>
                  </a:lnTo>
                  <a:lnTo>
                    <a:pt x="1414" y="32756"/>
                  </a:lnTo>
                  <a:lnTo>
                    <a:pt x="1561" y="33160"/>
                  </a:lnTo>
                  <a:lnTo>
                    <a:pt x="1716" y="33561"/>
                  </a:lnTo>
                  <a:lnTo>
                    <a:pt x="1877" y="33959"/>
                  </a:lnTo>
                  <a:lnTo>
                    <a:pt x="2045" y="34354"/>
                  </a:lnTo>
                  <a:lnTo>
                    <a:pt x="2220" y="34746"/>
                  </a:lnTo>
                  <a:lnTo>
                    <a:pt x="2402" y="35135"/>
                  </a:lnTo>
                  <a:lnTo>
                    <a:pt x="2591" y="35521"/>
                  </a:lnTo>
                  <a:lnTo>
                    <a:pt x="2787" y="35903"/>
                  </a:lnTo>
                  <a:lnTo>
                    <a:pt x="2989" y="36282"/>
                  </a:lnTo>
                  <a:lnTo>
                    <a:pt x="3198" y="36658"/>
                  </a:lnTo>
                  <a:lnTo>
                    <a:pt x="3413" y="37029"/>
                  </a:lnTo>
                  <a:lnTo>
                    <a:pt x="3635" y="37397"/>
                  </a:lnTo>
                  <a:lnTo>
                    <a:pt x="3863" y="37761"/>
                  </a:lnTo>
                  <a:lnTo>
                    <a:pt x="4098" y="38121"/>
                  </a:lnTo>
                  <a:lnTo>
                    <a:pt x="4338" y="38477"/>
                  </a:lnTo>
                  <a:lnTo>
                    <a:pt x="4585" y="38828"/>
                  </a:lnTo>
                  <a:lnTo>
                    <a:pt x="4838" y="39175"/>
                  </a:lnTo>
                  <a:lnTo>
                    <a:pt x="5097" y="39518"/>
                  </a:lnTo>
                  <a:lnTo>
                    <a:pt x="5363" y="39856"/>
                  </a:lnTo>
                  <a:lnTo>
                    <a:pt x="5633" y="40189"/>
                  </a:lnTo>
                  <a:lnTo>
                    <a:pt x="5910" y="40518"/>
                  </a:lnTo>
                  <a:lnTo>
                    <a:pt x="6193" y="40841"/>
                  </a:lnTo>
                  <a:lnTo>
                    <a:pt x="6481" y="41160"/>
                  </a:lnTo>
                  <a:lnTo>
                    <a:pt x="6774" y="41473"/>
                  </a:lnTo>
                  <a:lnTo>
                    <a:pt x="7073" y="41782"/>
                  </a:lnTo>
                  <a:lnTo>
                    <a:pt x="7378" y="42085"/>
                  </a:lnTo>
                  <a:lnTo>
                    <a:pt x="7687" y="42382"/>
                  </a:lnTo>
                  <a:lnTo>
                    <a:pt x="8002" y="42675"/>
                  </a:lnTo>
                  <a:lnTo>
                    <a:pt x="8322" y="42961"/>
                  </a:lnTo>
                  <a:lnTo>
                    <a:pt x="8647" y="43242"/>
                  </a:lnTo>
                  <a:lnTo>
                    <a:pt x="8977" y="43518"/>
                  </a:lnTo>
                  <a:lnTo>
                    <a:pt x="9311" y="43787"/>
                  </a:lnTo>
                  <a:lnTo>
                    <a:pt x="9650" y="44051"/>
                  </a:lnTo>
                  <a:lnTo>
                    <a:pt x="9994" y="44308"/>
                  </a:lnTo>
                  <a:lnTo>
                    <a:pt x="10342" y="44560"/>
                  </a:lnTo>
                  <a:lnTo>
                    <a:pt x="10695" y="44805"/>
                  </a:lnTo>
                  <a:lnTo>
                    <a:pt x="11051" y="45045"/>
                  </a:lnTo>
                  <a:lnTo>
                    <a:pt x="11412" y="45278"/>
                  </a:lnTo>
                  <a:lnTo>
                    <a:pt x="11777" y="45504"/>
                  </a:lnTo>
                  <a:lnTo>
                    <a:pt x="12146" y="45724"/>
                  </a:lnTo>
                  <a:lnTo>
                    <a:pt x="12519" y="45938"/>
                  </a:lnTo>
                  <a:lnTo>
                    <a:pt x="12895" y="46145"/>
                  </a:lnTo>
                  <a:lnTo>
                    <a:pt x="13275" y="46346"/>
                  </a:lnTo>
                  <a:lnTo>
                    <a:pt x="13658" y="46539"/>
                  </a:lnTo>
                  <a:lnTo>
                    <a:pt x="14045" y="46727"/>
                  </a:lnTo>
                  <a:lnTo>
                    <a:pt x="14435" y="46907"/>
                  </a:lnTo>
                  <a:lnTo>
                    <a:pt x="14828" y="47080"/>
                  </a:lnTo>
                  <a:lnTo>
                    <a:pt x="15224" y="47247"/>
                  </a:lnTo>
                  <a:lnTo>
                    <a:pt x="15622" y="47406"/>
                  </a:lnTo>
                  <a:lnTo>
                    <a:pt x="16024" y="47559"/>
                  </a:lnTo>
                  <a:lnTo>
                    <a:pt x="16428" y="47705"/>
                  </a:lnTo>
                  <a:lnTo>
                    <a:pt x="16835" y="47843"/>
                  </a:lnTo>
                  <a:lnTo>
                    <a:pt x="17244" y="47974"/>
                  </a:lnTo>
                  <a:lnTo>
                    <a:pt x="17655" y="48098"/>
                  </a:lnTo>
                  <a:lnTo>
                    <a:pt x="18068" y="48215"/>
                  </a:lnTo>
                  <a:lnTo>
                    <a:pt x="18483" y="48325"/>
                  </a:lnTo>
                  <a:lnTo>
                    <a:pt x="18901" y="48427"/>
                  </a:lnTo>
                  <a:lnTo>
                    <a:pt x="19319" y="48522"/>
                  </a:lnTo>
                  <a:lnTo>
                    <a:pt x="19740" y="48610"/>
                  </a:lnTo>
                  <a:lnTo>
                    <a:pt x="20162" y="48690"/>
                  </a:lnTo>
                  <a:lnTo>
                    <a:pt x="20585" y="48763"/>
                  </a:lnTo>
                  <a:lnTo>
                    <a:pt x="21010" y="48829"/>
                  </a:lnTo>
                  <a:lnTo>
                    <a:pt x="21435" y="48887"/>
                  </a:lnTo>
                  <a:lnTo>
                    <a:pt x="21862" y="48938"/>
                  </a:lnTo>
                  <a:lnTo>
                    <a:pt x="22289" y="48981"/>
                  </a:lnTo>
                  <a:lnTo>
                    <a:pt x="22717" y="49016"/>
                  </a:lnTo>
                  <a:lnTo>
                    <a:pt x="23146" y="49045"/>
                  </a:lnTo>
                  <a:lnTo>
                    <a:pt x="23575" y="49065"/>
                  </a:lnTo>
                  <a:lnTo>
                    <a:pt x="24004" y="49078"/>
                  </a:lnTo>
                  <a:lnTo>
                    <a:pt x="24434" y="49084"/>
                  </a:lnTo>
                  <a:lnTo>
                    <a:pt x="24863" y="49082"/>
                  </a:lnTo>
                  <a:lnTo>
                    <a:pt x="25293" y="49073"/>
                  </a:lnTo>
                  <a:lnTo>
                    <a:pt x="25722" y="49056"/>
                  </a:lnTo>
                  <a:lnTo>
                    <a:pt x="26151" y="49032"/>
                  </a:lnTo>
                  <a:lnTo>
                    <a:pt x="26579" y="49000"/>
                  </a:lnTo>
                  <a:lnTo>
                    <a:pt x="27007" y="48960"/>
                  </a:lnTo>
                  <a:lnTo>
                    <a:pt x="27434" y="48913"/>
                  </a:lnTo>
                  <a:lnTo>
                    <a:pt x="27860" y="48859"/>
                  </a:lnTo>
                  <a:lnTo>
                    <a:pt x="28285" y="48797"/>
                  </a:lnTo>
                  <a:lnTo>
                    <a:pt x="28709" y="48728"/>
                  </a:lnTo>
                  <a:lnTo>
                    <a:pt x="29131" y="48651"/>
                  </a:lnTo>
                  <a:lnTo>
                    <a:pt x="29553" y="48567"/>
                  </a:lnTo>
                  <a:lnTo>
                    <a:pt x="29972" y="48476"/>
                  </a:lnTo>
                  <a:lnTo>
                    <a:pt x="30390" y="48377"/>
                  </a:lnTo>
                  <a:lnTo>
                    <a:pt x="30807" y="48271"/>
                  </a:lnTo>
                  <a:lnTo>
                    <a:pt x="31221" y="48158"/>
                  </a:lnTo>
                  <a:lnTo>
                    <a:pt x="31633" y="48037"/>
                  </a:lnTo>
                  <a:lnTo>
                    <a:pt x="32043" y="47910"/>
                  </a:lnTo>
                  <a:lnTo>
                    <a:pt x="32451" y="47775"/>
                  </a:lnTo>
                  <a:lnTo>
                    <a:pt x="32857" y="47633"/>
                  </a:lnTo>
                  <a:lnTo>
                    <a:pt x="33259" y="47484"/>
                  </a:lnTo>
                  <a:lnTo>
                    <a:pt x="33660" y="47328"/>
                  </a:lnTo>
                  <a:lnTo>
                    <a:pt x="34057" y="47164"/>
                  </a:lnTo>
                  <a:lnTo>
                    <a:pt x="34451" y="46994"/>
                  </a:lnTo>
                  <a:lnTo>
                    <a:pt x="34843" y="46818"/>
                  </a:lnTo>
                  <a:lnTo>
                    <a:pt x="35231" y="46634"/>
                  </a:lnTo>
                  <a:lnTo>
                    <a:pt x="35616" y="46443"/>
                  </a:lnTo>
                  <a:lnTo>
                    <a:pt x="35998" y="46246"/>
                  </a:lnTo>
                  <a:lnTo>
                    <a:pt x="36376" y="46042"/>
                  </a:lnTo>
                  <a:lnTo>
                    <a:pt x="36750" y="45832"/>
                  </a:lnTo>
                  <a:lnTo>
                    <a:pt x="37121" y="45615"/>
                  </a:lnTo>
                  <a:lnTo>
                    <a:pt x="37488" y="45392"/>
                  </a:lnTo>
                  <a:lnTo>
                    <a:pt x="37851" y="45162"/>
                  </a:lnTo>
                  <a:lnTo>
                    <a:pt x="38210" y="44926"/>
                  </a:lnTo>
                  <a:lnTo>
                    <a:pt x="38564" y="44683"/>
                  </a:lnTo>
                  <a:lnTo>
                    <a:pt x="38915" y="44435"/>
                  </a:lnTo>
                  <a:lnTo>
                    <a:pt x="39261" y="44180"/>
                  </a:lnTo>
                  <a:lnTo>
                    <a:pt x="39602" y="43920"/>
                  </a:lnTo>
                  <a:lnTo>
                    <a:pt x="39939" y="43653"/>
                  </a:lnTo>
                  <a:lnTo>
                    <a:pt x="40271" y="43381"/>
                  </a:lnTo>
                  <a:lnTo>
                    <a:pt x="40598" y="43103"/>
                  </a:lnTo>
                  <a:lnTo>
                    <a:pt x="40921" y="42819"/>
                  </a:lnTo>
                  <a:lnTo>
                    <a:pt x="41238" y="42529"/>
                  </a:lnTo>
                  <a:lnTo>
                    <a:pt x="41550" y="42234"/>
                  </a:lnTo>
                  <a:lnTo>
                    <a:pt x="41857" y="41934"/>
                  </a:lnTo>
                  <a:lnTo>
                    <a:pt x="42159" y="41628"/>
                  </a:lnTo>
                  <a:lnTo>
                    <a:pt x="42455" y="41317"/>
                  </a:lnTo>
                  <a:lnTo>
                    <a:pt x="42746" y="41001"/>
                  </a:lnTo>
                  <a:lnTo>
                    <a:pt x="43031" y="40680"/>
                  </a:lnTo>
                  <a:lnTo>
                    <a:pt x="43311" y="40354"/>
                  </a:lnTo>
                  <a:lnTo>
                    <a:pt x="43585" y="40023"/>
                  </a:lnTo>
                  <a:lnTo>
                    <a:pt x="43853" y="39687"/>
                  </a:lnTo>
                  <a:lnTo>
                    <a:pt x="44115" y="39347"/>
                  </a:lnTo>
                  <a:lnTo>
                    <a:pt x="44371" y="39002"/>
                  </a:lnTo>
                  <a:lnTo>
                    <a:pt x="44621" y="38653"/>
                  </a:lnTo>
                  <a:lnTo>
                    <a:pt x="44865" y="38299"/>
                  </a:lnTo>
                  <a:lnTo>
                    <a:pt x="45103" y="37942"/>
                  </a:lnTo>
                  <a:lnTo>
                    <a:pt x="45334" y="37580"/>
                  </a:lnTo>
                  <a:lnTo>
                    <a:pt x="45559" y="37214"/>
                  </a:lnTo>
                  <a:lnTo>
                    <a:pt x="45778" y="36844"/>
                  </a:lnTo>
                  <a:lnTo>
                    <a:pt x="45990" y="36471"/>
                  </a:lnTo>
                  <a:lnTo>
                    <a:pt x="46195" y="36093"/>
                  </a:lnTo>
                  <a:lnTo>
                    <a:pt x="46394" y="35713"/>
                  </a:lnTo>
                  <a:lnTo>
                    <a:pt x="46586" y="35328"/>
                  </a:lnTo>
                  <a:lnTo>
                    <a:pt x="46772" y="34941"/>
                  </a:lnTo>
                  <a:lnTo>
                    <a:pt x="46950" y="34550"/>
                  </a:lnTo>
                  <a:lnTo>
                    <a:pt x="47122" y="34157"/>
                  </a:lnTo>
                  <a:lnTo>
                    <a:pt x="47287" y="33760"/>
                  </a:lnTo>
                  <a:lnTo>
                    <a:pt x="47445" y="33360"/>
                  </a:lnTo>
                  <a:lnTo>
                    <a:pt x="47595" y="32958"/>
                  </a:lnTo>
                  <a:lnTo>
                    <a:pt x="47739" y="32554"/>
                  </a:lnTo>
                  <a:lnTo>
                    <a:pt x="47876" y="32146"/>
                  </a:lnTo>
                  <a:lnTo>
                    <a:pt x="48005" y="31737"/>
                  </a:lnTo>
                  <a:lnTo>
                    <a:pt x="48128" y="31325"/>
                  </a:lnTo>
                  <a:lnTo>
                    <a:pt x="48243" y="30911"/>
                  </a:lnTo>
                  <a:lnTo>
                    <a:pt x="48351" y="30495"/>
                  </a:lnTo>
                  <a:lnTo>
                    <a:pt x="48451" y="30078"/>
                  </a:lnTo>
                  <a:lnTo>
                    <a:pt x="48544" y="29658"/>
                  </a:lnTo>
                  <a:lnTo>
                    <a:pt x="48630" y="29238"/>
                  </a:lnTo>
                  <a:lnTo>
                    <a:pt x="48709" y="28815"/>
                  </a:lnTo>
                  <a:lnTo>
                    <a:pt x="48780" y="28392"/>
                  </a:lnTo>
                  <a:lnTo>
                    <a:pt x="48843" y="27967"/>
                  </a:lnTo>
                  <a:lnTo>
                    <a:pt x="48900" y="27541"/>
                  </a:lnTo>
                  <a:lnTo>
                    <a:pt x="48948" y="27114"/>
                  </a:lnTo>
                  <a:lnTo>
                    <a:pt x="48990" y="26687"/>
                  </a:lnTo>
                  <a:lnTo>
                    <a:pt x="49024" y="26259"/>
                  </a:lnTo>
                  <a:lnTo>
                    <a:pt x="49050" y="25830"/>
                  </a:lnTo>
                  <a:lnTo>
                    <a:pt x="49069" y="25401"/>
                  </a:lnTo>
                  <a:lnTo>
                    <a:pt x="49080" y="24971"/>
                  </a:lnTo>
                  <a:lnTo>
                    <a:pt x="49084" y="24542"/>
                  </a:lnTo>
                </a:path>
              </a:pathLst>
            </a:custGeom>
            <a:ln w="13550" cap="flat">
              <a:solidFill>
                <a:srgbClr val="7FC5D8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812" name="pl812"/>
            <p:cNvSpPr/>
            <p:nvPr/>
          </p:nvSpPr>
          <p:spPr>
            <a:xfrm>
              <a:off x="1435413" y="6278856"/>
              <a:ext cx="269962" cy="269965"/>
            </a:xfrm>
            <a:custGeom>
              <a:avLst/>
              <a:pathLst>
                <a:path w="269962" h="269965">
                  <a:moveTo>
                    <a:pt x="269962" y="134982"/>
                  </a:moveTo>
                  <a:lnTo>
                    <a:pt x="269942" y="132620"/>
                  </a:lnTo>
                  <a:lnTo>
                    <a:pt x="269880" y="130258"/>
                  </a:lnTo>
                  <a:lnTo>
                    <a:pt x="269776" y="127898"/>
                  </a:lnTo>
                  <a:lnTo>
                    <a:pt x="269632" y="125540"/>
                  </a:lnTo>
                  <a:lnTo>
                    <a:pt x="269446" y="123185"/>
                  </a:lnTo>
                  <a:lnTo>
                    <a:pt x="269219" y="120833"/>
                  </a:lnTo>
                  <a:lnTo>
                    <a:pt x="268951" y="118486"/>
                  </a:lnTo>
                  <a:lnTo>
                    <a:pt x="268641" y="116144"/>
                  </a:lnTo>
                  <a:lnTo>
                    <a:pt x="268291" y="113808"/>
                  </a:lnTo>
                  <a:lnTo>
                    <a:pt x="267900" y="111478"/>
                  </a:lnTo>
                  <a:lnTo>
                    <a:pt x="267468" y="109155"/>
                  </a:lnTo>
                  <a:lnTo>
                    <a:pt x="266996" y="106840"/>
                  </a:lnTo>
                  <a:lnTo>
                    <a:pt x="266483" y="104534"/>
                  </a:lnTo>
                  <a:lnTo>
                    <a:pt x="265930" y="102237"/>
                  </a:lnTo>
                  <a:lnTo>
                    <a:pt x="265337" y="99951"/>
                  </a:lnTo>
                  <a:lnTo>
                    <a:pt x="264704" y="97675"/>
                  </a:lnTo>
                  <a:lnTo>
                    <a:pt x="264031" y="95410"/>
                  </a:lnTo>
                  <a:lnTo>
                    <a:pt x="263319" y="93158"/>
                  </a:lnTo>
                  <a:lnTo>
                    <a:pt x="262568" y="90918"/>
                  </a:lnTo>
                  <a:lnTo>
                    <a:pt x="261777" y="88692"/>
                  </a:lnTo>
                  <a:lnTo>
                    <a:pt x="260947" y="86480"/>
                  </a:lnTo>
                  <a:lnTo>
                    <a:pt x="260079" y="84282"/>
                  </a:lnTo>
                  <a:lnTo>
                    <a:pt x="259173" y="82101"/>
                  </a:lnTo>
                  <a:lnTo>
                    <a:pt x="258228" y="79935"/>
                  </a:lnTo>
                  <a:lnTo>
                    <a:pt x="257246" y="77787"/>
                  </a:lnTo>
                  <a:lnTo>
                    <a:pt x="256226" y="75656"/>
                  </a:lnTo>
                  <a:lnTo>
                    <a:pt x="255169" y="73543"/>
                  </a:lnTo>
                  <a:lnTo>
                    <a:pt x="254076" y="71449"/>
                  </a:lnTo>
                  <a:lnTo>
                    <a:pt x="252946" y="69374"/>
                  </a:lnTo>
                  <a:lnTo>
                    <a:pt x="251779" y="67320"/>
                  </a:lnTo>
                  <a:lnTo>
                    <a:pt x="250577" y="65286"/>
                  </a:lnTo>
                  <a:lnTo>
                    <a:pt x="249340" y="63274"/>
                  </a:lnTo>
                  <a:lnTo>
                    <a:pt x="248067" y="61283"/>
                  </a:lnTo>
                  <a:lnTo>
                    <a:pt x="246760" y="59315"/>
                  </a:lnTo>
                  <a:lnTo>
                    <a:pt x="245419" y="57371"/>
                  </a:lnTo>
                  <a:lnTo>
                    <a:pt x="244044" y="55450"/>
                  </a:lnTo>
                  <a:lnTo>
                    <a:pt x="242635" y="53553"/>
                  </a:lnTo>
                  <a:lnTo>
                    <a:pt x="241193" y="51681"/>
                  </a:lnTo>
                  <a:lnTo>
                    <a:pt x="239719" y="49835"/>
                  </a:lnTo>
                  <a:lnTo>
                    <a:pt x="238213" y="48015"/>
                  </a:lnTo>
                  <a:lnTo>
                    <a:pt x="236675" y="46222"/>
                  </a:lnTo>
                  <a:lnTo>
                    <a:pt x="235106" y="44456"/>
                  </a:lnTo>
                  <a:lnTo>
                    <a:pt x="233507" y="42717"/>
                  </a:lnTo>
                  <a:lnTo>
                    <a:pt x="231877" y="41007"/>
                  </a:lnTo>
                  <a:lnTo>
                    <a:pt x="230217" y="39326"/>
                  </a:lnTo>
                  <a:lnTo>
                    <a:pt x="228529" y="37673"/>
                  </a:lnTo>
                  <a:lnTo>
                    <a:pt x="226811" y="36051"/>
                  </a:lnTo>
                  <a:lnTo>
                    <a:pt x="225066" y="34459"/>
                  </a:lnTo>
                  <a:lnTo>
                    <a:pt x="223293" y="32898"/>
                  </a:lnTo>
                  <a:lnTo>
                    <a:pt x="221493" y="31368"/>
                  </a:lnTo>
                  <a:lnTo>
                    <a:pt x="219666" y="29870"/>
                  </a:lnTo>
                  <a:lnTo>
                    <a:pt x="217814" y="28404"/>
                  </a:lnTo>
                  <a:lnTo>
                    <a:pt x="215936" y="26970"/>
                  </a:lnTo>
                  <a:lnTo>
                    <a:pt x="214033" y="25570"/>
                  </a:lnTo>
                  <a:lnTo>
                    <a:pt x="212106" y="24203"/>
                  </a:lnTo>
                  <a:lnTo>
                    <a:pt x="210155" y="22870"/>
                  </a:lnTo>
                  <a:lnTo>
                    <a:pt x="208182" y="21572"/>
                  </a:lnTo>
                  <a:lnTo>
                    <a:pt x="206186" y="20308"/>
                  </a:lnTo>
                  <a:lnTo>
                    <a:pt x="204168" y="19079"/>
                  </a:lnTo>
                  <a:lnTo>
                    <a:pt x="202129" y="17886"/>
                  </a:lnTo>
                  <a:lnTo>
                    <a:pt x="200069" y="16729"/>
                  </a:lnTo>
                  <a:lnTo>
                    <a:pt x="197990" y="15608"/>
                  </a:lnTo>
                  <a:lnTo>
                    <a:pt x="195891" y="14523"/>
                  </a:lnTo>
                  <a:lnTo>
                    <a:pt x="193774" y="13476"/>
                  </a:lnTo>
                  <a:lnTo>
                    <a:pt x="191638" y="12465"/>
                  </a:lnTo>
                  <a:lnTo>
                    <a:pt x="189485" y="11493"/>
                  </a:lnTo>
                  <a:lnTo>
                    <a:pt x="187316" y="10558"/>
                  </a:lnTo>
                  <a:lnTo>
                    <a:pt x="185130" y="9661"/>
                  </a:lnTo>
                  <a:lnTo>
                    <a:pt x="182929" y="8802"/>
                  </a:lnTo>
                  <a:lnTo>
                    <a:pt x="180714" y="7982"/>
                  </a:lnTo>
                  <a:lnTo>
                    <a:pt x="178484" y="7201"/>
                  </a:lnTo>
                  <a:lnTo>
                    <a:pt x="176241" y="6460"/>
                  </a:lnTo>
                  <a:lnTo>
                    <a:pt x="173985" y="5757"/>
                  </a:lnTo>
                  <a:lnTo>
                    <a:pt x="171718" y="5094"/>
                  </a:lnTo>
                  <a:lnTo>
                    <a:pt x="169439" y="4471"/>
                  </a:lnTo>
                  <a:lnTo>
                    <a:pt x="167150" y="3888"/>
                  </a:lnTo>
                  <a:lnTo>
                    <a:pt x="164851" y="3345"/>
                  </a:lnTo>
                  <a:lnTo>
                    <a:pt x="162542" y="2842"/>
                  </a:lnTo>
                  <a:lnTo>
                    <a:pt x="160225" y="2380"/>
                  </a:lnTo>
                  <a:lnTo>
                    <a:pt x="157901" y="1959"/>
                  </a:lnTo>
                  <a:lnTo>
                    <a:pt x="155569" y="1578"/>
                  </a:lnTo>
                  <a:lnTo>
                    <a:pt x="153231" y="1238"/>
                  </a:lnTo>
                  <a:lnTo>
                    <a:pt x="150888" y="939"/>
                  </a:lnTo>
                  <a:lnTo>
                    <a:pt x="148540" y="681"/>
                  </a:lnTo>
                  <a:lnTo>
                    <a:pt x="146187" y="464"/>
                  </a:lnTo>
                  <a:lnTo>
                    <a:pt x="143831" y="289"/>
                  </a:lnTo>
                  <a:lnTo>
                    <a:pt x="141473" y="155"/>
                  </a:lnTo>
                  <a:lnTo>
                    <a:pt x="139112" y="62"/>
                  </a:lnTo>
                  <a:lnTo>
                    <a:pt x="136750" y="10"/>
                  </a:lnTo>
                  <a:lnTo>
                    <a:pt x="134388" y="0"/>
                  </a:lnTo>
                  <a:lnTo>
                    <a:pt x="132025" y="31"/>
                  </a:lnTo>
                  <a:lnTo>
                    <a:pt x="129664" y="103"/>
                  </a:lnTo>
                  <a:lnTo>
                    <a:pt x="127304" y="217"/>
                  </a:lnTo>
                  <a:lnTo>
                    <a:pt x="124947" y="371"/>
                  </a:lnTo>
                  <a:lnTo>
                    <a:pt x="122593" y="568"/>
                  </a:lnTo>
                  <a:lnTo>
                    <a:pt x="120242" y="805"/>
                  </a:lnTo>
                  <a:lnTo>
                    <a:pt x="117896" y="1083"/>
                  </a:lnTo>
                  <a:lnTo>
                    <a:pt x="115556" y="1403"/>
                  </a:lnTo>
                  <a:lnTo>
                    <a:pt x="113221" y="1763"/>
                  </a:lnTo>
                  <a:lnTo>
                    <a:pt x="110893" y="2164"/>
                  </a:lnTo>
                  <a:lnTo>
                    <a:pt x="108572" y="2606"/>
                  </a:lnTo>
                  <a:lnTo>
                    <a:pt x="106259" y="3089"/>
                  </a:lnTo>
                  <a:lnTo>
                    <a:pt x="103955" y="3612"/>
                  </a:lnTo>
                  <a:lnTo>
                    <a:pt x="101661" y="4175"/>
                  </a:lnTo>
                  <a:lnTo>
                    <a:pt x="99377" y="4778"/>
                  </a:lnTo>
                  <a:lnTo>
                    <a:pt x="97104" y="5421"/>
                  </a:lnTo>
                  <a:lnTo>
                    <a:pt x="94842" y="6103"/>
                  </a:lnTo>
                  <a:lnTo>
                    <a:pt x="92592" y="6826"/>
                  </a:lnTo>
                  <a:lnTo>
                    <a:pt x="90356" y="7587"/>
                  </a:lnTo>
                  <a:lnTo>
                    <a:pt x="88133" y="8387"/>
                  </a:lnTo>
                  <a:lnTo>
                    <a:pt x="85925" y="9227"/>
                  </a:lnTo>
                  <a:lnTo>
                    <a:pt x="83732" y="10104"/>
                  </a:lnTo>
                  <a:lnTo>
                    <a:pt x="81554" y="11020"/>
                  </a:lnTo>
                  <a:lnTo>
                    <a:pt x="79393" y="11974"/>
                  </a:lnTo>
                  <a:lnTo>
                    <a:pt x="77249" y="12966"/>
                  </a:lnTo>
                  <a:lnTo>
                    <a:pt x="75122" y="13995"/>
                  </a:lnTo>
                  <a:lnTo>
                    <a:pt x="73014" y="15061"/>
                  </a:lnTo>
                  <a:lnTo>
                    <a:pt x="70924" y="16164"/>
                  </a:lnTo>
                  <a:lnTo>
                    <a:pt x="68855" y="17303"/>
                  </a:lnTo>
                  <a:lnTo>
                    <a:pt x="66805" y="18478"/>
                  </a:lnTo>
                  <a:lnTo>
                    <a:pt x="64777" y="19689"/>
                  </a:lnTo>
                  <a:lnTo>
                    <a:pt x="62770" y="20936"/>
                  </a:lnTo>
                  <a:lnTo>
                    <a:pt x="60785" y="22217"/>
                  </a:lnTo>
                  <a:lnTo>
                    <a:pt x="58823" y="23532"/>
                  </a:lnTo>
                  <a:lnTo>
                    <a:pt x="56884" y="24882"/>
                  </a:lnTo>
                  <a:lnTo>
                    <a:pt x="54969" y="26266"/>
                  </a:lnTo>
                  <a:lnTo>
                    <a:pt x="53079" y="27683"/>
                  </a:lnTo>
                  <a:lnTo>
                    <a:pt x="51214" y="29133"/>
                  </a:lnTo>
                  <a:lnTo>
                    <a:pt x="49374" y="30615"/>
                  </a:lnTo>
                  <a:lnTo>
                    <a:pt x="47560" y="32129"/>
                  </a:lnTo>
                  <a:lnTo>
                    <a:pt x="45774" y="33675"/>
                  </a:lnTo>
                  <a:lnTo>
                    <a:pt x="44015" y="35251"/>
                  </a:lnTo>
                  <a:lnTo>
                    <a:pt x="42283" y="36858"/>
                  </a:lnTo>
                  <a:lnTo>
                    <a:pt x="40580" y="38496"/>
                  </a:lnTo>
                  <a:lnTo>
                    <a:pt x="38906" y="40163"/>
                  </a:lnTo>
                  <a:lnTo>
                    <a:pt x="37261" y="41858"/>
                  </a:lnTo>
                  <a:lnTo>
                    <a:pt x="35646" y="43583"/>
                  </a:lnTo>
                  <a:lnTo>
                    <a:pt x="34062" y="45335"/>
                  </a:lnTo>
                  <a:lnTo>
                    <a:pt x="32508" y="47115"/>
                  </a:lnTo>
                  <a:lnTo>
                    <a:pt x="30986" y="48922"/>
                  </a:lnTo>
                  <a:lnTo>
                    <a:pt x="29496" y="50755"/>
                  </a:lnTo>
                  <a:lnTo>
                    <a:pt x="28038" y="52614"/>
                  </a:lnTo>
                  <a:lnTo>
                    <a:pt x="26613" y="54498"/>
                  </a:lnTo>
                  <a:lnTo>
                    <a:pt x="25221" y="56407"/>
                  </a:lnTo>
                  <a:lnTo>
                    <a:pt x="23863" y="58340"/>
                  </a:lnTo>
                  <a:lnTo>
                    <a:pt x="22539" y="60296"/>
                  </a:lnTo>
                  <a:lnTo>
                    <a:pt x="21249" y="62276"/>
                  </a:lnTo>
                  <a:lnTo>
                    <a:pt x="19994" y="64277"/>
                  </a:lnTo>
                  <a:lnTo>
                    <a:pt x="18774" y="66300"/>
                  </a:lnTo>
                  <a:lnTo>
                    <a:pt x="17590" y="68344"/>
                  </a:lnTo>
                  <a:lnTo>
                    <a:pt x="16441" y="70409"/>
                  </a:lnTo>
                  <a:lnTo>
                    <a:pt x="15329" y="72493"/>
                  </a:lnTo>
                  <a:lnTo>
                    <a:pt x="14254" y="74597"/>
                  </a:lnTo>
                  <a:lnTo>
                    <a:pt x="13216" y="76719"/>
                  </a:lnTo>
                  <a:lnTo>
                    <a:pt x="12215" y="78859"/>
                  </a:lnTo>
                  <a:lnTo>
                    <a:pt x="11251" y="81016"/>
                  </a:lnTo>
                  <a:lnTo>
                    <a:pt x="10326" y="83190"/>
                  </a:lnTo>
                  <a:lnTo>
                    <a:pt x="9439" y="85379"/>
                  </a:lnTo>
                  <a:lnTo>
                    <a:pt x="8590" y="87584"/>
                  </a:lnTo>
                  <a:lnTo>
                    <a:pt x="7780" y="89803"/>
                  </a:lnTo>
                  <a:lnTo>
                    <a:pt x="7008" y="92036"/>
                  </a:lnTo>
                  <a:lnTo>
                    <a:pt x="6276" y="94282"/>
                  </a:lnTo>
                  <a:lnTo>
                    <a:pt x="5584" y="96541"/>
                  </a:lnTo>
                  <a:lnTo>
                    <a:pt x="4931" y="98811"/>
                  </a:lnTo>
                  <a:lnTo>
                    <a:pt x="4318" y="101093"/>
                  </a:lnTo>
                  <a:lnTo>
                    <a:pt x="3745" y="103385"/>
                  </a:lnTo>
                  <a:lnTo>
                    <a:pt x="3212" y="105686"/>
                  </a:lnTo>
                  <a:lnTo>
                    <a:pt x="2719" y="107997"/>
                  </a:lnTo>
                  <a:lnTo>
                    <a:pt x="2267" y="110316"/>
                  </a:lnTo>
                  <a:lnTo>
                    <a:pt x="1856" y="112642"/>
                  </a:lnTo>
                  <a:lnTo>
                    <a:pt x="1485" y="114975"/>
                  </a:lnTo>
                  <a:lnTo>
                    <a:pt x="1156" y="117314"/>
                  </a:lnTo>
                  <a:lnTo>
                    <a:pt x="867" y="119659"/>
                  </a:lnTo>
                  <a:lnTo>
                    <a:pt x="619" y="122009"/>
                  </a:lnTo>
                  <a:lnTo>
                    <a:pt x="413" y="124362"/>
                  </a:lnTo>
                  <a:lnTo>
                    <a:pt x="248" y="126719"/>
                  </a:lnTo>
                  <a:lnTo>
                    <a:pt x="124" y="129078"/>
                  </a:lnTo>
                  <a:lnTo>
                    <a:pt x="41" y="131439"/>
                  </a:lnTo>
                  <a:lnTo>
                    <a:pt x="0" y="133801"/>
                  </a:lnTo>
                  <a:lnTo>
                    <a:pt x="0" y="136163"/>
                  </a:lnTo>
                  <a:lnTo>
                    <a:pt x="41" y="138525"/>
                  </a:lnTo>
                  <a:lnTo>
                    <a:pt x="124" y="140886"/>
                  </a:lnTo>
                  <a:lnTo>
                    <a:pt x="248" y="143246"/>
                  </a:lnTo>
                  <a:lnTo>
                    <a:pt x="413" y="145602"/>
                  </a:lnTo>
                  <a:lnTo>
                    <a:pt x="619" y="147956"/>
                  </a:lnTo>
                  <a:lnTo>
                    <a:pt x="867" y="150305"/>
                  </a:lnTo>
                  <a:lnTo>
                    <a:pt x="1156" y="152650"/>
                  </a:lnTo>
                  <a:lnTo>
                    <a:pt x="1485" y="154989"/>
                  </a:lnTo>
                  <a:lnTo>
                    <a:pt x="1856" y="157322"/>
                  </a:lnTo>
                  <a:lnTo>
                    <a:pt x="2267" y="159649"/>
                  </a:lnTo>
                  <a:lnTo>
                    <a:pt x="2719" y="161968"/>
                  </a:lnTo>
                  <a:lnTo>
                    <a:pt x="3212" y="164278"/>
                  </a:lnTo>
                  <a:lnTo>
                    <a:pt x="3745" y="166580"/>
                  </a:lnTo>
                  <a:lnTo>
                    <a:pt x="4318" y="168872"/>
                  </a:lnTo>
                  <a:lnTo>
                    <a:pt x="4931" y="171153"/>
                  </a:lnTo>
                  <a:lnTo>
                    <a:pt x="5584" y="173424"/>
                  </a:lnTo>
                  <a:lnTo>
                    <a:pt x="6276" y="175682"/>
                  </a:lnTo>
                  <a:lnTo>
                    <a:pt x="7008" y="177928"/>
                  </a:lnTo>
                  <a:lnTo>
                    <a:pt x="7780" y="180161"/>
                  </a:lnTo>
                  <a:lnTo>
                    <a:pt x="8590" y="182381"/>
                  </a:lnTo>
                  <a:lnTo>
                    <a:pt x="9439" y="184585"/>
                  </a:lnTo>
                  <a:lnTo>
                    <a:pt x="10326" y="186775"/>
                  </a:lnTo>
                  <a:lnTo>
                    <a:pt x="11251" y="188948"/>
                  </a:lnTo>
                  <a:lnTo>
                    <a:pt x="12215" y="191105"/>
                  </a:lnTo>
                  <a:lnTo>
                    <a:pt x="13216" y="193245"/>
                  </a:lnTo>
                  <a:lnTo>
                    <a:pt x="14254" y="195367"/>
                  </a:lnTo>
                  <a:lnTo>
                    <a:pt x="15329" y="197471"/>
                  </a:lnTo>
                  <a:lnTo>
                    <a:pt x="16441" y="199555"/>
                  </a:lnTo>
                  <a:lnTo>
                    <a:pt x="17590" y="201620"/>
                  </a:lnTo>
                  <a:lnTo>
                    <a:pt x="18774" y="203664"/>
                  </a:lnTo>
                  <a:lnTo>
                    <a:pt x="19994" y="205687"/>
                  </a:lnTo>
                  <a:lnTo>
                    <a:pt x="21249" y="207689"/>
                  </a:lnTo>
                  <a:lnTo>
                    <a:pt x="22539" y="209668"/>
                  </a:lnTo>
                  <a:lnTo>
                    <a:pt x="23863" y="211624"/>
                  </a:lnTo>
                  <a:lnTo>
                    <a:pt x="25221" y="213557"/>
                  </a:lnTo>
                  <a:lnTo>
                    <a:pt x="26613" y="215466"/>
                  </a:lnTo>
                  <a:lnTo>
                    <a:pt x="28038" y="217350"/>
                  </a:lnTo>
                  <a:lnTo>
                    <a:pt x="29496" y="219209"/>
                  </a:lnTo>
                  <a:lnTo>
                    <a:pt x="30986" y="221042"/>
                  </a:lnTo>
                  <a:lnTo>
                    <a:pt x="32508" y="222849"/>
                  </a:lnTo>
                  <a:lnTo>
                    <a:pt x="34062" y="224629"/>
                  </a:lnTo>
                  <a:lnTo>
                    <a:pt x="35646" y="226381"/>
                  </a:lnTo>
                  <a:lnTo>
                    <a:pt x="37261" y="228106"/>
                  </a:lnTo>
                  <a:lnTo>
                    <a:pt x="38906" y="229802"/>
                  </a:lnTo>
                  <a:lnTo>
                    <a:pt x="40580" y="231469"/>
                  </a:lnTo>
                  <a:lnTo>
                    <a:pt x="42283" y="233106"/>
                  </a:lnTo>
                  <a:lnTo>
                    <a:pt x="44015" y="234713"/>
                  </a:lnTo>
                  <a:lnTo>
                    <a:pt x="45774" y="236290"/>
                  </a:lnTo>
                  <a:lnTo>
                    <a:pt x="47560" y="237835"/>
                  </a:lnTo>
                  <a:lnTo>
                    <a:pt x="49374" y="239350"/>
                  </a:lnTo>
                  <a:lnTo>
                    <a:pt x="51214" y="240832"/>
                  </a:lnTo>
                  <a:lnTo>
                    <a:pt x="53079" y="242282"/>
                  </a:lnTo>
                  <a:lnTo>
                    <a:pt x="54969" y="243698"/>
                  </a:lnTo>
                  <a:lnTo>
                    <a:pt x="56884" y="245082"/>
                  </a:lnTo>
                  <a:lnTo>
                    <a:pt x="58823" y="246432"/>
                  </a:lnTo>
                  <a:lnTo>
                    <a:pt x="60785" y="247748"/>
                  </a:lnTo>
                  <a:lnTo>
                    <a:pt x="62770" y="249029"/>
                  </a:lnTo>
                  <a:lnTo>
                    <a:pt x="64777" y="250275"/>
                  </a:lnTo>
                  <a:lnTo>
                    <a:pt x="66805" y="251486"/>
                  </a:lnTo>
                  <a:lnTo>
                    <a:pt x="68855" y="252661"/>
                  </a:lnTo>
                  <a:lnTo>
                    <a:pt x="70924" y="253800"/>
                  </a:lnTo>
                  <a:lnTo>
                    <a:pt x="73014" y="254903"/>
                  </a:lnTo>
                  <a:lnTo>
                    <a:pt x="75122" y="255969"/>
                  </a:lnTo>
                  <a:lnTo>
                    <a:pt x="77249" y="256998"/>
                  </a:lnTo>
                  <a:lnTo>
                    <a:pt x="79393" y="257990"/>
                  </a:lnTo>
                  <a:lnTo>
                    <a:pt x="81554" y="258944"/>
                  </a:lnTo>
                  <a:lnTo>
                    <a:pt x="83732" y="259860"/>
                  </a:lnTo>
                  <a:lnTo>
                    <a:pt x="85925" y="260738"/>
                  </a:lnTo>
                  <a:lnTo>
                    <a:pt x="88133" y="261577"/>
                  </a:lnTo>
                  <a:lnTo>
                    <a:pt x="90356" y="262377"/>
                  </a:lnTo>
                  <a:lnTo>
                    <a:pt x="92592" y="263139"/>
                  </a:lnTo>
                  <a:lnTo>
                    <a:pt x="94842" y="263861"/>
                  </a:lnTo>
                  <a:lnTo>
                    <a:pt x="97104" y="264544"/>
                  </a:lnTo>
                  <a:lnTo>
                    <a:pt x="99377" y="265187"/>
                  </a:lnTo>
                  <a:lnTo>
                    <a:pt x="101661" y="265790"/>
                  </a:lnTo>
                  <a:lnTo>
                    <a:pt x="103955" y="266353"/>
                  </a:lnTo>
                  <a:lnTo>
                    <a:pt x="106259" y="266876"/>
                  </a:lnTo>
                  <a:lnTo>
                    <a:pt x="108572" y="267358"/>
                  </a:lnTo>
                  <a:lnTo>
                    <a:pt x="110893" y="267800"/>
                  </a:lnTo>
                  <a:lnTo>
                    <a:pt x="113221" y="268201"/>
                  </a:lnTo>
                  <a:lnTo>
                    <a:pt x="115556" y="268561"/>
                  </a:lnTo>
                  <a:lnTo>
                    <a:pt x="117896" y="268881"/>
                  </a:lnTo>
                  <a:lnTo>
                    <a:pt x="120242" y="269159"/>
                  </a:lnTo>
                  <a:lnTo>
                    <a:pt x="122593" y="269397"/>
                  </a:lnTo>
                  <a:lnTo>
                    <a:pt x="124947" y="269593"/>
                  </a:lnTo>
                  <a:lnTo>
                    <a:pt x="127304" y="269748"/>
                  </a:lnTo>
                  <a:lnTo>
                    <a:pt x="129664" y="269862"/>
                  </a:lnTo>
                  <a:lnTo>
                    <a:pt x="132025" y="269934"/>
                  </a:lnTo>
                  <a:lnTo>
                    <a:pt x="134388" y="269965"/>
                  </a:lnTo>
                  <a:lnTo>
                    <a:pt x="136750" y="269955"/>
                  </a:lnTo>
                  <a:lnTo>
                    <a:pt x="139112" y="269903"/>
                  </a:lnTo>
                  <a:lnTo>
                    <a:pt x="141473" y="269810"/>
                  </a:lnTo>
                  <a:lnTo>
                    <a:pt x="143831" y="269676"/>
                  </a:lnTo>
                  <a:lnTo>
                    <a:pt x="146187" y="269500"/>
                  </a:lnTo>
                  <a:lnTo>
                    <a:pt x="148540" y="269283"/>
                  </a:lnTo>
                  <a:lnTo>
                    <a:pt x="150888" y="269025"/>
                  </a:lnTo>
                  <a:lnTo>
                    <a:pt x="153231" y="268726"/>
                  </a:lnTo>
                  <a:lnTo>
                    <a:pt x="155569" y="268386"/>
                  </a:lnTo>
                  <a:lnTo>
                    <a:pt x="157901" y="268006"/>
                  </a:lnTo>
                  <a:lnTo>
                    <a:pt x="160225" y="267584"/>
                  </a:lnTo>
                  <a:lnTo>
                    <a:pt x="162542" y="267122"/>
                  </a:lnTo>
                  <a:lnTo>
                    <a:pt x="164851" y="266619"/>
                  </a:lnTo>
                  <a:lnTo>
                    <a:pt x="167150" y="266076"/>
                  </a:lnTo>
                  <a:lnTo>
                    <a:pt x="169439" y="265493"/>
                  </a:lnTo>
                  <a:lnTo>
                    <a:pt x="171718" y="264870"/>
                  </a:lnTo>
                  <a:lnTo>
                    <a:pt x="173985" y="264207"/>
                  </a:lnTo>
                  <a:lnTo>
                    <a:pt x="176241" y="263505"/>
                  </a:lnTo>
                  <a:lnTo>
                    <a:pt x="178484" y="262763"/>
                  </a:lnTo>
                  <a:lnTo>
                    <a:pt x="180714" y="261982"/>
                  </a:lnTo>
                  <a:lnTo>
                    <a:pt x="182929" y="261162"/>
                  </a:lnTo>
                  <a:lnTo>
                    <a:pt x="185130" y="260304"/>
                  </a:lnTo>
                  <a:lnTo>
                    <a:pt x="187316" y="259407"/>
                  </a:lnTo>
                  <a:lnTo>
                    <a:pt x="189485" y="258472"/>
                  </a:lnTo>
                  <a:lnTo>
                    <a:pt x="191638" y="257499"/>
                  </a:lnTo>
                  <a:lnTo>
                    <a:pt x="193774" y="256489"/>
                  </a:lnTo>
                  <a:lnTo>
                    <a:pt x="195891" y="255441"/>
                  </a:lnTo>
                  <a:lnTo>
                    <a:pt x="197990" y="254356"/>
                  </a:lnTo>
                  <a:lnTo>
                    <a:pt x="200069" y="253235"/>
                  </a:lnTo>
                  <a:lnTo>
                    <a:pt x="202129" y="252078"/>
                  </a:lnTo>
                  <a:lnTo>
                    <a:pt x="204168" y="250885"/>
                  </a:lnTo>
                  <a:lnTo>
                    <a:pt x="206186" y="249656"/>
                  </a:lnTo>
                  <a:lnTo>
                    <a:pt x="208182" y="248393"/>
                  </a:lnTo>
                  <a:lnTo>
                    <a:pt x="210155" y="247094"/>
                  </a:lnTo>
                  <a:lnTo>
                    <a:pt x="212106" y="245761"/>
                  </a:lnTo>
                  <a:lnTo>
                    <a:pt x="214033" y="244394"/>
                  </a:lnTo>
                  <a:lnTo>
                    <a:pt x="215936" y="242994"/>
                  </a:lnTo>
                  <a:lnTo>
                    <a:pt x="217814" y="241561"/>
                  </a:lnTo>
                  <a:lnTo>
                    <a:pt x="219666" y="240095"/>
                  </a:lnTo>
                  <a:lnTo>
                    <a:pt x="221493" y="238597"/>
                  </a:lnTo>
                  <a:lnTo>
                    <a:pt x="223293" y="237067"/>
                  </a:lnTo>
                  <a:lnTo>
                    <a:pt x="225066" y="235505"/>
                  </a:lnTo>
                  <a:lnTo>
                    <a:pt x="226811" y="233913"/>
                  </a:lnTo>
                  <a:lnTo>
                    <a:pt x="228529" y="232291"/>
                  </a:lnTo>
                  <a:lnTo>
                    <a:pt x="230217" y="230639"/>
                  </a:lnTo>
                  <a:lnTo>
                    <a:pt x="231877" y="228957"/>
                  </a:lnTo>
                  <a:lnTo>
                    <a:pt x="233507" y="227247"/>
                  </a:lnTo>
                  <a:lnTo>
                    <a:pt x="235106" y="225509"/>
                  </a:lnTo>
                  <a:lnTo>
                    <a:pt x="236675" y="223743"/>
                  </a:lnTo>
                  <a:lnTo>
                    <a:pt x="238213" y="221949"/>
                  </a:lnTo>
                  <a:lnTo>
                    <a:pt x="239719" y="220129"/>
                  </a:lnTo>
                  <a:lnTo>
                    <a:pt x="241193" y="218283"/>
                  </a:lnTo>
                  <a:lnTo>
                    <a:pt x="242635" y="216411"/>
                  </a:lnTo>
                  <a:lnTo>
                    <a:pt x="244044" y="214515"/>
                  </a:lnTo>
                  <a:lnTo>
                    <a:pt x="245419" y="212594"/>
                  </a:lnTo>
                  <a:lnTo>
                    <a:pt x="246760" y="210649"/>
                  </a:lnTo>
                  <a:lnTo>
                    <a:pt x="248067" y="208681"/>
                  </a:lnTo>
                  <a:lnTo>
                    <a:pt x="249340" y="206691"/>
                  </a:lnTo>
                  <a:lnTo>
                    <a:pt x="250577" y="204678"/>
                  </a:lnTo>
                  <a:lnTo>
                    <a:pt x="251779" y="202645"/>
                  </a:lnTo>
                  <a:lnTo>
                    <a:pt x="252946" y="200590"/>
                  </a:lnTo>
                  <a:lnTo>
                    <a:pt x="254076" y="198516"/>
                  </a:lnTo>
                  <a:lnTo>
                    <a:pt x="255169" y="196421"/>
                  </a:lnTo>
                  <a:lnTo>
                    <a:pt x="256226" y="194309"/>
                  </a:lnTo>
                  <a:lnTo>
                    <a:pt x="257246" y="192178"/>
                  </a:lnTo>
                  <a:lnTo>
                    <a:pt x="258228" y="190029"/>
                  </a:lnTo>
                  <a:lnTo>
                    <a:pt x="259173" y="187864"/>
                  </a:lnTo>
                  <a:lnTo>
                    <a:pt x="260079" y="185682"/>
                  </a:lnTo>
                  <a:lnTo>
                    <a:pt x="260947" y="183485"/>
                  </a:lnTo>
                  <a:lnTo>
                    <a:pt x="261777" y="181273"/>
                  </a:lnTo>
                  <a:lnTo>
                    <a:pt x="262568" y="179047"/>
                  </a:lnTo>
                  <a:lnTo>
                    <a:pt x="263319" y="176807"/>
                  </a:lnTo>
                  <a:lnTo>
                    <a:pt x="264031" y="174554"/>
                  </a:lnTo>
                  <a:lnTo>
                    <a:pt x="264704" y="172290"/>
                  </a:lnTo>
                  <a:lnTo>
                    <a:pt x="265337" y="170014"/>
                  </a:lnTo>
                  <a:lnTo>
                    <a:pt x="265930" y="167727"/>
                  </a:lnTo>
                  <a:lnTo>
                    <a:pt x="266483" y="165430"/>
                  </a:lnTo>
                  <a:lnTo>
                    <a:pt x="266996" y="163124"/>
                  </a:lnTo>
                  <a:lnTo>
                    <a:pt x="267468" y="160809"/>
                  </a:lnTo>
                  <a:lnTo>
                    <a:pt x="267900" y="158487"/>
                  </a:lnTo>
                  <a:lnTo>
                    <a:pt x="268291" y="156157"/>
                  </a:lnTo>
                  <a:lnTo>
                    <a:pt x="268641" y="153820"/>
                  </a:lnTo>
                  <a:lnTo>
                    <a:pt x="268951" y="151478"/>
                  </a:lnTo>
                  <a:lnTo>
                    <a:pt x="269219" y="149131"/>
                  </a:lnTo>
                  <a:lnTo>
                    <a:pt x="269446" y="146779"/>
                  </a:lnTo>
                  <a:lnTo>
                    <a:pt x="269632" y="144424"/>
                  </a:lnTo>
                  <a:lnTo>
                    <a:pt x="269776" y="142066"/>
                  </a:lnTo>
                  <a:lnTo>
                    <a:pt x="269880" y="139706"/>
                  </a:lnTo>
                  <a:lnTo>
                    <a:pt x="269942" y="137345"/>
                  </a:lnTo>
                  <a:lnTo>
                    <a:pt x="269962" y="134982"/>
                  </a:lnTo>
                </a:path>
              </a:pathLst>
            </a:custGeom>
            <a:ln w="13550" cap="flat">
              <a:solidFill>
                <a:srgbClr val="7FC5D8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813" name="pl813"/>
            <p:cNvSpPr/>
            <p:nvPr/>
          </p:nvSpPr>
          <p:spPr>
            <a:xfrm>
              <a:off x="1324976" y="6168416"/>
              <a:ext cx="490841" cy="490846"/>
            </a:xfrm>
            <a:custGeom>
              <a:avLst/>
              <a:pathLst>
                <a:path w="490841" h="490846">
                  <a:moveTo>
                    <a:pt x="490841" y="245423"/>
                  </a:moveTo>
                  <a:lnTo>
                    <a:pt x="490803" y="241127"/>
                  </a:lnTo>
                  <a:lnTo>
                    <a:pt x="490691" y="236833"/>
                  </a:lnTo>
                  <a:lnTo>
                    <a:pt x="490503" y="232542"/>
                  </a:lnTo>
                  <a:lnTo>
                    <a:pt x="490240" y="228255"/>
                  </a:lnTo>
                  <a:lnTo>
                    <a:pt x="489902" y="223973"/>
                  </a:lnTo>
                  <a:lnTo>
                    <a:pt x="489489" y="219697"/>
                  </a:lnTo>
                  <a:lnTo>
                    <a:pt x="489001" y="215430"/>
                  </a:lnTo>
                  <a:lnTo>
                    <a:pt x="488439" y="211171"/>
                  </a:lnTo>
                  <a:lnTo>
                    <a:pt x="487803" y="206924"/>
                  </a:lnTo>
                  <a:lnTo>
                    <a:pt x="487092" y="202687"/>
                  </a:lnTo>
                  <a:lnTo>
                    <a:pt x="486307" y="198464"/>
                  </a:lnTo>
                  <a:lnTo>
                    <a:pt x="485448" y="194256"/>
                  </a:lnTo>
                  <a:lnTo>
                    <a:pt x="484516" y="190063"/>
                  </a:lnTo>
                  <a:lnTo>
                    <a:pt x="483510" y="185887"/>
                  </a:lnTo>
                  <a:lnTo>
                    <a:pt x="482432" y="181729"/>
                  </a:lnTo>
                  <a:lnTo>
                    <a:pt x="481281" y="177591"/>
                  </a:lnTo>
                  <a:lnTo>
                    <a:pt x="480058" y="173473"/>
                  </a:lnTo>
                  <a:lnTo>
                    <a:pt x="478762" y="169378"/>
                  </a:lnTo>
                  <a:lnTo>
                    <a:pt x="477396" y="165306"/>
                  </a:lnTo>
                  <a:lnTo>
                    <a:pt x="475958" y="161258"/>
                  </a:lnTo>
                  <a:lnTo>
                    <a:pt x="474450" y="157236"/>
                  </a:lnTo>
                  <a:lnTo>
                    <a:pt x="472872" y="153241"/>
                  </a:lnTo>
                  <a:lnTo>
                    <a:pt x="471223" y="149275"/>
                  </a:lnTo>
                  <a:lnTo>
                    <a:pt x="469506" y="145338"/>
                  </a:lnTo>
                  <a:lnTo>
                    <a:pt x="467720" y="141431"/>
                  </a:lnTo>
                  <a:lnTo>
                    <a:pt x="465866" y="137556"/>
                  </a:lnTo>
                  <a:lnTo>
                    <a:pt x="463945" y="133715"/>
                  </a:lnTo>
                  <a:lnTo>
                    <a:pt x="461956" y="129907"/>
                  </a:lnTo>
                  <a:lnTo>
                    <a:pt x="459901" y="126135"/>
                  </a:lnTo>
                  <a:lnTo>
                    <a:pt x="457781" y="122400"/>
                  </a:lnTo>
                  <a:lnTo>
                    <a:pt x="455595" y="118702"/>
                  </a:lnTo>
                  <a:lnTo>
                    <a:pt x="453345" y="115043"/>
                  </a:lnTo>
                  <a:lnTo>
                    <a:pt x="451032" y="111424"/>
                  </a:lnTo>
                  <a:lnTo>
                    <a:pt x="448655" y="107846"/>
                  </a:lnTo>
                  <a:lnTo>
                    <a:pt x="446216" y="104310"/>
                  </a:lnTo>
                  <a:lnTo>
                    <a:pt x="443716" y="100818"/>
                  </a:lnTo>
                  <a:lnTo>
                    <a:pt x="441155" y="97370"/>
                  </a:lnTo>
                  <a:lnTo>
                    <a:pt x="438534" y="93967"/>
                  </a:lnTo>
                  <a:lnTo>
                    <a:pt x="435854" y="90610"/>
                  </a:lnTo>
                  <a:lnTo>
                    <a:pt x="433115" y="87301"/>
                  </a:lnTo>
                  <a:lnTo>
                    <a:pt x="430319" y="84040"/>
                  </a:lnTo>
                  <a:lnTo>
                    <a:pt x="427466" y="80829"/>
                  </a:lnTo>
                  <a:lnTo>
                    <a:pt x="424558" y="77668"/>
                  </a:lnTo>
                  <a:lnTo>
                    <a:pt x="421595" y="74558"/>
                  </a:lnTo>
                  <a:lnTo>
                    <a:pt x="418577" y="71501"/>
                  </a:lnTo>
                  <a:lnTo>
                    <a:pt x="415507" y="68497"/>
                  </a:lnTo>
                  <a:lnTo>
                    <a:pt x="412385" y="65548"/>
                  </a:lnTo>
                  <a:lnTo>
                    <a:pt x="409211" y="62653"/>
                  </a:lnTo>
                  <a:lnTo>
                    <a:pt x="405987" y="59815"/>
                  </a:lnTo>
                  <a:lnTo>
                    <a:pt x="402714" y="57033"/>
                  </a:lnTo>
                  <a:lnTo>
                    <a:pt x="399393" y="54309"/>
                  </a:lnTo>
                  <a:lnTo>
                    <a:pt x="396025" y="51643"/>
                  </a:lnTo>
                  <a:lnTo>
                    <a:pt x="392611" y="49037"/>
                  </a:lnTo>
                  <a:lnTo>
                    <a:pt x="389151" y="46491"/>
                  </a:lnTo>
                  <a:lnTo>
                    <a:pt x="385648" y="44006"/>
                  </a:lnTo>
                  <a:lnTo>
                    <a:pt x="382101" y="41583"/>
                  </a:lnTo>
                  <a:lnTo>
                    <a:pt x="378513" y="39222"/>
                  </a:lnTo>
                  <a:lnTo>
                    <a:pt x="374884" y="36924"/>
                  </a:lnTo>
                  <a:lnTo>
                    <a:pt x="371215" y="34690"/>
                  </a:lnTo>
                  <a:lnTo>
                    <a:pt x="367508" y="32521"/>
                  </a:lnTo>
                  <a:lnTo>
                    <a:pt x="363763" y="30417"/>
                  </a:lnTo>
                  <a:lnTo>
                    <a:pt x="359982" y="28378"/>
                  </a:lnTo>
                  <a:lnTo>
                    <a:pt x="356166" y="26407"/>
                  </a:lnTo>
                  <a:lnTo>
                    <a:pt x="352316" y="24502"/>
                  </a:lnTo>
                  <a:lnTo>
                    <a:pt x="348433" y="22665"/>
                  </a:lnTo>
                  <a:lnTo>
                    <a:pt x="344519" y="20896"/>
                  </a:lnTo>
                  <a:lnTo>
                    <a:pt x="340574" y="19196"/>
                  </a:lnTo>
                  <a:lnTo>
                    <a:pt x="336601" y="17565"/>
                  </a:lnTo>
                  <a:lnTo>
                    <a:pt x="332599" y="16004"/>
                  </a:lnTo>
                  <a:lnTo>
                    <a:pt x="328571" y="14514"/>
                  </a:lnTo>
                  <a:lnTo>
                    <a:pt x="324517" y="13094"/>
                  </a:lnTo>
                  <a:lnTo>
                    <a:pt x="320439" y="11745"/>
                  </a:lnTo>
                  <a:lnTo>
                    <a:pt x="316338" y="10468"/>
                  </a:lnTo>
                  <a:lnTo>
                    <a:pt x="312215" y="9263"/>
                  </a:lnTo>
                  <a:lnTo>
                    <a:pt x="308071" y="8130"/>
                  </a:lnTo>
                  <a:lnTo>
                    <a:pt x="303909" y="7070"/>
                  </a:lnTo>
                  <a:lnTo>
                    <a:pt x="299729" y="6082"/>
                  </a:lnTo>
                  <a:lnTo>
                    <a:pt x="295532" y="5169"/>
                  </a:lnTo>
                  <a:lnTo>
                    <a:pt x="291319" y="4328"/>
                  </a:lnTo>
                  <a:lnTo>
                    <a:pt x="287093" y="3562"/>
                  </a:lnTo>
                  <a:lnTo>
                    <a:pt x="282854" y="2869"/>
                  </a:lnTo>
                  <a:lnTo>
                    <a:pt x="278603" y="2251"/>
                  </a:lnTo>
                  <a:lnTo>
                    <a:pt x="274342" y="1708"/>
                  </a:lnTo>
                  <a:lnTo>
                    <a:pt x="270072" y="1239"/>
                  </a:lnTo>
                  <a:lnTo>
                    <a:pt x="265795" y="845"/>
                  </a:lnTo>
                  <a:lnTo>
                    <a:pt x="261512" y="526"/>
                  </a:lnTo>
                  <a:lnTo>
                    <a:pt x="257223" y="281"/>
                  </a:lnTo>
                  <a:lnTo>
                    <a:pt x="252931" y="112"/>
                  </a:lnTo>
                  <a:lnTo>
                    <a:pt x="248637" y="18"/>
                  </a:lnTo>
                  <a:lnTo>
                    <a:pt x="244342" y="0"/>
                  </a:lnTo>
                  <a:lnTo>
                    <a:pt x="240047" y="56"/>
                  </a:lnTo>
                  <a:lnTo>
                    <a:pt x="235753" y="187"/>
                  </a:lnTo>
                  <a:lnTo>
                    <a:pt x="231463" y="394"/>
                  </a:lnTo>
                  <a:lnTo>
                    <a:pt x="227177" y="676"/>
                  </a:lnTo>
                  <a:lnTo>
                    <a:pt x="222896" y="1032"/>
                  </a:lnTo>
                  <a:lnTo>
                    <a:pt x="218623" y="1464"/>
                  </a:lnTo>
                  <a:lnTo>
                    <a:pt x="214357" y="1970"/>
                  </a:lnTo>
                  <a:lnTo>
                    <a:pt x="210101" y="2551"/>
                  </a:lnTo>
                  <a:lnTo>
                    <a:pt x="205856" y="3206"/>
                  </a:lnTo>
                  <a:lnTo>
                    <a:pt x="201623" y="3936"/>
                  </a:lnTo>
                  <a:lnTo>
                    <a:pt x="197404" y="4739"/>
                  </a:lnTo>
                  <a:lnTo>
                    <a:pt x="193199" y="5616"/>
                  </a:lnTo>
                  <a:lnTo>
                    <a:pt x="189010" y="6567"/>
                  </a:lnTo>
                  <a:lnTo>
                    <a:pt x="184838" y="7591"/>
                  </a:lnTo>
                  <a:lnTo>
                    <a:pt x="180685" y="8687"/>
                  </a:lnTo>
                  <a:lnTo>
                    <a:pt x="176552" y="9856"/>
                  </a:lnTo>
                  <a:lnTo>
                    <a:pt x="172440" y="11098"/>
                  </a:lnTo>
                  <a:lnTo>
                    <a:pt x="168350" y="12411"/>
                  </a:lnTo>
                  <a:lnTo>
                    <a:pt x="164284" y="13795"/>
                  </a:lnTo>
                  <a:lnTo>
                    <a:pt x="160243" y="15250"/>
                  </a:lnTo>
                  <a:lnTo>
                    <a:pt x="156228" y="16776"/>
                  </a:lnTo>
                  <a:lnTo>
                    <a:pt x="152240" y="18372"/>
                  </a:lnTo>
                  <a:lnTo>
                    <a:pt x="148281" y="20038"/>
                  </a:lnTo>
                  <a:lnTo>
                    <a:pt x="144351" y="21772"/>
                  </a:lnTo>
                  <a:lnTo>
                    <a:pt x="140452" y="23575"/>
                  </a:lnTo>
                  <a:lnTo>
                    <a:pt x="136586" y="25446"/>
                  </a:lnTo>
                  <a:lnTo>
                    <a:pt x="132753" y="27384"/>
                  </a:lnTo>
                  <a:lnTo>
                    <a:pt x="128954" y="29389"/>
                  </a:lnTo>
                  <a:lnTo>
                    <a:pt x="125191" y="31461"/>
                  </a:lnTo>
                  <a:lnTo>
                    <a:pt x="121465" y="33597"/>
                  </a:lnTo>
                  <a:lnTo>
                    <a:pt x="117777" y="35799"/>
                  </a:lnTo>
                  <a:lnTo>
                    <a:pt x="114128" y="38065"/>
                  </a:lnTo>
                  <a:lnTo>
                    <a:pt x="110519" y="40394"/>
                  </a:lnTo>
                  <a:lnTo>
                    <a:pt x="106951" y="42787"/>
                  </a:lnTo>
                  <a:lnTo>
                    <a:pt x="103426" y="45241"/>
                  </a:lnTo>
                  <a:lnTo>
                    <a:pt x="99945" y="47757"/>
                  </a:lnTo>
                  <a:lnTo>
                    <a:pt x="96507" y="50333"/>
                  </a:lnTo>
                  <a:lnTo>
                    <a:pt x="93116" y="52969"/>
                  </a:lnTo>
                  <a:lnTo>
                    <a:pt x="89771" y="55664"/>
                  </a:lnTo>
                  <a:lnTo>
                    <a:pt x="86474" y="58417"/>
                  </a:lnTo>
                  <a:lnTo>
                    <a:pt x="83226" y="61227"/>
                  </a:lnTo>
                  <a:lnTo>
                    <a:pt x="80027" y="64094"/>
                  </a:lnTo>
                  <a:lnTo>
                    <a:pt x="76879" y="67016"/>
                  </a:lnTo>
                  <a:lnTo>
                    <a:pt x="73782" y="69993"/>
                  </a:lnTo>
                  <a:lnTo>
                    <a:pt x="70738" y="73023"/>
                  </a:lnTo>
                  <a:lnTo>
                    <a:pt x="67748" y="76107"/>
                  </a:lnTo>
                  <a:lnTo>
                    <a:pt x="64812" y="79242"/>
                  </a:lnTo>
                  <a:lnTo>
                    <a:pt x="61931" y="82428"/>
                  </a:lnTo>
                  <a:lnTo>
                    <a:pt x="59107" y="85664"/>
                  </a:lnTo>
                  <a:lnTo>
                    <a:pt x="56339" y="88949"/>
                  </a:lnTo>
                  <a:lnTo>
                    <a:pt x="53630" y="92282"/>
                  </a:lnTo>
                  <a:lnTo>
                    <a:pt x="50979" y="95662"/>
                  </a:lnTo>
                  <a:lnTo>
                    <a:pt x="48388" y="99088"/>
                  </a:lnTo>
                  <a:lnTo>
                    <a:pt x="45857" y="102559"/>
                  </a:lnTo>
                  <a:lnTo>
                    <a:pt x="43387" y="106073"/>
                  </a:lnTo>
                  <a:lnTo>
                    <a:pt x="40980" y="109630"/>
                  </a:lnTo>
                  <a:lnTo>
                    <a:pt x="38634" y="113229"/>
                  </a:lnTo>
                  <a:lnTo>
                    <a:pt x="36353" y="116868"/>
                  </a:lnTo>
                  <a:lnTo>
                    <a:pt x="34135" y="120546"/>
                  </a:lnTo>
                  <a:lnTo>
                    <a:pt x="31982" y="124263"/>
                  </a:lnTo>
                  <a:lnTo>
                    <a:pt x="29894" y="128017"/>
                  </a:lnTo>
                  <a:lnTo>
                    <a:pt x="27872" y="131807"/>
                  </a:lnTo>
                  <a:lnTo>
                    <a:pt x="25917" y="135631"/>
                  </a:lnTo>
                  <a:lnTo>
                    <a:pt x="24029" y="139490"/>
                  </a:lnTo>
                  <a:lnTo>
                    <a:pt x="22209" y="143380"/>
                  </a:lnTo>
                  <a:lnTo>
                    <a:pt x="20458" y="147302"/>
                  </a:lnTo>
                  <a:lnTo>
                    <a:pt x="18775" y="151254"/>
                  </a:lnTo>
                  <a:lnTo>
                    <a:pt x="17162" y="155235"/>
                  </a:lnTo>
                  <a:lnTo>
                    <a:pt x="15618" y="159244"/>
                  </a:lnTo>
                  <a:lnTo>
                    <a:pt x="14145" y="163279"/>
                  </a:lnTo>
                  <a:lnTo>
                    <a:pt x="12743" y="167339"/>
                  </a:lnTo>
                  <a:lnTo>
                    <a:pt x="11412" y="171423"/>
                  </a:lnTo>
                  <a:lnTo>
                    <a:pt x="10153" y="175529"/>
                  </a:lnTo>
                  <a:lnTo>
                    <a:pt x="8966" y="179657"/>
                  </a:lnTo>
                  <a:lnTo>
                    <a:pt x="7851" y="183805"/>
                  </a:lnTo>
                  <a:lnTo>
                    <a:pt x="6809" y="187973"/>
                  </a:lnTo>
                  <a:lnTo>
                    <a:pt x="5840" y="192157"/>
                  </a:lnTo>
                  <a:lnTo>
                    <a:pt x="4944" y="196358"/>
                  </a:lnTo>
                  <a:lnTo>
                    <a:pt x="4123" y="200574"/>
                  </a:lnTo>
                  <a:lnTo>
                    <a:pt x="3375" y="204804"/>
                  </a:lnTo>
                  <a:lnTo>
                    <a:pt x="2701" y="209046"/>
                  </a:lnTo>
                  <a:lnTo>
                    <a:pt x="2101" y="213299"/>
                  </a:lnTo>
                  <a:lnTo>
                    <a:pt x="1577" y="217563"/>
                  </a:lnTo>
                  <a:lnTo>
                    <a:pt x="1126" y="221834"/>
                  </a:lnTo>
                  <a:lnTo>
                    <a:pt x="751" y="226113"/>
                  </a:lnTo>
                  <a:lnTo>
                    <a:pt x="450" y="230398"/>
                  </a:lnTo>
                  <a:lnTo>
                    <a:pt x="225" y="234687"/>
                  </a:lnTo>
                  <a:lnTo>
                    <a:pt x="75" y="238980"/>
                  </a:lnTo>
                  <a:lnTo>
                    <a:pt x="0" y="243275"/>
                  </a:lnTo>
                  <a:lnTo>
                    <a:pt x="0" y="247570"/>
                  </a:lnTo>
                  <a:lnTo>
                    <a:pt x="75" y="251865"/>
                  </a:lnTo>
                  <a:lnTo>
                    <a:pt x="225" y="256158"/>
                  </a:lnTo>
                  <a:lnTo>
                    <a:pt x="450" y="260447"/>
                  </a:lnTo>
                  <a:lnTo>
                    <a:pt x="751" y="264732"/>
                  </a:lnTo>
                  <a:lnTo>
                    <a:pt x="1126" y="269011"/>
                  </a:lnTo>
                  <a:lnTo>
                    <a:pt x="1577" y="273283"/>
                  </a:lnTo>
                  <a:lnTo>
                    <a:pt x="2101" y="277546"/>
                  </a:lnTo>
                  <a:lnTo>
                    <a:pt x="2701" y="281799"/>
                  </a:lnTo>
                  <a:lnTo>
                    <a:pt x="3375" y="286041"/>
                  </a:lnTo>
                  <a:lnTo>
                    <a:pt x="4123" y="290271"/>
                  </a:lnTo>
                  <a:lnTo>
                    <a:pt x="4944" y="294487"/>
                  </a:lnTo>
                  <a:lnTo>
                    <a:pt x="5840" y="298688"/>
                  </a:lnTo>
                  <a:lnTo>
                    <a:pt x="6809" y="302873"/>
                  </a:lnTo>
                  <a:lnTo>
                    <a:pt x="7851" y="307040"/>
                  </a:lnTo>
                  <a:lnTo>
                    <a:pt x="8966" y="311188"/>
                  </a:lnTo>
                  <a:lnTo>
                    <a:pt x="10153" y="315316"/>
                  </a:lnTo>
                  <a:lnTo>
                    <a:pt x="11412" y="319423"/>
                  </a:lnTo>
                  <a:lnTo>
                    <a:pt x="12743" y="323506"/>
                  </a:lnTo>
                  <a:lnTo>
                    <a:pt x="14145" y="327567"/>
                  </a:lnTo>
                  <a:lnTo>
                    <a:pt x="15618" y="331601"/>
                  </a:lnTo>
                  <a:lnTo>
                    <a:pt x="17162" y="335610"/>
                  </a:lnTo>
                  <a:lnTo>
                    <a:pt x="18775" y="339591"/>
                  </a:lnTo>
                  <a:lnTo>
                    <a:pt x="20458" y="343543"/>
                  </a:lnTo>
                  <a:lnTo>
                    <a:pt x="22209" y="347465"/>
                  </a:lnTo>
                  <a:lnTo>
                    <a:pt x="24029" y="351355"/>
                  </a:lnTo>
                  <a:lnTo>
                    <a:pt x="25917" y="355214"/>
                  </a:lnTo>
                  <a:lnTo>
                    <a:pt x="27872" y="359038"/>
                  </a:lnTo>
                  <a:lnTo>
                    <a:pt x="29894" y="362828"/>
                  </a:lnTo>
                  <a:lnTo>
                    <a:pt x="31982" y="366582"/>
                  </a:lnTo>
                  <a:lnTo>
                    <a:pt x="34135" y="370299"/>
                  </a:lnTo>
                  <a:lnTo>
                    <a:pt x="36353" y="373977"/>
                  </a:lnTo>
                  <a:lnTo>
                    <a:pt x="38634" y="377616"/>
                  </a:lnTo>
                  <a:lnTo>
                    <a:pt x="40980" y="381215"/>
                  </a:lnTo>
                  <a:lnTo>
                    <a:pt x="43387" y="384772"/>
                  </a:lnTo>
                  <a:lnTo>
                    <a:pt x="45857" y="388286"/>
                  </a:lnTo>
                  <a:lnTo>
                    <a:pt x="48388" y="391757"/>
                  </a:lnTo>
                  <a:lnTo>
                    <a:pt x="50979" y="395183"/>
                  </a:lnTo>
                  <a:lnTo>
                    <a:pt x="53630" y="398563"/>
                  </a:lnTo>
                  <a:lnTo>
                    <a:pt x="56339" y="401896"/>
                  </a:lnTo>
                  <a:lnTo>
                    <a:pt x="59107" y="405181"/>
                  </a:lnTo>
                  <a:lnTo>
                    <a:pt x="61931" y="408417"/>
                  </a:lnTo>
                  <a:lnTo>
                    <a:pt x="64812" y="411603"/>
                  </a:lnTo>
                  <a:lnTo>
                    <a:pt x="67748" y="414738"/>
                  </a:lnTo>
                  <a:lnTo>
                    <a:pt x="70738" y="417822"/>
                  </a:lnTo>
                  <a:lnTo>
                    <a:pt x="73782" y="420852"/>
                  </a:lnTo>
                  <a:lnTo>
                    <a:pt x="76879" y="423829"/>
                  </a:lnTo>
                  <a:lnTo>
                    <a:pt x="80027" y="426752"/>
                  </a:lnTo>
                  <a:lnTo>
                    <a:pt x="83226" y="429618"/>
                  </a:lnTo>
                  <a:lnTo>
                    <a:pt x="86474" y="432429"/>
                  </a:lnTo>
                  <a:lnTo>
                    <a:pt x="89771" y="435182"/>
                  </a:lnTo>
                  <a:lnTo>
                    <a:pt x="93116" y="437876"/>
                  </a:lnTo>
                  <a:lnTo>
                    <a:pt x="96507" y="440512"/>
                  </a:lnTo>
                  <a:lnTo>
                    <a:pt x="99945" y="443088"/>
                  </a:lnTo>
                  <a:lnTo>
                    <a:pt x="103426" y="445604"/>
                  </a:lnTo>
                  <a:lnTo>
                    <a:pt x="106951" y="448058"/>
                  </a:lnTo>
                  <a:lnTo>
                    <a:pt x="110519" y="450451"/>
                  </a:lnTo>
                  <a:lnTo>
                    <a:pt x="114128" y="452780"/>
                  </a:lnTo>
                  <a:lnTo>
                    <a:pt x="117777" y="455046"/>
                  </a:lnTo>
                  <a:lnTo>
                    <a:pt x="121465" y="457248"/>
                  </a:lnTo>
                  <a:lnTo>
                    <a:pt x="125191" y="459385"/>
                  </a:lnTo>
                  <a:lnTo>
                    <a:pt x="128954" y="461456"/>
                  </a:lnTo>
                  <a:lnTo>
                    <a:pt x="132753" y="463461"/>
                  </a:lnTo>
                  <a:lnTo>
                    <a:pt x="136586" y="465399"/>
                  </a:lnTo>
                  <a:lnTo>
                    <a:pt x="140452" y="467270"/>
                  </a:lnTo>
                  <a:lnTo>
                    <a:pt x="144351" y="469073"/>
                  </a:lnTo>
                  <a:lnTo>
                    <a:pt x="148281" y="470808"/>
                  </a:lnTo>
                  <a:lnTo>
                    <a:pt x="152240" y="472473"/>
                  </a:lnTo>
                  <a:lnTo>
                    <a:pt x="156228" y="474069"/>
                  </a:lnTo>
                  <a:lnTo>
                    <a:pt x="160243" y="475595"/>
                  </a:lnTo>
                  <a:lnTo>
                    <a:pt x="164284" y="477050"/>
                  </a:lnTo>
                  <a:lnTo>
                    <a:pt x="168350" y="478435"/>
                  </a:lnTo>
                  <a:lnTo>
                    <a:pt x="172440" y="479748"/>
                  </a:lnTo>
                  <a:lnTo>
                    <a:pt x="176552" y="480989"/>
                  </a:lnTo>
                  <a:lnTo>
                    <a:pt x="180685" y="482158"/>
                  </a:lnTo>
                  <a:lnTo>
                    <a:pt x="184838" y="483255"/>
                  </a:lnTo>
                  <a:lnTo>
                    <a:pt x="189010" y="484278"/>
                  </a:lnTo>
                  <a:lnTo>
                    <a:pt x="193199" y="485229"/>
                  </a:lnTo>
                  <a:lnTo>
                    <a:pt x="197404" y="486106"/>
                  </a:lnTo>
                  <a:lnTo>
                    <a:pt x="201623" y="486909"/>
                  </a:lnTo>
                  <a:lnTo>
                    <a:pt x="205856" y="487639"/>
                  </a:lnTo>
                  <a:lnTo>
                    <a:pt x="210101" y="488294"/>
                  </a:lnTo>
                  <a:lnTo>
                    <a:pt x="214357" y="488875"/>
                  </a:lnTo>
                  <a:lnTo>
                    <a:pt x="218623" y="489381"/>
                  </a:lnTo>
                  <a:lnTo>
                    <a:pt x="222896" y="489813"/>
                  </a:lnTo>
                  <a:lnTo>
                    <a:pt x="227177" y="490169"/>
                  </a:lnTo>
                  <a:lnTo>
                    <a:pt x="231463" y="490451"/>
                  </a:lnTo>
                  <a:lnTo>
                    <a:pt x="235753" y="490658"/>
                  </a:lnTo>
                  <a:lnTo>
                    <a:pt x="240047" y="490789"/>
                  </a:lnTo>
                  <a:lnTo>
                    <a:pt x="244342" y="490846"/>
                  </a:lnTo>
                  <a:lnTo>
                    <a:pt x="248637" y="490827"/>
                  </a:lnTo>
                  <a:lnTo>
                    <a:pt x="252931" y="490733"/>
                  </a:lnTo>
                  <a:lnTo>
                    <a:pt x="257223" y="490564"/>
                  </a:lnTo>
                  <a:lnTo>
                    <a:pt x="261512" y="490320"/>
                  </a:lnTo>
                  <a:lnTo>
                    <a:pt x="265795" y="490000"/>
                  </a:lnTo>
                  <a:lnTo>
                    <a:pt x="270072" y="489606"/>
                  </a:lnTo>
                  <a:lnTo>
                    <a:pt x="274342" y="489137"/>
                  </a:lnTo>
                  <a:lnTo>
                    <a:pt x="278603" y="488594"/>
                  </a:lnTo>
                  <a:lnTo>
                    <a:pt x="282854" y="487976"/>
                  </a:lnTo>
                  <a:lnTo>
                    <a:pt x="287093" y="487283"/>
                  </a:lnTo>
                  <a:lnTo>
                    <a:pt x="291319" y="486517"/>
                  </a:lnTo>
                  <a:lnTo>
                    <a:pt x="295532" y="485677"/>
                  </a:lnTo>
                  <a:lnTo>
                    <a:pt x="299729" y="484763"/>
                  </a:lnTo>
                  <a:lnTo>
                    <a:pt x="303909" y="483776"/>
                  </a:lnTo>
                  <a:lnTo>
                    <a:pt x="308071" y="482715"/>
                  </a:lnTo>
                  <a:lnTo>
                    <a:pt x="312215" y="481582"/>
                  </a:lnTo>
                  <a:lnTo>
                    <a:pt x="316338" y="480377"/>
                  </a:lnTo>
                  <a:lnTo>
                    <a:pt x="320439" y="479100"/>
                  </a:lnTo>
                  <a:lnTo>
                    <a:pt x="324517" y="477751"/>
                  </a:lnTo>
                  <a:lnTo>
                    <a:pt x="328571" y="476331"/>
                  </a:lnTo>
                  <a:lnTo>
                    <a:pt x="332599" y="474841"/>
                  </a:lnTo>
                  <a:lnTo>
                    <a:pt x="336601" y="473280"/>
                  </a:lnTo>
                  <a:lnTo>
                    <a:pt x="340574" y="471649"/>
                  </a:lnTo>
                  <a:lnTo>
                    <a:pt x="344519" y="469949"/>
                  </a:lnTo>
                  <a:lnTo>
                    <a:pt x="348433" y="468180"/>
                  </a:lnTo>
                  <a:lnTo>
                    <a:pt x="352316" y="466343"/>
                  </a:lnTo>
                  <a:lnTo>
                    <a:pt x="356166" y="464438"/>
                  </a:lnTo>
                  <a:lnTo>
                    <a:pt x="359982" y="462467"/>
                  </a:lnTo>
                  <a:lnTo>
                    <a:pt x="363763" y="460428"/>
                  </a:lnTo>
                  <a:lnTo>
                    <a:pt x="367508" y="458324"/>
                  </a:lnTo>
                  <a:lnTo>
                    <a:pt x="371215" y="456155"/>
                  </a:lnTo>
                  <a:lnTo>
                    <a:pt x="374884" y="453921"/>
                  </a:lnTo>
                  <a:lnTo>
                    <a:pt x="378513" y="451623"/>
                  </a:lnTo>
                  <a:lnTo>
                    <a:pt x="382101" y="449262"/>
                  </a:lnTo>
                  <a:lnTo>
                    <a:pt x="385648" y="446839"/>
                  </a:lnTo>
                  <a:lnTo>
                    <a:pt x="389151" y="444354"/>
                  </a:lnTo>
                  <a:lnTo>
                    <a:pt x="392611" y="441808"/>
                  </a:lnTo>
                  <a:lnTo>
                    <a:pt x="396025" y="439202"/>
                  </a:lnTo>
                  <a:lnTo>
                    <a:pt x="399393" y="436536"/>
                  </a:lnTo>
                  <a:lnTo>
                    <a:pt x="402714" y="433812"/>
                  </a:lnTo>
                  <a:lnTo>
                    <a:pt x="405987" y="431031"/>
                  </a:lnTo>
                  <a:lnTo>
                    <a:pt x="409211" y="428192"/>
                  </a:lnTo>
                  <a:lnTo>
                    <a:pt x="412385" y="425297"/>
                  </a:lnTo>
                  <a:lnTo>
                    <a:pt x="415507" y="422348"/>
                  </a:lnTo>
                  <a:lnTo>
                    <a:pt x="418577" y="419344"/>
                  </a:lnTo>
                  <a:lnTo>
                    <a:pt x="421595" y="416287"/>
                  </a:lnTo>
                  <a:lnTo>
                    <a:pt x="424558" y="413177"/>
                  </a:lnTo>
                  <a:lnTo>
                    <a:pt x="427466" y="410016"/>
                  </a:lnTo>
                  <a:lnTo>
                    <a:pt x="430319" y="406805"/>
                  </a:lnTo>
                  <a:lnTo>
                    <a:pt x="433115" y="403544"/>
                  </a:lnTo>
                  <a:lnTo>
                    <a:pt x="435854" y="400235"/>
                  </a:lnTo>
                  <a:lnTo>
                    <a:pt x="438534" y="396879"/>
                  </a:lnTo>
                  <a:lnTo>
                    <a:pt x="441155" y="393476"/>
                  </a:lnTo>
                  <a:lnTo>
                    <a:pt x="443716" y="390027"/>
                  </a:lnTo>
                  <a:lnTo>
                    <a:pt x="446216" y="386535"/>
                  </a:lnTo>
                  <a:lnTo>
                    <a:pt x="448655" y="382999"/>
                  </a:lnTo>
                  <a:lnTo>
                    <a:pt x="451032" y="379421"/>
                  </a:lnTo>
                  <a:lnTo>
                    <a:pt x="453345" y="375802"/>
                  </a:lnTo>
                  <a:lnTo>
                    <a:pt x="455595" y="372143"/>
                  </a:lnTo>
                  <a:lnTo>
                    <a:pt x="457781" y="368445"/>
                  </a:lnTo>
                  <a:lnTo>
                    <a:pt x="459901" y="364710"/>
                  </a:lnTo>
                  <a:lnTo>
                    <a:pt x="461956" y="360938"/>
                  </a:lnTo>
                  <a:lnTo>
                    <a:pt x="463945" y="357130"/>
                  </a:lnTo>
                  <a:lnTo>
                    <a:pt x="465866" y="353289"/>
                  </a:lnTo>
                  <a:lnTo>
                    <a:pt x="467720" y="349414"/>
                  </a:lnTo>
                  <a:lnTo>
                    <a:pt x="469506" y="345508"/>
                  </a:lnTo>
                  <a:lnTo>
                    <a:pt x="471223" y="341570"/>
                  </a:lnTo>
                  <a:lnTo>
                    <a:pt x="472872" y="337604"/>
                  </a:lnTo>
                  <a:lnTo>
                    <a:pt x="474450" y="333609"/>
                  </a:lnTo>
                  <a:lnTo>
                    <a:pt x="475958" y="329587"/>
                  </a:lnTo>
                  <a:lnTo>
                    <a:pt x="477396" y="325540"/>
                  </a:lnTo>
                  <a:lnTo>
                    <a:pt x="478762" y="321467"/>
                  </a:lnTo>
                  <a:lnTo>
                    <a:pt x="480058" y="317372"/>
                  </a:lnTo>
                  <a:lnTo>
                    <a:pt x="481281" y="313254"/>
                  </a:lnTo>
                  <a:lnTo>
                    <a:pt x="482432" y="309116"/>
                  </a:lnTo>
                  <a:lnTo>
                    <a:pt x="483510" y="304958"/>
                  </a:lnTo>
                  <a:lnTo>
                    <a:pt x="484516" y="300782"/>
                  </a:lnTo>
                  <a:lnTo>
                    <a:pt x="485448" y="296589"/>
                  </a:lnTo>
                  <a:lnTo>
                    <a:pt x="486307" y="292381"/>
                  </a:lnTo>
                  <a:lnTo>
                    <a:pt x="487092" y="288158"/>
                  </a:lnTo>
                  <a:lnTo>
                    <a:pt x="487803" y="283922"/>
                  </a:lnTo>
                  <a:lnTo>
                    <a:pt x="488439" y="279674"/>
                  </a:lnTo>
                  <a:lnTo>
                    <a:pt x="489001" y="275415"/>
                  </a:lnTo>
                  <a:lnTo>
                    <a:pt x="489489" y="271148"/>
                  </a:lnTo>
                  <a:lnTo>
                    <a:pt x="489902" y="266872"/>
                  </a:lnTo>
                  <a:lnTo>
                    <a:pt x="490240" y="262590"/>
                  </a:lnTo>
                  <a:lnTo>
                    <a:pt x="490503" y="258303"/>
                  </a:lnTo>
                  <a:lnTo>
                    <a:pt x="490691" y="254012"/>
                  </a:lnTo>
                  <a:lnTo>
                    <a:pt x="490803" y="249718"/>
                  </a:lnTo>
                  <a:lnTo>
                    <a:pt x="490841" y="245423"/>
                  </a:lnTo>
                </a:path>
              </a:pathLst>
            </a:custGeom>
            <a:ln w="13550" cap="flat">
              <a:solidFill>
                <a:srgbClr val="7FC5D8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814" name="tx814"/>
            <p:cNvSpPr/>
            <p:nvPr/>
          </p:nvSpPr>
          <p:spPr>
            <a:xfrm>
              <a:off x="1437850" y="6090392"/>
              <a:ext cx="265084" cy="800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815" name="tx815"/>
            <p:cNvSpPr/>
            <p:nvPr/>
          </p:nvSpPr>
          <p:spPr>
            <a:xfrm>
              <a:off x="1428746" y="6652806"/>
              <a:ext cx="283292" cy="82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816" name="tx816"/>
            <p:cNvSpPr/>
            <p:nvPr/>
          </p:nvSpPr>
          <p:spPr>
            <a:xfrm>
              <a:off x="1769965" y="6172952"/>
              <a:ext cx="469984" cy="801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1852631" y="6372790"/>
              <a:ext cx="216915" cy="79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1769965" y="6570140"/>
              <a:ext cx="488193" cy="82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819" name="pg819"/>
            <p:cNvSpPr/>
            <p:nvPr/>
          </p:nvSpPr>
          <p:spPr>
            <a:xfrm>
              <a:off x="1324976" y="6168416"/>
              <a:ext cx="490841" cy="490846"/>
            </a:xfrm>
            <a:custGeom>
              <a:avLst/>
              <a:pathLst>
                <a:path w="490841" h="490846">
                  <a:moveTo>
                    <a:pt x="490841" y="245423"/>
                  </a:moveTo>
                  <a:lnTo>
                    <a:pt x="490803" y="241127"/>
                  </a:lnTo>
                  <a:lnTo>
                    <a:pt x="490691" y="236833"/>
                  </a:lnTo>
                  <a:lnTo>
                    <a:pt x="490503" y="232542"/>
                  </a:lnTo>
                  <a:lnTo>
                    <a:pt x="490240" y="228255"/>
                  </a:lnTo>
                  <a:lnTo>
                    <a:pt x="489902" y="223973"/>
                  </a:lnTo>
                  <a:lnTo>
                    <a:pt x="489489" y="219697"/>
                  </a:lnTo>
                  <a:lnTo>
                    <a:pt x="489001" y="215430"/>
                  </a:lnTo>
                  <a:lnTo>
                    <a:pt x="488439" y="211171"/>
                  </a:lnTo>
                  <a:lnTo>
                    <a:pt x="487803" y="206924"/>
                  </a:lnTo>
                  <a:lnTo>
                    <a:pt x="487092" y="202687"/>
                  </a:lnTo>
                  <a:lnTo>
                    <a:pt x="486307" y="198464"/>
                  </a:lnTo>
                  <a:lnTo>
                    <a:pt x="485448" y="194256"/>
                  </a:lnTo>
                  <a:lnTo>
                    <a:pt x="484516" y="190063"/>
                  </a:lnTo>
                  <a:lnTo>
                    <a:pt x="483510" y="185887"/>
                  </a:lnTo>
                  <a:lnTo>
                    <a:pt x="482432" y="181729"/>
                  </a:lnTo>
                  <a:lnTo>
                    <a:pt x="481281" y="177591"/>
                  </a:lnTo>
                  <a:lnTo>
                    <a:pt x="480058" y="173473"/>
                  </a:lnTo>
                  <a:lnTo>
                    <a:pt x="478762" y="169378"/>
                  </a:lnTo>
                  <a:lnTo>
                    <a:pt x="477396" y="165306"/>
                  </a:lnTo>
                  <a:lnTo>
                    <a:pt x="475958" y="161258"/>
                  </a:lnTo>
                  <a:lnTo>
                    <a:pt x="474450" y="157236"/>
                  </a:lnTo>
                  <a:lnTo>
                    <a:pt x="472872" y="153241"/>
                  </a:lnTo>
                  <a:lnTo>
                    <a:pt x="471223" y="149275"/>
                  </a:lnTo>
                  <a:lnTo>
                    <a:pt x="469506" y="145338"/>
                  </a:lnTo>
                  <a:lnTo>
                    <a:pt x="467720" y="141431"/>
                  </a:lnTo>
                  <a:lnTo>
                    <a:pt x="465866" y="137556"/>
                  </a:lnTo>
                  <a:lnTo>
                    <a:pt x="463945" y="133715"/>
                  </a:lnTo>
                  <a:lnTo>
                    <a:pt x="461956" y="129907"/>
                  </a:lnTo>
                  <a:lnTo>
                    <a:pt x="459901" y="126135"/>
                  </a:lnTo>
                  <a:lnTo>
                    <a:pt x="457781" y="122400"/>
                  </a:lnTo>
                  <a:lnTo>
                    <a:pt x="455595" y="118702"/>
                  </a:lnTo>
                  <a:lnTo>
                    <a:pt x="453345" y="115043"/>
                  </a:lnTo>
                  <a:lnTo>
                    <a:pt x="451032" y="111424"/>
                  </a:lnTo>
                  <a:lnTo>
                    <a:pt x="448655" y="107846"/>
                  </a:lnTo>
                  <a:lnTo>
                    <a:pt x="446216" y="104310"/>
                  </a:lnTo>
                  <a:lnTo>
                    <a:pt x="443716" y="100818"/>
                  </a:lnTo>
                  <a:lnTo>
                    <a:pt x="441155" y="97370"/>
                  </a:lnTo>
                  <a:lnTo>
                    <a:pt x="438534" y="93967"/>
                  </a:lnTo>
                  <a:lnTo>
                    <a:pt x="435854" y="90610"/>
                  </a:lnTo>
                  <a:lnTo>
                    <a:pt x="433115" y="87301"/>
                  </a:lnTo>
                  <a:lnTo>
                    <a:pt x="430319" y="84040"/>
                  </a:lnTo>
                  <a:lnTo>
                    <a:pt x="427466" y="80829"/>
                  </a:lnTo>
                  <a:lnTo>
                    <a:pt x="424558" y="77668"/>
                  </a:lnTo>
                  <a:lnTo>
                    <a:pt x="421595" y="74558"/>
                  </a:lnTo>
                  <a:lnTo>
                    <a:pt x="418577" y="71501"/>
                  </a:lnTo>
                  <a:lnTo>
                    <a:pt x="415507" y="68497"/>
                  </a:lnTo>
                  <a:lnTo>
                    <a:pt x="412385" y="65548"/>
                  </a:lnTo>
                  <a:lnTo>
                    <a:pt x="409211" y="62653"/>
                  </a:lnTo>
                  <a:lnTo>
                    <a:pt x="405987" y="59815"/>
                  </a:lnTo>
                  <a:lnTo>
                    <a:pt x="402714" y="57033"/>
                  </a:lnTo>
                  <a:lnTo>
                    <a:pt x="399393" y="54309"/>
                  </a:lnTo>
                  <a:lnTo>
                    <a:pt x="396025" y="51643"/>
                  </a:lnTo>
                  <a:lnTo>
                    <a:pt x="392611" y="49037"/>
                  </a:lnTo>
                  <a:lnTo>
                    <a:pt x="389151" y="46491"/>
                  </a:lnTo>
                  <a:lnTo>
                    <a:pt x="385648" y="44006"/>
                  </a:lnTo>
                  <a:lnTo>
                    <a:pt x="382101" y="41583"/>
                  </a:lnTo>
                  <a:lnTo>
                    <a:pt x="378513" y="39222"/>
                  </a:lnTo>
                  <a:lnTo>
                    <a:pt x="374884" y="36924"/>
                  </a:lnTo>
                  <a:lnTo>
                    <a:pt x="371215" y="34690"/>
                  </a:lnTo>
                  <a:lnTo>
                    <a:pt x="367508" y="32521"/>
                  </a:lnTo>
                  <a:lnTo>
                    <a:pt x="363763" y="30417"/>
                  </a:lnTo>
                  <a:lnTo>
                    <a:pt x="359982" y="28378"/>
                  </a:lnTo>
                  <a:lnTo>
                    <a:pt x="356166" y="26407"/>
                  </a:lnTo>
                  <a:lnTo>
                    <a:pt x="352316" y="24502"/>
                  </a:lnTo>
                  <a:lnTo>
                    <a:pt x="348433" y="22665"/>
                  </a:lnTo>
                  <a:lnTo>
                    <a:pt x="344519" y="20896"/>
                  </a:lnTo>
                  <a:lnTo>
                    <a:pt x="340574" y="19196"/>
                  </a:lnTo>
                  <a:lnTo>
                    <a:pt x="336601" y="17565"/>
                  </a:lnTo>
                  <a:lnTo>
                    <a:pt x="332599" y="16004"/>
                  </a:lnTo>
                  <a:lnTo>
                    <a:pt x="328571" y="14514"/>
                  </a:lnTo>
                  <a:lnTo>
                    <a:pt x="324517" y="13094"/>
                  </a:lnTo>
                  <a:lnTo>
                    <a:pt x="320439" y="11745"/>
                  </a:lnTo>
                  <a:lnTo>
                    <a:pt x="316338" y="10468"/>
                  </a:lnTo>
                  <a:lnTo>
                    <a:pt x="312215" y="9263"/>
                  </a:lnTo>
                  <a:lnTo>
                    <a:pt x="308071" y="8130"/>
                  </a:lnTo>
                  <a:lnTo>
                    <a:pt x="303909" y="7070"/>
                  </a:lnTo>
                  <a:lnTo>
                    <a:pt x="299729" y="6082"/>
                  </a:lnTo>
                  <a:lnTo>
                    <a:pt x="295532" y="5169"/>
                  </a:lnTo>
                  <a:lnTo>
                    <a:pt x="291319" y="4328"/>
                  </a:lnTo>
                  <a:lnTo>
                    <a:pt x="287093" y="3562"/>
                  </a:lnTo>
                  <a:lnTo>
                    <a:pt x="282854" y="2869"/>
                  </a:lnTo>
                  <a:lnTo>
                    <a:pt x="278603" y="2251"/>
                  </a:lnTo>
                  <a:lnTo>
                    <a:pt x="274342" y="1708"/>
                  </a:lnTo>
                  <a:lnTo>
                    <a:pt x="270072" y="1239"/>
                  </a:lnTo>
                  <a:lnTo>
                    <a:pt x="265795" y="845"/>
                  </a:lnTo>
                  <a:lnTo>
                    <a:pt x="261512" y="526"/>
                  </a:lnTo>
                  <a:lnTo>
                    <a:pt x="257223" y="281"/>
                  </a:lnTo>
                  <a:lnTo>
                    <a:pt x="252931" y="112"/>
                  </a:lnTo>
                  <a:lnTo>
                    <a:pt x="248637" y="18"/>
                  </a:lnTo>
                  <a:lnTo>
                    <a:pt x="244342" y="0"/>
                  </a:lnTo>
                  <a:lnTo>
                    <a:pt x="240047" y="56"/>
                  </a:lnTo>
                  <a:lnTo>
                    <a:pt x="235753" y="187"/>
                  </a:lnTo>
                  <a:lnTo>
                    <a:pt x="231463" y="394"/>
                  </a:lnTo>
                  <a:lnTo>
                    <a:pt x="227177" y="676"/>
                  </a:lnTo>
                  <a:lnTo>
                    <a:pt x="222896" y="1032"/>
                  </a:lnTo>
                  <a:lnTo>
                    <a:pt x="218623" y="1464"/>
                  </a:lnTo>
                  <a:lnTo>
                    <a:pt x="214357" y="1970"/>
                  </a:lnTo>
                  <a:lnTo>
                    <a:pt x="210101" y="2551"/>
                  </a:lnTo>
                  <a:lnTo>
                    <a:pt x="205856" y="3206"/>
                  </a:lnTo>
                  <a:lnTo>
                    <a:pt x="201623" y="3936"/>
                  </a:lnTo>
                  <a:lnTo>
                    <a:pt x="197404" y="4739"/>
                  </a:lnTo>
                  <a:lnTo>
                    <a:pt x="193199" y="5616"/>
                  </a:lnTo>
                  <a:lnTo>
                    <a:pt x="189010" y="6567"/>
                  </a:lnTo>
                  <a:lnTo>
                    <a:pt x="184838" y="7591"/>
                  </a:lnTo>
                  <a:lnTo>
                    <a:pt x="180685" y="8687"/>
                  </a:lnTo>
                  <a:lnTo>
                    <a:pt x="176552" y="9856"/>
                  </a:lnTo>
                  <a:lnTo>
                    <a:pt x="172440" y="11098"/>
                  </a:lnTo>
                  <a:lnTo>
                    <a:pt x="168350" y="12411"/>
                  </a:lnTo>
                  <a:lnTo>
                    <a:pt x="164284" y="13795"/>
                  </a:lnTo>
                  <a:lnTo>
                    <a:pt x="160243" y="15250"/>
                  </a:lnTo>
                  <a:lnTo>
                    <a:pt x="156228" y="16776"/>
                  </a:lnTo>
                  <a:lnTo>
                    <a:pt x="152240" y="18372"/>
                  </a:lnTo>
                  <a:lnTo>
                    <a:pt x="148281" y="20038"/>
                  </a:lnTo>
                  <a:lnTo>
                    <a:pt x="144351" y="21772"/>
                  </a:lnTo>
                  <a:lnTo>
                    <a:pt x="140452" y="23575"/>
                  </a:lnTo>
                  <a:lnTo>
                    <a:pt x="136586" y="25446"/>
                  </a:lnTo>
                  <a:lnTo>
                    <a:pt x="132753" y="27384"/>
                  </a:lnTo>
                  <a:lnTo>
                    <a:pt x="128954" y="29389"/>
                  </a:lnTo>
                  <a:lnTo>
                    <a:pt x="125191" y="31461"/>
                  </a:lnTo>
                  <a:lnTo>
                    <a:pt x="121465" y="33597"/>
                  </a:lnTo>
                  <a:lnTo>
                    <a:pt x="117777" y="35799"/>
                  </a:lnTo>
                  <a:lnTo>
                    <a:pt x="114128" y="38065"/>
                  </a:lnTo>
                  <a:lnTo>
                    <a:pt x="110519" y="40394"/>
                  </a:lnTo>
                  <a:lnTo>
                    <a:pt x="106951" y="42787"/>
                  </a:lnTo>
                  <a:lnTo>
                    <a:pt x="103426" y="45241"/>
                  </a:lnTo>
                  <a:lnTo>
                    <a:pt x="99945" y="47757"/>
                  </a:lnTo>
                  <a:lnTo>
                    <a:pt x="96507" y="50333"/>
                  </a:lnTo>
                  <a:lnTo>
                    <a:pt x="93116" y="52969"/>
                  </a:lnTo>
                  <a:lnTo>
                    <a:pt x="89771" y="55664"/>
                  </a:lnTo>
                  <a:lnTo>
                    <a:pt x="86474" y="58417"/>
                  </a:lnTo>
                  <a:lnTo>
                    <a:pt x="83226" y="61227"/>
                  </a:lnTo>
                  <a:lnTo>
                    <a:pt x="80027" y="64094"/>
                  </a:lnTo>
                  <a:lnTo>
                    <a:pt x="76879" y="67016"/>
                  </a:lnTo>
                  <a:lnTo>
                    <a:pt x="73782" y="69993"/>
                  </a:lnTo>
                  <a:lnTo>
                    <a:pt x="70738" y="73023"/>
                  </a:lnTo>
                  <a:lnTo>
                    <a:pt x="67748" y="76107"/>
                  </a:lnTo>
                  <a:lnTo>
                    <a:pt x="64812" y="79242"/>
                  </a:lnTo>
                  <a:lnTo>
                    <a:pt x="61931" y="82428"/>
                  </a:lnTo>
                  <a:lnTo>
                    <a:pt x="59107" y="85664"/>
                  </a:lnTo>
                  <a:lnTo>
                    <a:pt x="56339" y="88949"/>
                  </a:lnTo>
                  <a:lnTo>
                    <a:pt x="53630" y="92282"/>
                  </a:lnTo>
                  <a:lnTo>
                    <a:pt x="50979" y="95662"/>
                  </a:lnTo>
                  <a:lnTo>
                    <a:pt x="48388" y="99088"/>
                  </a:lnTo>
                  <a:lnTo>
                    <a:pt x="45857" y="102559"/>
                  </a:lnTo>
                  <a:lnTo>
                    <a:pt x="43387" y="106073"/>
                  </a:lnTo>
                  <a:lnTo>
                    <a:pt x="40980" y="109630"/>
                  </a:lnTo>
                  <a:lnTo>
                    <a:pt x="38634" y="113229"/>
                  </a:lnTo>
                  <a:lnTo>
                    <a:pt x="36353" y="116868"/>
                  </a:lnTo>
                  <a:lnTo>
                    <a:pt x="34135" y="120546"/>
                  </a:lnTo>
                  <a:lnTo>
                    <a:pt x="31982" y="124263"/>
                  </a:lnTo>
                  <a:lnTo>
                    <a:pt x="29894" y="128017"/>
                  </a:lnTo>
                  <a:lnTo>
                    <a:pt x="27872" y="131807"/>
                  </a:lnTo>
                  <a:lnTo>
                    <a:pt x="25917" y="135631"/>
                  </a:lnTo>
                  <a:lnTo>
                    <a:pt x="24029" y="139490"/>
                  </a:lnTo>
                  <a:lnTo>
                    <a:pt x="22209" y="143380"/>
                  </a:lnTo>
                  <a:lnTo>
                    <a:pt x="20458" y="147302"/>
                  </a:lnTo>
                  <a:lnTo>
                    <a:pt x="18775" y="151254"/>
                  </a:lnTo>
                  <a:lnTo>
                    <a:pt x="17162" y="155235"/>
                  </a:lnTo>
                  <a:lnTo>
                    <a:pt x="15618" y="159244"/>
                  </a:lnTo>
                  <a:lnTo>
                    <a:pt x="14145" y="163279"/>
                  </a:lnTo>
                  <a:lnTo>
                    <a:pt x="12743" y="167339"/>
                  </a:lnTo>
                  <a:lnTo>
                    <a:pt x="11412" y="171423"/>
                  </a:lnTo>
                  <a:lnTo>
                    <a:pt x="10153" y="175529"/>
                  </a:lnTo>
                  <a:lnTo>
                    <a:pt x="8966" y="179657"/>
                  </a:lnTo>
                  <a:lnTo>
                    <a:pt x="7851" y="183805"/>
                  </a:lnTo>
                  <a:lnTo>
                    <a:pt x="6809" y="187973"/>
                  </a:lnTo>
                  <a:lnTo>
                    <a:pt x="5840" y="192157"/>
                  </a:lnTo>
                  <a:lnTo>
                    <a:pt x="4944" y="196358"/>
                  </a:lnTo>
                  <a:lnTo>
                    <a:pt x="4123" y="200574"/>
                  </a:lnTo>
                  <a:lnTo>
                    <a:pt x="3375" y="204804"/>
                  </a:lnTo>
                  <a:lnTo>
                    <a:pt x="2701" y="209046"/>
                  </a:lnTo>
                  <a:lnTo>
                    <a:pt x="2101" y="213299"/>
                  </a:lnTo>
                  <a:lnTo>
                    <a:pt x="1577" y="217563"/>
                  </a:lnTo>
                  <a:lnTo>
                    <a:pt x="1126" y="221834"/>
                  </a:lnTo>
                  <a:lnTo>
                    <a:pt x="751" y="226113"/>
                  </a:lnTo>
                  <a:lnTo>
                    <a:pt x="450" y="230398"/>
                  </a:lnTo>
                  <a:lnTo>
                    <a:pt x="225" y="234687"/>
                  </a:lnTo>
                  <a:lnTo>
                    <a:pt x="75" y="238980"/>
                  </a:lnTo>
                  <a:lnTo>
                    <a:pt x="0" y="243275"/>
                  </a:lnTo>
                  <a:lnTo>
                    <a:pt x="0" y="247570"/>
                  </a:lnTo>
                  <a:lnTo>
                    <a:pt x="75" y="251865"/>
                  </a:lnTo>
                  <a:lnTo>
                    <a:pt x="225" y="256158"/>
                  </a:lnTo>
                  <a:lnTo>
                    <a:pt x="450" y="260447"/>
                  </a:lnTo>
                  <a:lnTo>
                    <a:pt x="751" y="264732"/>
                  </a:lnTo>
                  <a:lnTo>
                    <a:pt x="1126" y="269011"/>
                  </a:lnTo>
                  <a:lnTo>
                    <a:pt x="1577" y="273283"/>
                  </a:lnTo>
                  <a:lnTo>
                    <a:pt x="2101" y="277546"/>
                  </a:lnTo>
                  <a:lnTo>
                    <a:pt x="2701" y="281799"/>
                  </a:lnTo>
                  <a:lnTo>
                    <a:pt x="3375" y="286041"/>
                  </a:lnTo>
                  <a:lnTo>
                    <a:pt x="4123" y="290271"/>
                  </a:lnTo>
                  <a:lnTo>
                    <a:pt x="4944" y="294487"/>
                  </a:lnTo>
                  <a:lnTo>
                    <a:pt x="5840" y="298688"/>
                  </a:lnTo>
                  <a:lnTo>
                    <a:pt x="6809" y="302873"/>
                  </a:lnTo>
                  <a:lnTo>
                    <a:pt x="7851" y="307040"/>
                  </a:lnTo>
                  <a:lnTo>
                    <a:pt x="8966" y="311188"/>
                  </a:lnTo>
                  <a:lnTo>
                    <a:pt x="10153" y="315316"/>
                  </a:lnTo>
                  <a:lnTo>
                    <a:pt x="11412" y="319423"/>
                  </a:lnTo>
                  <a:lnTo>
                    <a:pt x="12743" y="323506"/>
                  </a:lnTo>
                  <a:lnTo>
                    <a:pt x="14145" y="327567"/>
                  </a:lnTo>
                  <a:lnTo>
                    <a:pt x="15618" y="331601"/>
                  </a:lnTo>
                  <a:lnTo>
                    <a:pt x="17162" y="335610"/>
                  </a:lnTo>
                  <a:lnTo>
                    <a:pt x="18775" y="339591"/>
                  </a:lnTo>
                  <a:lnTo>
                    <a:pt x="20458" y="343543"/>
                  </a:lnTo>
                  <a:lnTo>
                    <a:pt x="22209" y="347465"/>
                  </a:lnTo>
                  <a:lnTo>
                    <a:pt x="24029" y="351355"/>
                  </a:lnTo>
                  <a:lnTo>
                    <a:pt x="25917" y="355214"/>
                  </a:lnTo>
                  <a:lnTo>
                    <a:pt x="27872" y="359038"/>
                  </a:lnTo>
                  <a:lnTo>
                    <a:pt x="29894" y="362828"/>
                  </a:lnTo>
                  <a:lnTo>
                    <a:pt x="31982" y="366582"/>
                  </a:lnTo>
                  <a:lnTo>
                    <a:pt x="34135" y="370299"/>
                  </a:lnTo>
                  <a:lnTo>
                    <a:pt x="36353" y="373977"/>
                  </a:lnTo>
                  <a:lnTo>
                    <a:pt x="38634" y="377616"/>
                  </a:lnTo>
                  <a:lnTo>
                    <a:pt x="40980" y="381215"/>
                  </a:lnTo>
                  <a:lnTo>
                    <a:pt x="43387" y="384772"/>
                  </a:lnTo>
                  <a:lnTo>
                    <a:pt x="45857" y="388286"/>
                  </a:lnTo>
                  <a:lnTo>
                    <a:pt x="48388" y="391757"/>
                  </a:lnTo>
                  <a:lnTo>
                    <a:pt x="50979" y="395183"/>
                  </a:lnTo>
                  <a:lnTo>
                    <a:pt x="53630" y="398563"/>
                  </a:lnTo>
                  <a:lnTo>
                    <a:pt x="56339" y="401896"/>
                  </a:lnTo>
                  <a:lnTo>
                    <a:pt x="59107" y="405181"/>
                  </a:lnTo>
                  <a:lnTo>
                    <a:pt x="61931" y="408417"/>
                  </a:lnTo>
                  <a:lnTo>
                    <a:pt x="64812" y="411603"/>
                  </a:lnTo>
                  <a:lnTo>
                    <a:pt x="67748" y="414738"/>
                  </a:lnTo>
                  <a:lnTo>
                    <a:pt x="70738" y="417822"/>
                  </a:lnTo>
                  <a:lnTo>
                    <a:pt x="73782" y="420852"/>
                  </a:lnTo>
                  <a:lnTo>
                    <a:pt x="76879" y="423829"/>
                  </a:lnTo>
                  <a:lnTo>
                    <a:pt x="80027" y="426752"/>
                  </a:lnTo>
                  <a:lnTo>
                    <a:pt x="83226" y="429618"/>
                  </a:lnTo>
                  <a:lnTo>
                    <a:pt x="86474" y="432429"/>
                  </a:lnTo>
                  <a:lnTo>
                    <a:pt x="89771" y="435182"/>
                  </a:lnTo>
                  <a:lnTo>
                    <a:pt x="93116" y="437876"/>
                  </a:lnTo>
                  <a:lnTo>
                    <a:pt x="96507" y="440512"/>
                  </a:lnTo>
                  <a:lnTo>
                    <a:pt x="99945" y="443088"/>
                  </a:lnTo>
                  <a:lnTo>
                    <a:pt x="103426" y="445604"/>
                  </a:lnTo>
                  <a:lnTo>
                    <a:pt x="106951" y="448058"/>
                  </a:lnTo>
                  <a:lnTo>
                    <a:pt x="110519" y="450451"/>
                  </a:lnTo>
                  <a:lnTo>
                    <a:pt x="114128" y="452780"/>
                  </a:lnTo>
                  <a:lnTo>
                    <a:pt x="117777" y="455046"/>
                  </a:lnTo>
                  <a:lnTo>
                    <a:pt x="121465" y="457248"/>
                  </a:lnTo>
                  <a:lnTo>
                    <a:pt x="125191" y="459385"/>
                  </a:lnTo>
                  <a:lnTo>
                    <a:pt x="128954" y="461456"/>
                  </a:lnTo>
                  <a:lnTo>
                    <a:pt x="132753" y="463461"/>
                  </a:lnTo>
                  <a:lnTo>
                    <a:pt x="136586" y="465399"/>
                  </a:lnTo>
                  <a:lnTo>
                    <a:pt x="140452" y="467270"/>
                  </a:lnTo>
                  <a:lnTo>
                    <a:pt x="144351" y="469073"/>
                  </a:lnTo>
                  <a:lnTo>
                    <a:pt x="148281" y="470808"/>
                  </a:lnTo>
                  <a:lnTo>
                    <a:pt x="152240" y="472473"/>
                  </a:lnTo>
                  <a:lnTo>
                    <a:pt x="156228" y="474069"/>
                  </a:lnTo>
                  <a:lnTo>
                    <a:pt x="160243" y="475595"/>
                  </a:lnTo>
                  <a:lnTo>
                    <a:pt x="164284" y="477050"/>
                  </a:lnTo>
                  <a:lnTo>
                    <a:pt x="168350" y="478435"/>
                  </a:lnTo>
                  <a:lnTo>
                    <a:pt x="172440" y="479748"/>
                  </a:lnTo>
                  <a:lnTo>
                    <a:pt x="176552" y="480989"/>
                  </a:lnTo>
                  <a:lnTo>
                    <a:pt x="180685" y="482158"/>
                  </a:lnTo>
                  <a:lnTo>
                    <a:pt x="184838" y="483255"/>
                  </a:lnTo>
                  <a:lnTo>
                    <a:pt x="189010" y="484278"/>
                  </a:lnTo>
                  <a:lnTo>
                    <a:pt x="193199" y="485229"/>
                  </a:lnTo>
                  <a:lnTo>
                    <a:pt x="197404" y="486106"/>
                  </a:lnTo>
                  <a:lnTo>
                    <a:pt x="201623" y="486909"/>
                  </a:lnTo>
                  <a:lnTo>
                    <a:pt x="205856" y="487639"/>
                  </a:lnTo>
                  <a:lnTo>
                    <a:pt x="210101" y="488294"/>
                  </a:lnTo>
                  <a:lnTo>
                    <a:pt x="214357" y="488875"/>
                  </a:lnTo>
                  <a:lnTo>
                    <a:pt x="218623" y="489381"/>
                  </a:lnTo>
                  <a:lnTo>
                    <a:pt x="222896" y="489813"/>
                  </a:lnTo>
                  <a:lnTo>
                    <a:pt x="227177" y="490169"/>
                  </a:lnTo>
                  <a:lnTo>
                    <a:pt x="231463" y="490451"/>
                  </a:lnTo>
                  <a:lnTo>
                    <a:pt x="235753" y="490658"/>
                  </a:lnTo>
                  <a:lnTo>
                    <a:pt x="240047" y="490789"/>
                  </a:lnTo>
                  <a:lnTo>
                    <a:pt x="244342" y="490846"/>
                  </a:lnTo>
                  <a:lnTo>
                    <a:pt x="248637" y="490827"/>
                  </a:lnTo>
                  <a:lnTo>
                    <a:pt x="252931" y="490733"/>
                  </a:lnTo>
                  <a:lnTo>
                    <a:pt x="257223" y="490564"/>
                  </a:lnTo>
                  <a:lnTo>
                    <a:pt x="261512" y="490320"/>
                  </a:lnTo>
                  <a:lnTo>
                    <a:pt x="265795" y="490000"/>
                  </a:lnTo>
                  <a:lnTo>
                    <a:pt x="270072" y="489606"/>
                  </a:lnTo>
                  <a:lnTo>
                    <a:pt x="274342" y="489137"/>
                  </a:lnTo>
                  <a:lnTo>
                    <a:pt x="278603" y="488594"/>
                  </a:lnTo>
                  <a:lnTo>
                    <a:pt x="282854" y="487976"/>
                  </a:lnTo>
                  <a:lnTo>
                    <a:pt x="287093" y="487283"/>
                  </a:lnTo>
                  <a:lnTo>
                    <a:pt x="291319" y="486517"/>
                  </a:lnTo>
                  <a:lnTo>
                    <a:pt x="295532" y="485677"/>
                  </a:lnTo>
                  <a:lnTo>
                    <a:pt x="299729" y="484763"/>
                  </a:lnTo>
                  <a:lnTo>
                    <a:pt x="303909" y="483776"/>
                  </a:lnTo>
                  <a:lnTo>
                    <a:pt x="308071" y="482715"/>
                  </a:lnTo>
                  <a:lnTo>
                    <a:pt x="312215" y="481582"/>
                  </a:lnTo>
                  <a:lnTo>
                    <a:pt x="316338" y="480377"/>
                  </a:lnTo>
                  <a:lnTo>
                    <a:pt x="320439" y="479100"/>
                  </a:lnTo>
                  <a:lnTo>
                    <a:pt x="324517" y="477751"/>
                  </a:lnTo>
                  <a:lnTo>
                    <a:pt x="328571" y="476331"/>
                  </a:lnTo>
                  <a:lnTo>
                    <a:pt x="332599" y="474841"/>
                  </a:lnTo>
                  <a:lnTo>
                    <a:pt x="336601" y="473280"/>
                  </a:lnTo>
                  <a:lnTo>
                    <a:pt x="340574" y="471649"/>
                  </a:lnTo>
                  <a:lnTo>
                    <a:pt x="344519" y="469949"/>
                  </a:lnTo>
                  <a:lnTo>
                    <a:pt x="348433" y="468180"/>
                  </a:lnTo>
                  <a:lnTo>
                    <a:pt x="352316" y="466343"/>
                  </a:lnTo>
                  <a:lnTo>
                    <a:pt x="356166" y="464438"/>
                  </a:lnTo>
                  <a:lnTo>
                    <a:pt x="359982" y="462467"/>
                  </a:lnTo>
                  <a:lnTo>
                    <a:pt x="363763" y="460428"/>
                  </a:lnTo>
                  <a:lnTo>
                    <a:pt x="367508" y="458324"/>
                  </a:lnTo>
                  <a:lnTo>
                    <a:pt x="371215" y="456155"/>
                  </a:lnTo>
                  <a:lnTo>
                    <a:pt x="374884" y="453921"/>
                  </a:lnTo>
                  <a:lnTo>
                    <a:pt x="378513" y="451623"/>
                  </a:lnTo>
                  <a:lnTo>
                    <a:pt x="382101" y="449262"/>
                  </a:lnTo>
                  <a:lnTo>
                    <a:pt x="385648" y="446839"/>
                  </a:lnTo>
                  <a:lnTo>
                    <a:pt x="389151" y="444354"/>
                  </a:lnTo>
                  <a:lnTo>
                    <a:pt x="392611" y="441808"/>
                  </a:lnTo>
                  <a:lnTo>
                    <a:pt x="396025" y="439202"/>
                  </a:lnTo>
                  <a:lnTo>
                    <a:pt x="399393" y="436536"/>
                  </a:lnTo>
                  <a:lnTo>
                    <a:pt x="402714" y="433812"/>
                  </a:lnTo>
                  <a:lnTo>
                    <a:pt x="405987" y="431031"/>
                  </a:lnTo>
                  <a:lnTo>
                    <a:pt x="409211" y="428192"/>
                  </a:lnTo>
                  <a:lnTo>
                    <a:pt x="412385" y="425297"/>
                  </a:lnTo>
                  <a:lnTo>
                    <a:pt x="415507" y="422348"/>
                  </a:lnTo>
                  <a:lnTo>
                    <a:pt x="418577" y="419344"/>
                  </a:lnTo>
                  <a:lnTo>
                    <a:pt x="421595" y="416287"/>
                  </a:lnTo>
                  <a:lnTo>
                    <a:pt x="424558" y="413177"/>
                  </a:lnTo>
                  <a:lnTo>
                    <a:pt x="427466" y="410016"/>
                  </a:lnTo>
                  <a:lnTo>
                    <a:pt x="430319" y="406805"/>
                  </a:lnTo>
                  <a:lnTo>
                    <a:pt x="433115" y="403544"/>
                  </a:lnTo>
                  <a:lnTo>
                    <a:pt x="435854" y="400235"/>
                  </a:lnTo>
                  <a:lnTo>
                    <a:pt x="438534" y="396879"/>
                  </a:lnTo>
                  <a:lnTo>
                    <a:pt x="441155" y="393476"/>
                  </a:lnTo>
                  <a:lnTo>
                    <a:pt x="443716" y="390027"/>
                  </a:lnTo>
                  <a:lnTo>
                    <a:pt x="446216" y="386535"/>
                  </a:lnTo>
                  <a:lnTo>
                    <a:pt x="448655" y="382999"/>
                  </a:lnTo>
                  <a:lnTo>
                    <a:pt x="451032" y="379421"/>
                  </a:lnTo>
                  <a:lnTo>
                    <a:pt x="453345" y="375802"/>
                  </a:lnTo>
                  <a:lnTo>
                    <a:pt x="455595" y="372143"/>
                  </a:lnTo>
                  <a:lnTo>
                    <a:pt x="457781" y="368445"/>
                  </a:lnTo>
                  <a:lnTo>
                    <a:pt x="459901" y="364710"/>
                  </a:lnTo>
                  <a:lnTo>
                    <a:pt x="461956" y="360938"/>
                  </a:lnTo>
                  <a:lnTo>
                    <a:pt x="463945" y="357130"/>
                  </a:lnTo>
                  <a:lnTo>
                    <a:pt x="465866" y="353289"/>
                  </a:lnTo>
                  <a:lnTo>
                    <a:pt x="467720" y="349414"/>
                  </a:lnTo>
                  <a:lnTo>
                    <a:pt x="469506" y="345508"/>
                  </a:lnTo>
                  <a:lnTo>
                    <a:pt x="471223" y="341570"/>
                  </a:lnTo>
                  <a:lnTo>
                    <a:pt x="472872" y="337604"/>
                  </a:lnTo>
                  <a:lnTo>
                    <a:pt x="474450" y="333609"/>
                  </a:lnTo>
                  <a:lnTo>
                    <a:pt x="475958" y="329587"/>
                  </a:lnTo>
                  <a:lnTo>
                    <a:pt x="477396" y="325540"/>
                  </a:lnTo>
                  <a:lnTo>
                    <a:pt x="478762" y="321467"/>
                  </a:lnTo>
                  <a:lnTo>
                    <a:pt x="480058" y="317372"/>
                  </a:lnTo>
                  <a:lnTo>
                    <a:pt x="481281" y="313254"/>
                  </a:lnTo>
                  <a:lnTo>
                    <a:pt x="482432" y="309116"/>
                  </a:lnTo>
                  <a:lnTo>
                    <a:pt x="483510" y="304958"/>
                  </a:lnTo>
                  <a:lnTo>
                    <a:pt x="484516" y="300782"/>
                  </a:lnTo>
                  <a:lnTo>
                    <a:pt x="485448" y="296589"/>
                  </a:lnTo>
                  <a:lnTo>
                    <a:pt x="486307" y="292381"/>
                  </a:lnTo>
                  <a:lnTo>
                    <a:pt x="487092" y="288158"/>
                  </a:lnTo>
                  <a:lnTo>
                    <a:pt x="487803" y="283922"/>
                  </a:lnTo>
                  <a:lnTo>
                    <a:pt x="488439" y="279674"/>
                  </a:lnTo>
                  <a:lnTo>
                    <a:pt x="489001" y="275415"/>
                  </a:lnTo>
                  <a:lnTo>
                    <a:pt x="489489" y="271148"/>
                  </a:lnTo>
                  <a:lnTo>
                    <a:pt x="489902" y="266872"/>
                  </a:lnTo>
                  <a:lnTo>
                    <a:pt x="490240" y="262590"/>
                  </a:lnTo>
                  <a:lnTo>
                    <a:pt x="490503" y="258303"/>
                  </a:lnTo>
                  <a:lnTo>
                    <a:pt x="490691" y="254012"/>
                  </a:lnTo>
                  <a:lnTo>
                    <a:pt x="490803" y="249718"/>
                  </a:lnTo>
                  <a:close/>
                </a:path>
              </a:pathLst>
            </a:custGeom>
            <a:solidFill>
              <a:srgbClr val="F5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820" name="pl820"/>
            <p:cNvSpPr/>
            <p:nvPr/>
          </p:nvSpPr>
          <p:spPr>
            <a:xfrm>
              <a:off x="1570392" y="6168413"/>
              <a:ext cx="0" cy="220882"/>
            </a:xfrm>
            <a:custGeom>
              <a:avLst/>
              <a:pathLst>
                <a:path w="0" h="220882">
                  <a:moveTo>
                    <a:pt x="0" y="220882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l821"/>
            <p:cNvSpPr/>
            <p:nvPr/>
          </p:nvSpPr>
          <p:spPr>
            <a:xfrm>
              <a:off x="1587746" y="6240297"/>
              <a:ext cx="156187" cy="156187"/>
            </a:xfrm>
            <a:custGeom>
              <a:avLst/>
              <a:pathLst>
                <a:path w="156187" h="156187">
                  <a:moveTo>
                    <a:pt x="0" y="156187"/>
                  </a:moveTo>
                  <a:lnTo>
                    <a:pt x="156187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l822"/>
            <p:cNvSpPr/>
            <p:nvPr/>
          </p:nvSpPr>
          <p:spPr>
            <a:xfrm>
              <a:off x="1594935" y="6413839"/>
              <a:ext cx="220882" cy="0"/>
            </a:xfrm>
            <a:custGeom>
              <a:avLst/>
              <a:pathLst>
                <a:path w="220882" h="0">
                  <a:moveTo>
                    <a:pt x="0" y="0"/>
                  </a:moveTo>
                  <a:lnTo>
                    <a:pt x="220882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l823"/>
            <p:cNvSpPr/>
            <p:nvPr/>
          </p:nvSpPr>
          <p:spPr>
            <a:xfrm>
              <a:off x="1587746" y="6431193"/>
              <a:ext cx="156187" cy="156187"/>
            </a:xfrm>
            <a:custGeom>
              <a:avLst/>
              <a:pathLst>
                <a:path w="156187" h="156187">
                  <a:moveTo>
                    <a:pt x="0" y="0"/>
                  </a:moveTo>
                  <a:lnTo>
                    <a:pt x="156187" y="156187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l824"/>
            <p:cNvSpPr/>
            <p:nvPr/>
          </p:nvSpPr>
          <p:spPr>
            <a:xfrm>
              <a:off x="1570392" y="6438381"/>
              <a:ext cx="0" cy="220882"/>
            </a:xfrm>
            <a:custGeom>
              <a:avLst/>
              <a:pathLst>
                <a:path w="0" h="220882">
                  <a:moveTo>
                    <a:pt x="0" y="0"/>
                  </a:moveTo>
                  <a:lnTo>
                    <a:pt x="0" y="220882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l825"/>
            <p:cNvSpPr/>
            <p:nvPr/>
          </p:nvSpPr>
          <p:spPr>
            <a:xfrm>
              <a:off x="1396850" y="6431193"/>
              <a:ext cx="156187" cy="156187"/>
            </a:xfrm>
            <a:custGeom>
              <a:avLst/>
              <a:pathLst>
                <a:path w="156187" h="156187">
                  <a:moveTo>
                    <a:pt x="156187" y="0"/>
                  </a:moveTo>
                  <a:lnTo>
                    <a:pt x="0" y="156187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l826"/>
            <p:cNvSpPr/>
            <p:nvPr/>
          </p:nvSpPr>
          <p:spPr>
            <a:xfrm>
              <a:off x="1324967" y="6413839"/>
              <a:ext cx="220882" cy="0"/>
            </a:xfrm>
            <a:custGeom>
              <a:avLst/>
              <a:pathLst>
                <a:path w="220882" h="0">
                  <a:moveTo>
                    <a:pt x="220882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l827"/>
            <p:cNvSpPr/>
            <p:nvPr/>
          </p:nvSpPr>
          <p:spPr>
            <a:xfrm>
              <a:off x="1396850" y="6240297"/>
              <a:ext cx="156187" cy="156187"/>
            </a:xfrm>
            <a:custGeom>
              <a:avLst/>
              <a:pathLst>
                <a:path w="156187" h="156187">
                  <a:moveTo>
                    <a:pt x="156187" y="156187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l828"/>
            <p:cNvSpPr/>
            <p:nvPr/>
          </p:nvSpPr>
          <p:spPr>
            <a:xfrm>
              <a:off x="1545850" y="6389296"/>
              <a:ext cx="198084" cy="198084"/>
            </a:xfrm>
            <a:custGeom>
              <a:avLst/>
              <a:pathLst>
                <a:path w="198084" h="198084">
                  <a:moveTo>
                    <a:pt x="24542" y="0"/>
                  </a:moveTo>
                  <a:lnTo>
                    <a:pt x="41896" y="7188"/>
                  </a:lnTo>
                  <a:lnTo>
                    <a:pt x="49085" y="24542"/>
                  </a:lnTo>
                  <a:lnTo>
                    <a:pt x="198084" y="198084"/>
                  </a:lnTo>
                  <a:lnTo>
                    <a:pt x="24542" y="49085"/>
                  </a:lnTo>
                  <a:lnTo>
                    <a:pt x="7188" y="41896"/>
                  </a:lnTo>
                  <a:lnTo>
                    <a:pt x="0" y="24542"/>
                  </a:lnTo>
                  <a:lnTo>
                    <a:pt x="7188" y="7188"/>
                  </a:lnTo>
                  <a:lnTo>
                    <a:pt x="24542" y="0"/>
                  </a:lnTo>
                </a:path>
              </a:pathLst>
            </a:custGeom>
            <a:ln w="31166" cap="flat">
              <a:solidFill>
                <a:srgbClr val="E38F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t829"/>
            <p:cNvSpPr/>
            <p:nvPr/>
          </p:nvSpPr>
          <p:spPr>
            <a:xfrm>
              <a:off x="1534444" y="6353348"/>
              <a:ext cx="71895" cy="71895"/>
            </a:xfrm>
            <a:prstGeom prst="ellipse">
              <a:avLst/>
            </a:prstGeom>
            <a:solidFill>
              <a:srgbClr val="E38FD3">
                <a:alpha val="100000"/>
              </a:srgbClr>
            </a:solidFill>
            <a:ln w="12272" cap="rnd">
              <a:solidFill>
                <a:srgbClr val="E38F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t830"/>
            <p:cNvSpPr/>
            <p:nvPr/>
          </p:nvSpPr>
          <p:spPr>
            <a:xfrm>
              <a:off x="1551799" y="6360537"/>
              <a:ext cx="71895" cy="71895"/>
            </a:xfrm>
            <a:prstGeom prst="ellipse">
              <a:avLst/>
            </a:prstGeom>
            <a:solidFill>
              <a:srgbClr val="E38FD3">
                <a:alpha val="100000"/>
              </a:srgbClr>
            </a:solidFill>
            <a:ln w="12272" cap="rnd">
              <a:solidFill>
                <a:srgbClr val="E38F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t831"/>
            <p:cNvSpPr/>
            <p:nvPr/>
          </p:nvSpPr>
          <p:spPr>
            <a:xfrm>
              <a:off x="1558987" y="6377891"/>
              <a:ext cx="71895" cy="71895"/>
            </a:xfrm>
            <a:prstGeom prst="ellipse">
              <a:avLst/>
            </a:prstGeom>
            <a:solidFill>
              <a:srgbClr val="E38FD3">
                <a:alpha val="100000"/>
              </a:srgbClr>
            </a:solidFill>
            <a:ln w="12272" cap="rnd">
              <a:solidFill>
                <a:srgbClr val="E38F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t832"/>
            <p:cNvSpPr/>
            <p:nvPr/>
          </p:nvSpPr>
          <p:spPr>
            <a:xfrm>
              <a:off x="1707986" y="6551433"/>
              <a:ext cx="71895" cy="71895"/>
            </a:xfrm>
            <a:prstGeom prst="ellipse">
              <a:avLst/>
            </a:prstGeom>
            <a:solidFill>
              <a:srgbClr val="E38FD3">
                <a:alpha val="100000"/>
              </a:srgbClr>
            </a:solidFill>
            <a:ln w="12272" cap="rnd">
              <a:solidFill>
                <a:srgbClr val="E38F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t833"/>
            <p:cNvSpPr/>
            <p:nvPr/>
          </p:nvSpPr>
          <p:spPr>
            <a:xfrm>
              <a:off x="1534444" y="6402434"/>
              <a:ext cx="71895" cy="71895"/>
            </a:xfrm>
            <a:prstGeom prst="ellipse">
              <a:avLst/>
            </a:prstGeom>
            <a:solidFill>
              <a:srgbClr val="E38FD3">
                <a:alpha val="100000"/>
              </a:srgbClr>
            </a:solidFill>
            <a:ln w="12272" cap="rnd">
              <a:solidFill>
                <a:srgbClr val="E38F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t834"/>
            <p:cNvSpPr/>
            <p:nvPr/>
          </p:nvSpPr>
          <p:spPr>
            <a:xfrm>
              <a:off x="1517090" y="6395245"/>
              <a:ext cx="71895" cy="71895"/>
            </a:xfrm>
            <a:prstGeom prst="ellipse">
              <a:avLst/>
            </a:prstGeom>
            <a:solidFill>
              <a:srgbClr val="E38FD3">
                <a:alpha val="100000"/>
              </a:srgbClr>
            </a:solidFill>
            <a:ln w="12272" cap="rnd">
              <a:solidFill>
                <a:srgbClr val="E38F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t835"/>
            <p:cNvSpPr/>
            <p:nvPr/>
          </p:nvSpPr>
          <p:spPr>
            <a:xfrm>
              <a:off x="1509902" y="6377891"/>
              <a:ext cx="71895" cy="71895"/>
            </a:xfrm>
            <a:prstGeom prst="ellipse">
              <a:avLst/>
            </a:prstGeom>
            <a:solidFill>
              <a:srgbClr val="E38FD3">
                <a:alpha val="100000"/>
              </a:srgbClr>
            </a:solidFill>
            <a:ln w="12272" cap="rnd">
              <a:solidFill>
                <a:srgbClr val="E38F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t836"/>
            <p:cNvSpPr/>
            <p:nvPr/>
          </p:nvSpPr>
          <p:spPr>
            <a:xfrm>
              <a:off x="1517090" y="6360537"/>
              <a:ext cx="71895" cy="71895"/>
            </a:xfrm>
            <a:prstGeom prst="ellipse">
              <a:avLst/>
            </a:prstGeom>
            <a:solidFill>
              <a:srgbClr val="E38FD3">
                <a:alpha val="100000"/>
              </a:srgbClr>
            </a:solidFill>
            <a:ln w="12272" cap="rnd">
              <a:solidFill>
                <a:srgbClr val="E38F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t837"/>
            <p:cNvSpPr/>
            <p:nvPr/>
          </p:nvSpPr>
          <p:spPr>
            <a:xfrm>
              <a:off x="1534444" y="6353348"/>
              <a:ext cx="71895" cy="71895"/>
            </a:xfrm>
            <a:prstGeom prst="ellipse">
              <a:avLst/>
            </a:prstGeom>
            <a:solidFill>
              <a:srgbClr val="E38FD3">
                <a:alpha val="100000"/>
              </a:srgbClr>
            </a:solidFill>
            <a:ln w="12272" cap="rnd">
              <a:solidFill>
                <a:srgbClr val="E38F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tx838"/>
            <p:cNvSpPr/>
            <p:nvPr/>
          </p:nvSpPr>
          <p:spPr>
            <a:xfrm>
              <a:off x="1449753" y="6365386"/>
              <a:ext cx="96096" cy="477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2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2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839" name="tx839"/>
            <p:cNvSpPr/>
            <p:nvPr/>
          </p:nvSpPr>
          <p:spPr>
            <a:xfrm>
              <a:off x="1412775" y="6254944"/>
              <a:ext cx="133074" cy="477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2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2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840" name="tx840"/>
            <p:cNvSpPr/>
            <p:nvPr/>
          </p:nvSpPr>
          <p:spPr>
            <a:xfrm>
              <a:off x="1375798" y="6144503"/>
              <a:ext cx="170051" cy="477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2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2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  <p:sp>
          <p:nvSpPr>
            <p:cNvPr id="841" name="rc841"/>
            <p:cNvSpPr/>
            <p:nvPr/>
          </p:nvSpPr>
          <p:spPr>
            <a:xfrm>
              <a:off x="3071196" y="5948558"/>
              <a:ext cx="3001607" cy="90709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842" name="rc842"/>
            <p:cNvSpPr/>
            <p:nvPr/>
          </p:nvSpPr>
          <p:spPr>
            <a:xfrm>
              <a:off x="3071196" y="6039267"/>
              <a:ext cx="3001607" cy="74914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3" name="rc843"/>
            <p:cNvSpPr/>
            <p:nvPr/>
          </p:nvSpPr>
          <p:spPr>
            <a:xfrm>
              <a:off x="3121806" y="5948558"/>
              <a:ext cx="2900386" cy="90709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44" name="tx844"/>
            <p:cNvSpPr/>
            <p:nvPr/>
          </p:nvSpPr>
          <p:spPr>
            <a:xfrm>
              <a:off x="4062087" y="5909362"/>
              <a:ext cx="1019825" cy="136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Trogoniformes</a:t>
              </a:r>
            </a:p>
          </p:txBody>
        </p:sp>
        <p:sp>
          <p:nvSpPr>
            <p:cNvPr id="845" name="rc845"/>
            <p:cNvSpPr/>
            <p:nvPr/>
          </p:nvSpPr>
          <p:spPr>
            <a:xfrm>
              <a:off x="4167048" y="6089877"/>
              <a:ext cx="809903" cy="64792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6" name="tx846"/>
            <p:cNvSpPr/>
            <p:nvPr/>
          </p:nvSpPr>
          <p:spPr>
            <a:xfrm>
              <a:off x="3866236" y="6570140"/>
              <a:ext cx="506189" cy="82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847" name="tx847"/>
            <p:cNvSpPr/>
            <p:nvPr/>
          </p:nvSpPr>
          <p:spPr>
            <a:xfrm>
              <a:off x="4042832" y="6372790"/>
              <a:ext cx="246928" cy="79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848" name="tx848"/>
            <p:cNvSpPr/>
            <p:nvPr/>
          </p:nvSpPr>
          <p:spPr>
            <a:xfrm>
              <a:off x="3884445" y="6172952"/>
              <a:ext cx="487981" cy="801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849" name="pl849"/>
            <p:cNvSpPr/>
            <p:nvPr/>
          </p:nvSpPr>
          <p:spPr>
            <a:xfrm>
              <a:off x="4547458" y="6389296"/>
              <a:ext cx="49084" cy="49084"/>
            </a:xfrm>
            <a:custGeom>
              <a:avLst/>
              <a:pathLst>
                <a:path w="49084" h="49084">
                  <a:moveTo>
                    <a:pt x="49084" y="24542"/>
                  </a:moveTo>
                  <a:lnTo>
                    <a:pt x="49080" y="24112"/>
                  </a:lnTo>
                  <a:lnTo>
                    <a:pt x="49069" y="23683"/>
                  </a:lnTo>
                  <a:lnTo>
                    <a:pt x="49050" y="23254"/>
                  </a:lnTo>
                  <a:lnTo>
                    <a:pt x="49024" y="22825"/>
                  </a:lnTo>
                  <a:lnTo>
                    <a:pt x="48990" y="22397"/>
                  </a:lnTo>
                  <a:lnTo>
                    <a:pt x="48948" y="21969"/>
                  </a:lnTo>
                  <a:lnTo>
                    <a:pt x="48900" y="21543"/>
                  </a:lnTo>
                  <a:lnTo>
                    <a:pt x="48843" y="21117"/>
                  </a:lnTo>
                  <a:lnTo>
                    <a:pt x="48780" y="20692"/>
                  </a:lnTo>
                  <a:lnTo>
                    <a:pt x="48709" y="20268"/>
                  </a:lnTo>
                  <a:lnTo>
                    <a:pt x="48630" y="19846"/>
                  </a:lnTo>
                  <a:lnTo>
                    <a:pt x="48544" y="19425"/>
                  </a:lnTo>
                  <a:lnTo>
                    <a:pt x="48451" y="19006"/>
                  </a:lnTo>
                  <a:lnTo>
                    <a:pt x="48351" y="18588"/>
                  </a:lnTo>
                  <a:lnTo>
                    <a:pt x="48243" y="18172"/>
                  </a:lnTo>
                  <a:lnTo>
                    <a:pt x="48128" y="17759"/>
                  </a:lnTo>
                  <a:lnTo>
                    <a:pt x="48005" y="17347"/>
                  </a:lnTo>
                  <a:lnTo>
                    <a:pt x="47876" y="16937"/>
                  </a:lnTo>
                  <a:lnTo>
                    <a:pt x="47739" y="16530"/>
                  </a:lnTo>
                  <a:lnTo>
                    <a:pt x="47595" y="16125"/>
                  </a:lnTo>
                  <a:lnTo>
                    <a:pt x="47445" y="15723"/>
                  </a:lnTo>
                  <a:lnTo>
                    <a:pt x="47287" y="15324"/>
                  </a:lnTo>
                  <a:lnTo>
                    <a:pt x="47122" y="14927"/>
                  </a:lnTo>
                  <a:lnTo>
                    <a:pt x="46950" y="14533"/>
                  </a:lnTo>
                  <a:lnTo>
                    <a:pt x="46772" y="14143"/>
                  </a:lnTo>
                  <a:lnTo>
                    <a:pt x="46586" y="13755"/>
                  </a:lnTo>
                  <a:lnTo>
                    <a:pt x="46394" y="13371"/>
                  </a:lnTo>
                  <a:lnTo>
                    <a:pt x="46195" y="12990"/>
                  </a:lnTo>
                  <a:lnTo>
                    <a:pt x="45990" y="12613"/>
                  </a:lnTo>
                  <a:lnTo>
                    <a:pt x="45778" y="12240"/>
                  </a:lnTo>
                  <a:lnTo>
                    <a:pt x="45559" y="11870"/>
                  </a:lnTo>
                  <a:lnTo>
                    <a:pt x="45334" y="11504"/>
                  </a:lnTo>
                  <a:lnTo>
                    <a:pt x="45103" y="11142"/>
                  </a:lnTo>
                  <a:lnTo>
                    <a:pt x="44865" y="10784"/>
                  </a:lnTo>
                  <a:lnTo>
                    <a:pt x="44621" y="10431"/>
                  </a:lnTo>
                  <a:lnTo>
                    <a:pt x="44371" y="10081"/>
                  </a:lnTo>
                  <a:lnTo>
                    <a:pt x="44115" y="9737"/>
                  </a:lnTo>
                  <a:lnTo>
                    <a:pt x="43853" y="9396"/>
                  </a:lnTo>
                  <a:lnTo>
                    <a:pt x="43585" y="9061"/>
                  </a:lnTo>
                  <a:lnTo>
                    <a:pt x="43311" y="8730"/>
                  </a:lnTo>
                  <a:lnTo>
                    <a:pt x="43031" y="8404"/>
                  </a:lnTo>
                  <a:lnTo>
                    <a:pt x="42746" y="8082"/>
                  </a:lnTo>
                  <a:lnTo>
                    <a:pt x="42455" y="7766"/>
                  </a:lnTo>
                  <a:lnTo>
                    <a:pt x="42159" y="7455"/>
                  </a:lnTo>
                  <a:lnTo>
                    <a:pt x="41857" y="7150"/>
                  </a:lnTo>
                  <a:lnTo>
                    <a:pt x="41550" y="6849"/>
                  </a:lnTo>
                  <a:lnTo>
                    <a:pt x="41238" y="6554"/>
                  </a:lnTo>
                  <a:lnTo>
                    <a:pt x="40921" y="6265"/>
                  </a:lnTo>
                  <a:lnTo>
                    <a:pt x="40598" y="5981"/>
                  </a:lnTo>
                  <a:lnTo>
                    <a:pt x="40271" y="5703"/>
                  </a:lnTo>
                  <a:lnTo>
                    <a:pt x="39939" y="5430"/>
                  </a:lnTo>
                  <a:lnTo>
                    <a:pt x="39602" y="5164"/>
                  </a:lnTo>
                  <a:lnTo>
                    <a:pt x="39261" y="4903"/>
                  </a:lnTo>
                  <a:lnTo>
                    <a:pt x="38915" y="4649"/>
                  </a:lnTo>
                  <a:lnTo>
                    <a:pt x="38564" y="4400"/>
                  </a:lnTo>
                  <a:lnTo>
                    <a:pt x="38210" y="4158"/>
                  </a:lnTo>
                  <a:lnTo>
                    <a:pt x="37851" y="3922"/>
                  </a:lnTo>
                  <a:lnTo>
                    <a:pt x="37488" y="3692"/>
                  </a:lnTo>
                  <a:lnTo>
                    <a:pt x="37121" y="3469"/>
                  </a:lnTo>
                  <a:lnTo>
                    <a:pt x="36750" y="3252"/>
                  </a:lnTo>
                  <a:lnTo>
                    <a:pt x="36376" y="3041"/>
                  </a:lnTo>
                  <a:lnTo>
                    <a:pt x="35998" y="2837"/>
                  </a:lnTo>
                  <a:lnTo>
                    <a:pt x="35616" y="2640"/>
                  </a:lnTo>
                  <a:lnTo>
                    <a:pt x="35231" y="2450"/>
                  </a:lnTo>
                  <a:lnTo>
                    <a:pt x="34843" y="2266"/>
                  </a:lnTo>
                  <a:lnTo>
                    <a:pt x="34451" y="2089"/>
                  </a:lnTo>
                  <a:lnTo>
                    <a:pt x="34057" y="1919"/>
                  </a:lnTo>
                  <a:lnTo>
                    <a:pt x="33660" y="1756"/>
                  </a:lnTo>
                  <a:lnTo>
                    <a:pt x="33259" y="1600"/>
                  </a:lnTo>
                  <a:lnTo>
                    <a:pt x="32857" y="1451"/>
                  </a:lnTo>
                  <a:lnTo>
                    <a:pt x="32451" y="1309"/>
                  </a:lnTo>
                  <a:lnTo>
                    <a:pt x="32043" y="1174"/>
                  </a:lnTo>
                  <a:lnTo>
                    <a:pt x="31633" y="1046"/>
                  </a:lnTo>
                  <a:lnTo>
                    <a:pt x="31221" y="926"/>
                  </a:lnTo>
                  <a:lnTo>
                    <a:pt x="30807" y="813"/>
                  </a:lnTo>
                  <a:lnTo>
                    <a:pt x="30390" y="707"/>
                  </a:lnTo>
                  <a:lnTo>
                    <a:pt x="29972" y="608"/>
                  </a:lnTo>
                  <a:lnTo>
                    <a:pt x="29553" y="516"/>
                  </a:lnTo>
                  <a:lnTo>
                    <a:pt x="29131" y="432"/>
                  </a:lnTo>
                  <a:lnTo>
                    <a:pt x="28709" y="356"/>
                  </a:lnTo>
                  <a:lnTo>
                    <a:pt x="28285" y="286"/>
                  </a:lnTo>
                  <a:lnTo>
                    <a:pt x="27860" y="225"/>
                  </a:lnTo>
                  <a:lnTo>
                    <a:pt x="27434" y="170"/>
                  </a:lnTo>
                  <a:lnTo>
                    <a:pt x="27007" y="123"/>
                  </a:lnTo>
                  <a:lnTo>
                    <a:pt x="26579" y="84"/>
                  </a:lnTo>
                  <a:lnTo>
                    <a:pt x="26151" y="52"/>
                  </a:lnTo>
                  <a:lnTo>
                    <a:pt x="25722" y="28"/>
                  </a:lnTo>
                  <a:lnTo>
                    <a:pt x="25293" y="11"/>
                  </a:lnTo>
                  <a:lnTo>
                    <a:pt x="24863" y="1"/>
                  </a:lnTo>
                  <a:lnTo>
                    <a:pt x="24434" y="0"/>
                  </a:lnTo>
                  <a:lnTo>
                    <a:pt x="24004" y="5"/>
                  </a:lnTo>
                  <a:lnTo>
                    <a:pt x="23575" y="18"/>
                  </a:lnTo>
                  <a:lnTo>
                    <a:pt x="23146" y="39"/>
                  </a:lnTo>
                  <a:lnTo>
                    <a:pt x="22717" y="67"/>
                  </a:lnTo>
                  <a:lnTo>
                    <a:pt x="22289" y="103"/>
                  </a:lnTo>
                  <a:lnTo>
                    <a:pt x="21862" y="146"/>
                  </a:lnTo>
                  <a:lnTo>
                    <a:pt x="21435" y="197"/>
                  </a:lnTo>
                  <a:lnTo>
                    <a:pt x="21010" y="255"/>
                  </a:lnTo>
                  <a:lnTo>
                    <a:pt x="20585" y="320"/>
                  </a:lnTo>
                  <a:lnTo>
                    <a:pt x="20162" y="393"/>
                  </a:lnTo>
                  <a:lnTo>
                    <a:pt x="19740" y="473"/>
                  </a:lnTo>
                  <a:lnTo>
                    <a:pt x="19319" y="561"/>
                  </a:lnTo>
                  <a:lnTo>
                    <a:pt x="18901" y="656"/>
                  </a:lnTo>
                  <a:lnTo>
                    <a:pt x="18483" y="759"/>
                  </a:lnTo>
                  <a:lnTo>
                    <a:pt x="18068" y="868"/>
                  </a:lnTo>
                  <a:lnTo>
                    <a:pt x="17655" y="985"/>
                  </a:lnTo>
                  <a:lnTo>
                    <a:pt x="17244" y="1109"/>
                  </a:lnTo>
                  <a:lnTo>
                    <a:pt x="16835" y="1241"/>
                  </a:lnTo>
                  <a:lnTo>
                    <a:pt x="16428" y="1379"/>
                  </a:lnTo>
                  <a:lnTo>
                    <a:pt x="16024" y="1525"/>
                  </a:lnTo>
                  <a:lnTo>
                    <a:pt x="15622" y="1677"/>
                  </a:lnTo>
                  <a:lnTo>
                    <a:pt x="15224" y="1837"/>
                  </a:lnTo>
                  <a:lnTo>
                    <a:pt x="14828" y="2003"/>
                  </a:lnTo>
                  <a:lnTo>
                    <a:pt x="14435" y="2177"/>
                  </a:lnTo>
                  <a:lnTo>
                    <a:pt x="14045" y="2357"/>
                  </a:lnTo>
                  <a:lnTo>
                    <a:pt x="13658" y="2544"/>
                  </a:lnTo>
                  <a:lnTo>
                    <a:pt x="13275" y="2738"/>
                  </a:lnTo>
                  <a:lnTo>
                    <a:pt x="12895" y="2938"/>
                  </a:lnTo>
                  <a:lnTo>
                    <a:pt x="12519" y="3146"/>
                  </a:lnTo>
                  <a:lnTo>
                    <a:pt x="12146" y="3359"/>
                  </a:lnTo>
                  <a:lnTo>
                    <a:pt x="11777" y="3579"/>
                  </a:lnTo>
                  <a:lnTo>
                    <a:pt x="11412" y="3806"/>
                  </a:lnTo>
                  <a:lnTo>
                    <a:pt x="11051" y="4039"/>
                  </a:lnTo>
                  <a:lnTo>
                    <a:pt x="10695" y="4278"/>
                  </a:lnTo>
                  <a:lnTo>
                    <a:pt x="10342" y="4524"/>
                  </a:lnTo>
                  <a:lnTo>
                    <a:pt x="9994" y="4775"/>
                  </a:lnTo>
                  <a:lnTo>
                    <a:pt x="9650" y="5033"/>
                  </a:lnTo>
                  <a:lnTo>
                    <a:pt x="9311" y="5296"/>
                  </a:lnTo>
                  <a:lnTo>
                    <a:pt x="8977" y="5566"/>
                  </a:lnTo>
                  <a:lnTo>
                    <a:pt x="8647" y="5841"/>
                  </a:lnTo>
                  <a:lnTo>
                    <a:pt x="8322" y="6122"/>
                  </a:lnTo>
                  <a:lnTo>
                    <a:pt x="8002" y="6409"/>
                  </a:lnTo>
                  <a:lnTo>
                    <a:pt x="7687" y="6701"/>
                  </a:lnTo>
                  <a:lnTo>
                    <a:pt x="7378" y="6999"/>
                  </a:lnTo>
                  <a:lnTo>
                    <a:pt x="7073" y="7302"/>
                  </a:lnTo>
                  <a:lnTo>
                    <a:pt x="6774" y="7610"/>
                  </a:lnTo>
                  <a:lnTo>
                    <a:pt x="6481" y="7924"/>
                  </a:lnTo>
                  <a:lnTo>
                    <a:pt x="6193" y="8242"/>
                  </a:lnTo>
                  <a:lnTo>
                    <a:pt x="5910" y="8566"/>
                  </a:lnTo>
                  <a:lnTo>
                    <a:pt x="5633" y="8894"/>
                  </a:lnTo>
                  <a:lnTo>
                    <a:pt x="5363" y="9228"/>
                  </a:lnTo>
                  <a:lnTo>
                    <a:pt x="5097" y="9566"/>
                  </a:lnTo>
                  <a:lnTo>
                    <a:pt x="4838" y="9908"/>
                  </a:lnTo>
                  <a:lnTo>
                    <a:pt x="4585" y="10255"/>
                  </a:lnTo>
                  <a:lnTo>
                    <a:pt x="4338" y="10607"/>
                  </a:lnTo>
                  <a:lnTo>
                    <a:pt x="4098" y="10963"/>
                  </a:lnTo>
                  <a:lnTo>
                    <a:pt x="3863" y="11322"/>
                  </a:lnTo>
                  <a:lnTo>
                    <a:pt x="3635" y="11686"/>
                  </a:lnTo>
                  <a:lnTo>
                    <a:pt x="3413" y="12054"/>
                  </a:lnTo>
                  <a:lnTo>
                    <a:pt x="3198" y="12426"/>
                  </a:lnTo>
                  <a:lnTo>
                    <a:pt x="2989" y="12801"/>
                  </a:lnTo>
                  <a:lnTo>
                    <a:pt x="2787" y="13180"/>
                  </a:lnTo>
                  <a:lnTo>
                    <a:pt x="2591" y="13563"/>
                  </a:lnTo>
                  <a:lnTo>
                    <a:pt x="2402" y="13949"/>
                  </a:lnTo>
                  <a:lnTo>
                    <a:pt x="2220" y="14338"/>
                  </a:lnTo>
                  <a:lnTo>
                    <a:pt x="2045" y="14730"/>
                  </a:lnTo>
                  <a:lnTo>
                    <a:pt x="1877" y="15125"/>
                  </a:lnTo>
                  <a:lnTo>
                    <a:pt x="1716" y="15523"/>
                  </a:lnTo>
                  <a:lnTo>
                    <a:pt x="1561" y="15924"/>
                  </a:lnTo>
                  <a:lnTo>
                    <a:pt x="1414" y="16327"/>
                  </a:lnTo>
                  <a:lnTo>
                    <a:pt x="1274" y="16733"/>
                  </a:lnTo>
                  <a:lnTo>
                    <a:pt x="1141" y="17142"/>
                  </a:lnTo>
                  <a:lnTo>
                    <a:pt x="1015" y="17552"/>
                  </a:lnTo>
                  <a:lnTo>
                    <a:pt x="896" y="17965"/>
                  </a:lnTo>
                  <a:lnTo>
                    <a:pt x="785" y="18380"/>
                  </a:lnTo>
                  <a:lnTo>
                    <a:pt x="680" y="18797"/>
                  </a:lnTo>
                  <a:lnTo>
                    <a:pt x="584" y="19215"/>
                  </a:lnTo>
                  <a:lnTo>
                    <a:pt x="494" y="19635"/>
                  </a:lnTo>
                  <a:lnTo>
                    <a:pt x="412" y="20057"/>
                  </a:lnTo>
                  <a:lnTo>
                    <a:pt x="337" y="20480"/>
                  </a:lnTo>
                  <a:lnTo>
                    <a:pt x="270" y="20904"/>
                  </a:lnTo>
                  <a:lnTo>
                    <a:pt x="210" y="21329"/>
                  </a:lnTo>
                  <a:lnTo>
                    <a:pt x="157" y="21756"/>
                  </a:lnTo>
                  <a:lnTo>
                    <a:pt x="112" y="22183"/>
                  </a:lnTo>
                  <a:lnTo>
                    <a:pt x="75" y="22611"/>
                  </a:lnTo>
                  <a:lnTo>
                    <a:pt x="45" y="23039"/>
                  </a:lnTo>
                  <a:lnTo>
                    <a:pt x="22" y="23468"/>
                  </a:lnTo>
                  <a:lnTo>
                    <a:pt x="7" y="23898"/>
                  </a:lnTo>
                  <a:lnTo>
                    <a:pt x="0" y="24327"/>
                  </a:lnTo>
                  <a:lnTo>
                    <a:pt x="0" y="24757"/>
                  </a:lnTo>
                  <a:lnTo>
                    <a:pt x="7" y="25186"/>
                  </a:lnTo>
                  <a:lnTo>
                    <a:pt x="22" y="25615"/>
                  </a:lnTo>
                  <a:lnTo>
                    <a:pt x="45" y="26044"/>
                  </a:lnTo>
                  <a:lnTo>
                    <a:pt x="75" y="26473"/>
                  </a:lnTo>
                  <a:lnTo>
                    <a:pt x="112" y="26901"/>
                  </a:lnTo>
                  <a:lnTo>
                    <a:pt x="157" y="27328"/>
                  </a:lnTo>
                  <a:lnTo>
                    <a:pt x="210" y="27754"/>
                  </a:lnTo>
                  <a:lnTo>
                    <a:pt x="270" y="28179"/>
                  </a:lnTo>
                  <a:lnTo>
                    <a:pt x="337" y="28604"/>
                  </a:lnTo>
                  <a:lnTo>
                    <a:pt x="412" y="29027"/>
                  </a:lnTo>
                  <a:lnTo>
                    <a:pt x="494" y="29448"/>
                  </a:lnTo>
                  <a:lnTo>
                    <a:pt x="584" y="29868"/>
                  </a:lnTo>
                  <a:lnTo>
                    <a:pt x="680" y="30287"/>
                  </a:lnTo>
                  <a:lnTo>
                    <a:pt x="785" y="30704"/>
                  </a:lnTo>
                  <a:lnTo>
                    <a:pt x="896" y="31118"/>
                  </a:lnTo>
                  <a:lnTo>
                    <a:pt x="1015" y="31531"/>
                  </a:lnTo>
                  <a:lnTo>
                    <a:pt x="1141" y="31942"/>
                  </a:lnTo>
                  <a:lnTo>
                    <a:pt x="1274" y="32350"/>
                  </a:lnTo>
                  <a:lnTo>
                    <a:pt x="1414" y="32756"/>
                  </a:lnTo>
                  <a:lnTo>
                    <a:pt x="1561" y="33160"/>
                  </a:lnTo>
                  <a:lnTo>
                    <a:pt x="1716" y="33561"/>
                  </a:lnTo>
                  <a:lnTo>
                    <a:pt x="1877" y="33959"/>
                  </a:lnTo>
                  <a:lnTo>
                    <a:pt x="2045" y="34354"/>
                  </a:lnTo>
                  <a:lnTo>
                    <a:pt x="2220" y="34746"/>
                  </a:lnTo>
                  <a:lnTo>
                    <a:pt x="2402" y="35135"/>
                  </a:lnTo>
                  <a:lnTo>
                    <a:pt x="2591" y="35521"/>
                  </a:lnTo>
                  <a:lnTo>
                    <a:pt x="2787" y="35903"/>
                  </a:lnTo>
                  <a:lnTo>
                    <a:pt x="2989" y="36282"/>
                  </a:lnTo>
                  <a:lnTo>
                    <a:pt x="3198" y="36658"/>
                  </a:lnTo>
                  <a:lnTo>
                    <a:pt x="3413" y="37029"/>
                  </a:lnTo>
                  <a:lnTo>
                    <a:pt x="3635" y="37397"/>
                  </a:lnTo>
                  <a:lnTo>
                    <a:pt x="3863" y="37761"/>
                  </a:lnTo>
                  <a:lnTo>
                    <a:pt x="4098" y="38121"/>
                  </a:lnTo>
                  <a:lnTo>
                    <a:pt x="4338" y="38477"/>
                  </a:lnTo>
                  <a:lnTo>
                    <a:pt x="4585" y="38828"/>
                  </a:lnTo>
                  <a:lnTo>
                    <a:pt x="4838" y="39175"/>
                  </a:lnTo>
                  <a:lnTo>
                    <a:pt x="5097" y="39518"/>
                  </a:lnTo>
                  <a:lnTo>
                    <a:pt x="5363" y="39856"/>
                  </a:lnTo>
                  <a:lnTo>
                    <a:pt x="5633" y="40189"/>
                  </a:lnTo>
                  <a:lnTo>
                    <a:pt x="5910" y="40518"/>
                  </a:lnTo>
                  <a:lnTo>
                    <a:pt x="6193" y="40841"/>
                  </a:lnTo>
                  <a:lnTo>
                    <a:pt x="6481" y="41160"/>
                  </a:lnTo>
                  <a:lnTo>
                    <a:pt x="6774" y="41473"/>
                  </a:lnTo>
                  <a:lnTo>
                    <a:pt x="7073" y="41782"/>
                  </a:lnTo>
                  <a:lnTo>
                    <a:pt x="7378" y="42085"/>
                  </a:lnTo>
                  <a:lnTo>
                    <a:pt x="7687" y="42382"/>
                  </a:lnTo>
                  <a:lnTo>
                    <a:pt x="8002" y="42675"/>
                  </a:lnTo>
                  <a:lnTo>
                    <a:pt x="8322" y="42961"/>
                  </a:lnTo>
                  <a:lnTo>
                    <a:pt x="8647" y="43242"/>
                  </a:lnTo>
                  <a:lnTo>
                    <a:pt x="8977" y="43518"/>
                  </a:lnTo>
                  <a:lnTo>
                    <a:pt x="9311" y="43787"/>
                  </a:lnTo>
                  <a:lnTo>
                    <a:pt x="9650" y="44051"/>
                  </a:lnTo>
                  <a:lnTo>
                    <a:pt x="9994" y="44308"/>
                  </a:lnTo>
                  <a:lnTo>
                    <a:pt x="10342" y="44560"/>
                  </a:lnTo>
                  <a:lnTo>
                    <a:pt x="10695" y="44805"/>
                  </a:lnTo>
                  <a:lnTo>
                    <a:pt x="11051" y="45045"/>
                  </a:lnTo>
                  <a:lnTo>
                    <a:pt x="11412" y="45278"/>
                  </a:lnTo>
                  <a:lnTo>
                    <a:pt x="11777" y="45504"/>
                  </a:lnTo>
                  <a:lnTo>
                    <a:pt x="12146" y="45724"/>
                  </a:lnTo>
                  <a:lnTo>
                    <a:pt x="12519" y="45938"/>
                  </a:lnTo>
                  <a:lnTo>
                    <a:pt x="12895" y="46145"/>
                  </a:lnTo>
                  <a:lnTo>
                    <a:pt x="13275" y="46346"/>
                  </a:lnTo>
                  <a:lnTo>
                    <a:pt x="13658" y="46539"/>
                  </a:lnTo>
                  <a:lnTo>
                    <a:pt x="14045" y="46727"/>
                  </a:lnTo>
                  <a:lnTo>
                    <a:pt x="14435" y="46907"/>
                  </a:lnTo>
                  <a:lnTo>
                    <a:pt x="14828" y="47080"/>
                  </a:lnTo>
                  <a:lnTo>
                    <a:pt x="15224" y="47247"/>
                  </a:lnTo>
                  <a:lnTo>
                    <a:pt x="15622" y="47406"/>
                  </a:lnTo>
                  <a:lnTo>
                    <a:pt x="16024" y="47559"/>
                  </a:lnTo>
                  <a:lnTo>
                    <a:pt x="16428" y="47705"/>
                  </a:lnTo>
                  <a:lnTo>
                    <a:pt x="16835" y="47843"/>
                  </a:lnTo>
                  <a:lnTo>
                    <a:pt x="17244" y="47974"/>
                  </a:lnTo>
                  <a:lnTo>
                    <a:pt x="17655" y="48098"/>
                  </a:lnTo>
                  <a:lnTo>
                    <a:pt x="18068" y="48215"/>
                  </a:lnTo>
                  <a:lnTo>
                    <a:pt x="18483" y="48325"/>
                  </a:lnTo>
                  <a:lnTo>
                    <a:pt x="18901" y="48427"/>
                  </a:lnTo>
                  <a:lnTo>
                    <a:pt x="19319" y="48522"/>
                  </a:lnTo>
                  <a:lnTo>
                    <a:pt x="19740" y="48610"/>
                  </a:lnTo>
                  <a:lnTo>
                    <a:pt x="20162" y="48690"/>
                  </a:lnTo>
                  <a:lnTo>
                    <a:pt x="20585" y="48763"/>
                  </a:lnTo>
                  <a:lnTo>
                    <a:pt x="21010" y="48829"/>
                  </a:lnTo>
                  <a:lnTo>
                    <a:pt x="21435" y="48887"/>
                  </a:lnTo>
                  <a:lnTo>
                    <a:pt x="21862" y="48938"/>
                  </a:lnTo>
                  <a:lnTo>
                    <a:pt x="22289" y="48981"/>
                  </a:lnTo>
                  <a:lnTo>
                    <a:pt x="22717" y="49016"/>
                  </a:lnTo>
                  <a:lnTo>
                    <a:pt x="23146" y="49045"/>
                  </a:lnTo>
                  <a:lnTo>
                    <a:pt x="23575" y="49065"/>
                  </a:lnTo>
                  <a:lnTo>
                    <a:pt x="24004" y="49078"/>
                  </a:lnTo>
                  <a:lnTo>
                    <a:pt x="24434" y="49084"/>
                  </a:lnTo>
                  <a:lnTo>
                    <a:pt x="24863" y="49082"/>
                  </a:lnTo>
                  <a:lnTo>
                    <a:pt x="25293" y="49073"/>
                  </a:lnTo>
                  <a:lnTo>
                    <a:pt x="25722" y="49056"/>
                  </a:lnTo>
                  <a:lnTo>
                    <a:pt x="26151" y="49032"/>
                  </a:lnTo>
                  <a:lnTo>
                    <a:pt x="26579" y="49000"/>
                  </a:lnTo>
                  <a:lnTo>
                    <a:pt x="27007" y="48960"/>
                  </a:lnTo>
                  <a:lnTo>
                    <a:pt x="27434" y="48913"/>
                  </a:lnTo>
                  <a:lnTo>
                    <a:pt x="27860" y="48859"/>
                  </a:lnTo>
                  <a:lnTo>
                    <a:pt x="28285" y="48797"/>
                  </a:lnTo>
                  <a:lnTo>
                    <a:pt x="28709" y="48728"/>
                  </a:lnTo>
                  <a:lnTo>
                    <a:pt x="29131" y="48651"/>
                  </a:lnTo>
                  <a:lnTo>
                    <a:pt x="29553" y="48567"/>
                  </a:lnTo>
                  <a:lnTo>
                    <a:pt x="29972" y="48476"/>
                  </a:lnTo>
                  <a:lnTo>
                    <a:pt x="30390" y="48377"/>
                  </a:lnTo>
                  <a:lnTo>
                    <a:pt x="30807" y="48271"/>
                  </a:lnTo>
                  <a:lnTo>
                    <a:pt x="31221" y="48158"/>
                  </a:lnTo>
                  <a:lnTo>
                    <a:pt x="31633" y="48037"/>
                  </a:lnTo>
                  <a:lnTo>
                    <a:pt x="32043" y="47910"/>
                  </a:lnTo>
                  <a:lnTo>
                    <a:pt x="32451" y="47775"/>
                  </a:lnTo>
                  <a:lnTo>
                    <a:pt x="32857" y="47633"/>
                  </a:lnTo>
                  <a:lnTo>
                    <a:pt x="33259" y="47484"/>
                  </a:lnTo>
                  <a:lnTo>
                    <a:pt x="33660" y="47328"/>
                  </a:lnTo>
                  <a:lnTo>
                    <a:pt x="34057" y="47164"/>
                  </a:lnTo>
                  <a:lnTo>
                    <a:pt x="34451" y="46994"/>
                  </a:lnTo>
                  <a:lnTo>
                    <a:pt x="34843" y="46818"/>
                  </a:lnTo>
                  <a:lnTo>
                    <a:pt x="35231" y="46634"/>
                  </a:lnTo>
                  <a:lnTo>
                    <a:pt x="35616" y="46443"/>
                  </a:lnTo>
                  <a:lnTo>
                    <a:pt x="35998" y="46246"/>
                  </a:lnTo>
                  <a:lnTo>
                    <a:pt x="36376" y="46042"/>
                  </a:lnTo>
                  <a:lnTo>
                    <a:pt x="36750" y="45832"/>
                  </a:lnTo>
                  <a:lnTo>
                    <a:pt x="37121" y="45615"/>
                  </a:lnTo>
                  <a:lnTo>
                    <a:pt x="37488" y="45392"/>
                  </a:lnTo>
                  <a:lnTo>
                    <a:pt x="37851" y="45162"/>
                  </a:lnTo>
                  <a:lnTo>
                    <a:pt x="38210" y="44926"/>
                  </a:lnTo>
                  <a:lnTo>
                    <a:pt x="38564" y="44683"/>
                  </a:lnTo>
                  <a:lnTo>
                    <a:pt x="38915" y="44435"/>
                  </a:lnTo>
                  <a:lnTo>
                    <a:pt x="39261" y="44180"/>
                  </a:lnTo>
                  <a:lnTo>
                    <a:pt x="39602" y="43920"/>
                  </a:lnTo>
                  <a:lnTo>
                    <a:pt x="39939" y="43653"/>
                  </a:lnTo>
                  <a:lnTo>
                    <a:pt x="40271" y="43381"/>
                  </a:lnTo>
                  <a:lnTo>
                    <a:pt x="40598" y="43103"/>
                  </a:lnTo>
                  <a:lnTo>
                    <a:pt x="40921" y="42819"/>
                  </a:lnTo>
                  <a:lnTo>
                    <a:pt x="41238" y="42529"/>
                  </a:lnTo>
                  <a:lnTo>
                    <a:pt x="41550" y="42234"/>
                  </a:lnTo>
                  <a:lnTo>
                    <a:pt x="41857" y="41934"/>
                  </a:lnTo>
                  <a:lnTo>
                    <a:pt x="42159" y="41628"/>
                  </a:lnTo>
                  <a:lnTo>
                    <a:pt x="42455" y="41317"/>
                  </a:lnTo>
                  <a:lnTo>
                    <a:pt x="42746" y="41001"/>
                  </a:lnTo>
                  <a:lnTo>
                    <a:pt x="43031" y="40680"/>
                  </a:lnTo>
                  <a:lnTo>
                    <a:pt x="43311" y="40354"/>
                  </a:lnTo>
                  <a:lnTo>
                    <a:pt x="43585" y="40023"/>
                  </a:lnTo>
                  <a:lnTo>
                    <a:pt x="43853" y="39687"/>
                  </a:lnTo>
                  <a:lnTo>
                    <a:pt x="44115" y="39347"/>
                  </a:lnTo>
                  <a:lnTo>
                    <a:pt x="44371" y="39002"/>
                  </a:lnTo>
                  <a:lnTo>
                    <a:pt x="44621" y="38653"/>
                  </a:lnTo>
                  <a:lnTo>
                    <a:pt x="44865" y="38299"/>
                  </a:lnTo>
                  <a:lnTo>
                    <a:pt x="45103" y="37942"/>
                  </a:lnTo>
                  <a:lnTo>
                    <a:pt x="45334" y="37580"/>
                  </a:lnTo>
                  <a:lnTo>
                    <a:pt x="45559" y="37214"/>
                  </a:lnTo>
                  <a:lnTo>
                    <a:pt x="45778" y="36844"/>
                  </a:lnTo>
                  <a:lnTo>
                    <a:pt x="45990" y="36471"/>
                  </a:lnTo>
                  <a:lnTo>
                    <a:pt x="46195" y="36093"/>
                  </a:lnTo>
                  <a:lnTo>
                    <a:pt x="46394" y="35713"/>
                  </a:lnTo>
                  <a:lnTo>
                    <a:pt x="46586" y="35328"/>
                  </a:lnTo>
                  <a:lnTo>
                    <a:pt x="46772" y="34941"/>
                  </a:lnTo>
                  <a:lnTo>
                    <a:pt x="46950" y="34550"/>
                  </a:lnTo>
                  <a:lnTo>
                    <a:pt x="47122" y="34157"/>
                  </a:lnTo>
                  <a:lnTo>
                    <a:pt x="47287" y="33760"/>
                  </a:lnTo>
                  <a:lnTo>
                    <a:pt x="47445" y="33360"/>
                  </a:lnTo>
                  <a:lnTo>
                    <a:pt x="47595" y="32958"/>
                  </a:lnTo>
                  <a:lnTo>
                    <a:pt x="47739" y="32554"/>
                  </a:lnTo>
                  <a:lnTo>
                    <a:pt x="47876" y="32146"/>
                  </a:lnTo>
                  <a:lnTo>
                    <a:pt x="48005" y="31737"/>
                  </a:lnTo>
                  <a:lnTo>
                    <a:pt x="48128" y="31325"/>
                  </a:lnTo>
                  <a:lnTo>
                    <a:pt x="48243" y="30911"/>
                  </a:lnTo>
                  <a:lnTo>
                    <a:pt x="48351" y="30495"/>
                  </a:lnTo>
                  <a:lnTo>
                    <a:pt x="48451" y="30078"/>
                  </a:lnTo>
                  <a:lnTo>
                    <a:pt x="48544" y="29658"/>
                  </a:lnTo>
                  <a:lnTo>
                    <a:pt x="48630" y="29238"/>
                  </a:lnTo>
                  <a:lnTo>
                    <a:pt x="48709" y="28815"/>
                  </a:lnTo>
                  <a:lnTo>
                    <a:pt x="48780" y="28392"/>
                  </a:lnTo>
                  <a:lnTo>
                    <a:pt x="48843" y="27967"/>
                  </a:lnTo>
                  <a:lnTo>
                    <a:pt x="48900" y="27541"/>
                  </a:lnTo>
                  <a:lnTo>
                    <a:pt x="48948" y="27114"/>
                  </a:lnTo>
                  <a:lnTo>
                    <a:pt x="48990" y="26687"/>
                  </a:lnTo>
                  <a:lnTo>
                    <a:pt x="49024" y="26259"/>
                  </a:lnTo>
                  <a:lnTo>
                    <a:pt x="49050" y="25830"/>
                  </a:lnTo>
                  <a:lnTo>
                    <a:pt x="49069" y="25401"/>
                  </a:lnTo>
                  <a:lnTo>
                    <a:pt x="49080" y="24971"/>
                  </a:lnTo>
                  <a:lnTo>
                    <a:pt x="49084" y="24542"/>
                  </a:lnTo>
                </a:path>
              </a:pathLst>
            </a:custGeom>
            <a:ln w="13550" cap="flat">
              <a:solidFill>
                <a:srgbClr val="7FC5D8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850" name="pl850"/>
            <p:cNvSpPr/>
            <p:nvPr/>
          </p:nvSpPr>
          <p:spPr>
            <a:xfrm>
              <a:off x="4437021" y="6278856"/>
              <a:ext cx="269962" cy="269965"/>
            </a:xfrm>
            <a:custGeom>
              <a:avLst/>
              <a:pathLst>
                <a:path w="269962" h="269965">
                  <a:moveTo>
                    <a:pt x="269962" y="134982"/>
                  </a:moveTo>
                  <a:lnTo>
                    <a:pt x="269942" y="132620"/>
                  </a:lnTo>
                  <a:lnTo>
                    <a:pt x="269880" y="130258"/>
                  </a:lnTo>
                  <a:lnTo>
                    <a:pt x="269776" y="127898"/>
                  </a:lnTo>
                  <a:lnTo>
                    <a:pt x="269632" y="125540"/>
                  </a:lnTo>
                  <a:lnTo>
                    <a:pt x="269446" y="123185"/>
                  </a:lnTo>
                  <a:lnTo>
                    <a:pt x="269219" y="120833"/>
                  </a:lnTo>
                  <a:lnTo>
                    <a:pt x="268951" y="118486"/>
                  </a:lnTo>
                  <a:lnTo>
                    <a:pt x="268641" y="116144"/>
                  </a:lnTo>
                  <a:lnTo>
                    <a:pt x="268291" y="113808"/>
                  </a:lnTo>
                  <a:lnTo>
                    <a:pt x="267900" y="111478"/>
                  </a:lnTo>
                  <a:lnTo>
                    <a:pt x="267468" y="109155"/>
                  </a:lnTo>
                  <a:lnTo>
                    <a:pt x="266996" y="106840"/>
                  </a:lnTo>
                  <a:lnTo>
                    <a:pt x="266483" y="104534"/>
                  </a:lnTo>
                  <a:lnTo>
                    <a:pt x="265930" y="102237"/>
                  </a:lnTo>
                  <a:lnTo>
                    <a:pt x="265337" y="99951"/>
                  </a:lnTo>
                  <a:lnTo>
                    <a:pt x="264704" y="97675"/>
                  </a:lnTo>
                  <a:lnTo>
                    <a:pt x="264031" y="95410"/>
                  </a:lnTo>
                  <a:lnTo>
                    <a:pt x="263319" y="93158"/>
                  </a:lnTo>
                  <a:lnTo>
                    <a:pt x="262568" y="90918"/>
                  </a:lnTo>
                  <a:lnTo>
                    <a:pt x="261777" y="88692"/>
                  </a:lnTo>
                  <a:lnTo>
                    <a:pt x="260947" y="86480"/>
                  </a:lnTo>
                  <a:lnTo>
                    <a:pt x="260079" y="84282"/>
                  </a:lnTo>
                  <a:lnTo>
                    <a:pt x="259173" y="82101"/>
                  </a:lnTo>
                  <a:lnTo>
                    <a:pt x="258228" y="79935"/>
                  </a:lnTo>
                  <a:lnTo>
                    <a:pt x="257246" y="77787"/>
                  </a:lnTo>
                  <a:lnTo>
                    <a:pt x="256226" y="75656"/>
                  </a:lnTo>
                  <a:lnTo>
                    <a:pt x="255169" y="73543"/>
                  </a:lnTo>
                  <a:lnTo>
                    <a:pt x="254076" y="71449"/>
                  </a:lnTo>
                  <a:lnTo>
                    <a:pt x="252946" y="69374"/>
                  </a:lnTo>
                  <a:lnTo>
                    <a:pt x="251779" y="67320"/>
                  </a:lnTo>
                  <a:lnTo>
                    <a:pt x="250577" y="65286"/>
                  </a:lnTo>
                  <a:lnTo>
                    <a:pt x="249340" y="63274"/>
                  </a:lnTo>
                  <a:lnTo>
                    <a:pt x="248067" y="61283"/>
                  </a:lnTo>
                  <a:lnTo>
                    <a:pt x="246760" y="59315"/>
                  </a:lnTo>
                  <a:lnTo>
                    <a:pt x="245419" y="57371"/>
                  </a:lnTo>
                  <a:lnTo>
                    <a:pt x="244044" y="55450"/>
                  </a:lnTo>
                  <a:lnTo>
                    <a:pt x="242635" y="53553"/>
                  </a:lnTo>
                  <a:lnTo>
                    <a:pt x="241193" y="51681"/>
                  </a:lnTo>
                  <a:lnTo>
                    <a:pt x="239719" y="49835"/>
                  </a:lnTo>
                  <a:lnTo>
                    <a:pt x="238213" y="48015"/>
                  </a:lnTo>
                  <a:lnTo>
                    <a:pt x="236675" y="46222"/>
                  </a:lnTo>
                  <a:lnTo>
                    <a:pt x="235106" y="44456"/>
                  </a:lnTo>
                  <a:lnTo>
                    <a:pt x="233507" y="42717"/>
                  </a:lnTo>
                  <a:lnTo>
                    <a:pt x="231877" y="41007"/>
                  </a:lnTo>
                  <a:lnTo>
                    <a:pt x="230217" y="39326"/>
                  </a:lnTo>
                  <a:lnTo>
                    <a:pt x="228529" y="37673"/>
                  </a:lnTo>
                  <a:lnTo>
                    <a:pt x="226811" y="36051"/>
                  </a:lnTo>
                  <a:lnTo>
                    <a:pt x="225066" y="34459"/>
                  </a:lnTo>
                  <a:lnTo>
                    <a:pt x="223293" y="32898"/>
                  </a:lnTo>
                  <a:lnTo>
                    <a:pt x="221493" y="31368"/>
                  </a:lnTo>
                  <a:lnTo>
                    <a:pt x="219666" y="29870"/>
                  </a:lnTo>
                  <a:lnTo>
                    <a:pt x="217814" y="28404"/>
                  </a:lnTo>
                  <a:lnTo>
                    <a:pt x="215936" y="26970"/>
                  </a:lnTo>
                  <a:lnTo>
                    <a:pt x="214033" y="25570"/>
                  </a:lnTo>
                  <a:lnTo>
                    <a:pt x="212106" y="24203"/>
                  </a:lnTo>
                  <a:lnTo>
                    <a:pt x="210155" y="22870"/>
                  </a:lnTo>
                  <a:lnTo>
                    <a:pt x="208182" y="21572"/>
                  </a:lnTo>
                  <a:lnTo>
                    <a:pt x="206186" y="20308"/>
                  </a:lnTo>
                  <a:lnTo>
                    <a:pt x="204168" y="19079"/>
                  </a:lnTo>
                  <a:lnTo>
                    <a:pt x="202129" y="17886"/>
                  </a:lnTo>
                  <a:lnTo>
                    <a:pt x="200069" y="16729"/>
                  </a:lnTo>
                  <a:lnTo>
                    <a:pt x="197990" y="15608"/>
                  </a:lnTo>
                  <a:lnTo>
                    <a:pt x="195891" y="14523"/>
                  </a:lnTo>
                  <a:lnTo>
                    <a:pt x="193774" y="13476"/>
                  </a:lnTo>
                  <a:lnTo>
                    <a:pt x="191638" y="12465"/>
                  </a:lnTo>
                  <a:lnTo>
                    <a:pt x="189485" y="11493"/>
                  </a:lnTo>
                  <a:lnTo>
                    <a:pt x="187316" y="10558"/>
                  </a:lnTo>
                  <a:lnTo>
                    <a:pt x="185130" y="9661"/>
                  </a:lnTo>
                  <a:lnTo>
                    <a:pt x="182929" y="8802"/>
                  </a:lnTo>
                  <a:lnTo>
                    <a:pt x="180714" y="7982"/>
                  </a:lnTo>
                  <a:lnTo>
                    <a:pt x="178484" y="7201"/>
                  </a:lnTo>
                  <a:lnTo>
                    <a:pt x="176241" y="6460"/>
                  </a:lnTo>
                  <a:lnTo>
                    <a:pt x="173985" y="5757"/>
                  </a:lnTo>
                  <a:lnTo>
                    <a:pt x="171718" y="5094"/>
                  </a:lnTo>
                  <a:lnTo>
                    <a:pt x="169439" y="4471"/>
                  </a:lnTo>
                  <a:lnTo>
                    <a:pt x="167150" y="3888"/>
                  </a:lnTo>
                  <a:lnTo>
                    <a:pt x="164851" y="3345"/>
                  </a:lnTo>
                  <a:lnTo>
                    <a:pt x="162542" y="2842"/>
                  </a:lnTo>
                  <a:lnTo>
                    <a:pt x="160225" y="2380"/>
                  </a:lnTo>
                  <a:lnTo>
                    <a:pt x="157901" y="1959"/>
                  </a:lnTo>
                  <a:lnTo>
                    <a:pt x="155569" y="1578"/>
                  </a:lnTo>
                  <a:lnTo>
                    <a:pt x="153231" y="1238"/>
                  </a:lnTo>
                  <a:lnTo>
                    <a:pt x="150888" y="939"/>
                  </a:lnTo>
                  <a:lnTo>
                    <a:pt x="148540" y="681"/>
                  </a:lnTo>
                  <a:lnTo>
                    <a:pt x="146187" y="464"/>
                  </a:lnTo>
                  <a:lnTo>
                    <a:pt x="143831" y="289"/>
                  </a:lnTo>
                  <a:lnTo>
                    <a:pt x="141473" y="155"/>
                  </a:lnTo>
                  <a:lnTo>
                    <a:pt x="139112" y="62"/>
                  </a:lnTo>
                  <a:lnTo>
                    <a:pt x="136750" y="10"/>
                  </a:lnTo>
                  <a:lnTo>
                    <a:pt x="134388" y="0"/>
                  </a:lnTo>
                  <a:lnTo>
                    <a:pt x="132025" y="31"/>
                  </a:lnTo>
                  <a:lnTo>
                    <a:pt x="129664" y="103"/>
                  </a:lnTo>
                  <a:lnTo>
                    <a:pt x="127304" y="217"/>
                  </a:lnTo>
                  <a:lnTo>
                    <a:pt x="124947" y="371"/>
                  </a:lnTo>
                  <a:lnTo>
                    <a:pt x="122593" y="568"/>
                  </a:lnTo>
                  <a:lnTo>
                    <a:pt x="120242" y="805"/>
                  </a:lnTo>
                  <a:lnTo>
                    <a:pt x="117896" y="1083"/>
                  </a:lnTo>
                  <a:lnTo>
                    <a:pt x="115556" y="1403"/>
                  </a:lnTo>
                  <a:lnTo>
                    <a:pt x="113221" y="1763"/>
                  </a:lnTo>
                  <a:lnTo>
                    <a:pt x="110893" y="2164"/>
                  </a:lnTo>
                  <a:lnTo>
                    <a:pt x="108572" y="2606"/>
                  </a:lnTo>
                  <a:lnTo>
                    <a:pt x="106259" y="3089"/>
                  </a:lnTo>
                  <a:lnTo>
                    <a:pt x="103955" y="3612"/>
                  </a:lnTo>
                  <a:lnTo>
                    <a:pt x="101661" y="4175"/>
                  </a:lnTo>
                  <a:lnTo>
                    <a:pt x="99377" y="4778"/>
                  </a:lnTo>
                  <a:lnTo>
                    <a:pt x="97104" y="5421"/>
                  </a:lnTo>
                  <a:lnTo>
                    <a:pt x="94842" y="6103"/>
                  </a:lnTo>
                  <a:lnTo>
                    <a:pt x="92592" y="6826"/>
                  </a:lnTo>
                  <a:lnTo>
                    <a:pt x="90356" y="7587"/>
                  </a:lnTo>
                  <a:lnTo>
                    <a:pt x="88133" y="8387"/>
                  </a:lnTo>
                  <a:lnTo>
                    <a:pt x="85925" y="9227"/>
                  </a:lnTo>
                  <a:lnTo>
                    <a:pt x="83732" y="10104"/>
                  </a:lnTo>
                  <a:lnTo>
                    <a:pt x="81554" y="11020"/>
                  </a:lnTo>
                  <a:lnTo>
                    <a:pt x="79393" y="11974"/>
                  </a:lnTo>
                  <a:lnTo>
                    <a:pt x="77249" y="12966"/>
                  </a:lnTo>
                  <a:lnTo>
                    <a:pt x="75122" y="13995"/>
                  </a:lnTo>
                  <a:lnTo>
                    <a:pt x="73014" y="15061"/>
                  </a:lnTo>
                  <a:lnTo>
                    <a:pt x="70924" y="16164"/>
                  </a:lnTo>
                  <a:lnTo>
                    <a:pt x="68855" y="17303"/>
                  </a:lnTo>
                  <a:lnTo>
                    <a:pt x="66805" y="18478"/>
                  </a:lnTo>
                  <a:lnTo>
                    <a:pt x="64777" y="19689"/>
                  </a:lnTo>
                  <a:lnTo>
                    <a:pt x="62770" y="20936"/>
                  </a:lnTo>
                  <a:lnTo>
                    <a:pt x="60785" y="22217"/>
                  </a:lnTo>
                  <a:lnTo>
                    <a:pt x="58823" y="23532"/>
                  </a:lnTo>
                  <a:lnTo>
                    <a:pt x="56884" y="24882"/>
                  </a:lnTo>
                  <a:lnTo>
                    <a:pt x="54969" y="26266"/>
                  </a:lnTo>
                  <a:lnTo>
                    <a:pt x="53079" y="27683"/>
                  </a:lnTo>
                  <a:lnTo>
                    <a:pt x="51214" y="29133"/>
                  </a:lnTo>
                  <a:lnTo>
                    <a:pt x="49374" y="30615"/>
                  </a:lnTo>
                  <a:lnTo>
                    <a:pt x="47560" y="32129"/>
                  </a:lnTo>
                  <a:lnTo>
                    <a:pt x="45774" y="33675"/>
                  </a:lnTo>
                  <a:lnTo>
                    <a:pt x="44015" y="35251"/>
                  </a:lnTo>
                  <a:lnTo>
                    <a:pt x="42283" y="36858"/>
                  </a:lnTo>
                  <a:lnTo>
                    <a:pt x="40580" y="38496"/>
                  </a:lnTo>
                  <a:lnTo>
                    <a:pt x="38906" y="40163"/>
                  </a:lnTo>
                  <a:lnTo>
                    <a:pt x="37261" y="41858"/>
                  </a:lnTo>
                  <a:lnTo>
                    <a:pt x="35646" y="43583"/>
                  </a:lnTo>
                  <a:lnTo>
                    <a:pt x="34062" y="45335"/>
                  </a:lnTo>
                  <a:lnTo>
                    <a:pt x="32508" y="47115"/>
                  </a:lnTo>
                  <a:lnTo>
                    <a:pt x="30986" y="48922"/>
                  </a:lnTo>
                  <a:lnTo>
                    <a:pt x="29496" y="50755"/>
                  </a:lnTo>
                  <a:lnTo>
                    <a:pt x="28038" y="52614"/>
                  </a:lnTo>
                  <a:lnTo>
                    <a:pt x="26613" y="54498"/>
                  </a:lnTo>
                  <a:lnTo>
                    <a:pt x="25221" y="56407"/>
                  </a:lnTo>
                  <a:lnTo>
                    <a:pt x="23863" y="58340"/>
                  </a:lnTo>
                  <a:lnTo>
                    <a:pt x="22539" y="60296"/>
                  </a:lnTo>
                  <a:lnTo>
                    <a:pt x="21249" y="62276"/>
                  </a:lnTo>
                  <a:lnTo>
                    <a:pt x="19994" y="64277"/>
                  </a:lnTo>
                  <a:lnTo>
                    <a:pt x="18774" y="66300"/>
                  </a:lnTo>
                  <a:lnTo>
                    <a:pt x="17590" y="68344"/>
                  </a:lnTo>
                  <a:lnTo>
                    <a:pt x="16441" y="70409"/>
                  </a:lnTo>
                  <a:lnTo>
                    <a:pt x="15329" y="72493"/>
                  </a:lnTo>
                  <a:lnTo>
                    <a:pt x="14254" y="74597"/>
                  </a:lnTo>
                  <a:lnTo>
                    <a:pt x="13216" y="76719"/>
                  </a:lnTo>
                  <a:lnTo>
                    <a:pt x="12215" y="78859"/>
                  </a:lnTo>
                  <a:lnTo>
                    <a:pt x="11251" y="81016"/>
                  </a:lnTo>
                  <a:lnTo>
                    <a:pt x="10326" y="83190"/>
                  </a:lnTo>
                  <a:lnTo>
                    <a:pt x="9439" y="85379"/>
                  </a:lnTo>
                  <a:lnTo>
                    <a:pt x="8590" y="87584"/>
                  </a:lnTo>
                  <a:lnTo>
                    <a:pt x="7780" y="89803"/>
                  </a:lnTo>
                  <a:lnTo>
                    <a:pt x="7008" y="92036"/>
                  </a:lnTo>
                  <a:lnTo>
                    <a:pt x="6276" y="94282"/>
                  </a:lnTo>
                  <a:lnTo>
                    <a:pt x="5584" y="96541"/>
                  </a:lnTo>
                  <a:lnTo>
                    <a:pt x="4931" y="98811"/>
                  </a:lnTo>
                  <a:lnTo>
                    <a:pt x="4318" y="101093"/>
                  </a:lnTo>
                  <a:lnTo>
                    <a:pt x="3745" y="103385"/>
                  </a:lnTo>
                  <a:lnTo>
                    <a:pt x="3212" y="105686"/>
                  </a:lnTo>
                  <a:lnTo>
                    <a:pt x="2719" y="107997"/>
                  </a:lnTo>
                  <a:lnTo>
                    <a:pt x="2267" y="110316"/>
                  </a:lnTo>
                  <a:lnTo>
                    <a:pt x="1856" y="112642"/>
                  </a:lnTo>
                  <a:lnTo>
                    <a:pt x="1485" y="114975"/>
                  </a:lnTo>
                  <a:lnTo>
                    <a:pt x="1156" y="117314"/>
                  </a:lnTo>
                  <a:lnTo>
                    <a:pt x="867" y="119659"/>
                  </a:lnTo>
                  <a:lnTo>
                    <a:pt x="619" y="122009"/>
                  </a:lnTo>
                  <a:lnTo>
                    <a:pt x="413" y="124362"/>
                  </a:lnTo>
                  <a:lnTo>
                    <a:pt x="248" y="126719"/>
                  </a:lnTo>
                  <a:lnTo>
                    <a:pt x="124" y="129078"/>
                  </a:lnTo>
                  <a:lnTo>
                    <a:pt x="41" y="131439"/>
                  </a:lnTo>
                  <a:lnTo>
                    <a:pt x="0" y="133801"/>
                  </a:lnTo>
                  <a:lnTo>
                    <a:pt x="0" y="136163"/>
                  </a:lnTo>
                  <a:lnTo>
                    <a:pt x="41" y="138525"/>
                  </a:lnTo>
                  <a:lnTo>
                    <a:pt x="124" y="140886"/>
                  </a:lnTo>
                  <a:lnTo>
                    <a:pt x="248" y="143246"/>
                  </a:lnTo>
                  <a:lnTo>
                    <a:pt x="413" y="145602"/>
                  </a:lnTo>
                  <a:lnTo>
                    <a:pt x="619" y="147956"/>
                  </a:lnTo>
                  <a:lnTo>
                    <a:pt x="867" y="150305"/>
                  </a:lnTo>
                  <a:lnTo>
                    <a:pt x="1156" y="152650"/>
                  </a:lnTo>
                  <a:lnTo>
                    <a:pt x="1485" y="154989"/>
                  </a:lnTo>
                  <a:lnTo>
                    <a:pt x="1856" y="157322"/>
                  </a:lnTo>
                  <a:lnTo>
                    <a:pt x="2267" y="159649"/>
                  </a:lnTo>
                  <a:lnTo>
                    <a:pt x="2719" y="161968"/>
                  </a:lnTo>
                  <a:lnTo>
                    <a:pt x="3212" y="164278"/>
                  </a:lnTo>
                  <a:lnTo>
                    <a:pt x="3745" y="166580"/>
                  </a:lnTo>
                  <a:lnTo>
                    <a:pt x="4318" y="168872"/>
                  </a:lnTo>
                  <a:lnTo>
                    <a:pt x="4931" y="171153"/>
                  </a:lnTo>
                  <a:lnTo>
                    <a:pt x="5584" y="173424"/>
                  </a:lnTo>
                  <a:lnTo>
                    <a:pt x="6276" y="175682"/>
                  </a:lnTo>
                  <a:lnTo>
                    <a:pt x="7008" y="177928"/>
                  </a:lnTo>
                  <a:lnTo>
                    <a:pt x="7780" y="180161"/>
                  </a:lnTo>
                  <a:lnTo>
                    <a:pt x="8590" y="182381"/>
                  </a:lnTo>
                  <a:lnTo>
                    <a:pt x="9439" y="184585"/>
                  </a:lnTo>
                  <a:lnTo>
                    <a:pt x="10326" y="186775"/>
                  </a:lnTo>
                  <a:lnTo>
                    <a:pt x="11251" y="188948"/>
                  </a:lnTo>
                  <a:lnTo>
                    <a:pt x="12215" y="191105"/>
                  </a:lnTo>
                  <a:lnTo>
                    <a:pt x="13216" y="193245"/>
                  </a:lnTo>
                  <a:lnTo>
                    <a:pt x="14254" y="195367"/>
                  </a:lnTo>
                  <a:lnTo>
                    <a:pt x="15329" y="197471"/>
                  </a:lnTo>
                  <a:lnTo>
                    <a:pt x="16441" y="199555"/>
                  </a:lnTo>
                  <a:lnTo>
                    <a:pt x="17590" y="201620"/>
                  </a:lnTo>
                  <a:lnTo>
                    <a:pt x="18774" y="203664"/>
                  </a:lnTo>
                  <a:lnTo>
                    <a:pt x="19994" y="205687"/>
                  </a:lnTo>
                  <a:lnTo>
                    <a:pt x="21249" y="207689"/>
                  </a:lnTo>
                  <a:lnTo>
                    <a:pt x="22539" y="209668"/>
                  </a:lnTo>
                  <a:lnTo>
                    <a:pt x="23863" y="211624"/>
                  </a:lnTo>
                  <a:lnTo>
                    <a:pt x="25221" y="213557"/>
                  </a:lnTo>
                  <a:lnTo>
                    <a:pt x="26613" y="215466"/>
                  </a:lnTo>
                  <a:lnTo>
                    <a:pt x="28038" y="217350"/>
                  </a:lnTo>
                  <a:lnTo>
                    <a:pt x="29496" y="219209"/>
                  </a:lnTo>
                  <a:lnTo>
                    <a:pt x="30986" y="221042"/>
                  </a:lnTo>
                  <a:lnTo>
                    <a:pt x="32508" y="222849"/>
                  </a:lnTo>
                  <a:lnTo>
                    <a:pt x="34062" y="224629"/>
                  </a:lnTo>
                  <a:lnTo>
                    <a:pt x="35646" y="226381"/>
                  </a:lnTo>
                  <a:lnTo>
                    <a:pt x="37261" y="228106"/>
                  </a:lnTo>
                  <a:lnTo>
                    <a:pt x="38906" y="229802"/>
                  </a:lnTo>
                  <a:lnTo>
                    <a:pt x="40580" y="231469"/>
                  </a:lnTo>
                  <a:lnTo>
                    <a:pt x="42283" y="233106"/>
                  </a:lnTo>
                  <a:lnTo>
                    <a:pt x="44015" y="234713"/>
                  </a:lnTo>
                  <a:lnTo>
                    <a:pt x="45774" y="236290"/>
                  </a:lnTo>
                  <a:lnTo>
                    <a:pt x="47560" y="237835"/>
                  </a:lnTo>
                  <a:lnTo>
                    <a:pt x="49374" y="239350"/>
                  </a:lnTo>
                  <a:lnTo>
                    <a:pt x="51214" y="240832"/>
                  </a:lnTo>
                  <a:lnTo>
                    <a:pt x="53079" y="242282"/>
                  </a:lnTo>
                  <a:lnTo>
                    <a:pt x="54969" y="243698"/>
                  </a:lnTo>
                  <a:lnTo>
                    <a:pt x="56884" y="245082"/>
                  </a:lnTo>
                  <a:lnTo>
                    <a:pt x="58823" y="246432"/>
                  </a:lnTo>
                  <a:lnTo>
                    <a:pt x="60785" y="247748"/>
                  </a:lnTo>
                  <a:lnTo>
                    <a:pt x="62770" y="249029"/>
                  </a:lnTo>
                  <a:lnTo>
                    <a:pt x="64777" y="250275"/>
                  </a:lnTo>
                  <a:lnTo>
                    <a:pt x="66805" y="251486"/>
                  </a:lnTo>
                  <a:lnTo>
                    <a:pt x="68855" y="252661"/>
                  </a:lnTo>
                  <a:lnTo>
                    <a:pt x="70924" y="253800"/>
                  </a:lnTo>
                  <a:lnTo>
                    <a:pt x="73014" y="254903"/>
                  </a:lnTo>
                  <a:lnTo>
                    <a:pt x="75122" y="255969"/>
                  </a:lnTo>
                  <a:lnTo>
                    <a:pt x="77249" y="256998"/>
                  </a:lnTo>
                  <a:lnTo>
                    <a:pt x="79393" y="257990"/>
                  </a:lnTo>
                  <a:lnTo>
                    <a:pt x="81554" y="258944"/>
                  </a:lnTo>
                  <a:lnTo>
                    <a:pt x="83732" y="259860"/>
                  </a:lnTo>
                  <a:lnTo>
                    <a:pt x="85925" y="260738"/>
                  </a:lnTo>
                  <a:lnTo>
                    <a:pt x="88133" y="261577"/>
                  </a:lnTo>
                  <a:lnTo>
                    <a:pt x="90356" y="262377"/>
                  </a:lnTo>
                  <a:lnTo>
                    <a:pt x="92592" y="263139"/>
                  </a:lnTo>
                  <a:lnTo>
                    <a:pt x="94842" y="263861"/>
                  </a:lnTo>
                  <a:lnTo>
                    <a:pt x="97104" y="264544"/>
                  </a:lnTo>
                  <a:lnTo>
                    <a:pt x="99377" y="265187"/>
                  </a:lnTo>
                  <a:lnTo>
                    <a:pt x="101661" y="265790"/>
                  </a:lnTo>
                  <a:lnTo>
                    <a:pt x="103955" y="266353"/>
                  </a:lnTo>
                  <a:lnTo>
                    <a:pt x="106259" y="266876"/>
                  </a:lnTo>
                  <a:lnTo>
                    <a:pt x="108572" y="267358"/>
                  </a:lnTo>
                  <a:lnTo>
                    <a:pt x="110893" y="267800"/>
                  </a:lnTo>
                  <a:lnTo>
                    <a:pt x="113221" y="268201"/>
                  </a:lnTo>
                  <a:lnTo>
                    <a:pt x="115556" y="268561"/>
                  </a:lnTo>
                  <a:lnTo>
                    <a:pt x="117896" y="268881"/>
                  </a:lnTo>
                  <a:lnTo>
                    <a:pt x="120242" y="269159"/>
                  </a:lnTo>
                  <a:lnTo>
                    <a:pt x="122593" y="269397"/>
                  </a:lnTo>
                  <a:lnTo>
                    <a:pt x="124947" y="269593"/>
                  </a:lnTo>
                  <a:lnTo>
                    <a:pt x="127304" y="269748"/>
                  </a:lnTo>
                  <a:lnTo>
                    <a:pt x="129664" y="269862"/>
                  </a:lnTo>
                  <a:lnTo>
                    <a:pt x="132025" y="269934"/>
                  </a:lnTo>
                  <a:lnTo>
                    <a:pt x="134388" y="269965"/>
                  </a:lnTo>
                  <a:lnTo>
                    <a:pt x="136750" y="269955"/>
                  </a:lnTo>
                  <a:lnTo>
                    <a:pt x="139112" y="269903"/>
                  </a:lnTo>
                  <a:lnTo>
                    <a:pt x="141473" y="269810"/>
                  </a:lnTo>
                  <a:lnTo>
                    <a:pt x="143831" y="269676"/>
                  </a:lnTo>
                  <a:lnTo>
                    <a:pt x="146187" y="269500"/>
                  </a:lnTo>
                  <a:lnTo>
                    <a:pt x="148540" y="269283"/>
                  </a:lnTo>
                  <a:lnTo>
                    <a:pt x="150888" y="269025"/>
                  </a:lnTo>
                  <a:lnTo>
                    <a:pt x="153231" y="268726"/>
                  </a:lnTo>
                  <a:lnTo>
                    <a:pt x="155569" y="268386"/>
                  </a:lnTo>
                  <a:lnTo>
                    <a:pt x="157901" y="268006"/>
                  </a:lnTo>
                  <a:lnTo>
                    <a:pt x="160225" y="267584"/>
                  </a:lnTo>
                  <a:lnTo>
                    <a:pt x="162542" y="267122"/>
                  </a:lnTo>
                  <a:lnTo>
                    <a:pt x="164851" y="266619"/>
                  </a:lnTo>
                  <a:lnTo>
                    <a:pt x="167150" y="266076"/>
                  </a:lnTo>
                  <a:lnTo>
                    <a:pt x="169439" y="265493"/>
                  </a:lnTo>
                  <a:lnTo>
                    <a:pt x="171718" y="264870"/>
                  </a:lnTo>
                  <a:lnTo>
                    <a:pt x="173985" y="264207"/>
                  </a:lnTo>
                  <a:lnTo>
                    <a:pt x="176241" y="263505"/>
                  </a:lnTo>
                  <a:lnTo>
                    <a:pt x="178484" y="262763"/>
                  </a:lnTo>
                  <a:lnTo>
                    <a:pt x="180714" y="261982"/>
                  </a:lnTo>
                  <a:lnTo>
                    <a:pt x="182929" y="261162"/>
                  </a:lnTo>
                  <a:lnTo>
                    <a:pt x="185130" y="260304"/>
                  </a:lnTo>
                  <a:lnTo>
                    <a:pt x="187316" y="259407"/>
                  </a:lnTo>
                  <a:lnTo>
                    <a:pt x="189485" y="258472"/>
                  </a:lnTo>
                  <a:lnTo>
                    <a:pt x="191638" y="257499"/>
                  </a:lnTo>
                  <a:lnTo>
                    <a:pt x="193774" y="256489"/>
                  </a:lnTo>
                  <a:lnTo>
                    <a:pt x="195891" y="255441"/>
                  </a:lnTo>
                  <a:lnTo>
                    <a:pt x="197990" y="254356"/>
                  </a:lnTo>
                  <a:lnTo>
                    <a:pt x="200069" y="253235"/>
                  </a:lnTo>
                  <a:lnTo>
                    <a:pt x="202129" y="252078"/>
                  </a:lnTo>
                  <a:lnTo>
                    <a:pt x="204168" y="250885"/>
                  </a:lnTo>
                  <a:lnTo>
                    <a:pt x="206186" y="249656"/>
                  </a:lnTo>
                  <a:lnTo>
                    <a:pt x="208182" y="248393"/>
                  </a:lnTo>
                  <a:lnTo>
                    <a:pt x="210155" y="247094"/>
                  </a:lnTo>
                  <a:lnTo>
                    <a:pt x="212106" y="245761"/>
                  </a:lnTo>
                  <a:lnTo>
                    <a:pt x="214033" y="244394"/>
                  </a:lnTo>
                  <a:lnTo>
                    <a:pt x="215936" y="242994"/>
                  </a:lnTo>
                  <a:lnTo>
                    <a:pt x="217814" y="241561"/>
                  </a:lnTo>
                  <a:lnTo>
                    <a:pt x="219666" y="240095"/>
                  </a:lnTo>
                  <a:lnTo>
                    <a:pt x="221493" y="238597"/>
                  </a:lnTo>
                  <a:lnTo>
                    <a:pt x="223293" y="237067"/>
                  </a:lnTo>
                  <a:lnTo>
                    <a:pt x="225066" y="235505"/>
                  </a:lnTo>
                  <a:lnTo>
                    <a:pt x="226811" y="233913"/>
                  </a:lnTo>
                  <a:lnTo>
                    <a:pt x="228529" y="232291"/>
                  </a:lnTo>
                  <a:lnTo>
                    <a:pt x="230217" y="230639"/>
                  </a:lnTo>
                  <a:lnTo>
                    <a:pt x="231877" y="228957"/>
                  </a:lnTo>
                  <a:lnTo>
                    <a:pt x="233507" y="227247"/>
                  </a:lnTo>
                  <a:lnTo>
                    <a:pt x="235106" y="225509"/>
                  </a:lnTo>
                  <a:lnTo>
                    <a:pt x="236675" y="223743"/>
                  </a:lnTo>
                  <a:lnTo>
                    <a:pt x="238213" y="221949"/>
                  </a:lnTo>
                  <a:lnTo>
                    <a:pt x="239719" y="220129"/>
                  </a:lnTo>
                  <a:lnTo>
                    <a:pt x="241193" y="218283"/>
                  </a:lnTo>
                  <a:lnTo>
                    <a:pt x="242635" y="216411"/>
                  </a:lnTo>
                  <a:lnTo>
                    <a:pt x="244044" y="214515"/>
                  </a:lnTo>
                  <a:lnTo>
                    <a:pt x="245419" y="212594"/>
                  </a:lnTo>
                  <a:lnTo>
                    <a:pt x="246760" y="210649"/>
                  </a:lnTo>
                  <a:lnTo>
                    <a:pt x="248067" y="208681"/>
                  </a:lnTo>
                  <a:lnTo>
                    <a:pt x="249340" y="206691"/>
                  </a:lnTo>
                  <a:lnTo>
                    <a:pt x="250577" y="204678"/>
                  </a:lnTo>
                  <a:lnTo>
                    <a:pt x="251779" y="202645"/>
                  </a:lnTo>
                  <a:lnTo>
                    <a:pt x="252946" y="200590"/>
                  </a:lnTo>
                  <a:lnTo>
                    <a:pt x="254076" y="198516"/>
                  </a:lnTo>
                  <a:lnTo>
                    <a:pt x="255169" y="196421"/>
                  </a:lnTo>
                  <a:lnTo>
                    <a:pt x="256226" y="194309"/>
                  </a:lnTo>
                  <a:lnTo>
                    <a:pt x="257246" y="192178"/>
                  </a:lnTo>
                  <a:lnTo>
                    <a:pt x="258228" y="190029"/>
                  </a:lnTo>
                  <a:lnTo>
                    <a:pt x="259173" y="187864"/>
                  </a:lnTo>
                  <a:lnTo>
                    <a:pt x="260079" y="185682"/>
                  </a:lnTo>
                  <a:lnTo>
                    <a:pt x="260947" y="183485"/>
                  </a:lnTo>
                  <a:lnTo>
                    <a:pt x="261777" y="181273"/>
                  </a:lnTo>
                  <a:lnTo>
                    <a:pt x="262568" y="179047"/>
                  </a:lnTo>
                  <a:lnTo>
                    <a:pt x="263319" y="176807"/>
                  </a:lnTo>
                  <a:lnTo>
                    <a:pt x="264031" y="174554"/>
                  </a:lnTo>
                  <a:lnTo>
                    <a:pt x="264704" y="172290"/>
                  </a:lnTo>
                  <a:lnTo>
                    <a:pt x="265337" y="170014"/>
                  </a:lnTo>
                  <a:lnTo>
                    <a:pt x="265930" y="167727"/>
                  </a:lnTo>
                  <a:lnTo>
                    <a:pt x="266483" y="165430"/>
                  </a:lnTo>
                  <a:lnTo>
                    <a:pt x="266996" y="163124"/>
                  </a:lnTo>
                  <a:lnTo>
                    <a:pt x="267468" y="160809"/>
                  </a:lnTo>
                  <a:lnTo>
                    <a:pt x="267900" y="158487"/>
                  </a:lnTo>
                  <a:lnTo>
                    <a:pt x="268291" y="156157"/>
                  </a:lnTo>
                  <a:lnTo>
                    <a:pt x="268641" y="153820"/>
                  </a:lnTo>
                  <a:lnTo>
                    <a:pt x="268951" y="151478"/>
                  </a:lnTo>
                  <a:lnTo>
                    <a:pt x="269219" y="149131"/>
                  </a:lnTo>
                  <a:lnTo>
                    <a:pt x="269446" y="146779"/>
                  </a:lnTo>
                  <a:lnTo>
                    <a:pt x="269632" y="144424"/>
                  </a:lnTo>
                  <a:lnTo>
                    <a:pt x="269776" y="142066"/>
                  </a:lnTo>
                  <a:lnTo>
                    <a:pt x="269880" y="139706"/>
                  </a:lnTo>
                  <a:lnTo>
                    <a:pt x="269942" y="137345"/>
                  </a:lnTo>
                  <a:lnTo>
                    <a:pt x="269962" y="134982"/>
                  </a:lnTo>
                </a:path>
              </a:pathLst>
            </a:custGeom>
            <a:ln w="13550" cap="flat">
              <a:solidFill>
                <a:srgbClr val="7FC5D8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851" name="pl851"/>
            <p:cNvSpPr/>
            <p:nvPr/>
          </p:nvSpPr>
          <p:spPr>
            <a:xfrm>
              <a:off x="4326583" y="6168416"/>
              <a:ext cx="490841" cy="490846"/>
            </a:xfrm>
            <a:custGeom>
              <a:avLst/>
              <a:pathLst>
                <a:path w="490841" h="490846">
                  <a:moveTo>
                    <a:pt x="490841" y="245423"/>
                  </a:moveTo>
                  <a:lnTo>
                    <a:pt x="490803" y="241127"/>
                  </a:lnTo>
                  <a:lnTo>
                    <a:pt x="490691" y="236833"/>
                  </a:lnTo>
                  <a:lnTo>
                    <a:pt x="490503" y="232542"/>
                  </a:lnTo>
                  <a:lnTo>
                    <a:pt x="490240" y="228255"/>
                  </a:lnTo>
                  <a:lnTo>
                    <a:pt x="489902" y="223973"/>
                  </a:lnTo>
                  <a:lnTo>
                    <a:pt x="489489" y="219697"/>
                  </a:lnTo>
                  <a:lnTo>
                    <a:pt x="489001" y="215430"/>
                  </a:lnTo>
                  <a:lnTo>
                    <a:pt x="488439" y="211171"/>
                  </a:lnTo>
                  <a:lnTo>
                    <a:pt x="487803" y="206924"/>
                  </a:lnTo>
                  <a:lnTo>
                    <a:pt x="487092" y="202687"/>
                  </a:lnTo>
                  <a:lnTo>
                    <a:pt x="486307" y="198464"/>
                  </a:lnTo>
                  <a:lnTo>
                    <a:pt x="485448" y="194256"/>
                  </a:lnTo>
                  <a:lnTo>
                    <a:pt x="484516" y="190063"/>
                  </a:lnTo>
                  <a:lnTo>
                    <a:pt x="483510" y="185887"/>
                  </a:lnTo>
                  <a:lnTo>
                    <a:pt x="482432" y="181729"/>
                  </a:lnTo>
                  <a:lnTo>
                    <a:pt x="481281" y="177591"/>
                  </a:lnTo>
                  <a:lnTo>
                    <a:pt x="480058" y="173473"/>
                  </a:lnTo>
                  <a:lnTo>
                    <a:pt x="478762" y="169378"/>
                  </a:lnTo>
                  <a:lnTo>
                    <a:pt x="477396" y="165306"/>
                  </a:lnTo>
                  <a:lnTo>
                    <a:pt x="475958" y="161258"/>
                  </a:lnTo>
                  <a:lnTo>
                    <a:pt x="474450" y="157236"/>
                  </a:lnTo>
                  <a:lnTo>
                    <a:pt x="472872" y="153241"/>
                  </a:lnTo>
                  <a:lnTo>
                    <a:pt x="471223" y="149275"/>
                  </a:lnTo>
                  <a:lnTo>
                    <a:pt x="469506" y="145338"/>
                  </a:lnTo>
                  <a:lnTo>
                    <a:pt x="467720" y="141431"/>
                  </a:lnTo>
                  <a:lnTo>
                    <a:pt x="465866" y="137556"/>
                  </a:lnTo>
                  <a:lnTo>
                    <a:pt x="463945" y="133715"/>
                  </a:lnTo>
                  <a:lnTo>
                    <a:pt x="461956" y="129907"/>
                  </a:lnTo>
                  <a:lnTo>
                    <a:pt x="459901" y="126135"/>
                  </a:lnTo>
                  <a:lnTo>
                    <a:pt x="457781" y="122400"/>
                  </a:lnTo>
                  <a:lnTo>
                    <a:pt x="455595" y="118702"/>
                  </a:lnTo>
                  <a:lnTo>
                    <a:pt x="453345" y="115043"/>
                  </a:lnTo>
                  <a:lnTo>
                    <a:pt x="451032" y="111424"/>
                  </a:lnTo>
                  <a:lnTo>
                    <a:pt x="448655" y="107846"/>
                  </a:lnTo>
                  <a:lnTo>
                    <a:pt x="446216" y="104310"/>
                  </a:lnTo>
                  <a:lnTo>
                    <a:pt x="443716" y="100818"/>
                  </a:lnTo>
                  <a:lnTo>
                    <a:pt x="441155" y="97370"/>
                  </a:lnTo>
                  <a:lnTo>
                    <a:pt x="438534" y="93967"/>
                  </a:lnTo>
                  <a:lnTo>
                    <a:pt x="435854" y="90610"/>
                  </a:lnTo>
                  <a:lnTo>
                    <a:pt x="433115" y="87301"/>
                  </a:lnTo>
                  <a:lnTo>
                    <a:pt x="430319" y="84040"/>
                  </a:lnTo>
                  <a:lnTo>
                    <a:pt x="427466" y="80829"/>
                  </a:lnTo>
                  <a:lnTo>
                    <a:pt x="424558" y="77668"/>
                  </a:lnTo>
                  <a:lnTo>
                    <a:pt x="421595" y="74558"/>
                  </a:lnTo>
                  <a:lnTo>
                    <a:pt x="418577" y="71501"/>
                  </a:lnTo>
                  <a:lnTo>
                    <a:pt x="415507" y="68497"/>
                  </a:lnTo>
                  <a:lnTo>
                    <a:pt x="412385" y="65548"/>
                  </a:lnTo>
                  <a:lnTo>
                    <a:pt x="409211" y="62653"/>
                  </a:lnTo>
                  <a:lnTo>
                    <a:pt x="405987" y="59815"/>
                  </a:lnTo>
                  <a:lnTo>
                    <a:pt x="402714" y="57033"/>
                  </a:lnTo>
                  <a:lnTo>
                    <a:pt x="399393" y="54309"/>
                  </a:lnTo>
                  <a:lnTo>
                    <a:pt x="396025" y="51643"/>
                  </a:lnTo>
                  <a:lnTo>
                    <a:pt x="392611" y="49037"/>
                  </a:lnTo>
                  <a:lnTo>
                    <a:pt x="389151" y="46491"/>
                  </a:lnTo>
                  <a:lnTo>
                    <a:pt x="385648" y="44006"/>
                  </a:lnTo>
                  <a:lnTo>
                    <a:pt x="382101" y="41583"/>
                  </a:lnTo>
                  <a:lnTo>
                    <a:pt x="378513" y="39222"/>
                  </a:lnTo>
                  <a:lnTo>
                    <a:pt x="374884" y="36924"/>
                  </a:lnTo>
                  <a:lnTo>
                    <a:pt x="371215" y="34690"/>
                  </a:lnTo>
                  <a:lnTo>
                    <a:pt x="367508" y="32521"/>
                  </a:lnTo>
                  <a:lnTo>
                    <a:pt x="363763" y="30417"/>
                  </a:lnTo>
                  <a:lnTo>
                    <a:pt x="359982" y="28378"/>
                  </a:lnTo>
                  <a:lnTo>
                    <a:pt x="356166" y="26407"/>
                  </a:lnTo>
                  <a:lnTo>
                    <a:pt x="352316" y="24502"/>
                  </a:lnTo>
                  <a:lnTo>
                    <a:pt x="348433" y="22665"/>
                  </a:lnTo>
                  <a:lnTo>
                    <a:pt x="344519" y="20896"/>
                  </a:lnTo>
                  <a:lnTo>
                    <a:pt x="340574" y="19196"/>
                  </a:lnTo>
                  <a:lnTo>
                    <a:pt x="336601" y="17565"/>
                  </a:lnTo>
                  <a:lnTo>
                    <a:pt x="332599" y="16004"/>
                  </a:lnTo>
                  <a:lnTo>
                    <a:pt x="328571" y="14514"/>
                  </a:lnTo>
                  <a:lnTo>
                    <a:pt x="324517" y="13094"/>
                  </a:lnTo>
                  <a:lnTo>
                    <a:pt x="320439" y="11745"/>
                  </a:lnTo>
                  <a:lnTo>
                    <a:pt x="316338" y="10468"/>
                  </a:lnTo>
                  <a:lnTo>
                    <a:pt x="312215" y="9263"/>
                  </a:lnTo>
                  <a:lnTo>
                    <a:pt x="308071" y="8130"/>
                  </a:lnTo>
                  <a:lnTo>
                    <a:pt x="303909" y="7070"/>
                  </a:lnTo>
                  <a:lnTo>
                    <a:pt x="299729" y="6082"/>
                  </a:lnTo>
                  <a:lnTo>
                    <a:pt x="295532" y="5169"/>
                  </a:lnTo>
                  <a:lnTo>
                    <a:pt x="291319" y="4328"/>
                  </a:lnTo>
                  <a:lnTo>
                    <a:pt x="287093" y="3562"/>
                  </a:lnTo>
                  <a:lnTo>
                    <a:pt x="282854" y="2869"/>
                  </a:lnTo>
                  <a:lnTo>
                    <a:pt x="278603" y="2251"/>
                  </a:lnTo>
                  <a:lnTo>
                    <a:pt x="274342" y="1708"/>
                  </a:lnTo>
                  <a:lnTo>
                    <a:pt x="270072" y="1239"/>
                  </a:lnTo>
                  <a:lnTo>
                    <a:pt x="265795" y="845"/>
                  </a:lnTo>
                  <a:lnTo>
                    <a:pt x="261512" y="526"/>
                  </a:lnTo>
                  <a:lnTo>
                    <a:pt x="257223" y="281"/>
                  </a:lnTo>
                  <a:lnTo>
                    <a:pt x="252931" y="112"/>
                  </a:lnTo>
                  <a:lnTo>
                    <a:pt x="248637" y="18"/>
                  </a:lnTo>
                  <a:lnTo>
                    <a:pt x="244342" y="0"/>
                  </a:lnTo>
                  <a:lnTo>
                    <a:pt x="240047" y="56"/>
                  </a:lnTo>
                  <a:lnTo>
                    <a:pt x="235753" y="187"/>
                  </a:lnTo>
                  <a:lnTo>
                    <a:pt x="231463" y="394"/>
                  </a:lnTo>
                  <a:lnTo>
                    <a:pt x="227177" y="676"/>
                  </a:lnTo>
                  <a:lnTo>
                    <a:pt x="222896" y="1032"/>
                  </a:lnTo>
                  <a:lnTo>
                    <a:pt x="218623" y="1464"/>
                  </a:lnTo>
                  <a:lnTo>
                    <a:pt x="214357" y="1970"/>
                  </a:lnTo>
                  <a:lnTo>
                    <a:pt x="210101" y="2551"/>
                  </a:lnTo>
                  <a:lnTo>
                    <a:pt x="205856" y="3206"/>
                  </a:lnTo>
                  <a:lnTo>
                    <a:pt x="201623" y="3936"/>
                  </a:lnTo>
                  <a:lnTo>
                    <a:pt x="197404" y="4739"/>
                  </a:lnTo>
                  <a:lnTo>
                    <a:pt x="193199" y="5616"/>
                  </a:lnTo>
                  <a:lnTo>
                    <a:pt x="189010" y="6567"/>
                  </a:lnTo>
                  <a:lnTo>
                    <a:pt x="184838" y="7591"/>
                  </a:lnTo>
                  <a:lnTo>
                    <a:pt x="180685" y="8687"/>
                  </a:lnTo>
                  <a:lnTo>
                    <a:pt x="176552" y="9856"/>
                  </a:lnTo>
                  <a:lnTo>
                    <a:pt x="172440" y="11098"/>
                  </a:lnTo>
                  <a:lnTo>
                    <a:pt x="168350" y="12411"/>
                  </a:lnTo>
                  <a:lnTo>
                    <a:pt x="164284" y="13795"/>
                  </a:lnTo>
                  <a:lnTo>
                    <a:pt x="160243" y="15250"/>
                  </a:lnTo>
                  <a:lnTo>
                    <a:pt x="156228" y="16776"/>
                  </a:lnTo>
                  <a:lnTo>
                    <a:pt x="152240" y="18372"/>
                  </a:lnTo>
                  <a:lnTo>
                    <a:pt x="148281" y="20038"/>
                  </a:lnTo>
                  <a:lnTo>
                    <a:pt x="144351" y="21772"/>
                  </a:lnTo>
                  <a:lnTo>
                    <a:pt x="140452" y="23575"/>
                  </a:lnTo>
                  <a:lnTo>
                    <a:pt x="136586" y="25446"/>
                  </a:lnTo>
                  <a:lnTo>
                    <a:pt x="132753" y="27384"/>
                  </a:lnTo>
                  <a:lnTo>
                    <a:pt x="128954" y="29389"/>
                  </a:lnTo>
                  <a:lnTo>
                    <a:pt x="125191" y="31461"/>
                  </a:lnTo>
                  <a:lnTo>
                    <a:pt x="121465" y="33597"/>
                  </a:lnTo>
                  <a:lnTo>
                    <a:pt x="117777" y="35799"/>
                  </a:lnTo>
                  <a:lnTo>
                    <a:pt x="114128" y="38065"/>
                  </a:lnTo>
                  <a:lnTo>
                    <a:pt x="110519" y="40394"/>
                  </a:lnTo>
                  <a:lnTo>
                    <a:pt x="106951" y="42787"/>
                  </a:lnTo>
                  <a:lnTo>
                    <a:pt x="103426" y="45241"/>
                  </a:lnTo>
                  <a:lnTo>
                    <a:pt x="99945" y="47757"/>
                  </a:lnTo>
                  <a:lnTo>
                    <a:pt x="96507" y="50333"/>
                  </a:lnTo>
                  <a:lnTo>
                    <a:pt x="93116" y="52969"/>
                  </a:lnTo>
                  <a:lnTo>
                    <a:pt x="89771" y="55664"/>
                  </a:lnTo>
                  <a:lnTo>
                    <a:pt x="86474" y="58417"/>
                  </a:lnTo>
                  <a:lnTo>
                    <a:pt x="83226" y="61227"/>
                  </a:lnTo>
                  <a:lnTo>
                    <a:pt x="80027" y="64094"/>
                  </a:lnTo>
                  <a:lnTo>
                    <a:pt x="76879" y="67016"/>
                  </a:lnTo>
                  <a:lnTo>
                    <a:pt x="73782" y="69993"/>
                  </a:lnTo>
                  <a:lnTo>
                    <a:pt x="70738" y="73023"/>
                  </a:lnTo>
                  <a:lnTo>
                    <a:pt x="67748" y="76107"/>
                  </a:lnTo>
                  <a:lnTo>
                    <a:pt x="64812" y="79242"/>
                  </a:lnTo>
                  <a:lnTo>
                    <a:pt x="61931" y="82428"/>
                  </a:lnTo>
                  <a:lnTo>
                    <a:pt x="59107" y="85664"/>
                  </a:lnTo>
                  <a:lnTo>
                    <a:pt x="56339" y="88949"/>
                  </a:lnTo>
                  <a:lnTo>
                    <a:pt x="53630" y="92282"/>
                  </a:lnTo>
                  <a:lnTo>
                    <a:pt x="50979" y="95662"/>
                  </a:lnTo>
                  <a:lnTo>
                    <a:pt x="48388" y="99088"/>
                  </a:lnTo>
                  <a:lnTo>
                    <a:pt x="45857" y="102559"/>
                  </a:lnTo>
                  <a:lnTo>
                    <a:pt x="43387" y="106073"/>
                  </a:lnTo>
                  <a:lnTo>
                    <a:pt x="40980" y="109630"/>
                  </a:lnTo>
                  <a:lnTo>
                    <a:pt x="38634" y="113229"/>
                  </a:lnTo>
                  <a:lnTo>
                    <a:pt x="36353" y="116868"/>
                  </a:lnTo>
                  <a:lnTo>
                    <a:pt x="34135" y="120546"/>
                  </a:lnTo>
                  <a:lnTo>
                    <a:pt x="31982" y="124263"/>
                  </a:lnTo>
                  <a:lnTo>
                    <a:pt x="29894" y="128017"/>
                  </a:lnTo>
                  <a:lnTo>
                    <a:pt x="27872" y="131807"/>
                  </a:lnTo>
                  <a:lnTo>
                    <a:pt x="25917" y="135631"/>
                  </a:lnTo>
                  <a:lnTo>
                    <a:pt x="24029" y="139490"/>
                  </a:lnTo>
                  <a:lnTo>
                    <a:pt x="22209" y="143380"/>
                  </a:lnTo>
                  <a:lnTo>
                    <a:pt x="20458" y="147302"/>
                  </a:lnTo>
                  <a:lnTo>
                    <a:pt x="18775" y="151254"/>
                  </a:lnTo>
                  <a:lnTo>
                    <a:pt x="17162" y="155235"/>
                  </a:lnTo>
                  <a:lnTo>
                    <a:pt x="15618" y="159244"/>
                  </a:lnTo>
                  <a:lnTo>
                    <a:pt x="14145" y="163279"/>
                  </a:lnTo>
                  <a:lnTo>
                    <a:pt x="12743" y="167339"/>
                  </a:lnTo>
                  <a:lnTo>
                    <a:pt x="11412" y="171423"/>
                  </a:lnTo>
                  <a:lnTo>
                    <a:pt x="10153" y="175529"/>
                  </a:lnTo>
                  <a:lnTo>
                    <a:pt x="8966" y="179657"/>
                  </a:lnTo>
                  <a:lnTo>
                    <a:pt x="7851" y="183805"/>
                  </a:lnTo>
                  <a:lnTo>
                    <a:pt x="6809" y="187973"/>
                  </a:lnTo>
                  <a:lnTo>
                    <a:pt x="5840" y="192157"/>
                  </a:lnTo>
                  <a:lnTo>
                    <a:pt x="4944" y="196358"/>
                  </a:lnTo>
                  <a:lnTo>
                    <a:pt x="4123" y="200574"/>
                  </a:lnTo>
                  <a:lnTo>
                    <a:pt x="3375" y="204804"/>
                  </a:lnTo>
                  <a:lnTo>
                    <a:pt x="2701" y="209046"/>
                  </a:lnTo>
                  <a:lnTo>
                    <a:pt x="2101" y="213299"/>
                  </a:lnTo>
                  <a:lnTo>
                    <a:pt x="1577" y="217563"/>
                  </a:lnTo>
                  <a:lnTo>
                    <a:pt x="1126" y="221834"/>
                  </a:lnTo>
                  <a:lnTo>
                    <a:pt x="751" y="226113"/>
                  </a:lnTo>
                  <a:lnTo>
                    <a:pt x="450" y="230398"/>
                  </a:lnTo>
                  <a:lnTo>
                    <a:pt x="225" y="234687"/>
                  </a:lnTo>
                  <a:lnTo>
                    <a:pt x="75" y="238980"/>
                  </a:lnTo>
                  <a:lnTo>
                    <a:pt x="0" y="243275"/>
                  </a:lnTo>
                  <a:lnTo>
                    <a:pt x="0" y="247570"/>
                  </a:lnTo>
                  <a:lnTo>
                    <a:pt x="75" y="251865"/>
                  </a:lnTo>
                  <a:lnTo>
                    <a:pt x="225" y="256158"/>
                  </a:lnTo>
                  <a:lnTo>
                    <a:pt x="450" y="260447"/>
                  </a:lnTo>
                  <a:lnTo>
                    <a:pt x="751" y="264732"/>
                  </a:lnTo>
                  <a:lnTo>
                    <a:pt x="1126" y="269011"/>
                  </a:lnTo>
                  <a:lnTo>
                    <a:pt x="1577" y="273283"/>
                  </a:lnTo>
                  <a:lnTo>
                    <a:pt x="2101" y="277546"/>
                  </a:lnTo>
                  <a:lnTo>
                    <a:pt x="2701" y="281799"/>
                  </a:lnTo>
                  <a:lnTo>
                    <a:pt x="3375" y="286041"/>
                  </a:lnTo>
                  <a:lnTo>
                    <a:pt x="4123" y="290271"/>
                  </a:lnTo>
                  <a:lnTo>
                    <a:pt x="4944" y="294487"/>
                  </a:lnTo>
                  <a:lnTo>
                    <a:pt x="5840" y="298688"/>
                  </a:lnTo>
                  <a:lnTo>
                    <a:pt x="6809" y="302873"/>
                  </a:lnTo>
                  <a:lnTo>
                    <a:pt x="7851" y="307040"/>
                  </a:lnTo>
                  <a:lnTo>
                    <a:pt x="8966" y="311188"/>
                  </a:lnTo>
                  <a:lnTo>
                    <a:pt x="10153" y="315316"/>
                  </a:lnTo>
                  <a:lnTo>
                    <a:pt x="11412" y="319423"/>
                  </a:lnTo>
                  <a:lnTo>
                    <a:pt x="12743" y="323506"/>
                  </a:lnTo>
                  <a:lnTo>
                    <a:pt x="14145" y="327567"/>
                  </a:lnTo>
                  <a:lnTo>
                    <a:pt x="15618" y="331601"/>
                  </a:lnTo>
                  <a:lnTo>
                    <a:pt x="17162" y="335610"/>
                  </a:lnTo>
                  <a:lnTo>
                    <a:pt x="18775" y="339591"/>
                  </a:lnTo>
                  <a:lnTo>
                    <a:pt x="20458" y="343543"/>
                  </a:lnTo>
                  <a:lnTo>
                    <a:pt x="22209" y="347465"/>
                  </a:lnTo>
                  <a:lnTo>
                    <a:pt x="24029" y="351355"/>
                  </a:lnTo>
                  <a:lnTo>
                    <a:pt x="25917" y="355214"/>
                  </a:lnTo>
                  <a:lnTo>
                    <a:pt x="27872" y="359038"/>
                  </a:lnTo>
                  <a:lnTo>
                    <a:pt x="29894" y="362828"/>
                  </a:lnTo>
                  <a:lnTo>
                    <a:pt x="31982" y="366582"/>
                  </a:lnTo>
                  <a:lnTo>
                    <a:pt x="34135" y="370299"/>
                  </a:lnTo>
                  <a:lnTo>
                    <a:pt x="36353" y="373977"/>
                  </a:lnTo>
                  <a:lnTo>
                    <a:pt x="38634" y="377616"/>
                  </a:lnTo>
                  <a:lnTo>
                    <a:pt x="40980" y="381215"/>
                  </a:lnTo>
                  <a:lnTo>
                    <a:pt x="43387" y="384772"/>
                  </a:lnTo>
                  <a:lnTo>
                    <a:pt x="45857" y="388286"/>
                  </a:lnTo>
                  <a:lnTo>
                    <a:pt x="48388" y="391757"/>
                  </a:lnTo>
                  <a:lnTo>
                    <a:pt x="50979" y="395183"/>
                  </a:lnTo>
                  <a:lnTo>
                    <a:pt x="53630" y="398563"/>
                  </a:lnTo>
                  <a:lnTo>
                    <a:pt x="56339" y="401896"/>
                  </a:lnTo>
                  <a:lnTo>
                    <a:pt x="59107" y="405181"/>
                  </a:lnTo>
                  <a:lnTo>
                    <a:pt x="61931" y="408417"/>
                  </a:lnTo>
                  <a:lnTo>
                    <a:pt x="64812" y="411603"/>
                  </a:lnTo>
                  <a:lnTo>
                    <a:pt x="67748" y="414738"/>
                  </a:lnTo>
                  <a:lnTo>
                    <a:pt x="70738" y="417822"/>
                  </a:lnTo>
                  <a:lnTo>
                    <a:pt x="73782" y="420852"/>
                  </a:lnTo>
                  <a:lnTo>
                    <a:pt x="76879" y="423829"/>
                  </a:lnTo>
                  <a:lnTo>
                    <a:pt x="80027" y="426752"/>
                  </a:lnTo>
                  <a:lnTo>
                    <a:pt x="83226" y="429618"/>
                  </a:lnTo>
                  <a:lnTo>
                    <a:pt x="86474" y="432429"/>
                  </a:lnTo>
                  <a:lnTo>
                    <a:pt x="89771" y="435182"/>
                  </a:lnTo>
                  <a:lnTo>
                    <a:pt x="93116" y="437876"/>
                  </a:lnTo>
                  <a:lnTo>
                    <a:pt x="96507" y="440512"/>
                  </a:lnTo>
                  <a:lnTo>
                    <a:pt x="99945" y="443088"/>
                  </a:lnTo>
                  <a:lnTo>
                    <a:pt x="103426" y="445604"/>
                  </a:lnTo>
                  <a:lnTo>
                    <a:pt x="106951" y="448058"/>
                  </a:lnTo>
                  <a:lnTo>
                    <a:pt x="110519" y="450451"/>
                  </a:lnTo>
                  <a:lnTo>
                    <a:pt x="114128" y="452780"/>
                  </a:lnTo>
                  <a:lnTo>
                    <a:pt x="117777" y="455046"/>
                  </a:lnTo>
                  <a:lnTo>
                    <a:pt x="121465" y="457248"/>
                  </a:lnTo>
                  <a:lnTo>
                    <a:pt x="125191" y="459385"/>
                  </a:lnTo>
                  <a:lnTo>
                    <a:pt x="128954" y="461456"/>
                  </a:lnTo>
                  <a:lnTo>
                    <a:pt x="132753" y="463461"/>
                  </a:lnTo>
                  <a:lnTo>
                    <a:pt x="136586" y="465399"/>
                  </a:lnTo>
                  <a:lnTo>
                    <a:pt x="140452" y="467270"/>
                  </a:lnTo>
                  <a:lnTo>
                    <a:pt x="144351" y="469073"/>
                  </a:lnTo>
                  <a:lnTo>
                    <a:pt x="148281" y="470808"/>
                  </a:lnTo>
                  <a:lnTo>
                    <a:pt x="152240" y="472473"/>
                  </a:lnTo>
                  <a:lnTo>
                    <a:pt x="156228" y="474069"/>
                  </a:lnTo>
                  <a:lnTo>
                    <a:pt x="160243" y="475595"/>
                  </a:lnTo>
                  <a:lnTo>
                    <a:pt x="164284" y="477050"/>
                  </a:lnTo>
                  <a:lnTo>
                    <a:pt x="168350" y="478435"/>
                  </a:lnTo>
                  <a:lnTo>
                    <a:pt x="172440" y="479748"/>
                  </a:lnTo>
                  <a:lnTo>
                    <a:pt x="176552" y="480989"/>
                  </a:lnTo>
                  <a:lnTo>
                    <a:pt x="180685" y="482158"/>
                  </a:lnTo>
                  <a:lnTo>
                    <a:pt x="184838" y="483255"/>
                  </a:lnTo>
                  <a:lnTo>
                    <a:pt x="189010" y="484278"/>
                  </a:lnTo>
                  <a:lnTo>
                    <a:pt x="193199" y="485229"/>
                  </a:lnTo>
                  <a:lnTo>
                    <a:pt x="197404" y="486106"/>
                  </a:lnTo>
                  <a:lnTo>
                    <a:pt x="201623" y="486909"/>
                  </a:lnTo>
                  <a:lnTo>
                    <a:pt x="205856" y="487639"/>
                  </a:lnTo>
                  <a:lnTo>
                    <a:pt x="210101" y="488294"/>
                  </a:lnTo>
                  <a:lnTo>
                    <a:pt x="214357" y="488875"/>
                  </a:lnTo>
                  <a:lnTo>
                    <a:pt x="218623" y="489381"/>
                  </a:lnTo>
                  <a:lnTo>
                    <a:pt x="222896" y="489813"/>
                  </a:lnTo>
                  <a:lnTo>
                    <a:pt x="227177" y="490169"/>
                  </a:lnTo>
                  <a:lnTo>
                    <a:pt x="231463" y="490451"/>
                  </a:lnTo>
                  <a:lnTo>
                    <a:pt x="235753" y="490658"/>
                  </a:lnTo>
                  <a:lnTo>
                    <a:pt x="240047" y="490789"/>
                  </a:lnTo>
                  <a:lnTo>
                    <a:pt x="244342" y="490846"/>
                  </a:lnTo>
                  <a:lnTo>
                    <a:pt x="248637" y="490827"/>
                  </a:lnTo>
                  <a:lnTo>
                    <a:pt x="252931" y="490733"/>
                  </a:lnTo>
                  <a:lnTo>
                    <a:pt x="257223" y="490564"/>
                  </a:lnTo>
                  <a:lnTo>
                    <a:pt x="261512" y="490320"/>
                  </a:lnTo>
                  <a:lnTo>
                    <a:pt x="265795" y="490000"/>
                  </a:lnTo>
                  <a:lnTo>
                    <a:pt x="270072" y="489606"/>
                  </a:lnTo>
                  <a:lnTo>
                    <a:pt x="274342" y="489137"/>
                  </a:lnTo>
                  <a:lnTo>
                    <a:pt x="278603" y="488594"/>
                  </a:lnTo>
                  <a:lnTo>
                    <a:pt x="282854" y="487976"/>
                  </a:lnTo>
                  <a:lnTo>
                    <a:pt x="287093" y="487283"/>
                  </a:lnTo>
                  <a:lnTo>
                    <a:pt x="291319" y="486517"/>
                  </a:lnTo>
                  <a:lnTo>
                    <a:pt x="295532" y="485677"/>
                  </a:lnTo>
                  <a:lnTo>
                    <a:pt x="299729" y="484763"/>
                  </a:lnTo>
                  <a:lnTo>
                    <a:pt x="303909" y="483776"/>
                  </a:lnTo>
                  <a:lnTo>
                    <a:pt x="308071" y="482715"/>
                  </a:lnTo>
                  <a:lnTo>
                    <a:pt x="312215" y="481582"/>
                  </a:lnTo>
                  <a:lnTo>
                    <a:pt x="316338" y="480377"/>
                  </a:lnTo>
                  <a:lnTo>
                    <a:pt x="320439" y="479100"/>
                  </a:lnTo>
                  <a:lnTo>
                    <a:pt x="324517" y="477751"/>
                  </a:lnTo>
                  <a:lnTo>
                    <a:pt x="328571" y="476331"/>
                  </a:lnTo>
                  <a:lnTo>
                    <a:pt x="332599" y="474841"/>
                  </a:lnTo>
                  <a:lnTo>
                    <a:pt x="336601" y="473280"/>
                  </a:lnTo>
                  <a:lnTo>
                    <a:pt x="340574" y="471649"/>
                  </a:lnTo>
                  <a:lnTo>
                    <a:pt x="344519" y="469949"/>
                  </a:lnTo>
                  <a:lnTo>
                    <a:pt x="348433" y="468180"/>
                  </a:lnTo>
                  <a:lnTo>
                    <a:pt x="352316" y="466343"/>
                  </a:lnTo>
                  <a:lnTo>
                    <a:pt x="356166" y="464438"/>
                  </a:lnTo>
                  <a:lnTo>
                    <a:pt x="359982" y="462467"/>
                  </a:lnTo>
                  <a:lnTo>
                    <a:pt x="363763" y="460428"/>
                  </a:lnTo>
                  <a:lnTo>
                    <a:pt x="367508" y="458324"/>
                  </a:lnTo>
                  <a:lnTo>
                    <a:pt x="371215" y="456155"/>
                  </a:lnTo>
                  <a:lnTo>
                    <a:pt x="374884" y="453921"/>
                  </a:lnTo>
                  <a:lnTo>
                    <a:pt x="378513" y="451623"/>
                  </a:lnTo>
                  <a:lnTo>
                    <a:pt x="382101" y="449262"/>
                  </a:lnTo>
                  <a:lnTo>
                    <a:pt x="385648" y="446839"/>
                  </a:lnTo>
                  <a:lnTo>
                    <a:pt x="389151" y="444354"/>
                  </a:lnTo>
                  <a:lnTo>
                    <a:pt x="392611" y="441808"/>
                  </a:lnTo>
                  <a:lnTo>
                    <a:pt x="396025" y="439202"/>
                  </a:lnTo>
                  <a:lnTo>
                    <a:pt x="399393" y="436536"/>
                  </a:lnTo>
                  <a:lnTo>
                    <a:pt x="402714" y="433812"/>
                  </a:lnTo>
                  <a:lnTo>
                    <a:pt x="405987" y="431031"/>
                  </a:lnTo>
                  <a:lnTo>
                    <a:pt x="409211" y="428192"/>
                  </a:lnTo>
                  <a:lnTo>
                    <a:pt x="412385" y="425297"/>
                  </a:lnTo>
                  <a:lnTo>
                    <a:pt x="415507" y="422348"/>
                  </a:lnTo>
                  <a:lnTo>
                    <a:pt x="418577" y="419344"/>
                  </a:lnTo>
                  <a:lnTo>
                    <a:pt x="421595" y="416287"/>
                  </a:lnTo>
                  <a:lnTo>
                    <a:pt x="424558" y="413177"/>
                  </a:lnTo>
                  <a:lnTo>
                    <a:pt x="427466" y="410016"/>
                  </a:lnTo>
                  <a:lnTo>
                    <a:pt x="430319" y="406805"/>
                  </a:lnTo>
                  <a:lnTo>
                    <a:pt x="433115" y="403544"/>
                  </a:lnTo>
                  <a:lnTo>
                    <a:pt x="435854" y="400235"/>
                  </a:lnTo>
                  <a:lnTo>
                    <a:pt x="438534" y="396879"/>
                  </a:lnTo>
                  <a:lnTo>
                    <a:pt x="441155" y="393476"/>
                  </a:lnTo>
                  <a:lnTo>
                    <a:pt x="443716" y="390027"/>
                  </a:lnTo>
                  <a:lnTo>
                    <a:pt x="446216" y="386535"/>
                  </a:lnTo>
                  <a:lnTo>
                    <a:pt x="448655" y="382999"/>
                  </a:lnTo>
                  <a:lnTo>
                    <a:pt x="451032" y="379421"/>
                  </a:lnTo>
                  <a:lnTo>
                    <a:pt x="453345" y="375802"/>
                  </a:lnTo>
                  <a:lnTo>
                    <a:pt x="455595" y="372143"/>
                  </a:lnTo>
                  <a:lnTo>
                    <a:pt x="457781" y="368445"/>
                  </a:lnTo>
                  <a:lnTo>
                    <a:pt x="459901" y="364710"/>
                  </a:lnTo>
                  <a:lnTo>
                    <a:pt x="461956" y="360938"/>
                  </a:lnTo>
                  <a:lnTo>
                    <a:pt x="463945" y="357130"/>
                  </a:lnTo>
                  <a:lnTo>
                    <a:pt x="465866" y="353289"/>
                  </a:lnTo>
                  <a:lnTo>
                    <a:pt x="467720" y="349414"/>
                  </a:lnTo>
                  <a:lnTo>
                    <a:pt x="469506" y="345508"/>
                  </a:lnTo>
                  <a:lnTo>
                    <a:pt x="471223" y="341570"/>
                  </a:lnTo>
                  <a:lnTo>
                    <a:pt x="472872" y="337604"/>
                  </a:lnTo>
                  <a:lnTo>
                    <a:pt x="474450" y="333609"/>
                  </a:lnTo>
                  <a:lnTo>
                    <a:pt x="475958" y="329587"/>
                  </a:lnTo>
                  <a:lnTo>
                    <a:pt x="477396" y="325540"/>
                  </a:lnTo>
                  <a:lnTo>
                    <a:pt x="478762" y="321467"/>
                  </a:lnTo>
                  <a:lnTo>
                    <a:pt x="480058" y="317372"/>
                  </a:lnTo>
                  <a:lnTo>
                    <a:pt x="481281" y="313254"/>
                  </a:lnTo>
                  <a:lnTo>
                    <a:pt x="482432" y="309116"/>
                  </a:lnTo>
                  <a:lnTo>
                    <a:pt x="483510" y="304958"/>
                  </a:lnTo>
                  <a:lnTo>
                    <a:pt x="484516" y="300782"/>
                  </a:lnTo>
                  <a:lnTo>
                    <a:pt x="485448" y="296589"/>
                  </a:lnTo>
                  <a:lnTo>
                    <a:pt x="486307" y="292381"/>
                  </a:lnTo>
                  <a:lnTo>
                    <a:pt x="487092" y="288158"/>
                  </a:lnTo>
                  <a:lnTo>
                    <a:pt x="487803" y="283922"/>
                  </a:lnTo>
                  <a:lnTo>
                    <a:pt x="488439" y="279674"/>
                  </a:lnTo>
                  <a:lnTo>
                    <a:pt x="489001" y="275415"/>
                  </a:lnTo>
                  <a:lnTo>
                    <a:pt x="489489" y="271148"/>
                  </a:lnTo>
                  <a:lnTo>
                    <a:pt x="489902" y="266872"/>
                  </a:lnTo>
                  <a:lnTo>
                    <a:pt x="490240" y="262590"/>
                  </a:lnTo>
                  <a:lnTo>
                    <a:pt x="490503" y="258303"/>
                  </a:lnTo>
                  <a:lnTo>
                    <a:pt x="490691" y="254012"/>
                  </a:lnTo>
                  <a:lnTo>
                    <a:pt x="490803" y="249718"/>
                  </a:lnTo>
                  <a:lnTo>
                    <a:pt x="490841" y="245423"/>
                  </a:lnTo>
                </a:path>
              </a:pathLst>
            </a:custGeom>
            <a:ln w="13550" cap="flat">
              <a:solidFill>
                <a:srgbClr val="7FC5D8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852" name="tx852"/>
            <p:cNvSpPr/>
            <p:nvPr/>
          </p:nvSpPr>
          <p:spPr>
            <a:xfrm>
              <a:off x="4439457" y="6090392"/>
              <a:ext cx="265084" cy="800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853" name="tx853"/>
            <p:cNvSpPr/>
            <p:nvPr/>
          </p:nvSpPr>
          <p:spPr>
            <a:xfrm>
              <a:off x="4430353" y="6652806"/>
              <a:ext cx="283292" cy="82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854" name="tx854"/>
            <p:cNvSpPr/>
            <p:nvPr/>
          </p:nvSpPr>
          <p:spPr>
            <a:xfrm>
              <a:off x="4771573" y="6172952"/>
              <a:ext cx="469984" cy="801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855" name="tx855"/>
            <p:cNvSpPr/>
            <p:nvPr/>
          </p:nvSpPr>
          <p:spPr>
            <a:xfrm>
              <a:off x="4854239" y="6372790"/>
              <a:ext cx="216915" cy="79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856" name="tx856"/>
            <p:cNvSpPr/>
            <p:nvPr/>
          </p:nvSpPr>
          <p:spPr>
            <a:xfrm>
              <a:off x="4771573" y="6570140"/>
              <a:ext cx="488193" cy="82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857" name="pg857"/>
            <p:cNvSpPr/>
            <p:nvPr/>
          </p:nvSpPr>
          <p:spPr>
            <a:xfrm>
              <a:off x="4326583" y="6168416"/>
              <a:ext cx="490841" cy="490846"/>
            </a:xfrm>
            <a:custGeom>
              <a:avLst/>
              <a:pathLst>
                <a:path w="490841" h="490846">
                  <a:moveTo>
                    <a:pt x="490841" y="245423"/>
                  </a:moveTo>
                  <a:lnTo>
                    <a:pt x="490803" y="241127"/>
                  </a:lnTo>
                  <a:lnTo>
                    <a:pt x="490691" y="236833"/>
                  </a:lnTo>
                  <a:lnTo>
                    <a:pt x="490503" y="232542"/>
                  </a:lnTo>
                  <a:lnTo>
                    <a:pt x="490240" y="228255"/>
                  </a:lnTo>
                  <a:lnTo>
                    <a:pt x="489902" y="223973"/>
                  </a:lnTo>
                  <a:lnTo>
                    <a:pt x="489489" y="219697"/>
                  </a:lnTo>
                  <a:lnTo>
                    <a:pt x="489001" y="215430"/>
                  </a:lnTo>
                  <a:lnTo>
                    <a:pt x="488439" y="211171"/>
                  </a:lnTo>
                  <a:lnTo>
                    <a:pt x="487803" y="206924"/>
                  </a:lnTo>
                  <a:lnTo>
                    <a:pt x="487092" y="202687"/>
                  </a:lnTo>
                  <a:lnTo>
                    <a:pt x="486307" y="198464"/>
                  </a:lnTo>
                  <a:lnTo>
                    <a:pt x="485448" y="194256"/>
                  </a:lnTo>
                  <a:lnTo>
                    <a:pt x="484516" y="190063"/>
                  </a:lnTo>
                  <a:lnTo>
                    <a:pt x="483510" y="185887"/>
                  </a:lnTo>
                  <a:lnTo>
                    <a:pt x="482432" y="181729"/>
                  </a:lnTo>
                  <a:lnTo>
                    <a:pt x="481281" y="177591"/>
                  </a:lnTo>
                  <a:lnTo>
                    <a:pt x="480058" y="173473"/>
                  </a:lnTo>
                  <a:lnTo>
                    <a:pt x="478762" y="169378"/>
                  </a:lnTo>
                  <a:lnTo>
                    <a:pt x="477396" y="165306"/>
                  </a:lnTo>
                  <a:lnTo>
                    <a:pt x="475958" y="161258"/>
                  </a:lnTo>
                  <a:lnTo>
                    <a:pt x="474450" y="157236"/>
                  </a:lnTo>
                  <a:lnTo>
                    <a:pt x="472872" y="153241"/>
                  </a:lnTo>
                  <a:lnTo>
                    <a:pt x="471223" y="149275"/>
                  </a:lnTo>
                  <a:lnTo>
                    <a:pt x="469506" y="145338"/>
                  </a:lnTo>
                  <a:lnTo>
                    <a:pt x="467720" y="141431"/>
                  </a:lnTo>
                  <a:lnTo>
                    <a:pt x="465866" y="137556"/>
                  </a:lnTo>
                  <a:lnTo>
                    <a:pt x="463945" y="133715"/>
                  </a:lnTo>
                  <a:lnTo>
                    <a:pt x="461956" y="129907"/>
                  </a:lnTo>
                  <a:lnTo>
                    <a:pt x="459901" y="126135"/>
                  </a:lnTo>
                  <a:lnTo>
                    <a:pt x="457781" y="122400"/>
                  </a:lnTo>
                  <a:lnTo>
                    <a:pt x="455595" y="118702"/>
                  </a:lnTo>
                  <a:lnTo>
                    <a:pt x="453345" y="115043"/>
                  </a:lnTo>
                  <a:lnTo>
                    <a:pt x="451032" y="111424"/>
                  </a:lnTo>
                  <a:lnTo>
                    <a:pt x="448655" y="107846"/>
                  </a:lnTo>
                  <a:lnTo>
                    <a:pt x="446216" y="104310"/>
                  </a:lnTo>
                  <a:lnTo>
                    <a:pt x="443716" y="100818"/>
                  </a:lnTo>
                  <a:lnTo>
                    <a:pt x="441155" y="97370"/>
                  </a:lnTo>
                  <a:lnTo>
                    <a:pt x="438534" y="93967"/>
                  </a:lnTo>
                  <a:lnTo>
                    <a:pt x="435854" y="90610"/>
                  </a:lnTo>
                  <a:lnTo>
                    <a:pt x="433115" y="87301"/>
                  </a:lnTo>
                  <a:lnTo>
                    <a:pt x="430319" y="84040"/>
                  </a:lnTo>
                  <a:lnTo>
                    <a:pt x="427466" y="80829"/>
                  </a:lnTo>
                  <a:lnTo>
                    <a:pt x="424558" y="77668"/>
                  </a:lnTo>
                  <a:lnTo>
                    <a:pt x="421595" y="74558"/>
                  </a:lnTo>
                  <a:lnTo>
                    <a:pt x="418577" y="71501"/>
                  </a:lnTo>
                  <a:lnTo>
                    <a:pt x="415507" y="68497"/>
                  </a:lnTo>
                  <a:lnTo>
                    <a:pt x="412385" y="65548"/>
                  </a:lnTo>
                  <a:lnTo>
                    <a:pt x="409211" y="62653"/>
                  </a:lnTo>
                  <a:lnTo>
                    <a:pt x="405987" y="59815"/>
                  </a:lnTo>
                  <a:lnTo>
                    <a:pt x="402714" y="57033"/>
                  </a:lnTo>
                  <a:lnTo>
                    <a:pt x="399393" y="54309"/>
                  </a:lnTo>
                  <a:lnTo>
                    <a:pt x="396025" y="51643"/>
                  </a:lnTo>
                  <a:lnTo>
                    <a:pt x="392611" y="49037"/>
                  </a:lnTo>
                  <a:lnTo>
                    <a:pt x="389151" y="46491"/>
                  </a:lnTo>
                  <a:lnTo>
                    <a:pt x="385648" y="44006"/>
                  </a:lnTo>
                  <a:lnTo>
                    <a:pt x="382101" y="41583"/>
                  </a:lnTo>
                  <a:lnTo>
                    <a:pt x="378513" y="39222"/>
                  </a:lnTo>
                  <a:lnTo>
                    <a:pt x="374884" y="36924"/>
                  </a:lnTo>
                  <a:lnTo>
                    <a:pt x="371215" y="34690"/>
                  </a:lnTo>
                  <a:lnTo>
                    <a:pt x="367508" y="32521"/>
                  </a:lnTo>
                  <a:lnTo>
                    <a:pt x="363763" y="30417"/>
                  </a:lnTo>
                  <a:lnTo>
                    <a:pt x="359982" y="28378"/>
                  </a:lnTo>
                  <a:lnTo>
                    <a:pt x="356166" y="26407"/>
                  </a:lnTo>
                  <a:lnTo>
                    <a:pt x="352316" y="24502"/>
                  </a:lnTo>
                  <a:lnTo>
                    <a:pt x="348433" y="22665"/>
                  </a:lnTo>
                  <a:lnTo>
                    <a:pt x="344519" y="20896"/>
                  </a:lnTo>
                  <a:lnTo>
                    <a:pt x="340574" y="19196"/>
                  </a:lnTo>
                  <a:lnTo>
                    <a:pt x="336601" y="17565"/>
                  </a:lnTo>
                  <a:lnTo>
                    <a:pt x="332599" y="16004"/>
                  </a:lnTo>
                  <a:lnTo>
                    <a:pt x="328571" y="14514"/>
                  </a:lnTo>
                  <a:lnTo>
                    <a:pt x="324517" y="13094"/>
                  </a:lnTo>
                  <a:lnTo>
                    <a:pt x="320439" y="11745"/>
                  </a:lnTo>
                  <a:lnTo>
                    <a:pt x="316338" y="10468"/>
                  </a:lnTo>
                  <a:lnTo>
                    <a:pt x="312215" y="9263"/>
                  </a:lnTo>
                  <a:lnTo>
                    <a:pt x="308071" y="8130"/>
                  </a:lnTo>
                  <a:lnTo>
                    <a:pt x="303909" y="7070"/>
                  </a:lnTo>
                  <a:lnTo>
                    <a:pt x="299729" y="6082"/>
                  </a:lnTo>
                  <a:lnTo>
                    <a:pt x="295532" y="5169"/>
                  </a:lnTo>
                  <a:lnTo>
                    <a:pt x="291319" y="4328"/>
                  </a:lnTo>
                  <a:lnTo>
                    <a:pt x="287093" y="3562"/>
                  </a:lnTo>
                  <a:lnTo>
                    <a:pt x="282854" y="2869"/>
                  </a:lnTo>
                  <a:lnTo>
                    <a:pt x="278603" y="2251"/>
                  </a:lnTo>
                  <a:lnTo>
                    <a:pt x="274342" y="1708"/>
                  </a:lnTo>
                  <a:lnTo>
                    <a:pt x="270072" y="1239"/>
                  </a:lnTo>
                  <a:lnTo>
                    <a:pt x="265795" y="845"/>
                  </a:lnTo>
                  <a:lnTo>
                    <a:pt x="261512" y="526"/>
                  </a:lnTo>
                  <a:lnTo>
                    <a:pt x="257223" y="281"/>
                  </a:lnTo>
                  <a:lnTo>
                    <a:pt x="252931" y="112"/>
                  </a:lnTo>
                  <a:lnTo>
                    <a:pt x="248637" y="18"/>
                  </a:lnTo>
                  <a:lnTo>
                    <a:pt x="244342" y="0"/>
                  </a:lnTo>
                  <a:lnTo>
                    <a:pt x="240047" y="56"/>
                  </a:lnTo>
                  <a:lnTo>
                    <a:pt x="235753" y="187"/>
                  </a:lnTo>
                  <a:lnTo>
                    <a:pt x="231463" y="394"/>
                  </a:lnTo>
                  <a:lnTo>
                    <a:pt x="227177" y="676"/>
                  </a:lnTo>
                  <a:lnTo>
                    <a:pt x="222896" y="1032"/>
                  </a:lnTo>
                  <a:lnTo>
                    <a:pt x="218623" y="1464"/>
                  </a:lnTo>
                  <a:lnTo>
                    <a:pt x="214357" y="1970"/>
                  </a:lnTo>
                  <a:lnTo>
                    <a:pt x="210101" y="2551"/>
                  </a:lnTo>
                  <a:lnTo>
                    <a:pt x="205856" y="3206"/>
                  </a:lnTo>
                  <a:lnTo>
                    <a:pt x="201623" y="3936"/>
                  </a:lnTo>
                  <a:lnTo>
                    <a:pt x="197404" y="4739"/>
                  </a:lnTo>
                  <a:lnTo>
                    <a:pt x="193199" y="5616"/>
                  </a:lnTo>
                  <a:lnTo>
                    <a:pt x="189010" y="6567"/>
                  </a:lnTo>
                  <a:lnTo>
                    <a:pt x="184838" y="7591"/>
                  </a:lnTo>
                  <a:lnTo>
                    <a:pt x="180685" y="8687"/>
                  </a:lnTo>
                  <a:lnTo>
                    <a:pt x="176552" y="9856"/>
                  </a:lnTo>
                  <a:lnTo>
                    <a:pt x="172440" y="11098"/>
                  </a:lnTo>
                  <a:lnTo>
                    <a:pt x="168350" y="12411"/>
                  </a:lnTo>
                  <a:lnTo>
                    <a:pt x="164284" y="13795"/>
                  </a:lnTo>
                  <a:lnTo>
                    <a:pt x="160243" y="15250"/>
                  </a:lnTo>
                  <a:lnTo>
                    <a:pt x="156228" y="16776"/>
                  </a:lnTo>
                  <a:lnTo>
                    <a:pt x="152240" y="18372"/>
                  </a:lnTo>
                  <a:lnTo>
                    <a:pt x="148281" y="20038"/>
                  </a:lnTo>
                  <a:lnTo>
                    <a:pt x="144351" y="21772"/>
                  </a:lnTo>
                  <a:lnTo>
                    <a:pt x="140452" y="23575"/>
                  </a:lnTo>
                  <a:lnTo>
                    <a:pt x="136586" y="25446"/>
                  </a:lnTo>
                  <a:lnTo>
                    <a:pt x="132753" y="27384"/>
                  </a:lnTo>
                  <a:lnTo>
                    <a:pt x="128954" y="29389"/>
                  </a:lnTo>
                  <a:lnTo>
                    <a:pt x="125191" y="31461"/>
                  </a:lnTo>
                  <a:lnTo>
                    <a:pt x="121465" y="33597"/>
                  </a:lnTo>
                  <a:lnTo>
                    <a:pt x="117777" y="35799"/>
                  </a:lnTo>
                  <a:lnTo>
                    <a:pt x="114128" y="38065"/>
                  </a:lnTo>
                  <a:lnTo>
                    <a:pt x="110519" y="40394"/>
                  </a:lnTo>
                  <a:lnTo>
                    <a:pt x="106951" y="42787"/>
                  </a:lnTo>
                  <a:lnTo>
                    <a:pt x="103426" y="45241"/>
                  </a:lnTo>
                  <a:lnTo>
                    <a:pt x="99945" y="47757"/>
                  </a:lnTo>
                  <a:lnTo>
                    <a:pt x="96507" y="50333"/>
                  </a:lnTo>
                  <a:lnTo>
                    <a:pt x="93116" y="52969"/>
                  </a:lnTo>
                  <a:lnTo>
                    <a:pt x="89771" y="55664"/>
                  </a:lnTo>
                  <a:lnTo>
                    <a:pt x="86474" y="58417"/>
                  </a:lnTo>
                  <a:lnTo>
                    <a:pt x="83226" y="61227"/>
                  </a:lnTo>
                  <a:lnTo>
                    <a:pt x="80027" y="64094"/>
                  </a:lnTo>
                  <a:lnTo>
                    <a:pt x="76879" y="67016"/>
                  </a:lnTo>
                  <a:lnTo>
                    <a:pt x="73782" y="69993"/>
                  </a:lnTo>
                  <a:lnTo>
                    <a:pt x="70738" y="73023"/>
                  </a:lnTo>
                  <a:lnTo>
                    <a:pt x="67748" y="76107"/>
                  </a:lnTo>
                  <a:lnTo>
                    <a:pt x="64812" y="79242"/>
                  </a:lnTo>
                  <a:lnTo>
                    <a:pt x="61931" y="82428"/>
                  </a:lnTo>
                  <a:lnTo>
                    <a:pt x="59107" y="85664"/>
                  </a:lnTo>
                  <a:lnTo>
                    <a:pt x="56339" y="88949"/>
                  </a:lnTo>
                  <a:lnTo>
                    <a:pt x="53630" y="92282"/>
                  </a:lnTo>
                  <a:lnTo>
                    <a:pt x="50979" y="95662"/>
                  </a:lnTo>
                  <a:lnTo>
                    <a:pt x="48388" y="99088"/>
                  </a:lnTo>
                  <a:lnTo>
                    <a:pt x="45857" y="102559"/>
                  </a:lnTo>
                  <a:lnTo>
                    <a:pt x="43387" y="106073"/>
                  </a:lnTo>
                  <a:lnTo>
                    <a:pt x="40980" y="109630"/>
                  </a:lnTo>
                  <a:lnTo>
                    <a:pt x="38634" y="113229"/>
                  </a:lnTo>
                  <a:lnTo>
                    <a:pt x="36353" y="116868"/>
                  </a:lnTo>
                  <a:lnTo>
                    <a:pt x="34135" y="120546"/>
                  </a:lnTo>
                  <a:lnTo>
                    <a:pt x="31982" y="124263"/>
                  </a:lnTo>
                  <a:lnTo>
                    <a:pt x="29894" y="128017"/>
                  </a:lnTo>
                  <a:lnTo>
                    <a:pt x="27872" y="131807"/>
                  </a:lnTo>
                  <a:lnTo>
                    <a:pt x="25917" y="135631"/>
                  </a:lnTo>
                  <a:lnTo>
                    <a:pt x="24029" y="139490"/>
                  </a:lnTo>
                  <a:lnTo>
                    <a:pt x="22209" y="143380"/>
                  </a:lnTo>
                  <a:lnTo>
                    <a:pt x="20458" y="147302"/>
                  </a:lnTo>
                  <a:lnTo>
                    <a:pt x="18775" y="151254"/>
                  </a:lnTo>
                  <a:lnTo>
                    <a:pt x="17162" y="155235"/>
                  </a:lnTo>
                  <a:lnTo>
                    <a:pt x="15618" y="159244"/>
                  </a:lnTo>
                  <a:lnTo>
                    <a:pt x="14145" y="163279"/>
                  </a:lnTo>
                  <a:lnTo>
                    <a:pt x="12743" y="167339"/>
                  </a:lnTo>
                  <a:lnTo>
                    <a:pt x="11412" y="171423"/>
                  </a:lnTo>
                  <a:lnTo>
                    <a:pt x="10153" y="175529"/>
                  </a:lnTo>
                  <a:lnTo>
                    <a:pt x="8966" y="179657"/>
                  </a:lnTo>
                  <a:lnTo>
                    <a:pt x="7851" y="183805"/>
                  </a:lnTo>
                  <a:lnTo>
                    <a:pt x="6809" y="187973"/>
                  </a:lnTo>
                  <a:lnTo>
                    <a:pt x="5840" y="192157"/>
                  </a:lnTo>
                  <a:lnTo>
                    <a:pt x="4944" y="196358"/>
                  </a:lnTo>
                  <a:lnTo>
                    <a:pt x="4123" y="200574"/>
                  </a:lnTo>
                  <a:lnTo>
                    <a:pt x="3375" y="204804"/>
                  </a:lnTo>
                  <a:lnTo>
                    <a:pt x="2701" y="209046"/>
                  </a:lnTo>
                  <a:lnTo>
                    <a:pt x="2101" y="213299"/>
                  </a:lnTo>
                  <a:lnTo>
                    <a:pt x="1577" y="217563"/>
                  </a:lnTo>
                  <a:lnTo>
                    <a:pt x="1126" y="221834"/>
                  </a:lnTo>
                  <a:lnTo>
                    <a:pt x="751" y="226113"/>
                  </a:lnTo>
                  <a:lnTo>
                    <a:pt x="450" y="230398"/>
                  </a:lnTo>
                  <a:lnTo>
                    <a:pt x="225" y="234687"/>
                  </a:lnTo>
                  <a:lnTo>
                    <a:pt x="75" y="238980"/>
                  </a:lnTo>
                  <a:lnTo>
                    <a:pt x="0" y="243275"/>
                  </a:lnTo>
                  <a:lnTo>
                    <a:pt x="0" y="247570"/>
                  </a:lnTo>
                  <a:lnTo>
                    <a:pt x="75" y="251865"/>
                  </a:lnTo>
                  <a:lnTo>
                    <a:pt x="225" y="256158"/>
                  </a:lnTo>
                  <a:lnTo>
                    <a:pt x="450" y="260447"/>
                  </a:lnTo>
                  <a:lnTo>
                    <a:pt x="751" y="264732"/>
                  </a:lnTo>
                  <a:lnTo>
                    <a:pt x="1126" y="269011"/>
                  </a:lnTo>
                  <a:lnTo>
                    <a:pt x="1577" y="273283"/>
                  </a:lnTo>
                  <a:lnTo>
                    <a:pt x="2101" y="277546"/>
                  </a:lnTo>
                  <a:lnTo>
                    <a:pt x="2701" y="281799"/>
                  </a:lnTo>
                  <a:lnTo>
                    <a:pt x="3375" y="286041"/>
                  </a:lnTo>
                  <a:lnTo>
                    <a:pt x="4123" y="290271"/>
                  </a:lnTo>
                  <a:lnTo>
                    <a:pt x="4944" y="294487"/>
                  </a:lnTo>
                  <a:lnTo>
                    <a:pt x="5840" y="298688"/>
                  </a:lnTo>
                  <a:lnTo>
                    <a:pt x="6809" y="302873"/>
                  </a:lnTo>
                  <a:lnTo>
                    <a:pt x="7851" y="307040"/>
                  </a:lnTo>
                  <a:lnTo>
                    <a:pt x="8966" y="311188"/>
                  </a:lnTo>
                  <a:lnTo>
                    <a:pt x="10153" y="315316"/>
                  </a:lnTo>
                  <a:lnTo>
                    <a:pt x="11412" y="319423"/>
                  </a:lnTo>
                  <a:lnTo>
                    <a:pt x="12743" y="323506"/>
                  </a:lnTo>
                  <a:lnTo>
                    <a:pt x="14145" y="327567"/>
                  </a:lnTo>
                  <a:lnTo>
                    <a:pt x="15618" y="331601"/>
                  </a:lnTo>
                  <a:lnTo>
                    <a:pt x="17162" y="335610"/>
                  </a:lnTo>
                  <a:lnTo>
                    <a:pt x="18775" y="339591"/>
                  </a:lnTo>
                  <a:lnTo>
                    <a:pt x="20458" y="343543"/>
                  </a:lnTo>
                  <a:lnTo>
                    <a:pt x="22209" y="347465"/>
                  </a:lnTo>
                  <a:lnTo>
                    <a:pt x="24029" y="351355"/>
                  </a:lnTo>
                  <a:lnTo>
                    <a:pt x="25917" y="355214"/>
                  </a:lnTo>
                  <a:lnTo>
                    <a:pt x="27872" y="359038"/>
                  </a:lnTo>
                  <a:lnTo>
                    <a:pt x="29894" y="362828"/>
                  </a:lnTo>
                  <a:lnTo>
                    <a:pt x="31982" y="366582"/>
                  </a:lnTo>
                  <a:lnTo>
                    <a:pt x="34135" y="370299"/>
                  </a:lnTo>
                  <a:lnTo>
                    <a:pt x="36353" y="373977"/>
                  </a:lnTo>
                  <a:lnTo>
                    <a:pt x="38634" y="377616"/>
                  </a:lnTo>
                  <a:lnTo>
                    <a:pt x="40980" y="381215"/>
                  </a:lnTo>
                  <a:lnTo>
                    <a:pt x="43387" y="384772"/>
                  </a:lnTo>
                  <a:lnTo>
                    <a:pt x="45857" y="388286"/>
                  </a:lnTo>
                  <a:lnTo>
                    <a:pt x="48388" y="391757"/>
                  </a:lnTo>
                  <a:lnTo>
                    <a:pt x="50979" y="395183"/>
                  </a:lnTo>
                  <a:lnTo>
                    <a:pt x="53630" y="398563"/>
                  </a:lnTo>
                  <a:lnTo>
                    <a:pt x="56339" y="401896"/>
                  </a:lnTo>
                  <a:lnTo>
                    <a:pt x="59107" y="405181"/>
                  </a:lnTo>
                  <a:lnTo>
                    <a:pt x="61931" y="408417"/>
                  </a:lnTo>
                  <a:lnTo>
                    <a:pt x="64812" y="411603"/>
                  </a:lnTo>
                  <a:lnTo>
                    <a:pt x="67748" y="414738"/>
                  </a:lnTo>
                  <a:lnTo>
                    <a:pt x="70738" y="417822"/>
                  </a:lnTo>
                  <a:lnTo>
                    <a:pt x="73782" y="420852"/>
                  </a:lnTo>
                  <a:lnTo>
                    <a:pt x="76879" y="423829"/>
                  </a:lnTo>
                  <a:lnTo>
                    <a:pt x="80027" y="426752"/>
                  </a:lnTo>
                  <a:lnTo>
                    <a:pt x="83226" y="429618"/>
                  </a:lnTo>
                  <a:lnTo>
                    <a:pt x="86474" y="432429"/>
                  </a:lnTo>
                  <a:lnTo>
                    <a:pt x="89771" y="435182"/>
                  </a:lnTo>
                  <a:lnTo>
                    <a:pt x="93116" y="437876"/>
                  </a:lnTo>
                  <a:lnTo>
                    <a:pt x="96507" y="440512"/>
                  </a:lnTo>
                  <a:lnTo>
                    <a:pt x="99945" y="443088"/>
                  </a:lnTo>
                  <a:lnTo>
                    <a:pt x="103426" y="445604"/>
                  </a:lnTo>
                  <a:lnTo>
                    <a:pt x="106951" y="448058"/>
                  </a:lnTo>
                  <a:lnTo>
                    <a:pt x="110519" y="450451"/>
                  </a:lnTo>
                  <a:lnTo>
                    <a:pt x="114128" y="452780"/>
                  </a:lnTo>
                  <a:lnTo>
                    <a:pt x="117777" y="455046"/>
                  </a:lnTo>
                  <a:lnTo>
                    <a:pt x="121465" y="457248"/>
                  </a:lnTo>
                  <a:lnTo>
                    <a:pt x="125191" y="459385"/>
                  </a:lnTo>
                  <a:lnTo>
                    <a:pt x="128954" y="461456"/>
                  </a:lnTo>
                  <a:lnTo>
                    <a:pt x="132753" y="463461"/>
                  </a:lnTo>
                  <a:lnTo>
                    <a:pt x="136586" y="465399"/>
                  </a:lnTo>
                  <a:lnTo>
                    <a:pt x="140452" y="467270"/>
                  </a:lnTo>
                  <a:lnTo>
                    <a:pt x="144351" y="469073"/>
                  </a:lnTo>
                  <a:lnTo>
                    <a:pt x="148281" y="470808"/>
                  </a:lnTo>
                  <a:lnTo>
                    <a:pt x="152240" y="472473"/>
                  </a:lnTo>
                  <a:lnTo>
                    <a:pt x="156228" y="474069"/>
                  </a:lnTo>
                  <a:lnTo>
                    <a:pt x="160243" y="475595"/>
                  </a:lnTo>
                  <a:lnTo>
                    <a:pt x="164284" y="477050"/>
                  </a:lnTo>
                  <a:lnTo>
                    <a:pt x="168350" y="478435"/>
                  </a:lnTo>
                  <a:lnTo>
                    <a:pt x="172440" y="479748"/>
                  </a:lnTo>
                  <a:lnTo>
                    <a:pt x="176552" y="480989"/>
                  </a:lnTo>
                  <a:lnTo>
                    <a:pt x="180685" y="482158"/>
                  </a:lnTo>
                  <a:lnTo>
                    <a:pt x="184838" y="483255"/>
                  </a:lnTo>
                  <a:lnTo>
                    <a:pt x="189010" y="484278"/>
                  </a:lnTo>
                  <a:lnTo>
                    <a:pt x="193199" y="485229"/>
                  </a:lnTo>
                  <a:lnTo>
                    <a:pt x="197404" y="486106"/>
                  </a:lnTo>
                  <a:lnTo>
                    <a:pt x="201623" y="486909"/>
                  </a:lnTo>
                  <a:lnTo>
                    <a:pt x="205856" y="487639"/>
                  </a:lnTo>
                  <a:lnTo>
                    <a:pt x="210101" y="488294"/>
                  </a:lnTo>
                  <a:lnTo>
                    <a:pt x="214357" y="488875"/>
                  </a:lnTo>
                  <a:lnTo>
                    <a:pt x="218623" y="489381"/>
                  </a:lnTo>
                  <a:lnTo>
                    <a:pt x="222896" y="489813"/>
                  </a:lnTo>
                  <a:lnTo>
                    <a:pt x="227177" y="490169"/>
                  </a:lnTo>
                  <a:lnTo>
                    <a:pt x="231463" y="490451"/>
                  </a:lnTo>
                  <a:lnTo>
                    <a:pt x="235753" y="490658"/>
                  </a:lnTo>
                  <a:lnTo>
                    <a:pt x="240047" y="490789"/>
                  </a:lnTo>
                  <a:lnTo>
                    <a:pt x="244342" y="490846"/>
                  </a:lnTo>
                  <a:lnTo>
                    <a:pt x="248637" y="490827"/>
                  </a:lnTo>
                  <a:lnTo>
                    <a:pt x="252931" y="490733"/>
                  </a:lnTo>
                  <a:lnTo>
                    <a:pt x="257223" y="490564"/>
                  </a:lnTo>
                  <a:lnTo>
                    <a:pt x="261512" y="490320"/>
                  </a:lnTo>
                  <a:lnTo>
                    <a:pt x="265795" y="490000"/>
                  </a:lnTo>
                  <a:lnTo>
                    <a:pt x="270072" y="489606"/>
                  </a:lnTo>
                  <a:lnTo>
                    <a:pt x="274342" y="489137"/>
                  </a:lnTo>
                  <a:lnTo>
                    <a:pt x="278603" y="488594"/>
                  </a:lnTo>
                  <a:lnTo>
                    <a:pt x="282854" y="487976"/>
                  </a:lnTo>
                  <a:lnTo>
                    <a:pt x="287093" y="487283"/>
                  </a:lnTo>
                  <a:lnTo>
                    <a:pt x="291319" y="486517"/>
                  </a:lnTo>
                  <a:lnTo>
                    <a:pt x="295532" y="485677"/>
                  </a:lnTo>
                  <a:lnTo>
                    <a:pt x="299729" y="484763"/>
                  </a:lnTo>
                  <a:lnTo>
                    <a:pt x="303909" y="483776"/>
                  </a:lnTo>
                  <a:lnTo>
                    <a:pt x="308071" y="482715"/>
                  </a:lnTo>
                  <a:lnTo>
                    <a:pt x="312215" y="481582"/>
                  </a:lnTo>
                  <a:lnTo>
                    <a:pt x="316338" y="480377"/>
                  </a:lnTo>
                  <a:lnTo>
                    <a:pt x="320439" y="479100"/>
                  </a:lnTo>
                  <a:lnTo>
                    <a:pt x="324517" y="477751"/>
                  </a:lnTo>
                  <a:lnTo>
                    <a:pt x="328571" y="476331"/>
                  </a:lnTo>
                  <a:lnTo>
                    <a:pt x="332599" y="474841"/>
                  </a:lnTo>
                  <a:lnTo>
                    <a:pt x="336601" y="473280"/>
                  </a:lnTo>
                  <a:lnTo>
                    <a:pt x="340574" y="471649"/>
                  </a:lnTo>
                  <a:lnTo>
                    <a:pt x="344519" y="469949"/>
                  </a:lnTo>
                  <a:lnTo>
                    <a:pt x="348433" y="468180"/>
                  </a:lnTo>
                  <a:lnTo>
                    <a:pt x="352316" y="466343"/>
                  </a:lnTo>
                  <a:lnTo>
                    <a:pt x="356166" y="464438"/>
                  </a:lnTo>
                  <a:lnTo>
                    <a:pt x="359982" y="462467"/>
                  </a:lnTo>
                  <a:lnTo>
                    <a:pt x="363763" y="460428"/>
                  </a:lnTo>
                  <a:lnTo>
                    <a:pt x="367508" y="458324"/>
                  </a:lnTo>
                  <a:lnTo>
                    <a:pt x="371215" y="456155"/>
                  </a:lnTo>
                  <a:lnTo>
                    <a:pt x="374884" y="453921"/>
                  </a:lnTo>
                  <a:lnTo>
                    <a:pt x="378513" y="451623"/>
                  </a:lnTo>
                  <a:lnTo>
                    <a:pt x="382101" y="449262"/>
                  </a:lnTo>
                  <a:lnTo>
                    <a:pt x="385648" y="446839"/>
                  </a:lnTo>
                  <a:lnTo>
                    <a:pt x="389151" y="444354"/>
                  </a:lnTo>
                  <a:lnTo>
                    <a:pt x="392611" y="441808"/>
                  </a:lnTo>
                  <a:lnTo>
                    <a:pt x="396025" y="439202"/>
                  </a:lnTo>
                  <a:lnTo>
                    <a:pt x="399393" y="436536"/>
                  </a:lnTo>
                  <a:lnTo>
                    <a:pt x="402714" y="433812"/>
                  </a:lnTo>
                  <a:lnTo>
                    <a:pt x="405987" y="431031"/>
                  </a:lnTo>
                  <a:lnTo>
                    <a:pt x="409211" y="428192"/>
                  </a:lnTo>
                  <a:lnTo>
                    <a:pt x="412385" y="425297"/>
                  </a:lnTo>
                  <a:lnTo>
                    <a:pt x="415507" y="422348"/>
                  </a:lnTo>
                  <a:lnTo>
                    <a:pt x="418577" y="419344"/>
                  </a:lnTo>
                  <a:lnTo>
                    <a:pt x="421595" y="416287"/>
                  </a:lnTo>
                  <a:lnTo>
                    <a:pt x="424558" y="413177"/>
                  </a:lnTo>
                  <a:lnTo>
                    <a:pt x="427466" y="410016"/>
                  </a:lnTo>
                  <a:lnTo>
                    <a:pt x="430319" y="406805"/>
                  </a:lnTo>
                  <a:lnTo>
                    <a:pt x="433115" y="403544"/>
                  </a:lnTo>
                  <a:lnTo>
                    <a:pt x="435854" y="400235"/>
                  </a:lnTo>
                  <a:lnTo>
                    <a:pt x="438534" y="396879"/>
                  </a:lnTo>
                  <a:lnTo>
                    <a:pt x="441155" y="393476"/>
                  </a:lnTo>
                  <a:lnTo>
                    <a:pt x="443716" y="390027"/>
                  </a:lnTo>
                  <a:lnTo>
                    <a:pt x="446216" y="386535"/>
                  </a:lnTo>
                  <a:lnTo>
                    <a:pt x="448655" y="382999"/>
                  </a:lnTo>
                  <a:lnTo>
                    <a:pt x="451032" y="379421"/>
                  </a:lnTo>
                  <a:lnTo>
                    <a:pt x="453345" y="375802"/>
                  </a:lnTo>
                  <a:lnTo>
                    <a:pt x="455595" y="372143"/>
                  </a:lnTo>
                  <a:lnTo>
                    <a:pt x="457781" y="368445"/>
                  </a:lnTo>
                  <a:lnTo>
                    <a:pt x="459901" y="364710"/>
                  </a:lnTo>
                  <a:lnTo>
                    <a:pt x="461956" y="360938"/>
                  </a:lnTo>
                  <a:lnTo>
                    <a:pt x="463945" y="357130"/>
                  </a:lnTo>
                  <a:lnTo>
                    <a:pt x="465866" y="353289"/>
                  </a:lnTo>
                  <a:lnTo>
                    <a:pt x="467720" y="349414"/>
                  </a:lnTo>
                  <a:lnTo>
                    <a:pt x="469506" y="345508"/>
                  </a:lnTo>
                  <a:lnTo>
                    <a:pt x="471223" y="341570"/>
                  </a:lnTo>
                  <a:lnTo>
                    <a:pt x="472872" y="337604"/>
                  </a:lnTo>
                  <a:lnTo>
                    <a:pt x="474450" y="333609"/>
                  </a:lnTo>
                  <a:lnTo>
                    <a:pt x="475958" y="329587"/>
                  </a:lnTo>
                  <a:lnTo>
                    <a:pt x="477396" y="325540"/>
                  </a:lnTo>
                  <a:lnTo>
                    <a:pt x="478762" y="321467"/>
                  </a:lnTo>
                  <a:lnTo>
                    <a:pt x="480058" y="317372"/>
                  </a:lnTo>
                  <a:lnTo>
                    <a:pt x="481281" y="313254"/>
                  </a:lnTo>
                  <a:lnTo>
                    <a:pt x="482432" y="309116"/>
                  </a:lnTo>
                  <a:lnTo>
                    <a:pt x="483510" y="304958"/>
                  </a:lnTo>
                  <a:lnTo>
                    <a:pt x="484516" y="300782"/>
                  </a:lnTo>
                  <a:lnTo>
                    <a:pt x="485448" y="296589"/>
                  </a:lnTo>
                  <a:lnTo>
                    <a:pt x="486307" y="292381"/>
                  </a:lnTo>
                  <a:lnTo>
                    <a:pt x="487092" y="288158"/>
                  </a:lnTo>
                  <a:lnTo>
                    <a:pt x="487803" y="283922"/>
                  </a:lnTo>
                  <a:lnTo>
                    <a:pt x="488439" y="279674"/>
                  </a:lnTo>
                  <a:lnTo>
                    <a:pt x="489001" y="275415"/>
                  </a:lnTo>
                  <a:lnTo>
                    <a:pt x="489489" y="271148"/>
                  </a:lnTo>
                  <a:lnTo>
                    <a:pt x="489902" y="266872"/>
                  </a:lnTo>
                  <a:lnTo>
                    <a:pt x="490240" y="262590"/>
                  </a:lnTo>
                  <a:lnTo>
                    <a:pt x="490503" y="258303"/>
                  </a:lnTo>
                  <a:lnTo>
                    <a:pt x="490691" y="254012"/>
                  </a:lnTo>
                  <a:lnTo>
                    <a:pt x="490803" y="249718"/>
                  </a:lnTo>
                  <a:close/>
                </a:path>
              </a:pathLst>
            </a:custGeom>
            <a:solidFill>
              <a:srgbClr val="F5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858" name="pl858"/>
            <p:cNvSpPr/>
            <p:nvPr/>
          </p:nvSpPr>
          <p:spPr>
            <a:xfrm>
              <a:off x="4572000" y="6168413"/>
              <a:ext cx="0" cy="220882"/>
            </a:xfrm>
            <a:custGeom>
              <a:avLst/>
              <a:pathLst>
                <a:path w="0" h="220882">
                  <a:moveTo>
                    <a:pt x="0" y="220882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l859"/>
            <p:cNvSpPr/>
            <p:nvPr/>
          </p:nvSpPr>
          <p:spPr>
            <a:xfrm>
              <a:off x="4589354" y="6240297"/>
              <a:ext cx="156187" cy="156187"/>
            </a:xfrm>
            <a:custGeom>
              <a:avLst/>
              <a:pathLst>
                <a:path w="156187" h="156187">
                  <a:moveTo>
                    <a:pt x="0" y="156187"/>
                  </a:moveTo>
                  <a:lnTo>
                    <a:pt x="156187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l860"/>
            <p:cNvSpPr/>
            <p:nvPr/>
          </p:nvSpPr>
          <p:spPr>
            <a:xfrm>
              <a:off x="4596542" y="6413839"/>
              <a:ext cx="220882" cy="0"/>
            </a:xfrm>
            <a:custGeom>
              <a:avLst/>
              <a:pathLst>
                <a:path w="220882" h="0">
                  <a:moveTo>
                    <a:pt x="0" y="0"/>
                  </a:moveTo>
                  <a:lnTo>
                    <a:pt x="220882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l861"/>
            <p:cNvSpPr/>
            <p:nvPr/>
          </p:nvSpPr>
          <p:spPr>
            <a:xfrm>
              <a:off x="4589354" y="6431193"/>
              <a:ext cx="156187" cy="156187"/>
            </a:xfrm>
            <a:custGeom>
              <a:avLst/>
              <a:pathLst>
                <a:path w="156187" h="156187">
                  <a:moveTo>
                    <a:pt x="0" y="0"/>
                  </a:moveTo>
                  <a:lnTo>
                    <a:pt x="156187" y="156187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l862"/>
            <p:cNvSpPr/>
            <p:nvPr/>
          </p:nvSpPr>
          <p:spPr>
            <a:xfrm>
              <a:off x="4572000" y="6438381"/>
              <a:ext cx="0" cy="220882"/>
            </a:xfrm>
            <a:custGeom>
              <a:avLst/>
              <a:pathLst>
                <a:path w="0" h="220882">
                  <a:moveTo>
                    <a:pt x="0" y="0"/>
                  </a:moveTo>
                  <a:lnTo>
                    <a:pt x="0" y="220882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l863"/>
            <p:cNvSpPr/>
            <p:nvPr/>
          </p:nvSpPr>
          <p:spPr>
            <a:xfrm>
              <a:off x="4398458" y="6431193"/>
              <a:ext cx="156187" cy="156187"/>
            </a:xfrm>
            <a:custGeom>
              <a:avLst/>
              <a:pathLst>
                <a:path w="156187" h="156187">
                  <a:moveTo>
                    <a:pt x="156187" y="0"/>
                  </a:moveTo>
                  <a:lnTo>
                    <a:pt x="0" y="156187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l864"/>
            <p:cNvSpPr/>
            <p:nvPr/>
          </p:nvSpPr>
          <p:spPr>
            <a:xfrm>
              <a:off x="4326574" y="6413839"/>
              <a:ext cx="220882" cy="0"/>
            </a:xfrm>
            <a:custGeom>
              <a:avLst/>
              <a:pathLst>
                <a:path w="220882" h="0">
                  <a:moveTo>
                    <a:pt x="220882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l865"/>
            <p:cNvSpPr/>
            <p:nvPr/>
          </p:nvSpPr>
          <p:spPr>
            <a:xfrm>
              <a:off x="4398458" y="6240297"/>
              <a:ext cx="156187" cy="156187"/>
            </a:xfrm>
            <a:custGeom>
              <a:avLst/>
              <a:pathLst>
                <a:path w="156187" h="156187">
                  <a:moveTo>
                    <a:pt x="156187" y="156187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l866"/>
            <p:cNvSpPr/>
            <p:nvPr/>
          </p:nvSpPr>
          <p:spPr>
            <a:xfrm>
              <a:off x="4326574" y="6389296"/>
              <a:ext cx="269967" cy="49085"/>
            </a:xfrm>
            <a:custGeom>
              <a:avLst/>
              <a:pathLst>
                <a:path w="269967" h="49085">
                  <a:moveTo>
                    <a:pt x="245425" y="0"/>
                  </a:moveTo>
                  <a:lnTo>
                    <a:pt x="262779" y="7188"/>
                  </a:lnTo>
                  <a:lnTo>
                    <a:pt x="269967" y="24542"/>
                  </a:lnTo>
                  <a:lnTo>
                    <a:pt x="262779" y="41896"/>
                  </a:lnTo>
                  <a:lnTo>
                    <a:pt x="245425" y="49085"/>
                  </a:lnTo>
                  <a:lnTo>
                    <a:pt x="228071" y="41896"/>
                  </a:lnTo>
                  <a:lnTo>
                    <a:pt x="0" y="24542"/>
                  </a:lnTo>
                  <a:lnTo>
                    <a:pt x="228071" y="7188"/>
                  </a:lnTo>
                  <a:lnTo>
                    <a:pt x="245425" y="0"/>
                  </a:lnTo>
                </a:path>
              </a:pathLst>
            </a:custGeom>
            <a:ln w="31166" cap="flat">
              <a:solidFill>
                <a:srgbClr val="EC8D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t867"/>
            <p:cNvSpPr/>
            <p:nvPr/>
          </p:nvSpPr>
          <p:spPr>
            <a:xfrm>
              <a:off x="4536052" y="6353348"/>
              <a:ext cx="71895" cy="71895"/>
            </a:xfrm>
            <a:prstGeom prst="ellipse">
              <a:avLst/>
            </a:prstGeom>
            <a:solidFill>
              <a:srgbClr val="EC8DBD">
                <a:alpha val="100000"/>
              </a:srgbClr>
            </a:solidFill>
            <a:ln w="12272" cap="rnd">
              <a:solidFill>
                <a:srgbClr val="EC8D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t868"/>
            <p:cNvSpPr/>
            <p:nvPr/>
          </p:nvSpPr>
          <p:spPr>
            <a:xfrm>
              <a:off x="4553406" y="6360537"/>
              <a:ext cx="71895" cy="71895"/>
            </a:xfrm>
            <a:prstGeom prst="ellipse">
              <a:avLst/>
            </a:prstGeom>
            <a:solidFill>
              <a:srgbClr val="EC8DBD">
                <a:alpha val="100000"/>
              </a:srgbClr>
            </a:solidFill>
            <a:ln w="12272" cap="rnd">
              <a:solidFill>
                <a:srgbClr val="EC8D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t869"/>
            <p:cNvSpPr/>
            <p:nvPr/>
          </p:nvSpPr>
          <p:spPr>
            <a:xfrm>
              <a:off x="4560594" y="6377891"/>
              <a:ext cx="71895" cy="71895"/>
            </a:xfrm>
            <a:prstGeom prst="ellipse">
              <a:avLst/>
            </a:prstGeom>
            <a:solidFill>
              <a:srgbClr val="EC8DBD">
                <a:alpha val="100000"/>
              </a:srgbClr>
            </a:solidFill>
            <a:ln w="12272" cap="rnd">
              <a:solidFill>
                <a:srgbClr val="EC8D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t870"/>
            <p:cNvSpPr/>
            <p:nvPr/>
          </p:nvSpPr>
          <p:spPr>
            <a:xfrm>
              <a:off x="4553406" y="6395245"/>
              <a:ext cx="71895" cy="71895"/>
            </a:xfrm>
            <a:prstGeom prst="ellipse">
              <a:avLst/>
            </a:prstGeom>
            <a:solidFill>
              <a:srgbClr val="EC8DBD">
                <a:alpha val="100000"/>
              </a:srgbClr>
            </a:solidFill>
            <a:ln w="12272" cap="rnd">
              <a:solidFill>
                <a:srgbClr val="EC8D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t871"/>
            <p:cNvSpPr/>
            <p:nvPr/>
          </p:nvSpPr>
          <p:spPr>
            <a:xfrm>
              <a:off x="4536052" y="6402434"/>
              <a:ext cx="71895" cy="71895"/>
            </a:xfrm>
            <a:prstGeom prst="ellipse">
              <a:avLst/>
            </a:prstGeom>
            <a:solidFill>
              <a:srgbClr val="EC8DBD">
                <a:alpha val="100000"/>
              </a:srgbClr>
            </a:solidFill>
            <a:ln w="12272" cap="rnd">
              <a:solidFill>
                <a:srgbClr val="EC8D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t872"/>
            <p:cNvSpPr/>
            <p:nvPr/>
          </p:nvSpPr>
          <p:spPr>
            <a:xfrm>
              <a:off x="4518698" y="6395245"/>
              <a:ext cx="71895" cy="71895"/>
            </a:xfrm>
            <a:prstGeom prst="ellipse">
              <a:avLst/>
            </a:prstGeom>
            <a:solidFill>
              <a:srgbClr val="EC8DBD">
                <a:alpha val="100000"/>
              </a:srgbClr>
            </a:solidFill>
            <a:ln w="12272" cap="rnd">
              <a:solidFill>
                <a:srgbClr val="EC8D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t873"/>
            <p:cNvSpPr/>
            <p:nvPr/>
          </p:nvSpPr>
          <p:spPr>
            <a:xfrm>
              <a:off x="4290626" y="6377891"/>
              <a:ext cx="71895" cy="71895"/>
            </a:xfrm>
            <a:prstGeom prst="ellipse">
              <a:avLst/>
            </a:prstGeom>
            <a:solidFill>
              <a:srgbClr val="EC8DBD">
                <a:alpha val="100000"/>
              </a:srgbClr>
            </a:solidFill>
            <a:ln w="12272" cap="rnd">
              <a:solidFill>
                <a:srgbClr val="EC8D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t874"/>
            <p:cNvSpPr/>
            <p:nvPr/>
          </p:nvSpPr>
          <p:spPr>
            <a:xfrm>
              <a:off x="4518698" y="6360537"/>
              <a:ext cx="71895" cy="71895"/>
            </a:xfrm>
            <a:prstGeom prst="ellipse">
              <a:avLst/>
            </a:prstGeom>
            <a:solidFill>
              <a:srgbClr val="EC8DBD">
                <a:alpha val="100000"/>
              </a:srgbClr>
            </a:solidFill>
            <a:ln w="12272" cap="rnd">
              <a:solidFill>
                <a:srgbClr val="EC8D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t875"/>
            <p:cNvSpPr/>
            <p:nvPr/>
          </p:nvSpPr>
          <p:spPr>
            <a:xfrm>
              <a:off x="4536052" y="6353348"/>
              <a:ext cx="71895" cy="71895"/>
            </a:xfrm>
            <a:prstGeom prst="ellipse">
              <a:avLst/>
            </a:prstGeom>
            <a:solidFill>
              <a:srgbClr val="EC8DBD">
                <a:alpha val="100000"/>
              </a:srgbClr>
            </a:solidFill>
            <a:ln w="12272" cap="rnd">
              <a:solidFill>
                <a:srgbClr val="EC8D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tx876"/>
            <p:cNvSpPr/>
            <p:nvPr/>
          </p:nvSpPr>
          <p:spPr>
            <a:xfrm>
              <a:off x="4451360" y="6365386"/>
              <a:ext cx="96096" cy="477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2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2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877" name="tx877"/>
            <p:cNvSpPr/>
            <p:nvPr/>
          </p:nvSpPr>
          <p:spPr>
            <a:xfrm>
              <a:off x="4414383" y="6254944"/>
              <a:ext cx="133074" cy="477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2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2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878" name="tx878"/>
            <p:cNvSpPr/>
            <p:nvPr/>
          </p:nvSpPr>
          <p:spPr>
            <a:xfrm>
              <a:off x="4377405" y="6144503"/>
              <a:ext cx="170051" cy="477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2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2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2026-03-18T21:41:12Z</dcterms:modified>
  <cp:category/>
</cp:coreProperties>
</file>