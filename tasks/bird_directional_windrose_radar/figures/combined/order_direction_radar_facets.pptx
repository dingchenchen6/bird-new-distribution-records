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684575" y="117034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323566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93183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357229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10177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1142368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04661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6954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1071485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062988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624756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802688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624756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666954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5191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2545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48017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2545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191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1657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66934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1657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24757" y="897187"/>
              <a:ext cx="296636" cy="185809"/>
            </a:xfrm>
            <a:custGeom>
              <a:avLst/>
              <a:pathLst>
                <a:path w="296636" h="185809">
                  <a:moveTo>
                    <a:pt x="70434" y="24742"/>
                  </a:moveTo>
                  <a:lnTo>
                    <a:pt x="187283" y="0"/>
                  </a:lnTo>
                  <a:lnTo>
                    <a:pt x="296636" y="116849"/>
                  </a:lnTo>
                  <a:lnTo>
                    <a:pt x="139394" y="185809"/>
                  </a:lnTo>
                  <a:lnTo>
                    <a:pt x="70434" y="184574"/>
                  </a:lnTo>
                  <a:lnTo>
                    <a:pt x="3389" y="183893"/>
                  </a:lnTo>
                  <a:lnTo>
                    <a:pt x="0" y="116849"/>
                  </a:lnTo>
                  <a:lnTo>
                    <a:pt x="11051" y="57466"/>
                  </a:lnTo>
                  <a:lnTo>
                    <a:pt x="70434" y="24742"/>
                  </a:lnTo>
                </a:path>
              </a:pathLst>
            </a:custGeom>
            <a:ln w="3116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159921" y="88666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276770" y="86191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386124" y="97876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228881" y="104772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59921" y="104649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092876" y="104581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089487" y="97876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0539" y="919384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59921" y="88666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1054625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20863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87101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2320794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320794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58752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2874183" y="115877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47" name="rc47"/>
            <p:cNvSpPr/>
            <p:nvPr/>
          </p:nvSpPr>
          <p:spPr>
            <a:xfrm>
              <a:off x="2574772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2544388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08434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561383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1" name="pl51"/>
            <p:cNvSpPr/>
            <p:nvPr/>
          </p:nvSpPr>
          <p:spPr>
            <a:xfrm>
              <a:off x="3393573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155866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918159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3322691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14193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875961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053893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875961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9" name="pg59"/>
            <p:cNvSpPr/>
            <p:nvPr/>
          </p:nvSpPr>
          <p:spPr>
            <a:xfrm>
              <a:off x="2918159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446397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483750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499223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483750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446397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072862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18139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072862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355254" y="945306"/>
              <a:ext cx="353158" cy="186767"/>
            </a:xfrm>
            <a:custGeom>
              <a:avLst/>
              <a:pathLst>
                <a:path w="353158" h="186767">
                  <a:moveTo>
                    <a:pt x="91142" y="15904"/>
                  </a:moveTo>
                  <a:lnTo>
                    <a:pt x="159872" y="0"/>
                  </a:lnTo>
                  <a:lnTo>
                    <a:pt x="353158" y="68730"/>
                  </a:lnTo>
                  <a:lnTo>
                    <a:pt x="209179" y="186767"/>
                  </a:lnTo>
                  <a:lnTo>
                    <a:pt x="91142" y="140573"/>
                  </a:lnTo>
                  <a:lnTo>
                    <a:pt x="0" y="159872"/>
                  </a:lnTo>
                  <a:lnTo>
                    <a:pt x="31977" y="68730"/>
                  </a:lnTo>
                  <a:lnTo>
                    <a:pt x="49306" y="26894"/>
                  </a:lnTo>
                  <a:lnTo>
                    <a:pt x="91142" y="15904"/>
                  </a:lnTo>
                </a:path>
              </a:pathLst>
            </a:custGeom>
            <a:ln w="3116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411127" y="92594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479857" y="91003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73142" y="97876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29163" y="1096803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11127" y="1050609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319984" y="1069909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351962" y="97876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9291" y="93693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1127" y="92594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3305831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3272068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238306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81" name="rc81"/>
            <p:cNvSpPr/>
            <p:nvPr/>
          </p:nvSpPr>
          <p:spPr>
            <a:xfrm>
              <a:off x="4571999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571999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609957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5154216" y="88749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5" name="rc85"/>
            <p:cNvSpPr/>
            <p:nvPr/>
          </p:nvSpPr>
          <p:spPr>
            <a:xfrm>
              <a:off x="4825977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4795594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859639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812588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89" name="pl89"/>
            <p:cNvSpPr/>
            <p:nvPr/>
          </p:nvSpPr>
          <p:spPr>
            <a:xfrm>
              <a:off x="5644778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407072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169365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>
              <a:off x="5573896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565399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6127167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305099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127167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97" name="pg97"/>
            <p:cNvSpPr/>
            <p:nvPr/>
          </p:nvSpPr>
          <p:spPr>
            <a:xfrm>
              <a:off x="5169365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697602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5734956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750428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734956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697602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324068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169345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324068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31927" y="884113"/>
              <a:ext cx="272695" cy="203620"/>
            </a:xfrm>
            <a:custGeom>
              <a:avLst/>
              <a:pathLst>
                <a:path w="272695" h="203620">
                  <a:moveTo>
                    <a:pt x="65675" y="0"/>
                  </a:moveTo>
                  <a:lnTo>
                    <a:pt x="184802" y="10795"/>
                  </a:lnTo>
                  <a:lnTo>
                    <a:pt x="272695" y="129922"/>
                  </a:lnTo>
                  <a:lnTo>
                    <a:pt x="139372" y="203620"/>
                  </a:lnTo>
                  <a:lnTo>
                    <a:pt x="65675" y="182748"/>
                  </a:lnTo>
                  <a:lnTo>
                    <a:pt x="1063" y="194534"/>
                  </a:lnTo>
                  <a:lnTo>
                    <a:pt x="0" y="129922"/>
                  </a:lnTo>
                  <a:lnTo>
                    <a:pt x="10149" y="74397"/>
                  </a:lnTo>
                  <a:lnTo>
                    <a:pt x="65675" y="0"/>
                  </a:lnTo>
                </a:path>
              </a:pathLst>
            </a:custGeom>
            <a:ln w="3116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62332" y="84884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781459" y="859639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869352" y="97876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736029" y="105246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62332" y="103159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597721" y="104337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596657" y="97876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606807" y="92324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62332" y="84884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5557036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5523274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489512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19" name="rc119"/>
            <p:cNvSpPr/>
            <p:nvPr/>
          </p:nvSpPr>
          <p:spPr>
            <a:xfrm>
              <a:off x="6823205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823205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861163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7471251" y="117034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123" name="rc123"/>
            <p:cNvSpPr/>
            <p:nvPr/>
          </p:nvSpPr>
          <p:spPr>
            <a:xfrm>
              <a:off x="7077183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tx124"/>
            <p:cNvSpPr/>
            <p:nvPr/>
          </p:nvSpPr>
          <p:spPr>
            <a:xfrm>
              <a:off x="7046799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110845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063794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27" name="pl127"/>
            <p:cNvSpPr/>
            <p:nvPr/>
          </p:nvSpPr>
          <p:spPr>
            <a:xfrm>
              <a:off x="7895984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58277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420570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7825102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7816604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8378372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8556304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8378372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35" name="pg135"/>
            <p:cNvSpPr/>
            <p:nvPr/>
          </p:nvSpPr>
          <p:spPr>
            <a:xfrm>
              <a:off x="7420570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948808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986161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001633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986161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948808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575273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420550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575273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869569" y="948004"/>
              <a:ext cx="343367" cy="178092"/>
            </a:xfrm>
            <a:custGeom>
              <a:avLst/>
              <a:pathLst>
                <a:path w="343367" h="178092">
                  <a:moveTo>
                    <a:pt x="79238" y="0"/>
                  </a:moveTo>
                  <a:lnTo>
                    <a:pt x="135268" y="10002"/>
                  </a:lnTo>
                  <a:lnTo>
                    <a:pt x="343367" y="66032"/>
                  </a:lnTo>
                  <a:lnTo>
                    <a:pt x="191299" y="178092"/>
                  </a:lnTo>
                  <a:lnTo>
                    <a:pt x="79238" y="171683"/>
                  </a:lnTo>
                  <a:lnTo>
                    <a:pt x="13870" y="131400"/>
                  </a:lnTo>
                  <a:lnTo>
                    <a:pt x="0" y="66032"/>
                  </a:lnTo>
                  <a:lnTo>
                    <a:pt x="41885" y="28678"/>
                  </a:lnTo>
                  <a:lnTo>
                    <a:pt x="79238" y="0"/>
                  </a:lnTo>
                </a:path>
              </a:pathLst>
            </a:custGeom>
            <a:ln w="3116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913538" y="91273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7969568" y="92273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8177666" y="97876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8025598" y="109082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913538" y="1084418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7848169" y="1044135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834299" y="97876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876184" y="941413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913538" y="91273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7808242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74479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740717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57" name="rc157"/>
            <p:cNvSpPr/>
            <p:nvPr/>
          </p:nvSpPr>
          <p:spPr>
            <a:xfrm>
              <a:off x="69589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9589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07546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647573" y="1796740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161" name="rc161"/>
            <p:cNvSpPr/>
            <p:nvPr/>
          </p:nvSpPr>
          <p:spPr>
            <a:xfrm>
              <a:off x="323566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tx162"/>
            <p:cNvSpPr/>
            <p:nvPr/>
          </p:nvSpPr>
          <p:spPr>
            <a:xfrm>
              <a:off x="293183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57229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310177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65" name="pl165"/>
            <p:cNvSpPr/>
            <p:nvPr/>
          </p:nvSpPr>
          <p:spPr>
            <a:xfrm>
              <a:off x="1142368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904661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66954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1071485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062988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624756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802688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624756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73" name="pg173"/>
            <p:cNvSpPr/>
            <p:nvPr/>
          </p:nvSpPr>
          <p:spPr>
            <a:xfrm>
              <a:off x="666954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1195191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232545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248017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232545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195191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21657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66934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21657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1096714" y="2576084"/>
              <a:ext cx="280966" cy="216134"/>
            </a:xfrm>
            <a:custGeom>
              <a:avLst/>
              <a:pathLst>
                <a:path w="280966" h="216134">
                  <a:moveTo>
                    <a:pt x="98477" y="0"/>
                  </a:moveTo>
                  <a:lnTo>
                    <a:pt x="212235" y="3899"/>
                  </a:lnTo>
                  <a:lnTo>
                    <a:pt x="280966" y="117657"/>
                  </a:lnTo>
                  <a:lnTo>
                    <a:pt x="151111" y="170291"/>
                  </a:lnTo>
                  <a:lnTo>
                    <a:pt x="98477" y="170483"/>
                  </a:lnTo>
                  <a:lnTo>
                    <a:pt x="0" y="216134"/>
                  </a:lnTo>
                  <a:lnTo>
                    <a:pt x="2430" y="117657"/>
                  </a:lnTo>
                  <a:lnTo>
                    <a:pt x="45842" y="65022"/>
                  </a:lnTo>
                  <a:lnTo>
                    <a:pt x="98477" y="0"/>
                  </a:lnTo>
                </a:path>
              </a:pathLst>
            </a:custGeom>
            <a:ln w="3116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159921" y="254081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273679" y="2544713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1342410" y="265847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1212555" y="2711106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159921" y="271129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061444" y="2756949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1063874" y="265847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107287" y="260583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159921" y="254081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1054625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1020863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987101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95" name="rc195"/>
            <p:cNvSpPr/>
            <p:nvPr/>
          </p:nvSpPr>
          <p:spPr>
            <a:xfrm>
              <a:off x="2320794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2320794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2358752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tx198"/>
            <p:cNvSpPr/>
            <p:nvPr/>
          </p:nvSpPr>
          <p:spPr>
            <a:xfrm>
              <a:off x="2903119" y="1795583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199" name="rc199"/>
            <p:cNvSpPr/>
            <p:nvPr/>
          </p:nvSpPr>
          <p:spPr>
            <a:xfrm>
              <a:off x="2574772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2544388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608434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61383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03" name="pl203"/>
            <p:cNvSpPr/>
            <p:nvPr/>
          </p:nvSpPr>
          <p:spPr>
            <a:xfrm>
              <a:off x="3393573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3155866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2918159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6" name="tx206"/>
            <p:cNvSpPr/>
            <p:nvPr/>
          </p:nvSpPr>
          <p:spPr>
            <a:xfrm>
              <a:off x="3322691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3314193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3875961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4053893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3875961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1" name="pg211"/>
            <p:cNvSpPr/>
            <p:nvPr/>
          </p:nvSpPr>
          <p:spPr>
            <a:xfrm>
              <a:off x="2918159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446397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3483750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3499223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3483750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3446397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3072862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2918139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3072862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3346009" y="2551332"/>
              <a:ext cx="301785" cy="200774"/>
            </a:xfrm>
            <a:custGeom>
              <a:avLst/>
              <a:pathLst>
                <a:path w="301785" h="200774">
                  <a:moveTo>
                    <a:pt x="100387" y="30155"/>
                  </a:moveTo>
                  <a:lnTo>
                    <a:pt x="242797" y="0"/>
                  </a:lnTo>
                  <a:lnTo>
                    <a:pt x="301785" y="142410"/>
                  </a:lnTo>
                  <a:lnTo>
                    <a:pt x="137740" y="179763"/>
                  </a:lnTo>
                  <a:lnTo>
                    <a:pt x="100387" y="195235"/>
                  </a:lnTo>
                  <a:lnTo>
                    <a:pt x="42022" y="200774"/>
                  </a:lnTo>
                  <a:lnTo>
                    <a:pt x="47561" y="142410"/>
                  </a:lnTo>
                  <a:lnTo>
                    <a:pt x="0" y="42022"/>
                  </a:lnTo>
                  <a:lnTo>
                    <a:pt x="100387" y="30155"/>
                  </a:lnTo>
                </a:path>
              </a:pathLst>
            </a:custGeom>
            <a:ln w="3116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11127" y="254621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53537" y="251606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12525" y="265847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48480" y="2695825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411127" y="271129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52762" y="2716836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358301" y="265847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310739" y="2558084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411127" y="254621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tx230"/>
            <p:cNvSpPr/>
            <p:nvPr/>
          </p:nvSpPr>
          <p:spPr>
            <a:xfrm>
              <a:off x="3305831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272068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238306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33" name="rc233"/>
            <p:cNvSpPr/>
            <p:nvPr/>
          </p:nvSpPr>
          <p:spPr>
            <a:xfrm>
              <a:off x="4571999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4571999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4609957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" name="tx236"/>
            <p:cNvSpPr/>
            <p:nvPr/>
          </p:nvSpPr>
          <p:spPr>
            <a:xfrm>
              <a:off x="5298318" y="1795004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237" name="rc237"/>
            <p:cNvSpPr/>
            <p:nvPr/>
          </p:nvSpPr>
          <p:spPr>
            <a:xfrm>
              <a:off x="4825977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tx238"/>
            <p:cNvSpPr/>
            <p:nvPr/>
          </p:nvSpPr>
          <p:spPr>
            <a:xfrm>
              <a:off x="4795594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4859639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4812588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41" name="pl241"/>
            <p:cNvSpPr/>
            <p:nvPr/>
          </p:nvSpPr>
          <p:spPr>
            <a:xfrm>
              <a:off x="5644778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5407072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5169365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4" name="tx244"/>
            <p:cNvSpPr/>
            <p:nvPr/>
          </p:nvSpPr>
          <p:spPr>
            <a:xfrm>
              <a:off x="5573896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5565399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127167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305099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6127167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49" name="pg249"/>
            <p:cNvSpPr/>
            <p:nvPr/>
          </p:nvSpPr>
          <p:spPr>
            <a:xfrm>
              <a:off x="5169365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5697602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5734956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5750428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5734956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5697602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5324068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5169345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5324068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5570600" y="2577525"/>
              <a:ext cx="274913" cy="243218"/>
            </a:xfrm>
            <a:custGeom>
              <a:avLst/>
              <a:pathLst>
                <a:path w="274913" h="243218">
                  <a:moveTo>
                    <a:pt x="127001" y="0"/>
                  </a:moveTo>
                  <a:lnTo>
                    <a:pt x="231591" y="11627"/>
                  </a:lnTo>
                  <a:lnTo>
                    <a:pt x="274913" y="116216"/>
                  </a:lnTo>
                  <a:lnTo>
                    <a:pt x="186767" y="175982"/>
                  </a:lnTo>
                  <a:lnTo>
                    <a:pt x="127001" y="200737"/>
                  </a:lnTo>
                  <a:lnTo>
                    <a:pt x="0" y="243218"/>
                  </a:lnTo>
                  <a:lnTo>
                    <a:pt x="74175" y="116216"/>
                  </a:lnTo>
                  <a:lnTo>
                    <a:pt x="67236" y="56451"/>
                  </a:lnTo>
                  <a:lnTo>
                    <a:pt x="127001" y="0"/>
                  </a:lnTo>
                </a:path>
              </a:pathLst>
            </a:custGeom>
            <a:ln w="31166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662332" y="2542255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66922" y="255388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810244" y="265847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722098" y="2718237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332" y="274299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535330" y="278547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609506" y="265847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602567" y="2598706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5662332" y="2542255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tx268"/>
            <p:cNvSpPr/>
            <p:nvPr/>
          </p:nvSpPr>
          <p:spPr>
            <a:xfrm>
              <a:off x="5557036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5523274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5489512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71" name="rc271"/>
            <p:cNvSpPr/>
            <p:nvPr/>
          </p:nvSpPr>
          <p:spPr>
            <a:xfrm>
              <a:off x="6823205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6823205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6861163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" name="tx274"/>
            <p:cNvSpPr/>
            <p:nvPr/>
          </p:nvSpPr>
          <p:spPr>
            <a:xfrm>
              <a:off x="7450671" y="1795583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275" name="rc275"/>
            <p:cNvSpPr/>
            <p:nvPr/>
          </p:nvSpPr>
          <p:spPr>
            <a:xfrm>
              <a:off x="7077183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tx276"/>
            <p:cNvSpPr/>
            <p:nvPr/>
          </p:nvSpPr>
          <p:spPr>
            <a:xfrm>
              <a:off x="7046799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7110845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7063794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79" name="pl279"/>
            <p:cNvSpPr/>
            <p:nvPr/>
          </p:nvSpPr>
          <p:spPr>
            <a:xfrm>
              <a:off x="7895984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658277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420570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2" name="tx282"/>
            <p:cNvSpPr/>
            <p:nvPr/>
          </p:nvSpPr>
          <p:spPr>
            <a:xfrm>
              <a:off x="7825102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7816604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8378372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8556304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8378372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87" name="pg287"/>
            <p:cNvSpPr/>
            <p:nvPr/>
          </p:nvSpPr>
          <p:spPr>
            <a:xfrm>
              <a:off x="7420570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948808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986161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8001633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986161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948808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575273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420550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575273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22839" y="2531201"/>
              <a:ext cx="288509" cy="215366"/>
            </a:xfrm>
            <a:custGeom>
              <a:avLst/>
              <a:pathLst>
                <a:path w="288509" h="215366">
                  <a:moveTo>
                    <a:pt x="125969" y="0"/>
                  </a:moveTo>
                  <a:lnTo>
                    <a:pt x="266762" y="21747"/>
                  </a:lnTo>
                  <a:lnTo>
                    <a:pt x="288509" y="162540"/>
                  </a:lnTo>
                  <a:lnTo>
                    <a:pt x="163322" y="199894"/>
                  </a:lnTo>
                  <a:lnTo>
                    <a:pt x="125969" y="215366"/>
                  </a:lnTo>
                  <a:lnTo>
                    <a:pt x="88615" y="199894"/>
                  </a:lnTo>
                  <a:lnTo>
                    <a:pt x="0" y="162540"/>
                  </a:lnTo>
                  <a:lnTo>
                    <a:pt x="62755" y="99327"/>
                  </a:lnTo>
                  <a:lnTo>
                    <a:pt x="125969" y="0"/>
                  </a:lnTo>
                </a:path>
              </a:pathLst>
            </a:custGeom>
            <a:ln w="31166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7913538" y="249593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054331" y="251767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076078" y="265847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7950891" y="2695825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913538" y="2711297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876184" y="2695825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7787568" y="265847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7850324" y="259525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7913538" y="249593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6"/>
            <p:cNvSpPr/>
            <p:nvPr/>
          </p:nvSpPr>
          <p:spPr>
            <a:xfrm>
              <a:off x="7808242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7774479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7740717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09" name="rc309"/>
            <p:cNvSpPr/>
            <p:nvPr/>
          </p:nvSpPr>
          <p:spPr>
            <a:xfrm>
              <a:off x="69589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69589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107546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2" name="tx312"/>
            <p:cNvSpPr/>
            <p:nvPr/>
          </p:nvSpPr>
          <p:spPr>
            <a:xfrm>
              <a:off x="758869" y="3444905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313" name="rc313"/>
            <p:cNvSpPr/>
            <p:nvPr/>
          </p:nvSpPr>
          <p:spPr>
            <a:xfrm>
              <a:off x="323566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tx314"/>
            <p:cNvSpPr/>
            <p:nvPr/>
          </p:nvSpPr>
          <p:spPr>
            <a:xfrm>
              <a:off x="293183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357229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310177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17" name="pl317"/>
            <p:cNvSpPr/>
            <p:nvPr/>
          </p:nvSpPr>
          <p:spPr>
            <a:xfrm>
              <a:off x="1142368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904661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666954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20" name="tx320"/>
            <p:cNvSpPr/>
            <p:nvPr/>
          </p:nvSpPr>
          <p:spPr>
            <a:xfrm>
              <a:off x="1071485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062988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1624756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1802688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1624756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25" name="pg325"/>
            <p:cNvSpPr/>
            <p:nvPr/>
          </p:nvSpPr>
          <p:spPr>
            <a:xfrm>
              <a:off x="666954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1195191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1232545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1248017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1232545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1195191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821657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666934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821657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1105794" y="4210906"/>
              <a:ext cx="288509" cy="251614"/>
            </a:xfrm>
            <a:custGeom>
              <a:avLst/>
              <a:pathLst>
                <a:path w="288509" h="251614">
                  <a:moveTo>
                    <a:pt x="89397" y="0"/>
                  </a:moveTo>
                  <a:lnTo>
                    <a:pt x="204331" y="47607"/>
                  </a:lnTo>
                  <a:lnTo>
                    <a:pt x="288509" y="162540"/>
                  </a:lnTo>
                  <a:lnTo>
                    <a:pt x="126750" y="199894"/>
                  </a:lnTo>
                  <a:lnTo>
                    <a:pt x="89397" y="215366"/>
                  </a:lnTo>
                  <a:lnTo>
                    <a:pt x="323" y="251614"/>
                  </a:lnTo>
                  <a:lnTo>
                    <a:pt x="0" y="162540"/>
                  </a:lnTo>
                  <a:lnTo>
                    <a:pt x="52043" y="125187"/>
                  </a:lnTo>
                  <a:lnTo>
                    <a:pt x="89397" y="0"/>
                  </a:lnTo>
                </a:path>
              </a:pathLst>
            </a:custGeom>
            <a:ln w="31166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159921" y="417563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1274855" y="4223243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359034" y="433817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197275" y="4375530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159921" y="4391003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1070847" y="4427251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070524" y="433817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1122568" y="4300824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159921" y="417563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tx344"/>
            <p:cNvSpPr/>
            <p:nvPr/>
          </p:nvSpPr>
          <p:spPr>
            <a:xfrm>
              <a:off x="1054625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1020863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987101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47" name="rc347"/>
            <p:cNvSpPr/>
            <p:nvPr/>
          </p:nvSpPr>
          <p:spPr>
            <a:xfrm>
              <a:off x="2320794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2320794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2358752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0" name="tx350"/>
            <p:cNvSpPr/>
            <p:nvPr/>
          </p:nvSpPr>
          <p:spPr>
            <a:xfrm>
              <a:off x="3038830" y="3474709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351" name="rc351"/>
            <p:cNvSpPr/>
            <p:nvPr/>
          </p:nvSpPr>
          <p:spPr>
            <a:xfrm>
              <a:off x="2574772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2544388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2608434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2561383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55" name="pl355"/>
            <p:cNvSpPr/>
            <p:nvPr/>
          </p:nvSpPr>
          <p:spPr>
            <a:xfrm>
              <a:off x="3393573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3155866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2918159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8" name="tx358"/>
            <p:cNvSpPr/>
            <p:nvPr/>
          </p:nvSpPr>
          <p:spPr>
            <a:xfrm>
              <a:off x="3322691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3314193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3875961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053893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3875961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63" name="pg363"/>
            <p:cNvSpPr/>
            <p:nvPr/>
          </p:nvSpPr>
          <p:spPr>
            <a:xfrm>
              <a:off x="2918159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446397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3483750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499223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3483750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3446397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3072862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2918139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3072862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3378481" y="4213846"/>
              <a:ext cx="250404" cy="298869"/>
            </a:xfrm>
            <a:custGeom>
              <a:avLst/>
              <a:pathLst>
                <a:path w="250404" h="298869">
                  <a:moveTo>
                    <a:pt x="67915" y="106775"/>
                  </a:moveTo>
                  <a:lnTo>
                    <a:pt x="227516" y="0"/>
                  </a:lnTo>
                  <a:lnTo>
                    <a:pt x="250404" y="159601"/>
                  </a:lnTo>
                  <a:lnTo>
                    <a:pt x="135830" y="227516"/>
                  </a:lnTo>
                  <a:lnTo>
                    <a:pt x="67915" y="298869"/>
                  </a:lnTo>
                  <a:lnTo>
                    <a:pt x="30561" y="196954"/>
                  </a:lnTo>
                  <a:lnTo>
                    <a:pt x="15089" y="159601"/>
                  </a:lnTo>
                  <a:lnTo>
                    <a:pt x="0" y="91685"/>
                  </a:lnTo>
                  <a:lnTo>
                    <a:pt x="67915" y="106775"/>
                  </a:lnTo>
                </a:path>
              </a:pathLst>
            </a:custGeom>
            <a:ln w="31166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411127" y="428535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70728" y="4178576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593616" y="433817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79042" y="440609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11127" y="4477445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73773" y="4375530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58301" y="433817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43211" y="427026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11127" y="428535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tx382"/>
            <p:cNvSpPr/>
            <p:nvPr/>
          </p:nvSpPr>
          <p:spPr>
            <a:xfrm>
              <a:off x="3305831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3272068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3238306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85" name="rc385"/>
            <p:cNvSpPr/>
            <p:nvPr/>
          </p:nvSpPr>
          <p:spPr>
            <a:xfrm>
              <a:off x="4571999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4571999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4609957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8" name="tx388"/>
            <p:cNvSpPr/>
            <p:nvPr/>
          </p:nvSpPr>
          <p:spPr>
            <a:xfrm>
              <a:off x="5224242" y="3475288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389" name="rc389"/>
            <p:cNvSpPr/>
            <p:nvPr/>
          </p:nvSpPr>
          <p:spPr>
            <a:xfrm>
              <a:off x="4825977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tx390"/>
            <p:cNvSpPr/>
            <p:nvPr/>
          </p:nvSpPr>
          <p:spPr>
            <a:xfrm>
              <a:off x="4795594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4859639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4812588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93" name="pl393"/>
            <p:cNvSpPr/>
            <p:nvPr/>
          </p:nvSpPr>
          <p:spPr>
            <a:xfrm>
              <a:off x="5644778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5407072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5169365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6" name="tx396"/>
            <p:cNvSpPr/>
            <p:nvPr/>
          </p:nvSpPr>
          <p:spPr>
            <a:xfrm>
              <a:off x="5573896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5565399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6127167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6305099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6127167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01" name="pg401"/>
            <p:cNvSpPr/>
            <p:nvPr/>
          </p:nvSpPr>
          <p:spPr>
            <a:xfrm>
              <a:off x="5169365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5697602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5734956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5750428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5734956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5697602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5324068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5169345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5324068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5593013" y="4130449"/>
              <a:ext cx="242797" cy="295824"/>
            </a:xfrm>
            <a:custGeom>
              <a:avLst/>
              <a:pathLst>
                <a:path w="242797" h="295824">
                  <a:moveTo>
                    <a:pt x="104589" y="0"/>
                  </a:moveTo>
                  <a:lnTo>
                    <a:pt x="242797" y="104790"/>
                  </a:lnTo>
                  <a:lnTo>
                    <a:pt x="204958" y="242998"/>
                  </a:lnTo>
                  <a:lnTo>
                    <a:pt x="141943" y="280351"/>
                  </a:lnTo>
                  <a:lnTo>
                    <a:pt x="104589" y="295824"/>
                  </a:lnTo>
                  <a:lnTo>
                    <a:pt x="67236" y="280351"/>
                  </a:lnTo>
                  <a:lnTo>
                    <a:pt x="51763" y="242998"/>
                  </a:lnTo>
                  <a:lnTo>
                    <a:pt x="0" y="138408"/>
                  </a:lnTo>
                  <a:lnTo>
                    <a:pt x="104589" y="0"/>
                  </a:lnTo>
                </a:path>
              </a:pathLst>
            </a:custGeom>
            <a:ln w="31166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662332" y="409517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800540" y="419996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5762701" y="433817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5699685" y="4375530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5662332" y="4391003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624979" y="4375530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609506" y="433817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557742" y="423358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662332" y="409517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5557036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5523274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5489512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23" name="rc423"/>
            <p:cNvSpPr/>
            <p:nvPr/>
          </p:nvSpPr>
          <p:spPr>
            <a:xfrm>
              <a:off x="6823205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6823205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6861163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6" name="tx426"/>
            <p:cNvSpPr/>
            <p:nvPr/>
          </p:nvSpPr>
          <p:spPr>
            <a:xfrm>
              <a:off x="7570032" y="3476445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427" name="rc427"/>
            <p:cNvSpPr/>
            <p:nvPr/>
          </p:nvSpPr>
          <p:spPr>
            <a:xfrm>
              <a:off x="7077183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tx428"/>
            <p:cNvSpPr/>
            <p:nvPr/>
          </p:nvSpPr>
          <p:spPr>
            <a:xfrm>
              <a:off x="7046799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7110845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7063794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31" name="pl431"/>
            <p:cNvSpPr/>
            <p:nvPr/>
          </p:nvSpPr>
          <p:spPr>
            <a:xfrm>
              <a:off x="7895984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658277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420570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4" name="tx434"/>
            <p:cNvSpPr/>
            <p:nvPr/>
          </p:nvSpPr>
          <p:spPr>
            <a:xfrm>
              <a:off x="7825102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7816604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8378372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8556304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8378372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9" name="pg439"/>
            <p:cNvSpPr/>
            <p:nvPr/>
          </p:nvSpPr>
          <p:spPr>
            <a:xfrm>
              <a:off x="7420570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948808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986161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8001633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986161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948808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575273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420550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575273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877836" y="4225535"/>
              <a:ext cx="313970" cy="200737"/>
            </a:xfrm>
            <a:custGeom>
              <a:avLst/>
              <a:pathLst>
                <a:path w="313970" h="200737">
                  <a:moveTo>
                    <a:pt x="70971" y="0"/>
                  </a:moveTo>
                  <a:lnTo>
                    <a:pt x="209179" y="9704"/>
                  </a:lnTo>
                  <a:lnTo>
                    <a:pt x="313970" y="147912"/>
                  </a:lnTo>
                  <a:lnTo>
                    <a:pt x="108325" y="185265"/>
                  </a:lnTo>
                  <a:lnTo>
                    <a:pt x="70971" y="200737"/>
                  </a:lnTo>
                  <a:lnTo>
                    <a:pt x="33618" y="185265"/>
                  </a:lnTo>
                  <a:lnTo>
                    <a:pt x="18145" y="147912"/>
                  </a:lnTo>
                  <a:lnTo>
                    <a:pt x="0" y="76940"/>
                  </a:lnTo>
                  <a:lnTo>
                    <a:pt x="70971" y="0"/>
                  </a:lnTo>
                </a:path>
              </a:pathLst>
            </a:custGeom>
            <a:ln w="31166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7913538" y="419026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8051745" y="4199969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8156536" y="433817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7950891" y="437553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7913538" y="4391003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7876184" y="437553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7860712" y="433817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7842566" y="426720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7913538" y="419026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tx458"/>
            <p:cNvSpPr/>
            <p:nvPr/>
          </p:nvSpPr>
          <p:spPr>
            <a:xfrm>
              <a:off x="7808242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7774479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7740717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61" name="rc461"/>
            <p:cNvSpPr/>
            <p:nvPr/>
          </p:nvSpPr>
          <p:spPr>
            <a:xfrm>
              <a:off x="69589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69589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107546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4" name="tx464"/>
            <p:cNvSpPr/>
            <p:nvPr/>
          </p:nvSpPr>
          <p:spPr>
            <a:xfrm>
              <a:off x="767007" y="5154415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465" name="rc465"/>
            <p:cNvSpPr/>
            <p:nvPr/>
          </p:nvSpPr>
          <p:spPr>
            <a:xfrm>
              <a:off x="323566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tx466"/>
            <p:cNvSpPr/>
            <p:nvPr/>
          </p:nvSpPr>
          <p:spPr>
            <a:xfrm>
              <a:off x="293183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357229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310177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69" name="pl469"/>
            <p:cNvSpPr/>
            <p:nvPr/>
          </p:nvSpPr>
          <p:spPr>
            <a:xfrm>
              <a:off x="1142368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904661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666954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2" name="tx472"/>
            <p:cNvSpPr/>
            <p:nvPr/>
          </p:nvSpPr>
          <p:spPr>
            <a:xfrm>
              <a:off x="1071485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1062988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1624756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1802688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1624756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77" name="pg477"/>
            <p:cNvSpPr/>
            <p:nvPr/>
          </p:nvSpPr>
          <p:spPr>
            <a:xfrm>
              <a:off x="666954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1195191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1232545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1248017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1232545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1195191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821657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666934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821657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142366" y="6000327"/>
              <a:ext cx="309408" cy="234256"/>
            </a:xfrm>
            <a:custGeom>
              <a:avLst/>
              <a:pathLst>
                <a:path w="309408" h="234256">
                  <a:moveTo>
                    <a:pt x="52825" y="0"/>
                  </a:moveTo>
                  <a:lnTo>
                    <a:pt x="90179" y="15472"/>
                  </a:lnTo>
                  <a:lnTo>
                    <a:pt x="309408" y="52825"/>
                  </a:lnTo>
                  <a:lnTo>
                    <a:pt x="234256" y="234256"/>
                  </a:lnTo>
                  <a:lnTo>
                    <a:pt x="52825" y="173570"/>
                  </a:lnTo>
                  <a:lnTo>
                    <a:pt x="15472" y="90179"/>
                  </a:lnTo>
                  <a:lnTo>
                    <a:pt x="0" y="52825"/>
                  </a:lnTo>
                  <a:lnTo>
                    <a:pt x="15472" y="15472"/>
                  </a:lnTo>
                  <a:lnTo>
                    <a:pt x="52825" y="0"/>
                  </a:lnTo>
                </a:path>
              </a:pathLst>
            </a:custGeom>
            <a:ln w="31166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1159921" y="596505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1197275" y="598052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1416503" y="6017883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341352" y="619931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159921" y="613862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1122568" y="6055236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1107095" y="6017883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1122568" y="598052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1159921" y="596505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6"/>
            <p:cNvSpPr/>
            <p:nvPr/>
          </p:nvSpPr>
          <p:spPr>
            <a:xfrm>
              <a:off x="1054625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1020863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987101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99" name="rc499"/>
            <p:cNvSpPr/>
            <p:nvPr/>
          </p:nvSpPr>
          <p:spPr>
            <a:xfrm>
              <a:off x="2320794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320794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358752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2" name="tx502"/>
            <p:cNvSpPr/>
            <p:nvPr/>
          </p:nvSpPr>
          <p:spPr>
            <a:xfrm>
              <a:off x="2952455" y="5154993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503" name="rc503"/>
            <p:cNvSpPr/>
            <p:nvPr/>
          </p:nvSpPr>
          <p:spPr>
            <a:xfrm>
              <a:off x="2574772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tx504"/>
            <p:cNvSpPr/>
            <p:nvPr/>
          </p:nvSpPr>
          <p:spPr>
            <a:xfrm>
              <a:off x="2544388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608434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561383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07" name="pl507"/>
            <p:cNvSpPr/>
            <p:nvPr/>
          </p:nvSpPr>
          <p:spPr>
            <a:xfrm>
              <a:off x="3393573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3155866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2918159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10" name="tx510"/>
            <p:cNvSpPr/>
            <p:nvPr/>
          </p:nvSpPr>
          <p:spPr>
            <a:xfrm>
              <a:off x="3322691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3314193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3875961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4053893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3875961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15" name="pg515"/>
            <p:cNvSpPr/>
            <p:nvPr/>
          </p:nvSpPr>
          <p:spPr>
            <a:xfrm>
              <a:off x="2918159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3446397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3483750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3499223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3483750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3446397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3072862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2918139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3072862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3353013" y="5903739"/>
              <a:ext cx="242797" cy="242797"/>
            </a:xfrm>
            <a:custGeom>
              <a:avLst/>
              <a:pathLst>
                <a:path w="242797" h="242797">
                  <a:moveTo>
                    <a:pt x="93383" y="17349"/>
                  </a:moveTo>
                  <a:lnTo>
                    <a:pt x="242797" y="0"/>
                  </a:lnTo>
                  <a:lnTo>
                    <a:pt x="225448" y="149413"/>
                  </a:lnTo>
                  <a:lnTo>
                    <a:pt x="186767" y="242797"/>
                  </a:lnTo>
                  <a:lnTo>
                    <a:pt x="93383" y="202239"/>
                  </a:lnTo>
                  <a:lnTo>
                    <a:pt x="0" y="242797"/>
                  </a:lnTo>
                  <a:lnTo>
                    <a:pt x="40557" y="149413"/>
                  </a:lnTo>
                  <a:lnTo>
                    <a:pt x="56030" y="112060"/>
                  </a:lnTo>
                  <a:lnTo>
                    <a:pt x="93383" y="17349"/>
                  </a:lnTo>
                </a:path>
              </a:pathLst>
            </a:custGeom>
            <a:ln w="31166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411127" y="588581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560540" y="586846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43191" y="6017883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504510" y="6111266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411127" y="607070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17743" y="6111266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58301" y="6017883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373773" y="598052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411127" y="588581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tx534"/>
            <p:cNvSpPr/>
            <p:nvPr/>
          </p:nvSpPr>
          <p:spPr>
            <a:xfrm>
              <a:off x="3305831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3272068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3238306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37" name="rc537"/>
            <p:cNvSpPr/>
            <p:nvPr/>
          </p:nvSpPr>
          <p:spPr>
            <a:xfrm>
              <a:off x="4571999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4571999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4609957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0" name="tx540"/>
            <p:cNvSpPr/>
            <p:nvPr/>
          </p:nvSpPr>
          <p:spPr>
            <a:xfrm>
              <a:off x="5092365" y="5156151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541" name="rc541"/>
            <p:cNvSpPr/>
            <p:nvPr/>
          </p:nvSpPr>
          <p:spPr>
            <a:xfrm>
              <a:off x="4825977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tx542"/>
            <p:cNvSpPr/>
            <p:nvPr/>
          </p:nvSpPr>
          <p:spPr>
            <a:xfrm>
              <a:off x="4795594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4859639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4812588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45" name="pl545"/>
            <p:cNvSpPr/>
            <p:nvPr/>
          </p:nvSpPr>
          <p:spPr>
            <a:xfrm>
              <a:off x="5644778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5407072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5169365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8" name="tx548"/>
            <p:cNvSpPr/>
            <p:nvPr/>
          </p:nvSpPr>
          <p:spPr>
            <a:xfrm>
              <a:off x="5573896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5565399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6127167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6305099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6127167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53" name="pg553"/>
            <p:cNvSpPr/>
            <p:nvPr/>
          </p:nvSpPr>
          <p:spPr>
            <a:xfrm>
              <a:off x="5169365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5697602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5734956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5750428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5734956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5697602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5324068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5169345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5324068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5604219" y="5959769"/>
              <a:ext cx="463163" cy="146209"/>
            </a:xfrm>
            <a:custGeom>
              <a:avLst/>
              <a:pathLst>
                <a:path w="463163" h="146209">
                  <a:moveTo>
                    <a:pt x="93383" y="40557"/>
                  </a:moveTo>
                  <a:lnTo>
                    <a:pt x="186767" y="0"/>
                  </a:lnTo>
                  <a:lnTo>
                    <a:pt x="463163" y="93383"/>
                  </a:lnTo>
                  <a:lnTo>
                    <a:pt x="130737" y="130737"/>
                  </a:lnTo>
                  <a:lnTo>
                    <a:pt x="93383" y="146209"/>
                  </a:lnTo>
                  <a:lnTo>
                    <a:pt x="56030" y="130737"/>
                  </a:lnTo>
                  <a:lnTo>
                    <a:pt x="40557" y="93383"/>
                  </a:lnTo>
                  <a:lnTo>
                    <a:pt x="0" y="0"/>
                  </a:lnTo>
                  <a:lnTo>
                    <a:pt x="93383" y="40557"/>
                  </a:lnTo>
                </a:path>
              </a:pathLst>
            </a:custGeom>
            <a:ln w="31166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5662332" y="596505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755716" y="5924499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6032112" y="6017883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699685" y="6055236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662332" y="6070708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5624979" y="6055236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609506" y="6017883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568948" y="5924499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662332" y="596505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tx572"/>
            <p:cNvSpPr/>
            <p:nvPr/>
          </p:nvSpPr>
          <p:spPr>
            <a:xfrm>
              <a:off x="5557036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5523274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5489512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75" name="rc575"/>
            <p:cNvSpPr/>
            <p:nvPr/>
          </p:nvSpPr>
          <p:spPr>
            <a:xfrm>
              <a:off x="6823205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6823205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6861163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8" name="tx578"/>
            <p:cNvSpPr/>
            <p:nvPr/>
          </p:nvSpPr>
          <p:spPr>
            <a:xfrm>
              <a:off x="7565981" y="5154125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579" name="rc579"/>
            <p:cNvSpPr/>
            <p:nvPr/>
          </p:nvSpPr>
          <p:spPr>
            <a:xfrm>
              <a:off x="7077183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tx580"/>
            <p:cNvSpPr/>
            <p:nvPr/>
          </p:nvSpPr>
          <p:spPr>
            <a:xfrm>
              <a:off x="7046799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7110845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7063794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83" name="pl583"/>
            <p:cNvSpPr/>
            <p:nvPr/>
          </p:nvSpPr>
          <p:spPr>
            <a:xfrm>
              <a:off x="7895984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7658277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7420570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6" name="tx586"/>
            <p:cNvSpPr/>
            <p:nvPr/>
          </p:nvSpPr>
          <p:spPr>
            <a:xfrm>
              <a:off x="7825102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7816604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8378372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8556304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8378372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91" name="pg591"/>
            <p:cNvSpPr/>
            <p:nvPr/>
          </p:nvSpPr>
          <p:spPr>
            <a:xfrm>
              <a:off x="7420570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7948808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7986161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8001633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7986161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7948808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7575273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7420550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7575273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7895982" y="5903739"/>
              <a:ext cx="343367" cy="202239"/>
            </a:xfrm>
            <a:custGeom>
              <a:avLst/>
              <a:pathLst>
                <a:path w="343367" h="202239">
                  <a:moveTo>
                    <a:pt x="52825" y="17349"/>
                  </a:moveTo>
                  <a:lnTo>
                    <a:pt x="202239" y="0"/>
                  </a:lnTo>
                  <a:lnTo>
                    <a:pt x="343367" y="149413"/>
                  </a:lnTo>
                  <a:lnTo>
                    <a:pt x="90179" y="186767"/>
                  </a:lnTo>
                  <a:lnTo>
                    <a:pt x="52825" y="202239"/>
                  </a:lnTo>
                  <a:lnTo>
                    <a:pt x="15472" y="186767"/>
                  </a:lnTo>
                  <a:lnTo>
                    <a:pt x="0" y="149413"/>
                  </a:lnTo>
                  <a:lnTo>
                    <a:pt x="15472" y="112060"/>
                  </a:lnTo>
                  <a:lnTo>
                    <a:pt x="52825" y="17349"/>
                  </a:lnTo>
                </a:path>
              </a:pathLst>
            </a:custGeom>
            <a:ln w="31166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7913538" y="588581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8062951" y="586846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8204079" y="6017883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7950891" y="6055236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7913538" y="607070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7876184" y="6055236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7860712" y="6017883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7876184" y="598052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7913538" y="588581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tx610"/>
            <p:cNvSpPr/>
            <p:nvPr/>
          </p:nvSpPr>
          <p:spPr>
            <a:xfrm>
              <a:off x="7808242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7774479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7740717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2026-03-19T05:58:11Z</dcterms:modified>
  <cp:category/>
</cp:coreProperties>
</file>