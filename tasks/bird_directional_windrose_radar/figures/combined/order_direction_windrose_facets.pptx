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829576" y="111393"/>
              <a:ext cx="1021231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Passeriformes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680504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340192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340192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340192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340192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340192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20370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6473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0370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076350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2508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46548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95161" y="721888"/>
              <a:ext cx="672781" cy="566551"/>
            </a:xfrm>
            <a:custGeom>
              <a:avLst/>
              <a:pathLst>
                <a:path w="672781" h="566551">
                  <a:moveTo>
                    <a:pt x="672781" y="243252"/>
                  </a:moveTo>
                  <a:lnTo>
                    <a:pt x="661283" y="221322"/>
                  </a:lnTo>
                  <a:lnTo>
                    <a:pt x="648895" y="200367"/>
                  </a:lnTo>
                  <a:lnTo>
                    <a:pt x="635679" y="180422"/>
                  </a:lnTo>
                  <a:lnTo>
                    <a:pt x="621697" y="161520"/>
                  </a:lnTo>
                  <a:lnTo>
                    <a:pt x="607014" y="143687"/>
                  </a:lnTo>
                  <a:lnTo>
                    <a:pt x="591696" y="126949"/>
                  </a:lnTo>
                  <a:lnTo>
                    <a:pt x="575809" y="111328"/>
                  </a:lnTo>
                  <a:lnTo>
                    <a:pt x="559420" y="96839"/>
                  </a:lnTo>
                  <a:lnTo>
                    <a:pt x="542597" y="83497"/>
                  </a:lnTo>
                  <a:lnTo>
                    <a:pt x="525406" y="71312"/>
                  </a:lnTo>
                  <a:lnTo>
                    <a:pt x="507915" y="60290"/>
                  </a:lnTo>
                  <a:lnTo>
                    <a:pt x="490192" y="50434"/>
                  </a:lnTo>
                  <a:lnTo>
                    <a:pt x="472303" y="41742"/>
                  </a:lnTo>
                  <a:lnTo>
                    <a:pt x="454316" y="34212"/>
                  </a:lnTo>
                  <a:lnTo>
                    <a:pt x="436296" y="27834"/>
                  </a:lnTo>
                  <a:lnTo>
                    <a:pt x="418307" y="22597"/>
                  </a:lnTo>
                  <a:lnTo>
                    <a:pt x="400415" y="18486"/>
                  </a:lnTo>
                  <a:lnTo>
                    <a:pt x="382681" y="15483"/>
                  </a:lnTo>
                  <a:lnTo>
                    <a:pt x="365166" y="13567"/>
                  </a:lnTo>
                  <a:lnTo>
                    <a:pt x="347931" y="12712"/>
                  </a:lnTo>
                  <a:lnTo>
                    <a:pt x="331034" y="12892"/>
                  </a:lnTo>
                  <a:lnTo>
                    <a:pt x="314529" y="14075"/>
                  </a:lnTo>
                  <a:lnTo>
                    <a:pt x="298472" y="16228"/>
                  </a:lnTo>
                  <a:lnTo>
                    <a:pt x="282915" y="19314"/>
                  </a:lnTo>
                  <a:lnTo>
                    <a:pt x="267906" y="23295"/>
                  </a:lnTo>
                  <a:lnTo>
                    <a:pt x="253494" y="28129"/>
                  </a:lnTo>
                  <a:lnTo>
                    <a:pt x="239722" y="33772"/>
                  </a:lnTo>
                  <a:lnTo>
                    <a:pt x="226632" y="40178"/>
                  </a:lnTo>
                  <a:lnTo>
                    <a:pt x="214265" y="47300"/>
                  </a:lnTo>
                  <a:lnTo>
                    <a:pt x="202656" y="55086"/>
                  </a:lnTo>
                  <a:lnTo>
                    <a:pt x="191838" y="63486"/>
                  </a:lnTo>
                  <a:lnTo>
                    <a:pt x="181842" y="72446"/>
                  </a:lnTo>
                  <a:lnTo>
                    <a:pt x="172695" y="81911"/>
                  </a:lnTo>
                  <a:lnTo>
                    <a:pt x="164422" y="91824"/>
                  </a:lnTo>
                  <a:lnTo>
                    <a:pt x="157042" y="102130"/>
                  </a:lnTo>
                  <a:lnTo>
                    <a:pt x="150573" y="112769"/>
                  </a:lnTo>
                  <a:lnTo>
                    <a:pt x="145031" y="123684"/>
                  </a:lnTo>
                  <a:lnTo>
                    <a:pt x="151580" y="109929"/>
                  </a:lnTo>
                  <a:lnTo>
                    <a:pt x="159478" y="96563"/>
                  </a:lnTo>
                  <a:lnTo>
                    <a:pt x="168700" y="83684"/>
                  </a:lnTo>
                  <a:lnTo>
                    <a:pt x="179216" y="71390"/>
                  </a:lnTo>
                  <a:lnTo>
                    <a:pt x="190989" y="59776"/>
                  </a:lnTo>
                  <a:lnTo>
                    <a:pt x="203976" y="48936"/>
                  </a:lnTo>
                  <a:lnTo>
                    <a:pt x="218127" y="38960"/>
                  </a:lnTo>
                  <a:lnTo>
                    <a:pt x="233389" y="29937"/>
                  </a:lnTo>
                  <a:lnTo>
                    <a:pt x="249699" y="21950"/>
                  </a:lnTo>
                  <a:lnTo>
                    <a:pt x="266991" y="15080"/>
                  </a:lnTo>
                  <a:lnTo>
                    <a:pt x="285194" y="9404"/>
                  </a:lnTo>
                  <a:lnTo>
                    <a:pt x="304230" y="4993"/>
                  </a:lnTo>
                  <a:lnTo>
                    <a:pt x="324019" y="1915"/>
                  </a:lnTo>
                  <a:lnTo>
                    <a:pt x="344473" y="231"/>
                  </a:lnTo>
                  <a:lnTo>
                    <a:pt x="365502" y="0"/>
                  </a:lnTo>
                  <a:lnTo>
                    <a:pt x="387012" y="1271"/>
                  </a:lnTo>
                  <a:lnTo>
                    <a:pt x="400080" y="20422"/>
                  </a:lnTo>
                  <a:lnTo>
                    <a:pt x="411680" y="40225"/>
                  </a:lnTo>
                  <a:lnTo>
                    <a:pt x="421784" y="60569"/>
                  </a:lnTo>
                  <a:lnTo>
                    <a:pt x="430373" y="81343"/>
                  </a:lnTo>
                  <a:lnTo>
                    <a:pt x="437434" y="102438"/>
                  </a:lnTo>
                  <a:lnTo>
                    <a:pt x="442964" y="123743"/>
                  </a:lnTo>
                  <a:lnTo>
                    <a:pt x="446967" y="145147"/>
                  </a:lnTo>
                  <a:lnTo>
                    <a:pt x="449456" y="166544"/>
                  </a:lnTo>
                  <a:lnTo>
                    <a:pt x="450449" y="187827"/>
                  </a:lnTo>
                  <a:lnTo>
                    <a:pt x="449974" y="208893"/>
                  </a:lnTo>
                  <a:lnTo>
                    <a:pt x="448064" y="229643"/>
                  </a:lnTo>
                  <a:lnTo>
                    <a:pt x="444760" y="249979"/>
                  </a:lnTo>
                  <a:lnTo>
                    <a:pt x="440108" y="269810"/>
                  </a:lnTo>
                  <a:lnTo>
                    <a:pt x="434163" y="289046"/>
                  </a:lnTo>
                  <a:lnTo>
                    <a:pt x="426982" y="307606"/>
                  </a:lnTo>
                  <a:lnTo>
                    <a:pt x="418630" y="325410"/>
                  </a:lnTo>
                  <a:lnTo>
                    <a:pt x="409175" y="342387"/>
                  </a:lnTo>
                  <a:lnTo>
                    <a:pt x="398690" y="358470"/>
                  </a:lnTo>
                  <a:lnTo>
                    <a:pt x="387253" y="373597"/>
                  </a:lnTo>
                  <a:lnTo>
                    <a:pt x="374944" y="387716"/>
                  </a:lnTo>
                  <a:lnTo>
                    <a:pt x="361846" y="400778"/>
                  </a:lnTo>
                  <a:lnTo>
                    <a:pt x="348045" y="412741"/>
                  </a:lnTo>
                  <a:lnTo>
                    <a:pt x="333630" y="423571"/>
                  </a:lnTo>
                  <a:lnTo>
                    <a:pt x="318688" y="433241"/>
                  </a:lnTo>
                  <a:lnTo>
                    <a:pt x="303311" y="441730"/>
                  </a:lnTo>
                  <a:lnTo>
                    <a:pt x="287589" y="449022"/>
                  </a:lnTo>
                  <a:lnTo>
                    <a:pt x="271611" y="455112"/>
                  </a:lnTo>
                  <a:lnTo>
                    <a:pt x="255468" y="459998"/>
                  </a:lnTo>
                  <a:lnTo>
                    <a:pt x="239249" y="463687"/>
                  </a:lnTo>
                  <a:lnTo>
                    <a:pt x="223040" y="466190"/>
                  </a:lnTo>
                  <a:lnTo>
                    <a:pt x="206926" y="467526"/>
                  </a:lnTo>
                  <a:lnTo>
                    <a:pt x="190990" y="467719"/>
                  </a:lnTo>
                  <a:lnTo>
                    <a:pt x="175312" y="466800"/>
                  </a:lnTo>
                  <a:lnTo>
                    <a:pt x="159968" y="464805"/>
                  </a:lnTo>
                  <a:lnTo>
                    <a:pt x="145031" y="461774"/>
                  </a:lnTo>
                  <a:lnTo>
                    <a:pt x="130569" y="457753"/>
                  </a:lnTo>
                  <a:lnTo>
                    <a:pt x="116646" y="452792"/>
                  </a:lnTo>
                  <a:lnTo>
                    <a:pt x="103324" y="446946"/>
                  </a:lnTo>
                  <a:lnTo>
                    <a:pt x="90657" y="440272"/>
                  </a:lnTo>
                  <a:lnTo>
                    <a:pt x="78694" y="432832"/>
                  </a:lnTo>
                  <a:lnTo>
                    <a:pt x="67480" y="424691"/>
                  </a:lnTo>
                  <a:lnTo>
                    <a:pt x="57055" y="415914"/>
                  </a:lnTo>
                  <a:lnTo>
                    <a:pt x="47452" y="406571"/>
                  </a:lnTo>
                  <a:lnTo>
                    <a:pt x="38699" y="396733"/>
                  </a:lnTo>
                  <a:lnTo>
                    <a:pt x="30819" y="386469"/>
                  </a:lnTo>
                  <a:lnTo>
                    <a:pt x="23828" y="375853"/>
                  </a:lnTo>
                  <a:lnTo>
                    <a:pt x="17737" y="364957"/>
                  </a:lnTo>
                  <a:lnTo>
                    <a:pt x="12551" y="353854"/>
                  </a:lnTo>
                  <a:lnTo>
                    <a:pt x="8270" y="342614"/>
                  </a:lnTo>
                  <a:lnTo>
                    <a:pt x="4888" y="331309"/>
                  </a:lnTo>
                  <a:lnTo>
                    <a:pt x="2394" y="320008"/>
                  </a:lnTo>
                  <a:lnTo>
                    <a:pt x="772" y="308778"/>
                  </a:lnTo>
                  <a:lnTo>
                    <a:pt x="0" y="297683"/>
                  </a:lnTo>
                  <a:lnTo>
                    <a:pt x="51" y="286787"/>
                  </a:lnTo>
                  <a:lnTo>
                    <a:pt x="896" y="276150"/>
                  </a:lnTo>
                  <a:lnTo>
                    <a:pt x="2500" y="265827"/>
                  </a:lnTo>
                  <a:lnTo>
                    <a:pt x="4825" y="255871"/>
                  </a:lnTo>
                  <a:lnTo>
                    <a:pt x="7826" y="246332"/>
                  </a:lnTo>
                  <a:lnTo>
                    <a:pt x="11461" y="237254"/>
                  </a:lnTo>
                  <a:lnTo>
                    <a:pt x="15679" y="228678"/>
                  </a:lnTo>
                  <a:lnTo>
                    <a:pt x="20429" y="220640"/>
                  </a:lnTo>
                  <a:lnTo>
                    <a:pt x="25659" y="213173"/>
                  </a:lnTo>
                  <a:lnTo>
                    <a:pt x="31314" y="206303"/>
                  </a:lnTo>
                  <a:lnTo>
                    <a:pt x="37337" y="200053"/>
                  </a:lnTo>
                  <a:lnTo>
                    <a:pt x="43671" y="194440"/>
                  </a:lnTo>
                  <a:lnTo>
                    <a:pt x="50258" y="189476"/>
                  </a:lnTo>
                  <a:lnTo>
                    <a:pt x="57040" y="185170"/>
                  </a:lnTo>
                  <a:lnTo>
                    <a:pt x="63958" y="181523"/>
                  </a:lnTo>
                  <a:lnTo>
                    <a:pt x="70955" y="178535"/>
                  </a:lnTo>
                  <a:lnTo>
                    <a:pt x="77976" y="176197"/>
                  </a:lnTo>
                  <a:lnTo>
                    <a:pt x="70980" y="189451"/>
                  </a:lnTo>
                  <a:lnTo>
                    <a:pt x="66414" y="203195"/>
                  </a:lnTo>
                  <a:lnTo>
                    <a:pt x="64253" y="217006"/>
                  </a:lnTo>
                  <a:lnTo>
                    <a:pt x="64399" y="230481"/>
                  </a:lnTo>
                  <a:lnTo>
                    <a:pt x="66693" y="243252"/>
                  </a:lnTo>
                  <a:lnTo>
                    <a:pt x="70915" y="254991"/>
                  </a:lnTo>
                  <a:lnTo>
                    <a:pt x="76801" y="265421"/>
                  </a:lnTo>
                  <a:lnTo>
                    <a:pt x="84048" y="274324"/>
                  </a:lnTo>
                  <a:lnTo>
                    <a:pt x="92328" y="281543"/>
                  </a:lnTo>
                  <a:lnTo>
                    <a:pt x="101299" y="286984"/>
                  </a:lnTo>
                  <a:lnTo>
                    <a:pt x="110617" y="290618"/>
                  </a:lnTo>
                  <a:lnTo>
                    <a:pt x="119948" y="292479"/>
                  </a:lnTo>
                  <a:lnTo>
                    <a:pt x="128977" y="292660"/>
                  </a:lnTo>
                  <a:lnTo>
                    <a:pt x="137420" y="291305"/>
                  </a:lnTo>
                  <a:lnTo>
                    <a:pt x="145031" y="288606"/>
                  </a:lnTo>
                  <a:lnTo>
                    <a:pt x="150587" y="299671"/>
                  </a:lnTo>
                  <a:lnTo>
                    <a:pt x="158303" y="309975"/>
                  </a:lnTo>
                  <a:lnTo>
                    <a:pt x="168070" y="319203"/>
                  </a:lnTo>
                  <a:lnTo>
                    <a:pt x="179743" y="327055"/>
                  </a:lnTo>
                  <a:lnTo>
                    <a:pt x="193135" y="333248"/>
                  </a:lnTo>
                  <a:lnTo>
                    <a:pt x="208023" y="337527"/>
                  </a:lnTo>
                  <a:lnTo>
                    <a:pt x="224154" y="339664"/>
                  </a:lnTo>
                  <a:lnTo>
                    <a:pt x="241240" y="339462"/>
                  </a:lnTo>
                  <a:lnTo>
                    <a:pt x="231020" y="348030"/>
                  </a:lnTo>
                  <a:lnTo>
                    <a:pt x="220049" y="355525"/>
                  </a:lnTo>
                  <a:lnTo>
                    <a:pt x="208440" y="361883"/>
                  </a:lnTo>
                  <a:lnTo>
                    <a:pt x="196310" y="367051"/>
                  </a:lnTo>
                  <a:lnTo>
                    <a:pt x="183779" y="370988"/>
                  </a:lnTo>
                  <a:lnTo>
                    <a:pt x="170971" y="373666"/>
                  </a:lnTo>
                  <a:lnTo>
                    <a:pt x="158013" y="375067"/>
                  </a:lnTo>
                  <a:lnTo>
                    <a:pt x="145031" y="375190"/>
                  </a:lnTo>
                  <a:lnTo>
                    <a:pt x="132149" y="374042"/>
                  </a:lnTo>
                  <a:lnTo>
                    <a:pt x="119492" y="371644"/>
                  </a:lnTo>
                  <a:lnTo>
                    <a:pt x="107180" y="368029"/>
                  </a:lnTo>
                  <a:lnTo>
                    <a:pt x="95329" y="363242"/>
                  </a:lnTo>
                  <a:lnTo>
                    <a:pt x="84050" y="357338"/>
                  </a:lnTo>
                  <a:lnTo>
                    <a:pt x="73448" y="350383"/>
                  </a:lnTo>
                  <a:lnTo>
                    <a:pt x="63619" y="342453"/>
                  </a:lnTo>
                  <a:lnTo>
                    <a:pt x="54652" y="333631"/>
                  </a:lnTo>
                  <a:lnTo>
                    <a:pt x="53390" y="316333"/>
                  </a:lnTo>
                  <a:lnTo>
                    <a:pt x="54761" y="299972"/>
                  </a:lnTo>
                  <a:lnTo>
                    <a:pt x="58530" y="284909"/>
                  </a:lnTo>
                  <a:lnTo>
                    <a:pt x="64417" y="271460"/>
                  </a:lnTo>
                  <a:lnTo>
                    <a:pt x="72102" y="259898"/>
                  </a:lnTo>
                  <a:lnTo>
                    <a:pt x="81233" y="250440"/>
                  </a:lnTo>
                  <a:lnTo>
                    <a:pt x="91431" y="243252"/>
                  </a:lnTo>
                  <a:lnTo>
                    <a:pt x="83613" y="246471"/>
                  </a:lnTo>
                  <a:lnTo>
                    <a:pt x="76006" y="250507"/>
                  </a:lnTo>
                  <a:lnTo>
                    <a:pt x="68675" y="255346"/>
                  </a:lnTo>
                  <a:lnTo>
                    <a:pt x="61683" y="260968"/>
                  </a:lnTo>
                  <a:lnTo>
                    <a:pt x="55091" y="267351"/>
                  </a:lnTo>
                  <a:lnTo>
                    <a:pt x="48960" y="274467"/>
                  </a:lnTo>
                  <a:lnTo>
                    <a:pt x="43348" y="282285"/>
                  </a:lnTo>
                  <a:lnTo>
                    <a:pt x="38310" y="290767"/>
                  </a:lnTo>
                  <a:lnTo>
                    <a:pt x="33902" y="299875"/>
                  </a:lnTo>
                  <a:lnTo>
                    <a:pt x="30174" y="309565"/>
                  </a:lnTo>
                  <a:lnTo>
                    <a:pt x="27174" y="319789"/>
                  </a:lnTo>
                  <a:lnTo>
                    <a:pt x="24948" y="330497"/>
                  </a:lnTo>
                  <a:lnTo>
                    <a:pt x="23538" y="341635"/>
                  </a:lnTo>
                  <a:lnTo>
                    <a:pt x="22980" y="353147"/>
                  </a:lnTo>
                  <a:lnTo>
                    <a:pt x="23311" y="364972"/>
                  </a:lnTo>
                  <a:lnTo>
                    <a:pt x="24560" y="377048"/>
                  </a:lnTo>
                  <a:lnTo>
                    <a:pt x="26755" y="389311"/>
                  </a:lnTo>
                  <a:lnTo>
                    <a:pt x="29916" y="401694"/>
                  </a:lnTo>
                  <a:lnTo>
                    <a:pt x="34062" y="414129"/>
                  </a:lnTo>
                  <a:lnTo>
                    <a:pt x="39206" y="426546"/>
                  </a:lnTo>
                  <a:lnTo>
                    <a:pt x="45356" y="438875"/>
                  </a:lnTo>
                  <a:lnTo>
                    <a:pt x="52516" y="451043"/>
                  </a:lnTo>
                  <a:lnTo>
                    <a:pt x="60686" y="462977"/>
                  </a:lnTo>
                  <a:lnTo>
                    <a:pt x="69859" y="474606"/>
                  </a:lnTo>
                  <a:lnTo>
                    <a:pt x="80025" y="485856"/>
                  </a:lnTo>
                  <a:lnTo>
                    <a:pt x="91168" y="496656"/>
                  </a:lnTo>
                  <a:lnTo>
                    <a:pt x="103268" y="506933"/>
                  </a:lnTo>
                  <a:lnTo>
                    <a:pt x="116299" y="516616"/>
                  </a:lnTo>
                  <a:lnTo>
                    <a:pt x="130231" y="525637"/>
                  </a:lnTo>
                  <a:lnTo>
                    <a:pt x="145031" y="533927"/>
                  </a:lnTo>
                  <a:lnTo>
                    <a:pt x="160657" y="541421"/>
                  </a:lnTo>
                  <a:lnTo>
                    <a:pt x="177066" y="548053"/>
                  </a:lnTo>
                  <a:lnTo>
                    <a:pt x="194211" y="553764"/>
                  </a:lnTo>
                  <a:lnTo>
                    <a:pt x="212037" y="558495"/>
                  </a:lnTo>
                  <a:lnTo>
                    <a:pt x="230489" y="562189"/>
                  </a:lnTo>
                  <a:lnTo>
                    <a:pt x="249506" y="564795"/>
                  </a:lnTo>
                  <a:lnTo>
                    <a:pt x="269023" y="566264"/>
                  </a:lnTo>
                  <a:lnTo>
                    <a:pt x="288973" y="566551"/>
                  </a:lnTo>
                  <a:lnTo>
                    <a:pt x="309283" y="565616"/>
                  </a:lnTo>
                  <a:lnTo>
                    <a:pt x="329881" y="563422"/>
                  </a:lnTo>
                  <a:lnTo>
                    <a:pt x="350688" y="559936"/>
                  </a:lnTo>
                  <a:lnTo>
                    <a:pt x="371625" y="555132"/>
                  </a:lnTo>
                  <a:lnTo>
                    <a:pt x="392610" y="548987"/>
                  </a:lnTo>
                  <a:lnTo>
                    <a:pt x="413560" y="541484"/>
                  </a:lnTo>
                  <a:lnTo>
                    <a:pt x="434388" y="532609"/>
                  </a:lnTo>
                  <a:lnTo>
                    <a:pt x="455008" y="522357"/>
                  </a:lnTo>
                  <a:lnTo>
                    <a:pt x="475331" y="510724"/>
                  </a:lnTo>
                  <a:lnTo>
                    <a:pt x="495270" y="497716"/>
                  </a:lnTo>
                  <a:lnTo>
                    <a:pt x="514736" y="483341"/>
                  </a:lnTo>
                  <a:lnTo>
                    <a:pt x="533638" y="467615"/>
                  </a:lnTo>
                  <a:lnTo>
                    <a:pt x="551889" y="450557"/>
                  </a:lnTo>
                  <a:lnTo>
                    <a:pt x="569400" y="432194"/>
                  </a:lnTo>
                  <a:lnTo>
                    <a:pt x="586085" y="412557"/>
                  </a:lnTo>
                  <a:lnTo>
                    <a:pt x="601857" y="391684"/>
                  </a:lnTo>
                  <a:lnTo>
                    <a:pt x="616632" y="369617"/>
                  </a:lnTo>
                  <a:lnTo>
                    <a:pt x="630329" y="346406"/>
                  </a:lnTo>
                  <a:lnTo>
                    <a:pt x="642868" y="322102"/>
                  </a:lnTo>
                  <a:lnTo>
                    <a:pt x="654171" y="296765"/>
                  </a:lnTo>
                  <a:lnTo>
                    <a:pt x="664166" y="270459"/>
                  </a:lnTo>
                  <a:close/>
                </a:path>
              </a:pathLst>
            </a:custGeom>
            <a:solidFill>
              <a:srgbClr val="00BFC4">
                <a:alpha val="25882"/>
              </a:srgbClr>
            </a:solidFill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248552" y="721888"/>
              <a:ext cx="619390" cy="376631"/>
            </a:xfrm>
            <a:custGeom>
              <a:avLst/>
              <a:pathLst>
                <a:path w="619390" h="376631">
                  <a:moveTo>
                    <a:pt x="91640" y="123684"/>
                  </a:moveTo>
                  <a:lnTo>
                    <a:pt x="98190" y="109929"/>
                  </a:lnTo>
                  <a:lnTo>
                    <a:pt x="106087" y="96563"/>
                  </a:lnTo>
                  <a:lnTo>
                    <a:pt x="115310" y="83684"/>
                  </a:lnTo>
                  <a:lnTo>
                    <a:pt x="125825" y="71390"/>
                  </a:lnTo>
                  <a:lnTo>
                    <a:pt x="137598" y="59776"/>
                  </a:lnTo>
                  <a:lnTo>
                    <a:pt x="150585" y="48936"/>
                  </a:lnTo>
                  <a:lnTo>
                    <a:pt x="164737" y="38960"/>
                  </a:lnTo>
                  <a:lnTo>
                    <a:pt x="179998" y="29937"/>
                  </a:lnTo>
                  <a:lnTo>
                    <a:pt x="196308" y="21950"/>
                  </a:lnTo>
                  <a:lnTo>
                    <a:pt x="213600" y="15080"/>
                  </a:lnTo>
                  <a:lnTo>
                    <a:pt x="231803" y="9404"/>
                  </a:lnTo>
                  <a:lnTo>
                    <a:pt x="250840" y="4993"/>
                  </a:lnTo>
                  <a:lnTo>
                    <a:pt x="270628" y="1915"/>
                  </a:lnTo>
                  <a:lnTo>
                    <a:pt x="291082" y="231"/>
                  </a:lnTo>
                  <a:lnTo>
                    <a:pt x="312111" y="0"/>
                  </a:lnTo>
                  <a:lnTo>
                    <a:pt x="333621" y="1271"/>
                  </a:lnTo>
                  <a:lnTo>
                    <a:pt x="348976" y="4479"/>
                  </a:lnTo>
                  <a:lnTo>
                    <a:pt x="364421" y="8505"/>
                  </a:lnTo>
                  <a:lnTo>
                    <a:pt x="379916" y="13360"/>
                  </a:lnTo>
                  <a:lnTo>
                    <a:pt x="395419" y="19053"/>
                  </a:lnTo>
                  <a:lnTo>
                    <a:pt x="410889" y="25592"/>
                  </a:lnTo>
                  <a:lnTo>
                    <a:pt x="426285" y="32980"/>
                  </a:lnTo>
                  <a:lnTo>
                    <a:pt x="441565" y="41223"/>
                  </a:lnTo>
                  <a:lnTo>
                    <a:pt x="456686" y="50320"/>
                  </a:lnTo>
                  <a:lnTo>
                    <a:pt x="471605" y="60271"/>
                  </a:lnTo>
                  <a:lnTo>
                    <a:pt x="486279" y="71073"/>
                  </a:lnTo>
                  <a:lnTo>
                    <a:pt x="500665" y="82722"/>
                  </a:lnTo>
                  <a:lnTo>
                    <a:pt x="514721" y="95210"/>
                  </a:lnTo>
                  <a:lnTo>
                    <a:pt x="528403" y="108529"/>
                  </a:lnTo>
                  <a:lnTo>
                    <a:pt x="541669" y="122667"/>
                  </a:lnTo>
                  <a:lnTo>
                    <a:pt x="554477" y="137613"/>
                  </a:lnTo>
                  <a:lnTo>
                    <a:pt x="566784" y="153350"/>
                  </a:lnTo>
                  <a:lnTo>
                    <a:pt x="578550" y="169862"/>
                  </a:lnTo>
                  <a:lnTo>
                    <a:pt x="589733" y="187131"/>
                  </a:lnTo>
                  <a:lnTo>
                    <a:pt x="600294" y="205134"/>
                  </a:lnTo>
                  <a:lnTo>
                    <a:pt x="610192" y="223849"/>
                  </a:lnTo>
                  <a:lnTo>
                    <a:pt x="619390" y="243252"/>
                  </a:lnTo>
                  <a:lnTo>
                    <a:pt x="602796" y="259986"/>
                  </a:lnTo>
                  <a:lnTo>
                    <a:pt x="585689" y="275634"/>
                  </a:lnTo>
                  <a:lnTo>
                    <a:pt x="568124" y="290182"/>
                  </a:lnTo>
                  <a:lnTo>
                    <a:pt x="550152" y="303616"/>
                  </a:lnTo>
                  <a:lnTo>
                    <a:pt x="531829" y="315928"/>
                  </a:lnTo>
                  <a:lnTo>
                    <a:pt x="513209" y="327107"/>
                  </a:lnTo>
                  <a:lnTo>
                    <a:pt x="494345" y="337150"/>
                  </a:lnTo>
                  <a:lnTo>
                    <a:pt x="475293" y="346052"/>
                  </a:lnTo>
                  <a:lnTo>
                    <a:pt x="456107" y="353812"/>
                  </a:lnTo>
                  <a:lnTo>
                    <a:pt x="436840" y="360432"/>
                  </a:lnTo>
                  <a:lnTo>
                    <a:pt x="417547" y="365915"/>
                  </a:lnTo>
                  <a:lnTo>
                    <a:pt x="398281" y="370267"/>
                  </a:lnTo>
                  <a:lnTo>
                    <a:pt x="379095" y="373496"/>
                  </a:lnTo>
                  <a:lnTo>
                    <a:pt x="360042" y="375614"/>
                  </a:lnTo>
                  <a:lnTo>
                    <a:pt x="341174" y="376631"/>
                  </a:lnTo>
                  <a:lnTo>
                    <a:pt x="322543" y="376564"/>
                  </a:lnTo>
                  <a:lnTo>
                    <a:pt x="304198" y="375429"/>
                  </a:lnTo>
                  <a:lnTo>
                    <a:pt x="286190" y="373246"/>
                  </a:lnTo>
                  <a:lnTo>
                    <a:pt x="268566" y="370036"/>
                  </a:lnTo>
                  <a:lnTo>
                    <a:pt x="251375" y="365822"/>
                  </a:lnTo>
                  <a:lnTo>
                    <a:pt x="234664" y="360629"/>
                  </a:lnTo>
                  <a:lnTo>
                    <a:pt x="218476" y="354485"/>
                  </a:lnTo>
                  <a:lnTo>
                    <a:pt x="202857" y="347419"/>
                  </a:lnTo>
                  <a:lnTo>
                    <a:pt x="187849" y="339462"/>
                  </a:lnTo>
                  <a:lnTo>
                    <a:pt x="170763" y="339664"/>
                  </a:lnTo>
                  <a:lnTo>
                    <a:pt x="154633" y="337527"/>
                  </a:lnTo>
                  <a:lnTo>
                    <a:pt x="139744" y="333248"/>
                  </a:lnTo>
                  <a:lnTo>
                    <a:pt x="126352" y="327055"/>
                  </a:lnTo>
                  <a:lnTo>
                    <a:pt x="114679" y="319203"/>
                  </a:lnTo>
                  <a:lnTo>
                    <a:pt x="104912" y="309975"/>
                  </a:lnTo>
                  <a:lnTo>
                    <a:pt x="97197" y="299671"/>
                  </a:lnTo>
                  <a:lnTo>
                    <a:pt x="91640" y="288606"/>
                  </a:lnTo>
                  <a:lnTo>
                    <a:pt x="86184" y="298645"/>
                  </a:lnTo>
                  <a:lnTo>
                    <a:pt x="78770" y="307953"/>
                  </a:lnTo>
                  <a:lnTo>
                    <a:pt x="69498" y="316244"/>
                  </a:lnTo>
                  <a:lnTo>
                    <a:pt x="58506" y="323245"/>
                  </a:lnTo>
                  <a:lnTo>
                    <a:pt x="45965" y="328703"/>
                  </a:lnTo>
                  <a:lnTo>
                    <a:pt x="32083" y="332385"/>
                  </a:lnTo>
                  <a:lnTo>
                    <a:pt x="17094" y="334086"/>
                  </a:lnTo>
                  <a:lnTo>
                    <a:pt x="1261" y="333631"/>
                  </a:lnTo>
                  <a:lnTo>
                    <a:pt x="0" y="316333"/>
                  </a:lnTo>
                  <a:lnTo>
                    <a:pt x="1370" y="299972"/>
                  </a:lnTo>
                  <a:lnTo>
                    <a:pt x="5139" y="284909"/>
                  </a:lnTo>
                  <a:lnTo>
                    <a:pt x="11027" y="271460"/>
                  </a:lnTo>
                  <a:lnTo>
                    <a:pt x="18711" y="259898"/>
                  </a:lnTo>
                  <a:lnTo>
                    <a:pt x="27842" y="250440"/>
                  </a:lnTo>
                  <a:lnTo>
                    <a:pt x="38040" y="243252"/>
                  </a:lnTo>
                  <a:lnTo>
                    <a:pt x="31686" y="235359"/>
                  </a:lnTo>
                  <a:lnTo>
                    <a:pt x="26591" y="225822"/>
                  </a:lnTo>
                  <a:lnTo>
                    <a:pt x="23074" y="214851"/>
                  </a:lnTo>
                  <a:lnTo>
                    <a:pt x="21417" y="202709"/>
                  </a:lnTo>
                  <a:lnTo>
                    <a:pt x="21858" y="189706"/>
                  </a:lnTo>
                  <a:lnTo>
                    <a:pt x="24585" y="176197"/>
                  </a:lnTo>
                </a:path>
              </a:pathLst>
            </a:custGeom>
            <a:ln w="24933" cap="flat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836342" y="93353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1308591" y="813971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1550572" y="69155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1241536" y="866484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1308591" y="978893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404801" y="102974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1218213" y="1023918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1254992" y="933539"/>
              <a:ext cx="63202" cy="63202"/>
            </a:xfrm>
            <a:prstGeom prst="ellipse">
              <a:avLst/>
            </a:prstGeom>
            <a:solidFill>
              <a:srgbClr val="00BFC4">
                <a:alpha val="100000"/>
              </a:srgbClr>
            </a:solidFill>
            <a:ln w="9000" cap="rnd">
              <a:solidFill>
                <a:srgbClr val="00BFC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340192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340192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40192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340192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340192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967017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812442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967017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208207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1526009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825909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6943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99141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668337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623527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77403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39944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90502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9" name="rc49"/>
            <p:cNvSpPr/>
            <p:nvPr/>
          </p:nvSpPr>
          <p:spPr>
            <a:xfrm>
              <a:off x="2320794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2320794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2648754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>
              <a:off x="3019184" y="110235"/>
              <a:ext cx="1144427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Charadriiformes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2931710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3591398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3591398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3591398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591398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3591398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3171575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997679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71575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327556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063714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997753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5" name="pg65"/>
            <p:cNvSpPr/>
            <p:nvPr/>
          </p:nvSpPr>
          <p:spPr>
            <a:xfrm>
              <a:off x="3455698" y="776699"/>
              <a:ext cx="663450" cy="499248"/>
            </a:xfrm>
            <a:custGeom>
              <a:avLst/>
              <a:pathLst>
                <a:path w="663450" h="499248">
                  <a:moveTo>
                    <a:pt x="663450" y="188441"/>
                  </a:moveTo>
                  <a:lnTo>
                    <a:pt x="649501" y="167736"/>
                  </a:lnTo>
                  <a:lnTo>
                    <a:pt x="634763" y="148153"/>
                  </a:lnTo>
                  <a:lnTo>
                    <a:pt x="619302" y="129721"/>
                  </a:lnTo>
                  <a:lnTo>
                    <a:pt x="603189" y="112467"/>
                  </a:lnTo>
                  <a:lnTo>
                    <a:pt x="586492" y="96411"/>
                  </a:lnTo>
                  <a:lnTo>
                    <a:pt x="569282" y="81573"/>
                  </a:lnTo>
                  <a:lnTo>
                    <a:pt x="551629" y="67966"/>
                  </a:lnTo>
                  <a:lnTo>
                    <a:pt x="533605" y="55601"/>
                  </a:lnTo>
                  <a:lnTo>
                    <a:pt x="515281" y="44485"/>
                  </a:lnTo>
                  <a:lnTo>
                    <a:pt x="496727" y="34622"/>
                  </a:lnTo>
                  <a:lnTo>
                    <a:pt x="478015" y="26011"/>
                  </a:lnTo>
                  <a:lnTo>
                    <a:pt x="459215" y="18647"/>
                  </a:lnTo>
                  <a:lnTo>
                    <a:pt x="440397" y="12524"/>
                  </a:lnTo>
                  <a:lnTo>
                    <a:pt x="421629" y="7631"/>
                  </a:lnTo>
                  <a:lnTo>
                    <a:pt x="402980" y="3951"/>
                  </a:lnTo>
                  <a:lnTo>
                    <a:pt x="384516" y="1468"/>
                  </a:lnTo>
                  <a:lnTo>
                    <a:pt x="366304" y="159"/>
                  </a:lnTo>
                  <a:lnTo>
                    <a:pt x="348407" y="0"/>
                  </a:lnTo>
                  <a:lnTo>
                    <a:pt x="330887" y="961"/>
                  </a:lnTo>
                  <a:lnTo>
                    <a:pt x="313806" y="3013"/>
                  </a:lnTo>
                  <a:lnTo>
                    <a:pt x="297221" y="6121"/>
                  </a:lnTo>
                  <a:lnTo>
                    <a:pt x="281191" y="10247"/>
                  </a:lnTo>
                  <a:lnTo>
                    <a:pt x="265768" y="15352"/>
                  </a:lnTo>
                  <a:lnTo>
                    <a:pt x="251006" y="21391"/>
                  </a:lnTo>
                  <a:lnTo>
                    <a:pt x="236954" y="28321"/>
                  </a:lnTo>
                  <a:lnTo>
                    <a:pt x="223658" y="36093"/>
                  </a:lnTo>
                  <a:lnTo>
                    <a:pt x="211164" y="44657"/>
                  </a:lnTo>
                  <a:lnTo>
                    <a:pt x="199512" y="53960"/>
                  </a:lnTo>
                  <a:lnTo>
                    <a:pt x="188741" y="63949"/>
                  </a:lnTo>
                  <a:lnTo>
                    <a:pt x="178887" y="74567"/>
                  </a:lnTo>
                  <a:lnTo>
                    <a:pt x="169981" y="85756"/>
                  </a:lnTo>
                  <a:lnTo>
                    <a:pt x="162054" y="97457"/>
                  </a:lnTo>
                  <a:lnTo>
                    <a:pt x="155130" y="109608"/>
                  </a:lnTo>
                  <a:lnTo>
                    <a:pt x="149234" y="122148"/>
                  </a:lnTo>
                  <a:lnTo>
                    <a:pt x="144383" y="135014"/>
                  </a:lnTo>
                  <a:lnTo>
                    <a:pt x="140593" y="148141"/>
                  </a:lnTo>
                  <a:lnTo>
                    <a:pt x="137878" y="161465"/>
                  </a:lnTo>
                  <a:lnTo>
                    <a:pt x="136245" y="174920"/>
                  </a:lnTo>
                  <a:lnTo>
                    <a:pt x="135700" y="188441"/>
                  </a:lnTo>
                  <a:lnTo>
                    <a:pt x="136578" y="177281"/>
                  </a:lnTo>
                  <a:lnTo>
                    <a:pt x="139202" y="166327"/>
                  </a:lnTo>
                  <a:lnTo>
                    <a:pt x="143540" y="155785"/>
                  </a:lnTo>
                  <a:lnTo>
                    <a:pt x="149537" y="145854"/>
                  </a:lnTo>
                  <a:lnTo>
                    <a:pt x="157120" y="136728"/>
                  </a:lnTo>
                  <a:lnTo>
                    <a:pt x="166194" y="128594"/>
                  </a:lnTo>
                  <a:lnTo>
                    <a:pt x="176644" y="121626"/>
                  </a:lnTo>
                  <a:lnTo>
                    <a:pt x="188340" y="115988"/>
                  </a:lnTo>
                  <a:lnTo>
                    <a:pt x="201133" y="111829"/>
                  </a:lnTo>
                  <a:lnTo>
                    <a:pt x="214858" y="109283"/>
                  </a:lnTo>
                  <a:lnTo>
                    <a:pt x="224490" y="126269"/>
                  </a:lnTo>
                  <a:lnTo>
                    <a:pt x="230717" y="144134"/>
                  </a:lnTo>
                  <a:lnTo>
                    <a:pt x="233534" y="162227"/>
                  </a:lnTo>
                  <a:lnTo>
                    <a:pt x="233059" y="179923"/>
                  </a:lnTo>
                  <a:lnTo>
                    <a:pt x="229519" y="196649"/>
                  </a:lnTo>
                  <a:lnTo>
                    <a:pt x="223236" y="211896"/>
                  </a:lnTo>
                  <a:lnTo>
                    <a:pt x="214612" y="225239"/>
                  </a:lnTo>
                  <a:lnTo>
                    <a:pt x="204112" y="236344"/>
                  </a:lnTo>
                  <a:lnTo>
                    <a:pt x="192242" y="244983"/>
                  </a:lnTo>
                  <a:lnTo>
                    <a:pt x="179526" y="251031"/>
                  </a:lnTo>
                  <a:lnTo>
                    <a:pt x="166489" y="254470"/>
                  </a:lnTo>
                  <a:lnTo>
                    <a:pt x="153636" y="255380"/>
                  </a:lnTo>
                  <a:lnTo>
                    <a:pt x="141430" y="253938"/>
                  </a:lnTo>
                  <a:lnTo>
                    <a:pt x="130279" y="250397"/>
                  </a:lnTo>
                  <a:lnTo>
                    <a:pt x="120523" y="245082"/>
                  </a:lnTo>
                  <a:lnTo>
                    <a:pt x="112420" y="238365"/>
                  </a:lnTo>
                  <a:lnTo>
                    <a:pt x="106143" y="230653"/>
                  </a:lnTo>
                  <a:lnTo>
                    <a:pt x="101775" y="222366"/>
                  </a:lnTo>
                  <a:lnTo>
                    <a:pt x="99310" y="213921"/>
                  </a:lnTo>
                  <a:lnTo>
                    <a:pt x="98659" y="205713"/>
                  </a:lnTo>
                  <a:lnTo>
                    <a:pt x="99656" y="198099"/>
                  </a:lnTo>
                  <a:lnTo>
                    <a:pt x="102066" y="191384"/>
                  </a:lnTo>
                  <a:lnTo>
                    <a:pt x="105607" y="185808"/>
                  </a:lnTo>
                  <a:lnTo>
                    <a:pt x="109954" y="181543"/>
                  </a:lnTo>
                  <a:lnTo>
                    <a:pt x="114764" y="178679"/>
                  </a:lnTo>
                  <a:lnTo>
                    <a:pt x="119688" y="177230"/>
                  </a:lnTo>
                  <a:lnTo>
                    <a:pt x="124391" y="177133"/>
                  </a:lnTo>
                  <a:lnTo>
                    <a:pt x="118070" y="179018"/>
                  </a:lnTo>
                  <a:lnTo>
                    <a:pt x="112172" y="183761"/>
                  </a:lnTo>
                  <a:lnTo>
                    <a:pt x="107848" y="191184"/>
                  </a:lnTo>
                  <a:lnTo>
                    <a:pt x="106150" y="200681"/>
                  </a:lnTo>
                  <a:lnTo>
                    <a:pt x="107885" y="211269"/>
                  </a:lnTo>
                  <a:lnTo>
                    <a:pt x="113488" y="221684"/>
                  </a:lnTo>
                  <a:lnTo>
                    <a:pt x="122933" y="230527"/>
                  </a:lnTo>
                  <a:lnTo>
                    <a:pt x="135700" y="236419"/>
                  </a:lnTo>
                  <a:lnTo>
                    <a:pt x="138790" y="251336"/>
                  </a:lnTo>
                  <a:lnTo>
                    <a:pt x="143342" y="266029"/>
                  </a:lnTo>
                  <a:lnTo>
                    <a:pt x="149339" y="280391"/>
                  </a:lnTo>
                  <a:lnTo>
                    <a:pt x="156760" y="294316"/>
                  </a:lnTo>
                  <a:lnTo>
                    <a:pt x="165572" y="307699"/>
                  </a:lnTo>
                  <a:lnTo>
                    <a:pt x="175740" y="320437"/>
                  </a:lnTo>
                  <a:lnTo>
                    <a:pt x="187220" y="332429"/>
                  </a:lnTo>
                  <a:lnTo>
                    <a:pt x="199960" y="343580"/>
                  </a:lnTo>
                  <a:lnTo>
                    <a:pt x="213905" y="353793"/>
                  </a:lnTo>
                  <a:lnTo>
                    <a:pt x="228992" y="362979"/>
                  </a:lnTo>
                  <a:lnTo>
                    <a:pt x="245152" y="371051"/>
                  </a:lnTo>
                  <a:lnTo>
                    <a:pt x="262310" y="377927"/>
                  </a:lnTo>
                  <a:lnTo>
                    <a:pt x="280386" y="383528"/>
                  </a:lnTo>
                  <a:lnTo>
                    <a:pt x="299296" y="387784"/>
                  </a:lnTo>
                  <a:lnTo>
                    <a:pt x="318949" y="390625"/>
                  </a:lnTo>
                  <a:lnTo>
                    <a:pt x="339250" y="391992"/>
                  </a:lnTo>
                  <a:lnTo>
                    <a:pt x="324142" y="401148"/>
                  </a:lnTo>
                  <a:lnTo>
                    <a:pt x="308679" y="409233"/>
                  </a:lnTo>
                  <a:lnTo>
                    <a:pt x="292936" y="416237"/>
                  </a:lnTo>
                  <a:lnTo>
                    <a:pt x="276986" y="422156"/>
                  </a:lnTo>
                  <a:lnTo>
                    <a:pt x="260901" y="426993"/>
                  </a:lnTo>
                  <a:lnTo>
                    <a:pt x="244755" y="430752"/>
                  </a:lnTo>
                  <a:lnTo>
                    <a:pt x="228617" y="433443"/>
                  </a:lnTo>
                  <a:lnTo>
                    <a:pt x="212557" y="435083"/>
                  </a:lnTo>
                  <a:lnTo>
                    <a:pt x="196641" y="435690"/>
                  </a:lnTo>
                  <a:lnTo>
                    <a:pt x="180936" y="435289"/>
                  </a:lnTo>
                  <a:lnTo>
                    <a:pt x="165505" y="433906"/>
                  </a:lnTo>
                  <a:lnTo>
                    <a:pt x="150407" y="431574"/>
                  </a:lnTo>
                  <a:lnTo>
                    <a:pt x="135700" y="428328"/>
                  </a:lnTo>
                  <a:lnTo>
                    <a:pt x="121439" y="424206"/>
                  </a:lnTo>
                  <a:lnTo>
                    <a:pt x="107674" y="419251"/>
                  </a:lnTo>
                  <a:lnTo>
                    <a:pt x="94455" y="413508"/>
                  </a:lnTo>
                  <a:lnTo>
                    <a:pt x="81824" y="407024"/>
                  </a:lnTo>
                  <a:lnTo>
                    <a:pt x="69823" y="399849"/>
                  </a:lnTo>
                  <a:lnTo>
                    <a:pt x="58487" y="392035"/>
                  </a:lnTo>
                  <a:lnTo>
                    <a:pt x="47850" y="383636"/>
                  </a:lnTo>
                  <a:lnTo>
                    <a:pt x="37940" y="374708"/>
                  </a:lnTo>
                  <a:lnTo>
                    <a:pt x="28781" y="365307"/>
                  </a:lnTo>
                  <a:lnTo>
                    <a:pt x="20394" y="355491"/>
                  </a:lnTo>
                  <a:lnTo>
                    <a:pt x="12794" y="345319"/>
                  </a:lnTo>
                  <a:lnTo>
                    <a:pt x="5993" y="334850"/>
                  </a:lnTo>
                  <a:lnTo>
                    <a:pt x="0" y="324142"/>
                  </a:lnTo>
                  <a:lnTo>
                    <a:pt x="2183" y="306727"/>
                  </a:lnTo>
                  <a:lnTo>
                    <a:pt x="5936" y="290104"/>
                  </a:lnTo>
                  <a:lnTo>
                    <a:pt x="11172" y="274397"/>
                  </a:lnTo>
                  <a:lnTo>
                    <a:pt x="17789" y="259721"/>
                  </a:lnTo>
                  <a:lnTo>
                    <a:pt x="25683" y="246183"/>
                  </a:lnTo>
                  <a:lnTo>
                    <a:pt x="34737" y="233881"/>
                  </a:lnTo>
                  <a:lnTo>
                    <a:pt x="44830" y="222903"/>
                  </a:lnTo>
                  <a:lnTo>
                    <a:pt x="55835" y="213328"/>
                  </a:lnTo>
                  <a:lnTo>
                    <a:pt x="67617" y="205222"/>
                  </a:lnTo>
                  <a:lnTo>
                    <a:pt x="80038" y="198642"/>
                  </a:lnTo>
                  <a:lnTo>
                    <a:pt x="92957" y="193631"/>
                  </a:lnTo>
                  <a:lnTo>
                    <a:pt x="106229" y="190224"/>
                  </a:lnTo>
                  <a:lnTo>
                    <a:pt x="119707" y="188441"/>
                  </a:lnTo>
                  <a:lnTo>
                    <a:pt x="110920" y="189785"/>
                  </a:lnTo>
                  <a:lnTo>
                    <a:pt x="102258" y="192078"/>
                  </a:lnTo>
                  <a:lnTo>
                    <a:pt x="93797" y="195311"/>
                  </a:lnTo>
                  <a:lnTo>
                    <a:pt x="85613" y="199466"/>
                  </a:lnTo>
                  <a:lnTo>
                    <a:pt x="77781" y="204522"/>
                  </a:lnTo>
                  <a:lnTo>
                    <a:pt x="70375" y="210452"/>
                  </a:lnTo>
                  <a:lnTo>
                    <a:pt x="63466" y="217222"/>
                  </a:lnTo>
                  <a:lnTo>
                    <a:pt x="57122" y="224795"/>
                  </a:lnTo>
                  <a:lnTo>
                    <a:pt x="51410" y="233129"/>
                  </a:lnTo>
                  <a:lnTo>
                    <a:pt x="46393" y="242176"/>
                  </a:lnTo>
                  <a:lnTo>
                    <a:pt x="42130" y="251883"/>
                  </a:lnTo>
                  <a:lnTo>
                    <a:pt x="38677" y="262196"/>
                  </a:lnTo>
                  <a:lnTo>
                    <a:pt x="36088" y="273053"/>
                  </a:lnTo>
                  <a:lnTo>
                    <a:pt x="34409" y="284389"/>
                  </a:lnTo>
                  <a:lnTo>
                    <a:pt x="33684" y="296138"/>
                  </a:lnTo>
                  <a:lnTo>
                    <a:pt x="33952" y="308228"/>
                  </a:lnTo>
                  <a:lnTo>
                    <a:pt x="35247" y="320585"/>
                  </a:lnTo>
                  <a:lnTo>
                    <a:pt x="37597" y="333133"/>
                  </a:lnTo>
                  <a:lnTo>
                    <a:pt x="41025" y="345792"/>
                  </a:lnTo>
                  <a:lnTo>
                    <a:pt x="45550" y="358483"/>
                  </a:lnTo>
                  <a:lnTo>
                    <a:pt x="51183" y="371122"/>
                  </a:lnTo>
                  <a:lnTo>
                    <a:pt x="57931" y="383626"/>
                  </a:lnTo>
                  <a:lnTo>
                    <a:pt x="65795" y="395912"/>
                  </a:lnTo>
                  <a:lnTo>
                    <a:pt x="74769" y="407894"/>
                  </a:lnTo>
                  <a:lnTo>
                    <a:pt x="84843" y="419488"/>
                  </a:lnTo>
                  <a:lnTo>
                    <a:pt x="95998" y="430610"/>
                  </a:lnTo>
                  <a:lnTo>
                    <a:pt x="108213" y="441176"/>
                  </a:lnTo>
                  <a:lnTo>
                    <a:pt x="121459" y="451103"/>
                  </a:lnTo>
                  <a:lnTo>
                    <a:pt x="135700" y="460313"/>
                  </a:lnTo>
                  <a:lnTo>
                    <a:pt x="150896" y="468724"/>
                  </a:lnTo>
                  <a:lnTo>
                    <a:pt x="167002" y="476262"/>
                  </a:lnTo>
                  <a:lnTo>
                    <a:pt x="183966" y="482853"/>
                  </a:lnTo>
                  <a:lnTo>
                    <a:pt x="201731" y="488425"/>
                  </a:lnTo>
                  <a:lnTo>
                    <a:pt x="220236" y="492912"/>
                  </a:lnTo>
                  <a:lnTo>
                    <a:pt x="239413" y="496250"/>
                  </a:lnTo>
                  <a:lnTo>
                    <a:pt x="259191" y="498381"/>
                  </a:lnTo>
                  <a:lnTo>
                    <a:pt x="279495" y="499248"/>
                  </a:lnTo>
                  <a:lnTo>
                    <a:pt x="300243" y="498803"/>
                  </a:lnTo>
                  <a:lnTo>
                    <a:pt x="321354" y="497000"/>
                  </a:lnTo>
                  <a:lnTo>
                    <a:pt x="342738" y="493800"/>
                  </a:lnTo>
                  <a:lnTo>
                    <a:pt x="364306" y="489167"/>
                  </a:lnTo>
                  <a:lnTo>
                    <a:pt x="385964" y="483075"/>
                  </a:lnTo>
                  <a:lnTo>
                    <a:pt x="407616" y="475499"/>
                  </a:lnTo>
                  <a:lnTo>
                    <a:pt x="429164" y="466425"/>
                  </a:lnTo>
                  <a:lnTo>
                    <a:pt x="450508" y="455842"/>
                  </a:lnTo>
                  <a:lnTo>
                    <a:pt x="471547" y="443746"/>
                  </a:lnTo>
                  <a:lnTo>
                    <a:pt x="492180" y="430141"/>
                  </a:lnTo>
                  <a:lnTo>
                    <a:pt x="512302" y="415036"/>
                  </a:lnTo>
                  <a:lnTo>
                    <a:pt x="531813" y="398447"/>
                  </a:lnTo>
                  <a:lnTo>
                    <a:pt x="550610" y="380399"/>
                  </a:lnTo>
                  <a:lnTo>
                    <a:pt x="568590" y="360921"/>
                  </a:lnTo>
                  <a:lnTo>
                    <a:pt x="585655" y="340049"/>
                  </a:lnTo>
                  <a:lnTo>
                    <a:pt x="601705" y="317827"/>
                  </a:lnTo>
                  <a:lnTo>
                    <a:pt x="616643" y="294305"/>
                  </a:lnTo>
                  <a:lnTo>
                    <a:pt x="630376" y="269539"/>
                  </a:lnTo>
                  <a:lnTo>
                    <a:pt x="642813" y="243593"/>
                  </a:lnTo>
                  <a:lnTo>
                    <a:pt x="653866" y="216535"/>
                  </a:lnTo>
                  <a:close/>
                </a:path>
              </a:pathLst>
            </a:custGeom>
            <a:solidFill>
              <a:srgbClr val="BE84DB">
                <a:alpha val="25882"/>
              </a:srgbClr>
            </a:solidFill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455698" y="838809"/>
              <a:ext cx="663450" cy="329898"/>
            </a:xfrm>
            <a:custGeom>
              <a:avLst/>
              <a:pathLst>
                <a:path w="663450" h="329898">
                  <a:moveTo>
                    <a:pt x="135700" y="126331"/>
                  </a:moveTo>
                  <a:lnTo>
                    <a:pt x="136578" y="115171"/>
                  </a:lnTo>
                  <a:lnTo>
                    <a:pt x="139202" y="104217"/>
                  </a:lnTo>
                  <a:lnTo>
                    <a:pt x="143540" y="93675"/>
                  </a:lnTo>
                  <a:lnTo>
                    <a:pt x="149537" y="83744"/>
                  </a:lnTo>
                  <a:lnTo>
                    <a:pt x="157120" y="74618"/>
                  </a:lnTo>
                  <a:lnTo>
                    <a:pt x="166194" y="66483"/>
                  </a:lnTo>
                  <a:lnTo>
                    <a:pt x="176644" y="59515"/>
                  </a:lnTo>
                  <a:lnTo>
                    <a:pt x="188340" y="53877"/>
                  </a:lnTo>
                  <a:lnTo>
                    <a:pt x="201133" y="49718"/>
                  </a:lnTo>
                  <a:lnTo>
                    <a:pt x="214858" y="47172"/>
                  </a:lnTo>
                  <a:lnTo>
                    <a:pt x="229430" y="38312"/>
                  </a:lnTo>
                  <a:lnTo>
                    <a:pt x="244624" y="30301"/>
                  </a:lnTo>
                  <a:lnTo>
                    <a:pt x="260402" y="23168"/>
                  </a:lnTo>
                  <a:lnTo>
                    <a:pt x="276723" y="16942"/>
                  </a:lnTo>
                  <a:lnTo>
                    <a:pt x="293545" y="11649"/>
                  </a:lnTo>
                  <a:lnTo>
                    <a:pt x="310826" y="7315"/>
                  </a:lnTo>
                  <a:lnTo>
                    <a:pt x="328521" y="3963"/>
                  </a:lnTo>
                  <a:lnTo>
                    <a:pt x="346585" y="1613"/>
                  </a:lnTo>
                  <a:lnTo>
                    <a:pt x="364973" y="286"/>
                  </a:lnTo>
                  <a:lnTo>
                    <a:pt x="383639" y="0"/>
                  </a:lnTo>
                  <a:lnTo>
                    <a:pt x="402534" y="768"/>
                  </a:lnTo>
                  <a:lnTo>
                    <a:pt x="421610" y="2606"/>
                  </a:lnTo>
                  <a:lnTo>
                    <a:pt x="440820" y="5525"/>
                  </a:lnTo>
                  <a:lnTo>
                    <a:pt x="460113" y="9535"/>
                  </a:lnTo>
                  <a:lnTo>
                    <a:pt x="479439" y="14643"/>
                  </a:lnTo>
                  <a:lnTo>
                    <a:pt x="498750" y="20855"/>
                  </a:lnTo>
                  <a:lnTo>
                    <a:pt x="517993" y="28174"/>
                  </a:lnTo>
                  <a:lnTo>
                    <a:pt x="537119" y="36603"/>
                  </a:lnTo>
                  <a:lnTo>
                    <a:pt x="556077" y="46139"/>
                  </a:lnTo>
                  <a:lnTo>
                    <a:pt x="574816" y="56782"/>
                  </a:lnTo>
                  <a:lnTo>
                    <a:pt x="593285" y="68524"/>
                  </a:lnTo>
                  <a:lnTo>
                    <a:pt x="611433" y="81361"/>
                  </a:lnTo>
                  <a:lnTo>
                    <a:pt x="629210" y="95282"/>
                  </a:lnTo>
                  <a:lnTo>
                    <a:pt x="646566" y="110276"/>
                  </a:lnTo>
                  <a:lnTo>
                    <a:pt x="663450" y="126331"/>
                  </a:lnTo>
                  <a:lnTo>
                    <a:pt x="651666" y="145637"/>
                  </a:lnTo>
                  <a:lnTo>
                    <a:pt x="639192" y="164062"/>
                  </a:lnTo>
                  <a:lnTo>
                    <a:pt x="626078" y="181583"/>
                  </a:lnTo>
                  <a:lnTo>
                    <a:pt x="612373" y="198178"/>
                  </a:lnTo>
                  <a:lnTo>
                    <a:pt x="598130" y="213827"/>
                  </a:lnTo>
                  <a:lnTo>
                    <a:pt x="583398" y="228515"/>
                  </a:lnTo>
                  <a:lnTo>
                    <a:pt x="568230" y="242227"/>
                  </a:lnTo>
                  <a:lnTo>
                    <a:pt x="552678" y="254952"/>
                  </a:lnTo>
                  <a:lnTo>
                    <a:pt x="536795" y="266680"/>
                  </a:lnTo>
                  <a:lnTo>
                    <a:pt x="520634" y="277406"/>
                  </a:lnTo>
                  <a:lnTo>
                    <a:pt x="504245" y="287126"/>
                  </a:lnTo>
                  <a:lnTo>
                    <a:pt x="487683" y="295837"/>
                  </a:lnTo>
                  <a:lnTo>
                    <a:pt x="471000" y="303542"/>
                  </a:lnTo>
                  <a:lnTo>
                    <a:pt x="454247" y="310244"/>
                  </a:lnTo>
                  <a:lnTo>
                    <a:pt x="437475" y="315948"/>
                  </a:lnTo>
                  <a:lnTo>
                    <a:pt x="420735" y="320665"/>
                  </a:lnTo>
                  <a:lnTo>
                    <a:pt x="404079" y="324403"/>
                  </a:lnTo>
                  <a:lnTo>
                    <a:pt x="387554" y="327178"/>
                  </a:lnTo>
                  <a:lnTo>
                    <a:pt x="371209" y="329003"/>
                  </a:lnTo>
                  <a:lnTo>
                    <a:pt x="355093" y="329898"/>
                  </a:lnTo>
                  <a:lnTo>
                    <a:pt x="339250" y="329881"/>
                  </a:lnTo>
                  <a:lnTo>
                    <a:pt x="318949" y="328515"/>
                  </a:lnTo>
                  <a:lnTo>
                    <a:pt x="299296" y="325673"/>
                  </a:lnTo>
                  <a:lnTo>
                    <a:pt x="280386" y="321418"/>
                  </a:lnTo>
                  <a:lnTo>
                    <a:pt x="262310" y="315816"/>
                  </a:lnTo>
                  <a:lnTo>
                    <a:pt x="245152" y="308941"/>
                  </a:lnTo>
                  <a:lnTo>
                    <a:pt x="228992" y="300869"/>
                  </a:lnTo>
                  <a:lnTo>
                    <a:pt x="213905" y="291683"/>
                  </a:lnTo>
                  <a:lnTo>
                    <a:pt x="199960" y="281469"/>
                  </a:lnTo>
                  <a:lnTo>
                    <a:pt x="187220" y="270319"/>
                  </a:lnTo>
                  <a:lnTo>
                    <a:pt x="175740" y="258326"/>
                  </a:lnTo>
                  <a:lnTo>
                    <a:pt x="165572" y="245588"/>
                  </a:lnTo>
                  <a:lnTo>
                    <a:pt x="156760" y="232205"/>
                  </a:lnTo>
                  <a:lnTo>
                    <a:pt x="149339" y="218281"/>
                  </a:lnTo>
                  <a:lnTo>
                    <a:pt x="143342" y="203918"/>
                  </a:lnTo>
                  <a:lnTo>
                    <a:pt x="138790" y="189225"/>
                  </a:lnTo>
                  <a:lnTo>
                    <a:pt x="135700" y="174308"/>
                  </a:lnTo>
                  <a:lnTo>
                    <a:pt x="131344" y="187237"/>
                  </a:lnTo>
                  <a:lnTo>
                    <a:pt x="125148" y="199723"/>
                  </a:lnTo>
                  <a:lnTo>
                    <a:pt x="117157" y="211569"/>
                  </a:lnTo>
                  <a:lnTo>
                    <a:pt x="107437" y="222583"/>
                  </a:lnTo>
                  <a:lnTo>
                    <a:pt x="96070" y="232582"/>
                  </a:lnTo>
                  <a:lnTo>
                    <a:pt x="83156" y="241386"/>
                  </a:lnTo>
                  <a:lnTo>
                    <a:pt x="68811" y="248829"/>
                  </a:lnTo>
                  <a:lnTo>
                    <a:pt x="53168" y="254752"/>
                  </a:lnTo>
                  <a:lnTo>
                    <a:pt x="36376" y="259012"/>
                  </a:lnTo>
                  <a:lnTo>
                    <a:pt x="18595" y="261477"/>
                  </a:lnTo>
                  <a:lnTo>
                    <a:pt x="0" y="262031"/>
                  </a:lnTo>
                  <a:lnTo>
                    <a:pt x="2183" y="244617"/>
                  </a:lnTo>
                  <a:lnTo>
                    <a:pt x="5936" y="227994"/>
                  </a:lnTo>
                  <a:lnTo>
                    <a:pt x="11172" y="212286"/>
                  </a:lnTo>
                  <a:lnTo>
                    <a:pt x="17789" y="197610"/>
                  </a:lnTo>
                  <a:lnTo>
                    <a:pt x="25683" y="184072"/>
                  </a:lnTo>
                  <a:lnTo>
                    <a:pt x="34737" y="171770"/>
                  </a:lnTo>
                  <a:lnTo>
                    <a:pt x="44830" y="160793"/>
                  </a:lnTo>
                  <a:lnTo>
                    <a:pt x="55835" y="151218"/>
                  </a:lnTo>
                  <a:lnTo>
                    <a:pt x="67617" y="143112"/>
                  </a:lnTo>
                  <a:lnTo>
                    <a:pt x="80038" y="136531"/>
                  </a:lnTo>
                  <a:lnTo>
                    <a:pt x="92957" y="131521"/>
                  </a:lnTo>
                  <a:lnTo>
                    <a:pt x="106229" y="128113"/>
                  </a:lnTo>
                  <a:lnTo>
                    <a:pt x="119707" y="126331"/>
                  </a:lnTo>
                  <a:lnTo>
                    <a:pt x="124391" y="115022"/>
                  </a:lnTo>
                </a:path>
              </a:pathLst>
            </a:custGeom>
            <a:ln w="24933" cap="flat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087547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559797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3638955" y="85438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48488" y="922231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559797" y="981517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763347" y="113709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424096" y="1069240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43804" y="933539"/>
              <a:ext cx="63202" cy="63202"/>
            </a:xfrm>
            <a:prstGeom prst="ellipse">
              <a:avLst/>
            </a:prstGeom>
            <a:solidFill>
              <a:srgbClr val="BE84DB">
                <a:alpha val="100000"/>
              </a:srgbClr>
            </a:solidFill>
            <a:ln w="9000" cap="rnd">
              <a:solidFill>
                <a:srgbClr val="BE84D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591398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3591398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591398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3591398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3591398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218222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063648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18222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tx83"/>
            <p:cNvSpPr/>
            <p:nvPr/>
          </p:nvSpPr>
          <p:spPr>
            <a:xfrm>
              <a:off x="3459412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777215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4077114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3768149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3450346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919542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874733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928608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691150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641708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93" name="rc93"/>
            <p:cNvSpPr/>
            <p:nvPr/>
          </p:nvSpPr>
          <p:spPr>
            <a:xfrm>
              <a:off x="4571999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4" name="rc94"/>
            <p:cNvSpPr/>
            <p:nvPr/>
          </p:nvSpPr>
          <p:spPr>
            <a:xfrm>
              <a:off x="4571999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5" name="rc95"/>
            <p:cNvSpPr/>
            <p:nvPr/>
          </p:nvSpPr>
          <p:spPr>
            <a:xfrm>
              <a:off x="4899959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tx96"/>
            <p:cNvSpPr/>
            <p:nvPr/>
          </p:nvSpPr>
          <p:spPr>
            <a:xfrm>
              <a:off x="5299217" y="83108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5182915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842603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842603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842603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5842603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842603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5422781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248884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5422781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578761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314919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48959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5690235" y="659454"/>
              <a:ext cx="680118" cy="625763"/>
            </a:xfrm>
            <a:custGeom>
              <a:avLst/>
              <a:pathLst>
                <a:path w="680118" h="625763">
                  <a:moveTo>
                    <a:pt x="680118" y="305686"/>
                  </a:moveTo>
                  <a:lnTo>
                    <a:pt x="672729" y="284164"/>
                  </a:lnTo>
                  <a:lnTo>
                    <a:pt x="664475" y="263252"/>
                  </a:lnTo>
                  <a:lnTo>
                    <a:pt x="655393" y="242984"/>
                  </a:lnTo>
                  <a:lnTo>
                    <a:pt x="645523" y="223393"/>
                  </a:lnTo>
                  <a:lnTo>
                    <a:pt x="634904" y="204509"/>
                  </a:lnTo>
                  <a:lnTo>
                    <a:pt x="623579" y="186359"/>
                  </a:lnTo>
                  <a:lnTo>
                    <a:pt x="611590" y="168970"/>
                  </a:lnTo>
                  <a:lnTo>
                    <a:pt x="598980" y="152364"/>
                  </a:lnTo>
                  <a:lnTo>
                    <a:pt x="585794" y="136563"/>
                  </a:lnTo>
                  <a:lnTo>
                    <a:pt x="572075" y="121585"/>
                  </a:lnTo>
                  <a:lnTo>
                    <a:pt x="557870" y="107448"/>
                  </a:lnTo>
                  <a:lnTo>
                    <a:pt x="543225" y="94165"/>
                  </a:lnTo>
                  <a:lnTo>
                    <a:pt x="528184" y="81748"/>
                  </a:lnTo>
                  <a:lnTo>
                    <a:pt x="512796" y="70207"/>
                  </a:lnTo>
                  <a:lnTo>
                    <a:pt x="497105" y="59548"/>
                  </a:lnTo>
                  <a:lnTo>
                    <a:pt x="481159" y="49777"/>
                  </a:lnTo>
                  <a:lnTo>
                    <a:pt x="465004" y="40897"/>
                  </a:lnTo>
                  <a:lnTo>
                    <a:pt x="448685" y="32906"/>
                  </a:lnTo>
                  <a:lnTo>
                    <a:pt x="432249" y="25804"/>
                  </a:lnTo>
                  <a:lnTo>
                    <a:pt x="415741" y="19586"/>
                  </a:lnTo>
                  <a:lnTo>
                    <a:pt x="399205" y="14246"/>
                  </a:lnTo>
                  <a:lnTo>
                    <a:pt x="382685" y="9774"/>
                  </a:lnTo>
                  <a:lnTo>
                    <a:pt x="366225" y="6160"/>
                  </a:lnTo>
                  <a:lnTo>
                    <a:pt x="349866" y="3392"/>
                  </a:lnTo>
                  <a:lnTo>
                    <a:pt x="333651" y="1454"/>
                  </a:lnTo>
                  <a:lnTo>
                    <a:pt x="317619" y="329"/>
                  </a:lnTo>
                  <a:lnTo>
                    <a:pt x="301809" y="0"/>
                  </a:lnTo>
                  <a:lnTo>
                    <a:pt x="286259" y="444"/>
                  </a:lnTo>
                  <a:lnTo>
                    <a:pt x="271006" y="1641"/>
                  </a:lnTo>
                  <a:lnTo>
                    <a:pt x="256086" y="3566"/>
                  </a:lnTo>
                  <a:lnTo>
                    <a:pt x="241531" y="6193"/>
                  </a:lnTo>
                  <a:lnTo>
                    <a:pt x="227373" y="9496"/>
                  </a:lnTo>
                  <a:lnTo>
                    <a:pt x="213644" y="13446"/>
                  </a:lnTo>
                  <a:lnTo>
                    <a:pt x="200372" y="18012"/>
                  </a:lnTo>
                  <a:lnTo>
                    <a:pt x="187584" y="23165"/>
                  </a:lnTo>
                  <a:lnTo>
                    <a:pt x="175305" y="28871"/>
                  </a:lnTo>
                  <a:lnTo>
                    <a:pt x="163559" y="35098"/>
                  </a:lnTo>
                  <a:lnTo>
                    <a:pt x="152368" y="41811"/>
                  </a:lnTo>
                  <a:lnTo>
                    <a:pt x="164913" y="34340"/>
                  </a:lnTo>
                  <a:lnTo>
                    <a:pt x="178147" y="27481"/>
                  </a:lnTo>
                  <a:lnTo>
                    <a:pt x="192040" y="21282"/>
                  </a:lnTo>
                  <a:lnTo>
                    <a:pt x="206559" y="15788"/>
                  </a:lnTo>
                  <a:lnTo>
                    <a:pt x="221666" y="11046"/>
                  </a:lnTo>
                  <a:lnTo>
                    <a:pt x="237324" y="7096"/>
                  </a:lnTo>
                  <a:lnTo>
                    <a:pt x="253490" y="3979"/>
                  </a:lnTo>
                  <a:lnTo>
                    <a:pt x="270119" y="1734"/>
                  </a:lnTo>
                  <a:lnTo>
                    <a:pt x="287166" y="397"/>
                  </a:lnTo>
                  <a:lnTo>
                    <a:pt x="304581" y="1"/>
                  </a:lnTo>
                  <a:lnTo>
                    <a:pt x="322313" y="576"/>
                  </a:lnTo>
                  <a:lnTo>
                    <a:pt x="340308" y="2152"/>
                  </a:lnTo>
                  <a:lnTo>
                    <a:pt x="358512" y="4753"/>
                  </a:lnTo>
                  <a:lnTo>
                    <a:pt x="376867" y="8401"/>
                  </a:lnTo>
                  <a:lnTo>
                    <a:pt x="395315" y="13116"/>
                  </a:lnTo>
                  <a:lnTo>
                    <a:pt x="413796" y="18912"/>
                  </a:lnTo>
                  <a:lnTo>
                    <a:pt x="432249" y="25804"/>
                  </a:lnTo>
                  <a:lnTo>
                    <a:pt x="446018" y="46366"/>
                  </a:lnTo>
                  <a:lnTo>
                    <a:pt x="458326" y="67549"/>
                  </a:lnTo>
                  <a:lnTo>
                    <a:pt x="469150" y="89251"/>
                  </a:lnTo>
                  <a:lnTo>
                    <a:pt x="478473" y="111369"/>
                  </a:lnTo>
                  <a:lnTo>
                    <a:pt x="486286" y="133804"/>
                  </a:lnTo>
                  <a:lnTo>
                    <a:pt x="492585" y="156453"/>
                  </a:lnTo>
                  <a:lnTo>
                    <a:pt x="497375" y="179216"/>
                  </a:lnTo>
                  <a:lnTo>
                    <a:pt x="500667" y="201993"/>
                  </a:lnTo>
                  <a:lnTo>
                    <a:pt x="502476" y="224688"/>
                  </a:lnTo>
                  <a:lnTo>
                    <a:pt x="502827" y="247205"/>
                  </a:lnTo>
                  <a:lnTo>
                    <a:pt x="501749" y="269451"/>
                  </a:lnTo>
                  <a:lnTo>
                    <a:pt x="499275" y="291338"/>
                  </a:lnTo>
                  <a:lnTo>
                    <a:pt x="495448" y="312778"/>
                  </a:lnTo>
                  <a:lnTo>
                    <a:pt x="490312" y="333689"/>
                  </a:lnTo>
                  <a:lnTo>
                    <a:pt x="483919" y="353992"/>
                  </a:lnTo>
                  <a:lnTo>
                    <a:pt x="476324" y="373613"/>
                  </a:lnTo>
                  <a:lnTo>
                    <a:pt x="467587" y="392481"/>
                  </a:lnTo>
                  <a:lnTo>
                    <a:pt x="457772" y="410532"/>
                  </a:lnTo>
                  <a:lnTo>
                    <a:pt x="446946" y="427704"/>
                  </a:lnTo>
                  <a:lnTo>
                    <a:pt x="435180" y="443945"/>
                  </a:lnTo>
                  <a:lnTo>
                    <a:pt x="422547" y="459202"/>
                  </a:lnTo>
                  <a:lnTo>
                    <a:pt x="409124" y="473434"/>
                  </a:lnTo>
                  <a:lnTo>
                    <a:pt x="394989" y="486600"/>
                  </a:lnTo>
                  <a:lnTo>
                    <a:pt x="380221" y="498668"/>
                  </a:lnTo>
                  <a:lnTo>
                    <a:pt x="364902" y="509612"/>
                  </a:lnTo>
                  <a:lnTo>
                    <a:pt x="349114" y="519410"/>
                  </a:lnTo>
                  <a:lnTo>
                    <a:pt x="332939" y="528046"/>
                  </a:lnTo>
                  <a:lnTo>
                    <a:pt x="316459" y="535511"/>
                  </a:lnTo>
                  <a:lnTo>
                    <a:pt x="299758" y="541801"/>
                  </a:lnTo>
                  <a:lnTo>
                    <a:pt x="282916" y="546918"/>
                  </a:lnTo>
                  <a:lnTo>
                    <a:pt x="266013" y="550869"/>
                  </a:lnTo>
                  <a:lnTo>
                    <a:pt x="249130" y="553666"/>
                  </a:lnTo>
                  <a:lnTo>
                    <a:pt x="232342" y="555328"/>
                  </a:lnTo>
                  <a:lnTo>
                    <a:pt x="215725" y="555877"/>
                  </a:lnTo>
                  <a:lnTo>
                    <a:pt x="199350" y="555341"/>
                  </a:lnTo>
                  <a:lnTo>
                    <a:pt x="183289" y="553753"/>
                  </a:lnTo>
                  <a:lnTo>
                    <a:pt x="167607" y="551150"/>
                  </a:lnTo>
                  <a:lnTo>
                    <a:pt x="152368" y="547572"/>
                  </a:lnTo>
                  <a:lnTo>
                    <a:pt x="137630" y="543064"/>
                  </a:lnTo>
                  <a:lnTo>
                    <a:pt x="123450" y="537675"/>
                  </a:lnTo>
                  <a:lnTo>
                    <a:pt x="109880" y="531456"/>
                  </a:lnTo>
                  <a:lnTo>
                    <a:pt x="96966" y="524463"/>
                  </a:lnTo>
                  <a:lnTo>
                    <a:pt x="84751" y="516752"/>
                  </a:lnTo>
                  <a:lnTo>
                    <a:pt x="73275" y="508383"/>
                  </a:lnTo>
                  <a:lnTo>
                    <a:pt x="62570" y="499417"/>
                  </a:lnTo>
                  <a:lnTo>
                    <a:pt x="52666" y="489918"/>
                  </a:lnTo>
                  <a:lnTo>
                    <a:pt x="43587" y="479950"/>
                  </a:lnTo>
                  <a:lnTo>
                    <a:pt x="35351" y="469578"/>
                  </a:lnTo>
                  <a:lnTo>
                    <a:pt x="27974" y="458867"/>
                  </a:lnTo>
                  <a:lnTo>
                    <a:pt x="21465" y="447885"/>
                  </a:lnTo>
                  <a:lnTo>
                    <a:pt x="15828" y="436695"/>
                  </a:lnTo>
                  <a:lnTo>
                    <a:pt x="11063" y="425365"/>
                  </a:lnTo>
                  <a:lnTo>
                    <a:pt x="7166" y="413958"/>
                  </a:lnTo>
                  <a:lnTo>
                    <a:pt x="4127" y="402537"/>
                  </a:lnTo>
                  <a:lnTo>
                    <a:pt x="1932" y="391163"/>
                  </a:lnTo>
                  <a:lnTo>
                    <a:pt x="564" y="379898"/>
                  </a:lnTo>
                  <a:lnTo>
                    <a:pt x="0" y="368799"/>
                  </a:lnTo>
                  <a:lnTo>
                    <a:pt x="213" y="357921"/>
                  </a:lnTo>
                  <a:lnTo>
                    <a:pt x="1174" y="347317"/>
                  </a:lnTo>
                  <a:lnTo>
                    <a:pt x="2849" y="337037"/>
                  </a:lnTo>
                  <a:lnTo>
                    <a:pt x="5202" y="327128"/>
                  </a:lnTo>
                  <a:lnTo>
                    <a:pt x="8193" y="317633"/>
                  </a:lnTo>
                  <a:lnTo>
                    <a:pt x="11780" y="308592"/>
                  </a:lnTo>
                  <a:lnTo>
                    <a:pt x="15917" y="300043"/>
                  </a:lnTo>
                  <a:lnTo>
                    <a:pt x="20558" y="292016"/>
                  </a:lnTo>
                  <a:lnTo>
                    <a:pt x="25654" y="284541"/>
                  </a:lnTo>
                  <a:lnTo>
                    <a:pt x="31154" y="277643"/>
                  </a:lnTo>
                  <a:lnTo>
                    <a:pt x="37007" y="271342"/>
                  </a:lnTo>
                  <a:lnTo>
                    <a:pt x="43160" y="265654"/>
                  </a:lnTo>
                  <a:lnTo>
                    <a:pt x="49560" y="260591"/>
                  </a:lnTo>
                  <a:lnTo>
                    <a:pt x="56154" y="256161"/>
                  </a:lnTo>
                  <a:lnTo>
                    <a:pt x="62887" y="252368"/>
                  </a:lnTo>
                  <a:lnTo>
                    <a:pt x="69708" y="249210"/>
                  </a:lnTo>
                  <a:lnTo>
                    <a:pt x="76563" y="246685"/>
                  </a:lnTo>
                  <a:lnTo>
                    <a:pt x="83401" y="244782"/>
                  </a:lnTo>
                  <a:lnTo>
                    <a:pt x="90172" y="243490"/>
                  </a:lnTo>
                  <a:lnTo>
                    <a:pt x="85327" y="260891"/>
                  </a:lnTo>
                  <a:lnTo>
                    <a:pt x="84648" y="277636"/>
                  </a:lnTo>
                  <a:lnTo>
                    <a:pt x="87666" y="292816"/>
                  </a:lnTo>
                  <a:lnTo>
                    <a:pt x="93729" y="305686"/>
                  </a:lnTo>
                  <a:lnTo>
                    <a:pt x="102044" y="315696"/>
                  </a:lnTo>
                  <a:lnTo>
                    <a:pt x="111736" y="322516"/>
                  </a:lnTo>
                  <a:lnTo>
                    <a:pt x="121895" y="326047"/>
                  </a:lnTo>
                  <a:lnTo>
                    <a:pt x="131636" y="326418"/>
                  </a:lnTo>
                  <a:lnTo>
                    <a:pt x="140151" y="323970"/>
                  </a:lnTo>
                  <a:lnTo>
                    <a:pt x="146758" y="319230"/>
                  </a:lnTo>
                  <a:lnTo>
                    <a:pt x="150938" y="312875"/>
                  </a:lnTo>
                  <a:lnTo>
                    <a:pt x="152368" y="305686"/>
                  </a:lnTo>
                  <a:lnTo>
                    <a:pt x="153072" y="318232"/>
                  </a:lnTo>
                  <a:lnTo>
                    <a:pt x="155181" y="330659"/>
                  </a:lnTo>
                  <a:lnTo>
                    <a:pt x="158682" y="342850"/>
                  </a:lnTo>
                  <a:lnTo>
                    <a:pt x="163552" y="354688"/>
                  </a:lnTo>
                  <a:lnTo>
                    <a:pt x="169760" y="366058"/>
                  </a:lnTo>
                  <a:lnTo>
                    <a:pt x="177268" y="376848"/>
                  </a:lnTo>
                  <a:lnTo>
                    <a:pt x="186028" y="386949"/>
                  </a:lnTo>
                  <a:lnTo>
                    <a:pt x="195983" y="396255"/>
                  </a:lnTo>
                  <a:lnTo>
                    <a:pt x="207071" y="404665"/>
                  </a:lnTo>
                  <a:lnTo>
                    <a:pt x="219220" y="412081"/>
                  </a:lnTo>
                  <a:lnTo>
                    <a:pt x="232352" y="418413"/>
                  </a:lnTo>
                  <a:lnTo>
                    <a:pt x="246381" y="423575"/>
                  </a:lnTo>
                  <a:lnTo>
                    <a:pt x="261216" y="427488"/>
                  </a:lnTo>
                  <a:lnTo>
                    <a:pt x="276760" y="430078"/>
                  </a:lnTo>
                  <a:lnTo>
                    <a:pt x="263874" y="438575"/>
                  </a:lnTo>
                  <a:lnTo>
                    <a:pt x="250466" y="445786"/>
                  </a:lnTo>
                  <a:lnTo>
                    <a:pt x="236661" y="451687"/>
                  </a:lnTo>
                  <a:lnTo>
                    <a:pt x="222583" y="456263"/>
                  </a:lnTo>
                  <a:lnTo>
                    <a:pt x="208356" y="459514"/>
                  </a:lnTo>
                  <a:lnTo>
                    <a:pt x="194104" y="461448"/>
                  </a:lnTo>
                  <a:lnTo>
                    <a:pt x="179945" y="462087"/>
                  </a:lnTo>
                  <a:lnTo>
                    <a:pt x="165996" y="461462"/>
                  </a:lnTo>
                  <a:lnTo>
                    <a:pt x="152368" y="459613"/>
                  </a:lnTo>
                  <a:lnTo>
                    <a:pt x="139165" y="456594"/>
                  </a:lnTo>
                  <a:lnTo>
                    <a:pt x="126487" y="452462"/>
                  </a:lnTo>
                  <a:lnTo>
                    <a:pt x="114425" y="447288"/>
                  </a:lnTo>
                  <a:lnTo>
                    <a:pt x="103064" y="441147"/>
                  </a:lnTo>
                  <a:lnTo>
                    <a:pt x="92478" y="434120"/>
                  </a:lnTo>
                  <a:lnTo>
                    <a:pt x="82734" y="426295"/>
                  </a:lnTo>
                  <a:lnTo>
                    <a:pt x="73888" y="417766"/>
                  </a:lnTo>
                  <a:lnTo>
                    <a:pt x="65989" y="408628"/>
                  </a:lnTo>
                  <a:lnTo>
                    <a:pt x="59074" y="398980"/>
                  </a:lnTo>
                  <a:lnTo>
                    <a:pt x="58878" y="382411"/>
                  </a:lnTo>
                  <a:lnTo>
                    <a:pt x="60949" y="366770"/>
                  </a:lnTo>
                  <a:lnTo>
                    <a:pt x="65099" y="352332"/>
                  </a:lnTo>
                  <a:lnTo>
                    <a:pt x="71105" y="339346"/>
                  </a:lnTo>
                  <a:lnTo>
                    <a:pt x="78718" y="328027"/>
                  </a:lnTo>
                  <a:lnTo>
                    <a:pt x="87666" y="318556"/>
                  </a:lnTo>
                  <a:lnTo>
                    <a:pt x="97658" y="311075"/>
                  </a:lnTo>
                  <a:lnTo>
                    <a:pt x="108388" y="305686"/>
                  </a:lnTo>
                  <a:lnTo>
                    <a:pt x="100397" y="308410"/>
                  </a:lnTo>
                  <a:lnTo>
                    <a:pt x="92592" y="311969"/>
                  </a:lnTo>
                  <a:lnTo>
                    <a:pt x="85039" y="316350"/>
                  </a:lnTo>
                  <a:lnTo>
                    <a:pt x="77803" y="321535"/>
                  </a:lnTo>
                  <a:lnTo>
                    <a:pt x="70946" y="327503"/>
                  </a:lnTo>
                  <a:lnTo>
                    <a:pt x="64531" y="334226"/>
                  </a:lnTo>
                  <a:lnTo>
                    <a:pt x="58618" y="341673"/>
                  </a:lnTo>
                  <a:lnTo>
                    <a:pt x="53264" y="349810"/>
                  </a:lnTo>
                  <a:lnTo>
                    <a:pt x="48525" y="358596"/>
                  </a:lnTo>
                  <a:lnTo>
                    <a:pt x="44454" y="367990"/>
                  </a:lnTo>
                  <a:lnTo>
                    <a:pt x="41101" y="377944"/>
                  </a:lnTo>
                  <a:lnTo>
                    <a:pt x="38512" y="388407"/>
                  </a:lnTo>
                  <a:lnTo>
                    <a:pt x="36731" y="399327"/>
                  </a:lnTo>
                  <a:lnTo>
                    <a:pt x="35798" y="410645"/>
                  </a:lnTo>
                  <a:lnTo>
                    <a:pt x="35750" y="422304"/>
                  </a:lnTo>
                  <a:lnTo>
                    <a:pt x="36618" y="434239"/>
                  </a:lnTo>
                  <a:lnTo>
                    <a:pt x="38431" y="446387"/>
                  </a:lnTo>
                  <a:lnTo>
                    <a:pt x="41211" y="458680"/>
                  </a:lnTo>
                  <a:lnTo>
                    <a:pt x="44979" y="471050"/>
                  </a:lnTo>
                  <a:lnTo>
                    <a:pt x="49749" y="483426"/>
                  </a:lnTo>
                  <a:lnTo>
                    <a:pt x="55532" y="495737"/>
                  </a:lnTo>
                  <a:lnTo>
                    <a:pt x="62332" y="507910"/>
                  </a:lnTo>
                  <a:lnTo>
                    <a:pt x="70149" y="519873"/>
                  </a:lnTo>
                  <a:lnTo>
                    <a:pt x="78980" y="531550"/>
                  </a:lnTo>
                  <a:lnTo>
                    <a:pt x="88814" y="542870"/>
                  </a:lnTo>
                  <a:lnTo>
                    <a:pt x="99638" y="553757"/>
                  </a:lnTo>
                  <a:lnTo>
                    <a:pt x="111432" y="564141"/>
                  </a:lnTo>
                  <a:lnTo>
                    <a:pt x="124172" y="573948"/>
                  </a:lnTo>
                  <a:lnTo>
                    <a:pt x="137829" y="583107"/>
                  </a:lnTo>
                  <a:lnTo>
                    <a:pt x="152368" y="591551"/>
                  </a:lnTo>
                  <a:lnTo>
                    <a:pt x="167751" y="599211"/>
                  </a:lnTo>
                  <a:lnTo>
                    <a:pt x="183934" y="606022"/>
                  </a:lnTo>
                  <a:lnTo>
                    <a:pt x="200871" y="611922"/>
                  </a:lnTo>
                  <a:lnTo>
                    <a:pt x="218508" y="616851"/>
                  </a:lnTo>
                  <a:lnTo>
                    <a:pt x="236789" y="620751"/>
                  </a:lnTo>
                  <a:lnTo>
                    <a:pt x="255654" y="623569"/>
                  </a:lnTo>
                  <a:lnTo>
                    <a:pt x="275039" y="625255"/>
                  </a:lnTo>
                  <a:lnTo>
                    <a:pt x="294875" y="625763"/>
                  </a:lnTo>
                  <a:lnTo>
                    <a:pt x="315092" y="625050"/>
                  </a:lnTo>
                  <a:lnTo>
                    <a:pt x="335614" y="623079"/>
                  </a:lnTo>
                  <a:lnTo>
                    <a:pt x="356365" y="619815"/>
                  </a:lnTo>
                  <a:lnTo>
                    <a:pt x="377265" y="615231"/>
                  </a:lnTo>
                  <a:lnTo>
                    <a:pt x="398232" y="609303"/>
                  </a:lnTo>
                  <a:lnTo>
                    <a:pt x="419180" y="602011"/>
                  </a:lnTo>
                  <a:lnTo>
                    <a:pt x="440024" y="593343"/>
                  </a:lnTo>
                  <a:lnTo>
                    <a:pt x="460676" y="583289"/>
                  </a:lnTo>
                  <a:lnTo>
                    <a:pt x="481048" y="571847"/>
                  </a:lnTo>
                  <a:lnTo>
                    <a:pt x="501051" y="559019"/>
                  </a:lnTo>
                  <a:lnTo>
                    <a:pt x="520593" y="544815"/>
                  </a:lnTo>
                  <a:lnTo>
                    <a:pt x="539586" y="529247"/>
                  </a:lnTo>
                  <a:lnTo>
                    <a:pt x="557940" y="512336"/>
                  </a:lnTo>
                  <a:lnTo>
                    <a:pt x="575565" y="494106"/>
                  </a:lnTo>
                  <a:lnTo>
                    <a:pt x="592374" y="474589"/>
                  </a:lnTo>
                  <a:lnTo>
                    <a:pt x="608279" y="453821"/>
                  </a:lnTo>
                  <a:lnTo>
                    <a:pt x="623195" y="431844"/>
                  </a:lnTo>
                  <a:lnTo>
                    <a:pt x="637039" y="408706"/>
                  </a:lnTo>
                  <a:lnTo>
                    <a:pt x="649730" y="384461"/>
                  </a:lnTo>
                  <a:lnTo>
                    <a:pt x="661190" y="359165"/>
                  </a:lnTo>
                  <a:lnTo>
                    <a:pt x="671343" y="332884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749113" y="659455"/>
              <a:ext cx="621240" cy="452725"/>
            </a:xfrm>
            <a:custGeom>
              <a:avLst/>
              <a:pathLst>
                <a:path w="621240" h="452725">
                  <a:moveTo>
                    <a:pt x="93490" y="41810"/>
                  </a:moveTo>
                  <a:lnTo>
                    <a:pt x="106035" y="34338"/>
                  </a:lnTo>
                  <a:lnTo>
                    <a:pt x="119269" y="27479"/>
                  </a:lnTo>
                  <a:lnTo>
                    <a:pt x="133162" y="21280"/>
                  </a:lnTo>
                  <a:lnTo>
                    <a:pt x="147681" y="15787"/>
                  </a:lnTo>
                  <a:lnTo>
                    <a:pt x="162788" y="11044"/>
                  </a:lnTo>
                  <a:lnTo>
                    <a:pt x="178446" y="7094"/>
                  </a:lnTo>
                  <a:lnTo>
                    <a:pt x="194612" y="3978"/>
                  </a:lnTo>
                  <a:lnTo>
                    <a:pt x="211241" y="1733"/>
                  </a:lnTo>
                  <a:lnTo>
                    <a:pt x="228288" y="396"/>
                  </a:lnTo>
                  <a:lnTo>
                    <a:pt x="245703" y="0"/>
                  </a:lnTo>
                  <a:lnTo>
                    <a:pt x="263435" y="575"/>
                  </a:lnTo>
                  <a:lnTo>
                    <a:pt x="281430" y="2151"/>
                  </a:lnTo>
                  <a:lnTo>
                    <a:pt x="299634" y="4752"/>
                  </a:lnTo>
                  <a:lnTo>
                    <a:pt x="317989" y="8400"/>
                  </a:lnTo>
                  <a:lnTo>
                    <a:pt x="336437" y="13114"/>
                  </a:lnTo>
                  <a:lnTo>
                    <a:pt x="354918" y="18911"/>
                  </a:lnTo>
                  <a:lnTo>
                    <a:pt x="373371" y="25803"/>
                  </a:lnTo>
                  <a:lnTo>
                    <a:pt x="388246" y="32190"/>
                  </a:lnTo>
                  <a:lnTo>
                    <a:pt x="403029" y="39305"/>
                  </a:lnTo>
                  <a:lnTo>
                    <a:pt x="417685" y="47148"/>
                  </a:lnTo>
                  <a:lnTo>
                    <a:pt x="432180" y="55720"/>
                  </a:lnTo>
                  <a:lnTo>
                    <a:pt x="446481" y="65020"/>
                  </a:lnTo>
                  <a:lnTo>
                    <a:pt x="460552" y="75044"/>
                  </a:lnTo>
                  <a:lnTo>
                    <a:pt x="474361" y="85789"/>
                  </a:lnTo>
                  <a:lnTo>
                    <a:pt x="487871" y="97248"/>
                  </a:lnTo>
                  <a:lnTo>
                    <a:pt x="501050" y="109414"/>
                  </a:lnTo>
                  <a:lnTo>
                    <a:pt x="513862" y="122278"/>
                  </a:lnTo>
                  <a:lnTo>
                    <a:pt x="526274" y="135829"/>
                  </a:lnTo>
                  <a:lnTo>
                    <a:pt x="538253" y="150055"/>
                  </a:lnTo>
                  <a:lnTo>
                    <a:pt x="549765" y="164943"/>
                  </a:lnTo>
                  <a:lnTo>
                    <a:pt x="560777" y="180476"/>
                  </a:lnTo>
                  <a:lnTo>
                    <a:pt x="571257" y="196638"/>
                  </a:lnTo>
                  <a:lnTo>
                    <a:pt x="581173" y="213410"/>
                  </a:lnTo>
                  <a:lnTo>
                    <a:pt x="590495" y="230773"/>
                  </a:lnTo>
                  <a:lnTo>
                    <a:pt x="599192" y="248706"/>
                  </a:lnTo>
                  <a:lnTo>
                    <a:pt x="607234" y="267185"/>
                  </a:lnTo>
                  <a:lnTo>
                    <a:pt x="614593" y="286187"/>
                  </a:lnTo>
                  <a:lnTo>
                    <a:pt x="621240" y="305685"/>
                  </a:lnTo>
                  <a:lnTo>
                    <a:pt x="605644" y="323181"/>
                  </a:lnTo>
                  <a:lnTo>
                    <a:pt x="589487" y="339612"/>
                  </a:lnTo>
                  <a:lnTo>
                    <a:pt x="572822" y="354962"/>
                  </a:lnTo>
                  <a:lnTo>
                    <a:pt x="555706" y="369215"/>
                  </a:lnTo>
                  <a:lnTo>
                    <a:pt x="538193" y="382359"/>
                  </a:lnTo>
                  <a:lnTo>
                    <a:pt x="520339" y="394385"/>
                  </a:lnTo>
                  <a:lnTo>
                    <a:pt x="502199" y="405285"/>
                  </a:lnTo>
                  <a:lnTo>
                    <a:pt x="483831" y="415053"/>
                  </a:lnTo>
                  <a:lnTo>
                    <a:pt x="465289" y="423689"/>
                  </a:lnTo>
                  <a:lnTo>
                    <a:pt x="446629" y="431191"/>
                  </a:lnTo>
                  <a:lnTo>
                    <a:pt x="427908" y="437562"/>
                  </a:lnTo>
                  <a:lnTo>
                    <a:pt x="409180" y="442809"/>
                  </a:lnTo>
                  <a:lnTo>
                    <a:pt x="390500" y="446937"/>
                  </a:lnTo>
                  <a:lnTo>
                    <a:pt x="371922" y="449957"/>
                  </a:lnTo>
                  <a:lnTo>
                    <a:pt x="353500" y="451882"/>
                  </a:lnTo>
                  <a:lnTo>
                    <a:pt x="335287" y="452725"/>
                  </a:lnTo>
                  <a:lnTo>
                    <a:pt x="317335" y="452505"/>
                  </a:lnTo>
                  <a:lnTo>
                    <a:pt x="299695" y="451240"/>
                  </a:lnTo>
                  <a:lnTo>
                    <a:pt x="282416" y="448952"/>
                  </a:lnTo>
                  <a:lnTo>
                    <a:pt x="265549" y="445665"/>
                  </a:lnTo>
                  <a:lnTo>
                    <a:pt x="249140" y="441405"/>
                  </a:lnTo>
                  <a:lnTo>
                    <a:pt x="233236" y="436198"/>
                  </a:lnTo>
                  <a:lnTo>
                    <a:pt x="217882" y="430077"/>
                  </a:lnTo>
                  <a:lnTo>
                    <a:pt x="202338" y="427486"/>
                  </a:lnTo>
                  <a:lnTo>
                    <a:pt x="187503" y="423574"/>
                  </a:lnTo>
                  <a:lnTo>
                    <a:pt x="173474" y="418412"/>
                  </a:lnTo>
                  <a:lnTo>
                    <a:pt x="160342" y="412080"/>
                  </a:lnTo>
                  <a:lnTo>
                    <a:pt x="148193" y="404663"/>
                  </a:lnTo>
                  <a:lnTo>
                    <a:pt x="137105" y="396254"/>
                  </a:lnTo>
                  <a:lnTo>
                    <a:pt x="127150" y="386948"/>
                  </a:lnTo>
                  <a:lnTo>
                    <a:pt x="118390" y="376847"/>
                  </a:lnTo>
                  <a:lnTo>
                    <a:pt x="110882" y="366057"/>
                  </a:lnTo>
                  <a:lnTo>
                    <a:pt x="104674" y="354687"/>
                  </a:lnTo>
                  <a:lnTo>
                    <a:pt x="99804" y="342849"/>
                  </a:lnTo>
                  <a:lnTo>
                    <a:pt x="96303" y="330658"/>
                  </a:lnTo>
                  <a:lnTo>
                    <a:pt x="94194" y="318231"/>
                  </a:lnTo>
                  <a:lnTo>
                    <a:pt x="93490" y="305685"/>
                  </a:lnTo>
                  <a:lnTo>
                    <a:pt x="92634" y="317649"/>
                  </a:lnTo>
                  <a:lnTo>
                    <a:pt x="90076" y="329429"/>
                  </a:lnTo>
                  <a:lnTo>
                    <a:pt x="85841" y="340845"/>
                  </a:lnTo>
                  <a:lnTo>
                    <a:pt x="79973" y="351719"/>
                  </a:lnTo>
                  <a:lnTo>
                    <a:pt x="72532" y="361875"/>
                  </a:lnTo>
                  <a:lnTo>
                    <a:pt x="63594" y="371147"/>
                  </a:lnTo>
                  <a:lnTo>
                    <a:pt x="53252" y="379375"/>
                  </a:lnTo>
                  <a:lnTo>
                    <a:pt x="41613" y="386407"/>
                  </a:lnTo>
                  <a:lnTo>
                    <a:pt x="28798" y="392102"/>
                  </a:lnTo>
                  <a:lnTo>
                    <a:pt x="14943" y="396332"/>
                  </a:lnTo>
                  <a:lnTo>
                    <a:pt x="196" y="398979"/>
                  </a:lnTo>
                  <a:lnTo>
                    <a:pt x="0" y="382410"/>
                  </a:lnTo>
                  <a:lnTo>
                    <a:pt x="2071" y="366769"/>
                  </a:lnTo>
                  <a:lnTo>
                    <a:pt x="6221" y="352331"/>
                  </a:lnTo>
                  <a:lnTo>
                    <a:pt x="12227" y="339345"/>
                  </a:lnTo>
                  <a:lnTo>
                    <a:pt x="19840" y="328026"/>
                  </a:lnTo>
                  <a:lnTo>
                    <a:pt x="28788" y="318555"/>
                  </a:lnTo>
                  <a:lnTo>
                    <a:pt x="38780" y="311073"/>
                  </a:lnTo>
                  <a:lnTo>
                    <a:pt x="49510" y="305685"/>
                  </a:lnTo>
                  <a:lnTo>
                    <a:pt x="41364" y="297429"/>
                  </a:lnTo>
                  <a:lnTo>
                    <a:pt x="34932" y="286658"/>
                  </a:lnTo>
                  <a:lnTo>
                    <a:pt x="30792" y="273739"/>
                  </a:lnTo>
                  <a:lnTo>
                    <a:pt x="29446" y="259154"/>
                  </a:lnTo>
                  <a:lnTo>
                    <a:pt x="31294" y="243489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338753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811002" y="66966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90884" y="653657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748806" y="871343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811002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935394" y="1057931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717708" y="1026833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5767023" y="93353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5842603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5842603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5842603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5842603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5842603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5469428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5314853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5469428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tx127"/>
            <p:cNvSpPr/>
            <p:nvPr/>
          </p:nvSpPr>
          <p:spPr>
            <a:xfrm>
              <a:off x="5710618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6028420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6328320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6019354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5701552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5170748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5125938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5179814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4942355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4892913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37" name="rc137"/>
            <p:cNvSpPr/>
            <p:nvPr/>
          </p:nvSpPr>
          <p:spPr>
            <a:xfrm>
              <a:off x="6823205" y="69589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6823205" y="267495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rc139"/>
            <p:cNvSpPr/>
            <p:nvPr/>
          </p:nvSpPr>
          <p:spPr>
            <a:xfrm>
              <a:off x="7151165" y="69589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0" name="tx140"/>
            <p:cNvSpPr/>
            <p:nvPr/>
          </p:nvSpPr>
          <p:spPr>
            <a:xfrm>
              <a:off x="7616253" y="111393"/>
              <a:ext cx="955112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Anseriformes</a:t>
              </a:r>
            </a:p>
          </p:txBody>
        </p:sp>
        <p:sp>
          <p:nvSpPr>
            <p:cNvPr id="141" name="rc141"/>
            <p:cNvSpPr/>
            <p:nvPr/>
          </p:nvSpPr>
          <p:spPr>
            <a:xfrm>
              <a:off x="7434121" y="305453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093809" y="371421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093809" y="545318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093809" y="965141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093809" y="965141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093809" y="965141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7673986" y="965141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500090" y="965141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673986" y="545318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7829967" y="701265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7566125" y="437390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7500164" y="371421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7964651" y="766517"/>
              <a:ext cx="656908" cy="526204"/>
            </a:xfrm>
            <a:custGeom>
              <a:avLst/>
              <a:pathLst>
                <a:path w="656908" h="526204">
                  <a:moveTo>
                    <a:pt x="656908" y="198623"/>
                  </a:moveTo>
                  <a:lnTo>
                    <a:pt x="643073" y="176792"/>
                  </a:lnTo>
                  <a:lnTo>
                    <a:pt x="628359" y="156135"/>
                  </a:lnTo>
                  <a:lnTo>
                    <a:pt x="612842" y="136685"/>
                  </a:lnTo>
                  <a:lnTo>
                    <a:pt x="596598" y="118472"/>
                  </a:lnTo>
                  <a:lnTo>
                    <a:pt x="579703" y="101523"/>
                  </a:lnTo>
                  <a:lnTo>
                    <a:pt x="562236" y="85858"/>
                  </a:lnTo>
                  <a:lnTo>
                    <a:pt x="544274" y="71495"/>
                  </a:lnTo>
                  <a:lnTo>
                    <a:pt x="525896" y="58446"/>
                  </a:lnTo>
                  <a:lnTo>
                    <a:pt x="507182" y="46720"/>
                  </a:lnTo>
                  <a:lnTo>
                    <a:pt x="488209" y="36322"/>
                  </a:lnTo>
                  <a:lnTo>
                    <a:pt x="469057" y="27249"/>
                  </a:lnTo>
                  <a:lnTo>
                    <a:pt x="449803" y="19500"/>
                  </a:lnTo>
                  <a:lnTo>
                    <a:pt x="430526" y="13063"/>
                  </a:lnTo>
                  <a:lnTo>
                    <a:pt x="411300" y="7928"/>
                  </a:lnTo>
                  <a:lnTo>
                    <a:pt x="392201" y="4077"/>
                  </a:lnTo>
                  <a:lnTo>
                    <a:pt x="373303" y="1489"/>
                  </a:lnTo>
                  <a:lnTo>
                    <a:pt x="354679" y="139"/>
                  </a:lnTo>
                  <a:lnTo>
                    <a:pt x="336398" y="0"/>
                  </a:lnTo>
                  <a:lnTo>
                    <a:pt x="318529" y="1037"/>
                  </a:lnTo>
                  <a:lnTo>
                    <a:pt x="301138" y="3216"/>
                  </a:lnTo>
                  <a:lnTo>
                    <a:pt x="284289" y="6497"/>
                  </a:lnTo>
                  <a:lnTo>
                    <a:pt x="268043" y="10837"/>
                  </a:lnTo>
                  <a:lnTo>
                    <a:pt x="252460" y="16191"/>
                  </a:lnTo>
                  <a:lnTo>
                    <a:pt x="237596" y="22509"/>
                  </a:lnTo>
                  <a:lnTo>
                    <a:pt x="223502" y="29739"/>
                  </a:lnTo>
                  <a:lnTo>
                    <a:pt x="210229" y="37828"/>
                  </a:lnTo>
                  <a:lnTo>
                    <a:pt x="197824" y="46717"/>
                  </a:lnTo>
                  <a:lnTo>
                    <a:pt x="186329" y="56347"/>
                  </a:lnTo>
                  <a:lnTo>
                    <a:pt x="175784" y="66657"/>
                  </a:lnTo>
                  <a:lnTo>
                    <a:pt x="166226" y="77583"/>
                  </a:lnTo>
                  <a:lnTo>
                    <a:pt x="157686" y="89059"/>
                  </a:lnTo>
                  <a:lnTo>
                    <a:pt x="150193" y="101019"/>
                  </a:lnTo>
                  <a:lnTo>
                    <a:pt x="143772" y="113394"/>
                  </a:lnTo>
                  <a:lnTo>
                    <a:pt x="138443" y="126114"/>
                  </a:lnTo>
                  <a:lnTo>
                    <a:pt x="134223" y="139110"/>
                  </a:lnTo>
                  <a:lnTo>
                    <a:pt x="131125" y="152308"/>
                  </a:lnTo>
                  <a:lnTo>
                    <a:pt x="129158" y="165639"/>
                  </a:lnTo>
                  <a:lnTo>
                    <a:pt x="137201" y="158185"/>
                  </a:lnTo>
                  <a:lnTo>
                    <a:pt x="148092" y="152913"/>
                  </a:lnTo>
                  <a:lnTo>
                    <a:pt x="161227" y="150628"/>
                  </a:lnTo>
                  <a:lnTo>
                    <a:pt x="175805" y="151976"/>
                  </a:lnTo>
                  <a:lnTo>
                    <a:pt x="183701" y="169469"/>
                  </a:lnTo>
                  <a:lnTo>
                    <a:pt x="185771" y="187362"/>
                  </a:lnTo>
                  <a:lnTo>
                    <a:pt x="182499" y="203877"/>
                  </a:lnTo>
                  <a:lnTo>
                    <a:pt x="174868" y="217557"/>
                  </a:lnTo>
                  <a:lnTo>
                    <a:pt x="164217" y="227395"/>
                  </a:lnTo>
                  <a:lnTo>
                    <a:pt x="152064" y="232905"/>
                  </a:lnTo>
                  <a:lnTo>
                    <a:pt x="139929" y="234133"/>
                  </a:lnTo>
                  <a:lnTo>
                    <a:pt x="129158" y="231607"/>
                  </a:lnTo>
                  <a:lnTo>
                    <a:pt x="120780" y="226242"/>
                  </a:lnTo>
                  <a:lnTo>
                    <a:pt x="115414" y="219192"/>
                  </a:lnTo>
                  <a:lnTo>
                    <a:pt x="113222" y="211701"/>
                  </a:lnTo>
                  <a:lnTo>
                    <a:pt x="113921" y="204934"/>
                  </a:lnTo>
                  <a:lnTo>
                    <a:pt x="116848" y="199835"/>
                  </a:lnTo>
                  <a:lnTo>
                    <a:pt x="121070" y="197014"/>
                  </a:lnTo>
                  <a:lnTo>
                    <a:pt x="125522" y="196679"/>
                  </a:lnTo>
                  <a:lnTo>
                    <a:pt x="129158" y="198623"/>
                  </a:lnTo>
                  <a:lnTo>
                    <a:pt x="122534" y="193711"/>
                  </a:lnTo>
                  <a:lnTo>
                    <a:pt x="114613" y="190849"/>
                  </a:lnTo>
                  <a:lnTo>
                    <a:pt x="105866" y="190289"/>
                  </a:lnTo>
                  <a:lnTo>
                    <a:pt x="96807" y="192188"/>
                  </a:lnTo>
                  <a:lnTo>
                    <a:pt x="87977" y="196600"/>
                  </a:lnTo>
                  <a:lnTo>
                    <a:pt x="79919" y="203472"/>
                  </a:lnTo>
                  <a:lnTo>
                    <a:pt x="73165" y="212648"/>
                  </a:lnTo>
                  <a:lnTo>
                    <a:pt x="68211" y="223868"/>
                  </a:lnTo>
                  <a:lnTo>
                    <a:pt x="65501" y="236777"/>
                  </a:lnTo>
                  <a:lnTo>
                    <a:pt x="65415" y="250936"/>
                  </a:lnTo>
                  <a:lnTo>
                    <a:pt x="68243" y="265832"/>
                  </a:lnTo>
                  <a:lnTo>
                    <a:pt x="74182" y="280900"/>
                  </a:lnTo>
                  <a:lnTo>
                    <a:pt x="83324" y="295530"/>
                  </a:lnTo>
                  <a:lnTo>
                    <a:pt x="95646" y="309097"/>
                  </a:lnTo>
                  <a:lnTo>
                    <a:pt x="111008" y="320976"/>
                  </a:lnTo>
                  <a:lnTo>
                    <a:pt x="129158" y="330561"/>
                  </a:lnTo>
                  <a:lnTo>
                    <a:pt x="137737" y="340450"/>
                  </a:lnTo>
                  <a:lnTo>
                    <a:pt x="147508" y="349749"/>
                  </a:lnTo>
                  <a:lnTo>
                    <a:pt x="158428" y="358348"/>
                  </a:lnTo>
                  <a:lnTo>
                    <a:pt x="170448" y="366143"/>
                  </a:lnTo>
                  <a:lnTo>
                    <a:pt x="183506" y="373034"/>
                  </a:lnTo>
                  <a:lnTo>
                    <a:pt x="197537" y="378924"/>
                  </a:lnTo>
                  <a:lnTo>
                    <a:pt x="212464" y="383721"/>
                  </a:lnTo>
                  <a:lnTo>
                    <a:pt x="228204" y="387340"/>
                  </a:lnTo>
                  <a:lnTo>
                    <a:pt x="244668" y="389701"/>
                  </a:lnTo>
                  <a:lnTo>
                    <a:pt x="261760" y="390730"/>
                  </a:lnTo>
                  <a:lnTo>
                    <a:pt x="279376" y="390363"/>
                  </a:lnTo>
                  <a:lnTo>
                    <a:pt x="297409" y="388540"/>
                  </a:lnTo>
                  <a:lnTo>
                    <a:pt x="315746" y="385211"/>
                  </a:lnTo>
                  <a:lnTo>
                    <a:pt x="297050" y="392381"/>
                  </a:lnTo>
                  <a:lnTo>
                    <a:pt x="278307" y="397863"/>
                  </a:lnTo>
                  <a:lnTo>
                    <a:pt x="259661" y="401690"/>
                  </a:lnTo>
                  <a:lnTo>
                    <a:pt x="241249" y="403903"/>
                  </a:lnTo>
                  <a:lnTo>
                    <a:pt x="223205" y="404557"/>
                  </a:lnTo>
                  <a:lnTo>
                    <a:pt x="205654" y="403718"/>
                  </a:lnTo>
                  <a:lnTo>
                    <a:pt x="188716" y="401460"/>
                  </a:lnTo>
                  <a:lnTo>
                    <a:pt x="172501" y="397867"/>
                  </a:lnTo>
                  <a:lnTo>
                    <a:pt x="157109" y="393031"/>
                  </a:lnTo>
                  <a:lnTo>
                    <a:pt x="142634" y="387052"/>
                  </a:lnTo>
                  <a:lnTo>
                    <a:pt x="129158" y="380037"/>
                  </a:lnTo>
                  <a:lnTo>
                    <a:pt x="116751" y="372098"/>
                  </a:lnTo>
                  <a:lnTo>
                    <a:pt x="105474" y="363350"/>
                  </a:lnTo>
                  <a:lnTo>
                    <a:pt x="95376" y="353916"/>
                  </a:lnTo>
                  <a:lnTo>
                    <a:pt x="86495" y="343917"/>
                  </a:lnTo>
                  <a:lnTo>
                    <a:pt x="78859" y="333480"/>
                  </a:lnTo>
                  <a:lnTo>
                    <a:pt x="72480" y="322729"/>
                  </a:lnTo>
                  <a:lnTo>
                    <a:pt x="67364" y="311790"/>
                  </a:lnTo>
                  <a:lnTo>
                    <a:pt x="63501" y="300787"/>
                  </a:lnTo>
                  <a:lnTo>
                    <a:pt x="60872" y="289841"/>
                  </a:lnTo>
                  <a:lnTo>
                    <a:pt x="59448" y="279072"/>
                  </a:lnTo>
                  <a:lnTo>
                    <a:pt x="59187" y="268593"/>
                  </a:lnTo>
                  <a:lnTo>
                    <a:pt x="55014" y="255515"/>
                  </a:lnTo>
                  <a:lnTo>
                    <a:pt x="52984" y="242602"/>
                  </a:lnTo>
                  <a:lnTo>
                    <a:pt x="52974" y="230179"/>
                  </a:lnTo>
                  <a:lnTo>
                    <a:pt x="54817" y="218543"/>
                  </a:lnTo>
                  <a:lnTo>
                    <a:pt x="58303" y="207951"/>
                  </a:lnTo>
                  <a:lnTo>
                    <a:pt x="63189" y="198623"/>
                  </a:lnTo>
                  <a:lnTo>
                    <a:pt x="55716" y="202409"/>
                  </a:lnTo>
                  <a:lnTo>
                    <a:pt x="48478" y="206963"/>
                  </a:lnTo>
                  <a:lnTo>
                    <a:pt x="41535" y="212270"/>
                  </a:lnTo>
                  <a:lnTo>
                    <a:pt x="34943" y="218311"/>
                  </a:lnTo>
                  <a:lnTo>
                    <a:pt x="28761" y="225063"/>
                  </a:lnTo>
                  <a:lnTo>
                    <a:pt x="23044" y="232498"/>
                  </a:lnTo>
                  <a:lnTo>
                    <a:pt x="17845" y="240586"/>
                  </a:lnTo>
                  <a:lnTo>
                    <a:pt x="13216" y="249292"/>
                  </a:lnTo>
                  <a:lnTo>
                    <a:pt x="9207" y="258578"/>
                  </a:lnTo>
                  <a:lnTo>
                    <a:pt x="5864" y="268403"/>
                  </a:lnTo>
                  <a:lnTo>
                    <a:pt x="3232" y="278720"/>
                  </a:lnTo>
                  <a:lnTo>
                    <a:pt x="1352" y="289483"/>
                  </a:lnTo>
                  <a:lnTo>
                    <a:pt x="263" y="300640"/>
                  </a:lnTo>
                  <a:lnTo>
                    <a:pt x="0" y="312137"/>
                  </a:lnTo>
                  <a:lnTo>
                    <a:pt x="593" y="323919"/>
                  </a:lnTo>
                  <a:lnTo>
                    <a:pt x="2071" y="335927"/>
                  </a:lnTo>
                  <a:lnTo>
                    <a:pt x="4459" y="348100"/>
                  </a:lnTo>
                  <a:lnTo>
                    <a:pt x="7775" y="360376"/>
                  </a:lnTo>
                  <a:lnTo>
                    <a:pt x="12037" y="372691"/>
                  </a:lnTo>
                  <a:lnTo>
                    <a:pt x="17256" y="384980"/>
                  </a:lnTo>
                  <a:lnTo>
                    <a:pt x="23440" y="397175"/>
                  </a:lnTo>
                  <a:lnTo>
                    <a:pt x="30592" y="409210"/>
                  </a:lnTo>
                  <a:lnTo>
                    <a:pt x="38712" y="421018"/>
                  </a:lnTo>
                  <a:lnTo>
                    <a:pt x="47793" y="432529"/>
                  </a:lnTo>
                  <a:lnTo>
                    <a:pt x="57826" y="443676"/>
                  </a:lnTo>
                  <a:lnTo>
                    <a:pt x="68797" y="454391"/>
                  </a:lnTo>
                  <a:lnTo>
                    <a:pt x="80687" y="464606"/>
                  </a:lnTo>
                  <a:lnTo>
                    <a:pt x="93471" y="474257"/>
                  </a:lnTo>
                  <a:lnTo>
                    <a:pt x="107124" y="483276"/>
                  </a:lnTo>
                  <a:lnTo>
                    <a:pt x="121612" y="491600"/>
                  </a:lnTo>
                  <a:lnTo>
                    <a:pt x="136899" y="499168"/>
                  </a:lnTo>
                  <a:lnTo>
                    <a:pt x="152944" y="505919"/>
                  </a:lnTo>
                  <a:lnTo>
                    <a:pt x="169704" y="511794"/>
                  </a:lnTo>
                  <a:lnTo>
                    <a:pt x="187129" y="516739"/>
                  </a:lnTo>
                  <a:lnTo>
                    <a:pt x="205167" y="520701"/>
                  </a:lnTo>
                  <a:lnTo>
                    <a:pt x="223762" y="523629"/>
                  </a:lnTo>
                  <a:lnTo>
                    <a:pt x="242855" y="525478"/>
                  </a:lnTo>
                  <a:lnTo>
                    <a:pt x="262382" y="526204"/>
                  </a:lnTo>
                  <a:lnTo>
                    <a:pt x="282278" y="525768"/>
                  </a:lnTo>
                  <a:lnTo>
                    <a:pt x="302474" y="524134"/>
                  </a:lnTo>
                  <a:lnTo>
                    <a:pt x="322898" y="521270"/>
                  </a:lnTo>
                  <a:lnTo>
                    <a:pt x="343477" y="517150"/>
                  </a:lnTo>
                  <a:lnTo>
                    <a:pt x="364134" y="511750"/>
                  </a:lnTo>
                  <a:lnTo>
                    <a:pt x="384791" y="505051"/>
                  </a:lnTo>
                  <a:lnTo>
                    <a:pt x="405369" y="497041"/>
                  </a:lnTo>
                  <a:lnTo>
                    <a:pt x="425786" y="487710"/>
                  </a:lnTo>
                  <a:lnTo>
                    <a:pt x="445961" y="477054"/>
                  </a:lnTo>
                  <a:lnTo>
                    <a:pt x="465810" y="465074"/>
                  </a:lnTo>
                  <a:lnTo>
                    <a:pt x="485250" y="451777"/>
                  </a:lnTo>
                  <a:lnTo>
                    <a:pt x="504198" y="437173"/>
                  </a:lnTo>
                  <a:lnTo>
                    <a:pt x="522569" y="421279"/>
                  </a:lnTo>
                  <a:lnTo>
                    <a:pt x="540281" y="404116"/>
                  </a:lnTo>
                  <a:lnTo>
                    <a:pt x="557251" y="385711"/>
                  </a:lnTo>
                  <a:lnTo>
                    <a:pt x="573398" y="366095"/>
                  </a:lnTo>
                  <a:lnTo>
                    <a:pt x="588642" y="345306"/>
                  </a:lnTo>
                  <a:lnTo>
                    <a:pt x="602904" y="323386"/>
                  </a:lnTo>
                  <a:lnTo>
                    <a:pt x="616109" y="300381"/>
                  </a:lnTo>
                  <a:lnTo>
                    <a:pt x="628181" y="276344"/>
                  </a:lnTo>
                  <a:lnTo>
                    <a:pt x="639051" y="251330"/>
                  </a:lnTo>
                  <a:lnTo>
                    <a:pt x="648648" y="225401"/>
                  </a:lnTo>
                  <a:close/>
                </a:path>
              </a:pathLst>
            </a:custGeom>
            <a:solidFill>
              <a:srgbClr val="7AD151">
                <a:alpha val="25882"/>
              </a:srgbClr>
            </a:solidFill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017625" y="850524"/>
              <a:ext cx="603934" cy="306723"/>
            </a:xfrm>
            <a:custGeom>
              <a:avLst/>
              <a:pathLst>
                <a:path w="603934" h="306723">
                  <a:moveTo>
                    <a:pt x="76184" y="81631"/>
                  </a:moveTo>
                  <a:lnTo>
                    <a:pt x="84227" y="74177"/>
                  </a:lnTo>
                  <a:lnTo>
                    <a:pt x="95117" y="68905"/>
                  </a:lnTo>
                  <a:lnTo>
                    <a:pt x="108253" y="66621"/>
                  </a:lnTo>
                  <a:lnTo>
                    <a:pt x="122831" y="67969"/>
                  </a:lnTo>
                  <a:lnTo>
                    <a:pt x="136608" y="57608"/>
                  </a:lnTo>
                  <a:lnTo>
                    <a:pt x="151017" y="48020"/>
                  </a:lnTo>
                  <a:lnTo>
                    <a:pt x="166024" y="39231"/>
                  </a:lnTo>
                  <a:lnTo>
                    <a:pt x="181594" y="31268"/>
                  </a:lnTo>
                  <a:lnTo>
                    <a:pt x="197692" y="24156"/>
                  </a:lnTo>
                  <a:lnTo>
                    <a:pt x="214282" y="17918"/>
                  </a:lnTo>
                  <a:lnTo>
                    <a:pt x="231325" y="12577"/>
                  </a:lnTo>
                  <a:lnTo>
                    <a:pt x="248784" y="8154"/>
                  </a:lnTo>
                  <a:lnTo>
                    <a:pt x="266619" y="4668"/>
                  </a:lnTo>
                  <a:lnTo>
                    <a:pt x="284790" y="2136"/>
                  </a:lnTo>
                  <a:lnTo>
                    <a:pt x="303257" y="575"/>
                  </a:lnTo>
                  <a:lnTo>
                    <a:pt x="321979" y="0"/>
                  </a:lnTo>
                  <a:lnTo>
                    <a:pt x="340913" y="423"/>
                  </a:lnTo>
                  <a:lnTo>
                    <a:pt x="360017" y="1856"/>
                  </a:lnTo>
                  <a:lnTo>
                    <a:pt x="379248" y="4309"/>
                  </a:lnTo>
                  <a:lnTo>
                    <a:pt x="398563" y="7791"/>
                  </a:lnTo>
                  <a:lnTo>
                    <a:pt x="417918" y="12307"/>
                  </a:lnTo>
                  <a:lnTo>
                    <a:pt x="437269" y="17863"/>
                  </a:lnTo>
                  <a:lnTo>
                    <a:pt x="456572" y="24462"/>
                  </a:lnTo>
                  <a:lnTo>
                    <a:pt x="475783" y="32105"/>
                  </a:lnTo>
                  <a:lnTo>
                    <a:pt x="494857" y="40792"/>
                  </a:lnTo>
                  <a:lnTo>
                    <a:pt x="513750" y="50522"/>
                  </a:lnTo>
                  <a:lnTo>
                    <a:pt x="532416" y="61290"/>
                  </a:lnTo>
                  <a:lnTo>
                    <a:pt x="550812" y="73091"/>
                  </a:lnTo>
                  <a:lnTo>
                    <a:pt x="568893" y="85919"/>
                  </a:lnTo>
                  <a:lnTo>
                    <a:pt x="586615" y="99764"/>
                  </a:lnTo>
                  <a:lnTo>
                    <a:pt x="603934" y="114616"/>
                  </a:lnTo>
                  <a:lnTo>
                    <a:pt x="591611" y="133024"/>
                  </a:lnTo>
                  <a:lnTo>
                    <a:pt x="578662" y="150554"/>
                  </a:lnTo>
                  <a:lnTo>
                    <a:pt x="565133" y="167183"/>
                  </a:lnTo>
                  <a:lnTo>
                    <a:pt x="551073" y="182895"/>
                  </a:lnTo>
                  <a:lnTo>
                    <a:pt x="536530" y="197671"/>
                  </a:lnTo>
                  <a:lnTo>
                    <a:pt x="521552" y="211500"/>
                  </a:lnTo>
                  <a:lnTo>
                    <a:pt x="506188" y="224368"/>
                  </a:lnTo>
                  <a:lnTo>
                    <a:pt x="490489" y="236267"/>
                  </a:lnTo>
                  <a:lnTo>
                    <a:pt x="474502" y="247189"/>
                  </a:lnTo>
                  <a:lnTo>
                    <a:pt x="458278" y="257130"/>
                  </a:lnTo>
                  <a:lnTo>
                    <a:pt x="441867" y="266087"/>
                  </a:lnTo>
                  <a:lnTo>
                    <a:pt x="425317" y="274060"/>
                  </a:lnTo>
                  <a:lnTo>
                    <a:pt x="408678" y="281051"/>
                  </a:lnTo>
                  <a:lnTo>
                    <a:pt x="391999" y="287064"/>
                  </a:lnTo>
                  <a:lnTo>
                    <a:pt x="375327" y="292106"/>
                  </a:lnTo>
                  <a:lnTo>
                    <a:pt x="358711" y="296185"/>
                  </a:lnTo>
                  <a:lnTo>
                    <a:pt x="342198" y="299313"/>
                  </a:lnTo>
                  <a:lnTo>
                    <a:pt x="325834" y="301502"/>
                  </a:lnTo>
                  <a:lnTo>
                    <a:pt x="309666" y="302767"/>
                  </a:lnTo>
                  <a:lnTo>
                    <a:pt x="293737" y="303126"/>
                  </a:lnTo>
                  <a:lnTo>
                    <a:pt x="278091" y="302598"/>
                  </a:lnTo>
                  <a:lnTo>
                    <a:pt x="262771" y="301204"/>
                  </a:lnTo>
                  <a:lnTo>
                    <a:pt x="244435" y="304532"/>
                  </a:lnTo>
                  <a:lnTo>
                    <a:pt x="226402" y="306356"/>
                  </a:lnTo>
                  <a:lnTo>
                    <a:pt x="208786" y="306723"/>
                  </a:lnTo>
                  <a:lnTo>
                    <a:pt x="191694" y="305694"/>
                  </a:lnTo>
                  <a:lnTo>
                    <a:pt x="175230" y="303333"/>
                  </a:lnTo>
                  <a:lnTo>
                    <a:pt x="159490" y="299714"/>
                  </a:lnTo>
                  <a:lnTo>
                    <a:pt x="144563" y="294917"/>
                  </a:lnTo>
                  <a:lnTo>
                    <a:pt x="130532" y="289027"/>
                  </a:lnTo>
                  <a:lnTo>
                    <a:pt x="117474" y="282136"/>
                  </a:lnTo>
                  <a:lnTo>
                    <a:pt x="105454" y="274341"/>
                  </a:lnTo>
                  <a:lnTo>
                    <a:pt x="94534" y="265741"/>
                  </a:lnTo>
                  <a:lnTo>
                    <a:pt x="84763" y="256443"/>
                  </a:lnTo>
                  <a:lnTo>
                    <a:pt x="76184" y="246553"/>
                  </a:lnTo>
                  <a:lnTo>
                    <a:pt x="61939" y="241041"/>
                  </a:lnTo>
                  <a:lnTo>
                    <a:pt x="48922" y="234058"/>
                  </a:lnTo>
                  <a:lnTo>
                    <a:pt x="37276" y="225807"/>
                  </a:lnTo>
                  <a:lnTo>
                    <a:pt x="27116" y="216506"/>
                  </a:lnTo>
                  <a:lnTo>
                    <a:pt x="18523" y="206381"/>
                  </a:lnTo>
                  <a:lnTo>
                    <a:pt x="11549" y="195664"/>
                  </a:lnTo>
                  <a:lnTo>
                    <a:pt x="6213" y="184586"/>
                  </a:lnTo>
                  <a:lnTo>
                    <a:pt x="2040" y="171508"/>
                  </a:lnTo>
                  <a:lnTo>
                    <a:pt x="9" y="158595"/>
                  </a:lnTo>
                  <a:lnTo>
                    <a:pt x="0" y="146172"/>
                  </a:lnTo>
                  <a:lnTo>
                    <a:pt x="1842" y="134535"/>
                  </a:lnTo>
                  <a:lnTo>
                    <a:pt x="5329" y="123944"/>
                  </a:lnTo>
                  <a:lnTo>
                    <a:pt x="10215" y="114616"/>
                  </a:lnTo>
                  <a:lnTo>
                    <a:pt x="21680" y="107440"/>
                  </a:lnTo>
                  <a:lnTo>
                    <a:pt x="33703" y="103233"/>
                  </a:lnTo>
                  <a:lnTo>
                    <a:pt x="45710" y="101993"/>
                  </a:lnTo>
                  <a:lnTo>
                    <a:pt x="57140" y="103621"/>
                  </a:lnTo>
                  <a:lnTo>
                    <a:pt x="67461" y="107923"/>
                  </a:lnTo>
                  <a:lnTo>
                    <a:pt x="76184" y="114616"/>
                  </a:lnTo>
                </a:path>
              </a:pathLst>
            </a:custGeom>
            <a:ln w="24933" cap="flat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8589958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8062208" y="900555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8108855" y="886892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8062208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8062208" y="106547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8248796" y="1120127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7992237" y="1003510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7996239" y="933539"/>
              <a:ext cx="63202" cy="63202"/>
            </a:xfrm>
            <a:prstGeom prst="ellipse">
              <a:avLst/>
            </a:prstGeom>
            <a:solidFill>
              <a:srgbClr val="7AD151">
                <a:alpha val="100000"/>
              </a:srgbClr>
            </a:solidFill>
            <a:ln w="9000" cap="rnd">
              <a:solidFill>
                <a:srgbClr val="7AD1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8093809" y="437390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8093809" y="591965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8093809" y="965141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8093809" y="965141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8093809" y="965141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7720633" y="965141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7566058" y="965141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720633" y="591965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tx171"/>
            <p:cNvSpPr/>
            <p:nvPr/>
          </p:nvSpPr>
          <p:spPr>
            <a:xfrm>
              <a:off x="7961823" y="330387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8279626" y="504178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8579525" y="924264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8270560" y="1341873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7952757" y="1515769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7421953" y="1341873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7377144" y="924264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7431019" y="504178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7193561" y="669295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7144119" y="40542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9589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82" name="rc182"/>
            <p:cNvSpPr/>
            <p:nvPr/>
          </p:nvSpPr>
          <p:spPr>
            <a:xfrm>
              <a:off x="69589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3" name="rc183"/>
            <p:cNvSpPr/>
            <p:nvPr/>
          </p:nvSpPr>
          <p:spPr>
            <a:xfrm>
              <a:off x="397549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792574" y="1791098"/>
              <a:ext cx="1095236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Pelecaniformes</a:t>
              </a:r>
            </a:p>
          </p:txBody>
        </p:sp>
        <p:sp>
          <p:nvSpPr>
            <p:cNvPr id="185" name="rc185"/>
            <p:cNvSpPr/>
            <p:nvPr/>
          </p:nvSpPr>
          <p:spPr>
            <a:xfrm>
              <a:off x="680504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340192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340192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340192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340192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0" name="pl190"/>
            <p:cNvSpPr/>
            <p:nvPr/>
          </p:nvSpPr>
          <p:spPr>
            <a:xfrm>
              <a:off x="1340192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1" name="pl191"/>
            <p:cNvSpPr/>
            <p:nvPr/>
          </p:nvSpPr>
          <p:spPr>
            <a:xfrm>
              <a:off x="920370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2" name="pl192"/>
            <p:cNvSpPr/>
            <p:nvPr/>
          </p:nvSpPr>
          <p:spPr>
            <a:xfrm>
              <a:off x="746473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3" name="pl193"/>
            <p:cNvSpPr/>
            <p:nvPr/>
          </p:nvSpPr>
          <p:spPr>
            <a:xfrm>
              <a:off x="920370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1076350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812508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746548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1084090" y="2314758"/>
              <a:ext cx="783852" cy="698349"/>
            </a:xfrm>
            <a:custGeom>
              <a:avLst/>
              <a:pathLst>
                <a:path w="783852" h="698349">
                  <a:moveTo>
                    <a:pt x="783852" y="330088"/>
                  </a:moveTo>
                  <a:lnTo>
                    <a:pt x="776463" y="308565"/>
                  </a:lnTo>
                  <a:lnTo>
                    <a:pt x="768209" y="287653"/>
                  </a:lnTo>
                  <a:lnTo>
                    <a:pt x="759127" y="267386"/>
                  </a:lnTo>
                  <a:lnTo>
                    <a:pt x="749257" y="247795"/>
                  </a:lnTo>
                  <a:lnTo>
                    <a:pt x="738638" y="228910"/>
                  </a:lnTo>
                  <a:lnTo>
                    <a:pt x="727313" y="210761"/>
                  </a:lnTo>
                  <a:lnTo>
                    <a:pt x="715324" y="193371"/>
                  </a:lnTo>
                  <a:lnTo>
                    <a:pt x="702714" y="176765"/>
                  </a:lnTo>
                  <a:lnTo>
                    <a:pt x="689528" y="160964"/>
                  </a:lnTo>
                  <a:lnTo>
                    <a:pt x="675809" y="145987"/>
                  </a:lnTo>
                  <a:lnTo>
                    <a:pt x="661604" y="131850"/>
                  </a:lnTo>
                  <a:lnTo>
                    <a:pt x="646959" y="118567"/>
                  </a:lnTo>
                  <a:lnTo>
                    <a:pt x="631918" y="106150"/>
                  </a:lnTo>
                  <a:lnTo>
                    <a:pt x="616530" y="94608"/>
                  </a:lnTo>
                  <a:lnTo>
                    <a:pt x="600839" y="83950"/>
                  </a:lnTo>
                  <a:lnTo>
                    <a:pt x="584893" y="74179"/>
                  </a:lnTo>
                  <a:lnTo>
                    <a:pt x="568738" y="65298"/>
                  </a:lnTo>
                  <a:lnTo>
                    <a:pt x="552419" y="57308"/>
                  </a:lnTo>
                  <a:lnTo>
                    <a:pt x="535983" y="50206"/>
                  </a:lnTo>
                  <a:lnTo>
                    <a:pt x="519475" y="43988"/>
                  </a:lnTo>
                  <a:lnTo>
                    <a:pt x="502939" y="38647"/>
                  </a:lnTo>
                  <a:lnTo>
                    <a:pt x="486419" y="34175"/>
                  </a:lnTo>
                  <a:lnTo>
                    <a:pt x="469959" y="30562"/>
                  </a:lnTo>
                  <a:lnTo>
                    <a:pt x="453600" y="27793"/>
                  </a:lnTo>
                  <a:lnTo>
                    <a:pt x="437385" y="25855"/>
                  </a:lnTo>
                  <a:lnTo>
                    <a:pt x="421353" y="24731"/>
                  </a:lnTo>
                  <a:lnTo>
                    <a:pt x="405543" y="24401"/>
                  </a:lnTo>
                  <a:lnTo>
                    <a:pt x="389993" y="24846"/>
                  </a:lnTo>
                  <a:lnTo>
                    <a:pt x="374740" y="26043"/>
                  </a:lnTo>
                  <a:lnTo>
                    <a:pt x="359820" y="27967"/>
                  </a:lnTo>
                  <a:lnTo>
                    <a:pt x="345265" y="30595"/>
                  </a:lnTo>
                  <a:lnTo>
                    <a:pt x="331107" y="33897"/>
                  </a:lnTo>
                  <a:lnTo>
                    <a:pt x="317378" y="37847"/>
                  </a:lnTo>
                  <a:lnTo>
                    <a:pt x="304106" y="42414"/>
                  </a:lnTo>
                  <a:lnTo>
                    <a:pt x="291318" y="47567"/>
                  </a:lnTo>
                  <a:lnTo>
                    <a:pt x="279039" y="53273"/>
                  </a:lnTo>
                  <a:lnTo>
                    <a:pt x="267293" y="59500"/>
                  </a:lnTo>
                  <a:lnTo>
                    <a:pt x="256102" y="66213"/>
                  </a:lnTo>
                  <a:lnTo>
                    <a:pt x="268038" y="56700"/>
                  </a:lnTo>
                  <a:lnTo>
                    <a:pt x="280803" y="47745"/>
                  </a:lnTo>
                  <a:lnTo>
                    <a:pt x="294371" y="39401"/>
                  </a:lnTo>
                  <a:lnTo>
                    <a:pt x="308711" y="31723"/>
                  </a:lnTo>
                  <a:lnTo>
                    <a:pt x="323791" y="24760"/>
                  </a:lnTo>
                  <a:lnTo>
                    <a:pt x="339574" y="18563"/>
                  </a:lnTo>
                  <a:lnTo>
                    <a:pt x="356022" y="13180"/>
                  </a:lnTo>
                  <a:lnTo>
                    <a:pt x="373093" y="8656"/>
                  </a:lnTo>
                  <a:lnTo>
                    <a:pt x="390742" y="5036"/>
                  </a:lnTo>
                  <a:lnTo>
                    <a:pt x="408923" y="2361"/>
                  </a:lnTo>
                  <a:lnTo>
                    <a:pt x="427586" y="670"/>
                  </a:lnTo>
                  <a:lnTo>
                    <a:pt x="446678" y="0"/>
                  </a:lnTo>
                  <a:lnTo>
                    <a:pt x="466146" y="384"/>
                  </a:lnTo>
                  <a:lnTo>
                    <a:pt x="485933" y="1854"/>
                  </a:lnTo>
                  <a:lnTo>
                    <a:pt x="505981" y="4438"/>
                  </a:lnTo>
                  <a:lnTo>
                    <a:pt x="526230" y="8161"/>
                  </a:lnTo>
                  <a:lnTo>
                    <a:pt x="546618" y="13045"/>
                  </a:lnTo>
                  <a:lnTo>
                    <a:pt x="567081" y="19108"/>
                  </a:lnTo>
                  <a:lnTo>
                    <a:pt x="581392" y="40603"/>
                  </a:lnTo>
                  <a:lnTo>
                    <a:pt x="594267" y="62701"/>
                  </a:lnTo>
                  <a:lnTo>
                    <a:pt x="605684" y="85308"/>
                  </a:lnTo>
                  <a:lnTo>
                    <a:pt x="615628" y="108328"/>
                  </a:lnTo>
                  <a:lnTo>
                    <a:pt x="624091" y="131670"/>
                  </a:lnTo>
                  <a:lnTo>
                    <a:pt x="631069" y="155238"/>
                  </a:lnTo>
                  <a:lnTo>
                    <a:pt x="636564" y="178940"/>
                  </a:lnTo>
                  <a:lnTo>
                    <a:pt x="640586" y="202684"/>
                  </a:lnTo>
                  <a:lnTo>
                    <a:pt x="643147" y="226379"/>
                  </a:lnTo>
                  <a:lnTo>
                    <a:pt x="644269" y="249938"/>
                  </a:lnTo>
                  <a:lnTo>
                    <a:pt x="643975" y="273273"/>
                  </a:lnTo>
                  <a:lnTo>
                    <a:pt x="642295" y="296300"/>
                  </a:lnTo>
                  <a:lnTo>
                    <a:pt x="639264" y="318939"/>
                  </a:lnTo>
                  <a:lnTo>
                    <a:pt x="634923" y="341110"/>
                  </a:lnTo>
                  <a:lnTo>
                    <a:pt x="629314" y="362740"/>
                  </a:lnTo>
                  <a:lnTo>
                    <a:pt x="622486" y="383755"/>
                  </a:lnTo>
                  <a:lnTo>
                    <a:pt x="614492" y="404089"/>
                  </a:lnTo>
                  <a:lnTo>
                    <a:pt x="605387" y="423678"/>
                  </a:lnTo>
                  <a:lnTo>
                    <a:pt x="595231" y="442463"/>
                  </a:lnTo>
                  <a:lnTo>
                    <a:pt x="584086" y="460388"/>
                  </a:lnTo>
                  <a:lnTo>
                    <a:pt x="572019" y="477402"/>
                  </a:lnTo>
                  <a:lnTo>
                    <a:pt x="559095" y="493460"/>
                  </a:lnTo>
                  <a:lnTo>
                    <a:pt x="545386" y="508521"/>
                  </a:lnTo>
                  <a:lnTo>
                    <a:pt x="530964" y="522548"/>
                  </a:lnTo>
                  <a:lnTo>
                    <a:pt x="515901" y="535511"/>
                  </a:lnTo>
                  <a:lnTo>
                    <a:pt x="500273" y="547381"/>
                  </a:lnTo>
                  <a:lnTo>
                    <a:pt x="484154" y="558140"/>
                  </a:lnTo>
                  <a:lnTo>
                    <a:pt x="467620" y="567769"/>
                  </a:lnTo>
                  <a:lnTo>
                    <a:pt x="450748" y="576258"/>
                  </a:lnTo>
                  <a:lnTo>
                    <a:pt x="433614" y="583602"/>
                  </a:lnTo>
                  <a:lnTo>
                    <a:pt x="416293" y="589797"/>
                  </a:lnTo>
                  <a:lnTo>
                    <a:pt x="398859" y="594849"/>
                  </a:lnTo>
                  <a:lnTo>
                    <a:pt x="381388" y="598765"/>
                  </a:lnTo>
                  <a:lnTo>
                    <a:pt x="363950" y="601558"/>
                  </a:lnTo>
                  <a:lnTo>
                    <a:pt x="346617" y="603247"/>
                  </a:lnTo>
                  <a:lnTo>
                    <a:pt x="329456" y="603852"/>
                  </a:lnTo>
                  <a:lnTo>
                    <a:pt x="312536" y="603400"/>
                  </a:lnTo>
                  <a:lnTo>
                    <a:pt x="295919" y="601921"/>
                  </a:lnTo>
                  <a:lnTo>
                    <a:pt x="279668" y="599449"/>
                  </a:lnTo>
                  <a:lnTo>
                    <a:pt x="263839" y="596022"/>
                  </a:lnTo>
                  <a:lnTo>
                    <a:pt x="248490" y="591680"/>
                  </a:lnTo>
                  <a:lnTo>
                    <a:pt x="233671" y="586468"/>
                  </a:lnTo>
                  <a:lnTo>
                    <a:pt x="219431" y="580432"/>
                  </a:lnTo>
                  <a:lnTo>
                    <a:pt x="205816" y="573623"/>
                  </a:lnTo>
                  <a:lnTo>
                    <a:pt x="192865" y="566091"/>
                  </a:lnTo>
                  <a:lnTo>
                    <a:pt x="180615" y="557892"/>
                  </a:lnTo>
                  <a:lnTo>
                    <a:pt x="169101" y="549081"/>
                  </a:lnTo>
                  <a:lnTo>
                    <a:pt x="158351" y="539715"/>
                  </a:lnTo>
                  <a:lnTo>
                    <a:pt x="148389" y="529853"/>
                  </a:lnTo>
                  <a:lnTo>
                    <a:pt x="139236" y="519555"/>
                  </a:lnTo>
                  <a:lnTo>
                    <a:pt x="130909" y="508882"/>
                  </a:lnTo>
                  <a:lnTo>
                    <a:pt x="123419" y="497893"/>
                  </a:lnTo>
                  <a:lnTo>
                    <a:pt x="116774" y="486649"/>
                  </a:lnTo>
                  <a:lnTo>
                    <a:pt x="110978" y="475212"/>
                  </a:lnTo>
                  <a:lnTo>
                    <a:pt x="106030" y="463640"/>
                  </a:lnTo>
                  <a:lnTo>
                    <a:pt x="101925" y="451994"/>
                  </a:lnTo>
                  <a:lnTo>
                    <a:pt x="98656" y="440332"/>
                  </a:lnTo>
                  <a:lnTo>
                    <a:pt x="96209" y="428711"/>
                  </a:lnTo>
                  <a:lnTo>
                    <a:pt x="94569" y="417186"/>
                  </a:lnTo>
                  <a:lnTo>
                    <a:pt x="93714" y="405810"/>
                  </a:lnTo>
                  <a:lnTo>
                    <a:pt x="93623" y="394636"/>
                  </a:lnTo>
                  <a:lnTo>
                    <a:pt x="94268" y="383714"/>
                  </a:lnTo>
                  <a:lnTo>
                    <a:pt x="95619" y="373089"/>
                  </a:lnTo>
                  <a:lnTo>
                    <a:pt x="97644" y="362807"/>
                  </a:lnTo>
                  <a:lnTo>
                    <a:pt x="100308" y="352908"/>
                  </a:lnTo>
                  <a:lnTo>
                    <a:pt x="103571" y="343432"/>
                  </a:lnTo>
                  <a:lnTo>
                    <a:pt x="107395" y="334415"/>
                  </a:lnTo>
                  <a:lnTo>
                    <a:pt x="111737" y="325887"/>
                  </a:lnTo>
                  <a:lnTo>
                    <a:pt x="116553" y="317879"/>
                  </a:lnTo>
                  <a:lnTo>
                    <a:pt x="121796" y="310415"/>
                  </a:lnTo>
                  <a:lnTo>
                    <a:pt x="127421" y="303517"/>
                  </a:lnTo>
                  <a:lnTo>
                    <a:pt x="133380" y="297205"/>
                  </a:lnTo>
                  <a:lnTo>
                    <a:pt x="139622" y="291491"/>
                  </a:lnTo>
                  <a:lnTo>
                    <a:pt x="146101" y="286387"/>
                  </a:lnTo>
                  <a:lnTo>
                    <a:pt x="152764" y="281901"/>
                  </a:lnTo>
                  <a:lnTo>
                    <a:pt x="159564" y="278035"/>
                  </a:lnTo>
                  <a:lnTo>
                    <a:pt x="166451" y="274790"/>
                  </a:lnTo>
                  <a:lnTo>
                    <a:pt x="173376" y="272163"/>
                  </a:lnTo>
                  <a:lnTo>
                    <a:pt x="180291" y="270145"/>
                  </a:lnTo>
                  <a:lnTo>
                    <a:pt x="187150" y="268726"/>
                  </a:lnTo>
                  <a:lnTo>
                    <a:pt x="193906" y="267892"/>
                  </a:lnTo>
                  <a:lnTo>
                    <a:pt x="189061" y="285293"/>
                  </a:lnTo>
                  <a:lnTo>
                    <a:pt x="188382" y="302038"/>
                  </a:lnTo>
                  <a:lnTo>
                    <a:pt x="191400" y="317218"/>
                  </a:lnTo>
                  <a:lnTo>
                    <a:pt x="197463" y="330088"/>
                  </a:lnTo>
                  <a:lnTo>
                    <a:pt x="205778" y="340098"/>
                  </a:lnTo>
                  <a:lnTo>
                    <a:pt x="215470" y="346918"/>
                  </a:lnTo>
                  <a:lnTo>
                    <a:pt x="225629" y="350449"/>
                  </a:lnTo>
                  <a:lnTo>
                    <a:pt x="235370" y="350820"/>
                  </a:lnTo>
                  <a:lnTo>
                    <a:pt x="243885" y="348371"/>
                  </a:lnTo>
                  <a:lnTo>
                    <a:pt x="250492" y="343632"/>
                  </a:lnTo>
                  <a:lnTo>
                    <a:pt x="254672" y="337277"/>
                  </a:lnTo>
                  <a:lnTo>
                    <a:pt x="256102" y="330088"/>
                  </a:lnTo>
                  <a:lnTo>
                    <a:pt x="257179" y="341030"/>
                  </a:lnTo>
                  <a:lnTo>
                    <a:pt x="260392" y="351655"/>
                  </a:lnTo>
                  <a:lnTo>
                    <a:pt x="265676" y="361652"/>
                  </a:lnTo>
                  <a:lnTo>
                    <a:pt x="272932" y="370719"/>
                  </a:lnTo>
                  <a:lnTo>
                    <a:pt x="282016" y="378570"/>
                  </a:lnTo>
                  <a:lnTo>
                    <a:pt x="292752" y="384939"/>
                  </a:lnTo>
                  <a:lnTo>
                    <a:pt x="304927" y="389581"/>
                  </a:lnTo>
                  <a:lnTo>
                    <a:pt x="318298" y="392284"/>
                  </a:lnTo>
                  <a:lnTo>
                    <a:pt x="321073" y="403096"/>
                  </a:lnTo>
                  <a:lnTo>
                    <a:pt x="322780" y="414416"/>
                  </a:lnTo>
                  <a:lnTo>
                    <a:pt x="323369" y="426156"/>
                  </a:lnTo>
                  <a:lnTo>
                    <a:pt x="322800" y="438223"/>
                  </a:lnTo>
                  <a:lnTo>
                    <a:pt x="321038" y="450521"/>
                  </a:lnTo>
                  <a:lnTo>
                    <a:pt x="318056" y="462950"/>
                  </a:lnTo>
                  <a:lnTo>
                    <a:pt x="313835" y="475410"/>
                  </a:lnTo>
                  <a:lnTo>
                    <a:pt x="308361" y="487798"/>
                  </a:lnTo>
                  <a:lnTo>
                    <a:pt x="301632" y="500010"/>
                  </a:lnTo>
                  <a:lnTo>
                    <a:pt x="293651" y="511941"/>
                  </a:lnTo>
                  <a:lnTo>
                    <a:pt x="284430" y="523487"/>
                  </a:lnTo>
                  <a:lnTo>
                    <a:pt x="273989" y="534543"/>
                  </a:lnTo>
                  <a:lnTo>
                    <a:pt x="262355" y="545006"/>
                  </a:lnTo>
                  <a:lnTo>
                    <a:pt x="249564" y="554775"/>
                  </a:lnTo>
                  <a:lnTo>
                    <a:pt x="235659" y="563751"/>
                  </a:lnTo>
                  <a:lnTo>
                    <a:pt x="220691" y="571837"/>
                  </a:lnTo>
                  <a:lnTo>
                    <a:pt x="204718" y="578940"/>
                  </a:lnTo>
                  <a:lnTo>
                    <a:pt x="187806" y="584972"/>
                  </a:lnTo>
                  <a:lnTo>
                    <a:pt x="170027" y="589846"/>
                  </a:lnTo>
                  <a:lnTo>
                    <a:pt x="151461" y="593485"/>
                  </a:lnTo>
                  <a:lnTo>
                    <a:pt x="132192" y="595812"/>
                  </a:lnTo>
                  <a:lnTo>
                    <a:pt x="112313" y="596760"/>
                  </a:lnTo>
                  <a:lnTo>
                    <a:pt x="91920" y="596267"/>
                  </a:lnTo>
                  <a:lnTo>
                    <a:pt x="71115" y="594276"/>
                  </a:lnTo>
                  <a:lnTo>
                    <a:pt x="50005" y="590739"/>
                  </a:lnTo>
                  <a:lnTo>
                    <a:pt x="28701" y="585615"/>
                  </a:lnTo>
                  <a:lnTo>
                    <a:pt x="7318" y="578872"/>
                  </a:lnTo>
                  <a:lnTo>
                    <a:pt x="3557" y="558981"/>
                  </a:lnTo>
                  <a:lnTo>
                    <a:pt x="1129" y="539339"/>
                  </a:lnTo>
                  <a:lnTo>
                    <a:pt x="0" y="520026"/>
                  </a:lnTo>
                  <a:lnTo>
                    <a:pt x="130" y="501122"/>
                  </a:lnTo>
                  <a:lnTo>
                    <a:pt x="1477" y="482704"/>
                  </a:lnTo>
                  <a:lnTo>
                    <a:pt x="3991" y="464843"/>
                  </a:lnTo>
                  <a:lnTo>
                    <a:pt x="7622" y="447610"/>
                  </a:lnTo>
                  <a:lnTo>
                    <a:pt x="12313" y="431068"/>
                  </a:lnTo>
                  <a:lnTo>
                    <a:pt x="18004" y="415281"/>
                  </a:lnTo>
                  <a:lnTo>
                    <a:pt x="24631" y="400303"/>
                  </a:lnTo>
                  <a:lnTo>
                    <a:pt x="32130" y="386190"/>
                  </a:lnTo>
                  <a:lnTo>
                    <a:pt x="40431" y="372987"/>
                  </a:lnTo>
                  <a:lnTo>
                    <a:pt x="49461" y="360740"/>
                  </a:lnTo>
                  <a:lnTo>
                    <a:pt x="59148" y="349486"/>
                  </a:lnTo>
                  <a:lnTo>
                    <a:pt x="69415" y="339259"/>
                  </a:lnTo>
                  <a:lnTo>
                    <a:pt x="80185" y="330088"/>
                  </a:lnTo>
                  <a:lnTo>
                    <a:pt x="75204" y="338451"/>
                  </a:lnTo>
                  <a:lnTo>
                    <a:pt x="70631" y="347274"/>
                  </a:lnTo>
                  <a:lnTo>
                    <a:pt x="66499" y="356536"/>
                  </a:lnTo>
                  <a:lnTo>
                    <a:pt x="62836" y="366215"/>
                  </a:lnTo>
                  <a:lnTo>
                    <a:pt x="59675" y="376287"/>
                  </a:lnTo>
                  <a:lnTo>
                    <a:pt x="57041" y="386725"/>
                  </a:lnTo>
                  <a:lnTo>
                    <a:pt x="54964" y="397502"/>
                  </a:lnTo>
                  <a:lnTo>
                    <a:pt x="53467" y="408589"/>
                  </a:lnTo>
                  <a:lnTo>
                    <a:pt x="52575" y="419953"/>
                  </a:lnTo>
                  <a:lnTo>
                    <a:pt x="52311" y="431563"/>
                  </a:lnTo>
                  <a:lnTo>
                    <a:pt x="52695" y="443384"/>
                  </a:lnTo>
                  <a:lnTo>
                    <a:pt x="53746" y="455381"/>
                  </a:lnTo>
                  <a:lnTo>
                    <a:pt x="55479" y="467517"/>
                  </a:lnTo>
                  <a:lnTo>
                    <a:pt x="57912" y="479754"/>
                  </a:lnTo>
                  <a:lnTo>
                    <a:pt x="61055" y="492053"/>
                  </a:lnTo>
                  <a:lnTo>
                    <a:pt x="64919" y="504374"/>
                  </a:lnTo>
                  <a:lnTo>
                    <a:pt x="69514" y="516676"/>
                  </a:lnTo>
                  <a:lnTo>
                    <a:pt x="74844" y="528918"/>
                  </a:lnTo>
                  <a:lnTo>
                    <a:pt x="80915" y="541057"/>
                  </a:lnTo>
                  <a:lnTo>
                    <a:pt x="87727" y="553052"/>
                  </a:lnTo>
                  <a:lnTo>
                    <a:pt x="95280" y="564858"/>
                  </a:lnTo>
                  <a:lnTo>
                    <a:pt x="103570" y="576434"/>
                  </a:lnTo>
                  <a:lnTo>
                    <a:pt x="112593" y="587736"/>
                  </a:lnTo>
                  <a:lnTo>
                    <a:pt x="122338" y="598720"/>
                  </a:lnTo>
                  <a:lnTo>
                    <a:pt x="132798" y="609344"/>
                  </a:lnTo>
                  <a:lnTo>
                    <a:pt x="143957" y="619566"/>
                  </a:lnTo>
                  <a:lnTo>
                    <a:pt x="155802" y="629342"/>
                  </a:lnTo>
                  <a:lnTo>
                    <a:pt x="168313" y="638631"/>
                  </a:lnTo>
                  <a:lnTo>
                    <a:pt x="181472" y="647393"/>
                  </a:lnTo>
                  <a:lnTo>
                    <a:pt x="195255" y="655587"/>
                  </a:lnTo>
                  <a:lnTo>
                    <a:pt x="209638" y="663174"/>
                  </a:lnTo>
                  <a:lnTo>
                    <a:pt x="224593" y="670117"/>
                  </a:lnTo>
                  <a:lnTo>
                    <a:pt x="240092" y="676377"/>
                  </a:lnTo>
                  <a:lnTo>
                    <a:pt x="256102" y="681921"/>
                  </a:lnTo>
                  <a:lnTo>
                    <a:pt x="272589" y="686714"/>
                  </a:lnTo>
                  <a:lnTo>
                    <a:pt x="289519" y="690724"/>
                  </a:lnTo>
                  <a:lnTo>
                    <a:pt x="306854" y="693921"/>
                  </a:lnTo>
                  <a:lnTo>
                    <a:pt x="324554" y="696274"/>
                  </a:lnTo>
                  <a:lnTo>
                    <a:pt x="342577" y="697759"/>
                  </a:lnTo>
                  <a:lnTo>
                    <a:pt x="360881" y="698349"/>
                  </a:lnTo>
                  <a:lnTo>
                    <a:pt x="379421" y="698023"/>
                  </a:lnTo>
                  <a:lnTo>
                    <a:pt x="398151" y="696760"/>
                  </a:lnTo>
                  <a:lnTo>
                    <a:pt x="417024" y="694541"/>
                  </a:lnTo>
                  <a:lnTo>
                    <a:pt x="435990" y="691352"/>
                  </a:lnTo>
                  <a:lnTo>
                    <a:pt x="455000" y="687179"/>
                  </a:lnTo>
                  <a:lnTo>
                    <a:pt x="474003" y="682011"/>
                  </a:lnTo>
                  <a:lnTo>
                    <a:pt x="492948" y="675841"/>
                  </a:lnTo>
                  <a:lnTo>
                    <a:pt x="511781" y="668662"/>
                  </a:lnTo>
                  <a:lnTo>
                    <a:pt x="530450" y="660474"/>
                  </a:lnTo>
                  <a:lnTo>
                    <a:pt x="548902" y="651274"/>
                  </a:lnTo>
                  <a:lnTo>
                    <a:pt x="567081" y="641068"/>
                  </a:lnTo>
                  <a:lnTo>
                    <a:pt x="584935" y="629859"/>
                  </a:lnTo>
                  <a:lnTo>
                    <a:pt x="602410" y="617658"/>
                  </a:lnTo>
                  <a:lnTo>
                    <a:pt x="619450" y="604476"/>
                  </a:lnTo>
                  <a:lnTo>
                    <a:pt x="636003" y="590326"/>
                  </a:lnTo>
                  <a:lnTo>
                    <a:pt x="652015" y="575227"/>
                  </a:lnTo>
                  <a:lnTo>
                    <a:pt x="667435" y="559199"/>
                  </a:lnTo>
                  <a:lnTo>
                    <a:pt x="682208" y="542264"/>
                  </a:lnTo>
                  <a:lnTo>
                    <a:pt x="696286" y="524448"/>
                  </a:lnTo>
                  <a:lnTo>
                    <a:pt x="709617" y="505781"/>
                  </a:lnTo>
                  <a:lnTo>
                    <a:pt x="722153" y="486292"/>
                  </a:lnTo>
                  <a:lnTo>
                    <a:pt x="733846" y="466018"/>
                  </a:lnTo>
                  <a:lnTo>
                    <a:pt x="744651" y="444994"/>
                  </a:lnTo>
                  <a:lnTo>
                    <a:pt x="754522" y="423259"/>
                  </a:lnTo>
                  <a:lnTo>
                    <a:pt x="763418" y="400855"/>
                  </a:lnTo>
                  <a:lnTo>
                    <a:pt x="771297" y="377828"/>
                  </a:lnTo>
                  <a:lnTo>
                    <a:pt x="778120" y="354222"/>
                  </a:lnTo>
                  <a:close/>
                </a:path>
              </a:pathLst>
            </a:custGeom>
            <a:solidFill>
              <a:srgbClr val="F1B722">
                <a:alpha val="25882"/>
              </a:srgbClr>
            </a:solidFill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1084090" y="2314758"/>
              <a:ext cx="783852" cy="578872"/>
            </a:xfrm>
            <a:custGeom>
              <a:avLst/>
              <a:pathLst>
                <a:path w="783852" h="578872">
                  <a:moveTo>
                    <a:pt x="256102" y="66213"/>
                  </a:moveTo>
                  <a:lnTo>
                    <a:pt x="268038" y="56700"/>
                  </a:lnTo>
                  <a:lnTo>
                    <a:pt x="280803" y="47745"/>
                  </a:lnTo>
                  <a:lnTo>
                    <a:pt x="294371" y="39401"/>
                  </a:lnTo>
                  <a:lnTo>
                    <a:pt x="308711" y="31723"/>
                  </a:lnTo>
                  <a:lnTo>
                    <a:pt x="323791" y="24760"/>
                  </a:lnTo>
                  <a:lnTo>
                    <a:pt x="339574" y="18563"/>
                  </a:lnTo>
                  <a:lnTo>
                    <a:pt x="356022" y="13180"/>
                  </a:lnTo>
                  <a:lnTo>
                    <a:pt x="373093" y="8656"/>
                  </a:lnTo>
                  <a:lnTo>
                    <a:pt x="390742" y="5036"/>
                  </a:lnTo>
                  <a:lnTo>
                    <a:pt x="408923" y="2361"/>
                  </a:lnTo>
                  <a:lnTo>
                    <a:pt x="427586" y="670"/>
                  </a:lnTo>
                  <a:lnTo>
                    <a:pt x="446678" y="0"/>
                  </a:lnTo>
                  <a:lnTo>
                    <a:pt x="466146" y="384"/>
                  </a:lnTo>
                  <a:lnTo>
                    <a:pt x="485933" y="1854"/>
                  </a:lnTo>
                  <a:lnTo>
                    <a:pt x="505981" y="4438"/>
                  </a:lnTo>
                  <a:lnTo>
                    <a:pt x="526230" y="8161"/>
                  </a:lnTo>
                  <a:lnTo>
                    <a:pt x="546618" y="13045"/>
                  </a:lnTo>
                  <a:lnTo>
                    <a:pt x="567081" y="19108"/>
                  </a:lnTo>
                  <a:lnTo>
                    <a:pt x="580909" y="27681"/>
                  </a:lnTo>
                  <a:lnTo>
                    <a:pt x="594517" y="36849"/>
                  </a:lnTo>
                  <a:lnTo>
                    <a:pt x="607881" y="46606"/>
                  </a:lnTo>
                  <a:lnTo>
                    <a:pt x="620976" y="56946"/>
                  </a:lnTo>
                  <a:lnTo>
                    <a:pt x="633777" y="67863"/>
                  </a:lnTo>
                  <a:lnTo>
                    <a:pt x="646259" y="79349"/>
                  </a:lnTo>
                  <a:lnTo>
                    <a:pt x="658398" y="91394"/>
                  </a:lnTo>
                  <a:lnTo>
                    <a:pt x="670170" y="103989"/>
                  </a:lnTo>
                  <a:lnTo>
                    <a:pt x="681552" y="117123"/>
                  </a:lnTo>
                  <a:lnTo>
                    <a:pt x="692519" y="130783"/>
                  </a:lnTo>
                  <a:lnTo>
                    <a:pt x="703048" y="144957"/>
                  </a:lnTo>
                  <a:lnTo>
                    <a:pt x="713117" y="159630"/>
                  </a:lnTo>
                  <a:lnTo>
                    <a:pt x="722703" y="174788"/>
                  </a:lnTo>
                  <a:lnTo>
                    <a:pt x="731785" y="190414"/>
                  </a:lnTo>
                  <a:lnTo>
                    <a:pt x="740341" y="206493"/>
                  </a:lnTo>
                  <a:lnTo>
                    <a:pt x="748351" y="223005"/>
                  </a:lnTo>
                  <a:lnTo>
                    <a:pt x="755794" y="239933"/>
                  </a:lnTo>
                  <a:lnTo>
                    <a:pt x="762651" y="257257"/>
                  </a:lnTo>
                  <a:lnTo>
                    <a:pt x="768903" y="274956"/>
                  </a:lnTo>
                  <a:lnTo>
                    <a:pt x="774531" y="293009"/>
                  </a:lnTo>
                  <a:lnTo>
                    <a:pt x="779520" y="311394"/>
                  </a:lnTo>
                  <a:lnTo>
                    <a:pt x="783852" y="330088"/>
                  </a:lnTo>
                  <a:lnTo>
                    <a:pt x="766704" y="345517"/>
                  </a:lnTo>
                  <a:lnTo>
                    <a:pt x="749121" y="359910"/>
                  </a:lnTo>
                  <a:lnTo>
                    <a:pt x="731149" y="373256"/>
                  </a:lnTo>
                  <a:lnTo>
                    <a:pt x="712837" y="385545"/>
                  </a:lnTo>
                  <a:lnTo>
                    <a:pt x="694231" y="396770"/>
                  </a:lnTo>
                  <a:lnTo>
                    <a:pt x="675379" y="406923"/>
                  </a:lnTo>
                  <a:lnTo>
                    <a:pt x="656329" y="416001"/>
                  </a:lnTo>
                  <a:lnTo>
                    <a:pt x="637128" y="424002"/>
                  </a:lnTo>
                  <a:lnTo>
                    <a:pt x="617824" y="430925"/>
                  </a:lnTo>
                  <a:lnTo>
                    <a:pt x="598464" y="436772"/>
                  </a:lnTo>
                  <a:lnTo>
                    <a:pt x="579096" y="441546"/>
                  </a:lnTo>
                  <a:lnTo>
                    <a:pt x="559766" y="445253"/>
                  </a:lnTo>
                  <a:lnTo>
                    <a:pt x="540522" y="447899"/>
                  </a:lnTo>
                  <a:lnTo>
                    <a:pt x="521409" y="449493"/>
                  </a:lnTo>
                  <a:lnTo>
                    <a:pt x="502474" y="450047"/>
                  </a:lnTo>
                  <a:lnTo>
                    <a:pt x="483760" y="449572"/>
                  </a:lnTo>
                  <a:lnTo>
                    <a:pt x="465314" y="448084"/>
                  </a:lnTo>
                  <a:lnTo>
                    <a:pt x="447180" y="445598"/>
                  </a:lnTo>
                  <a:lnTo>
                    <a:pt x="429399" y="442133"/>
                  </a:lnTo>
                  <a:lnTo>
                    <a:pt x="412015" y="437707"/>
                  </a:lnTo>
                  <a:lnTo>
                    <a:pt x="395069" y="432342"/>
                  </a:lnTo>
                  <a:lnTo>
                    <a:pt x="378602" y="426061"/>
                  </a:lnTo>
                  <a:lnTo>
                    <a:pt x="362653" y="418888"/>
                  </a:lnTo>
                  <a:lnTo>
                    <a:pt x="347262" y="410848"/>
                  </a:lnTo>
                  <a:lnTo>
                    <a:pt x="332464" y="401971"/>
                  </a:lnTo>
                  <a:lnTo>
                    <a:pt x="318298" y="392284"/>
                  </a:lnTo>
                  <a:lnTo>
                    <a:pt x="304927" y="389581"/>
                  </a:lnTo>
                  <a:lnTo>
                    <a:pt x="292752" y="384939"/>
                  </a:lnTo>
                  <a:lnTo>
                    <a:pt x="282016" y="378570"/>
                  </a:lnTo>
                  <a:lnTo>
                    <a:pt x="272932" y="370719"/>
                  </a:lnTo>
                  <a:lnTo>
                    <a:pt x="265676" y="361652"/>
                  </a:lnTo>
                  <a:lnTo>
                    <a:pt x="260392" y="351655"/>
                  </a:lnTo>
                  <a:lnTo>
                    <a:pt x="257179" y="341030"/>
                  </a:lnTo>
                  <a:lnTo>
                    <a:pt x="256102" y="330088"/>
                  </a:lnTo>
                  <a:lnTo>
                    <a:pt x="255579" y="345376"/>
                  </a:lnTo>
                  <a:lnTo>
                    <a:pt x="254014" y="360611"/>
                  </a:lnTo>
                  <a:lnTo>
                    <a:pt x="251409" y="375738"/>
                  </a:lnTo>
                  <a:lnTo>
                    <a:pt x="247770" y="390706"/>
                  </a:lnTo>
                  <a:lnTo>
                    <a:pt x="243106" y="405461"/>
                  </a:lnTo>
                  <a:lnTo>
                    <a:pt x="237428" y="419951"/>
                  </a:lnTo>
                  <a:lnTo>
                    <a:pt x="230749" y="434123"/>
                  </a:lnTo>
                  <a:lnTo>
                    <a:pt x="223085" y="447927"/>
                  </a:lnTo>
                  <a:lnTo>
                    <a:pt x="214453" y="461311"/>
                  </a:lnTo>
                  <a:lnTo>
                    <a:pt x="204875" y="474226"/>
                  </a:lnTo>
                  <a:lnTo>
                    <a:pt x="194372" y="486624"/>
                  </a:lnTo>
                  <a:lnTo>
                    <a:pt x="182969" y="498456"/>
                  </a:lnTo>
                  <a:lnTo>
                    <a:pt x="170693" y="509675"/>
                  </a:lnTo>
                  <a:lnTo>
                    <a:pt x="157574" y="520237"/>
                  </a:lnTo>
                  <a:lnTo>
                    <a:pt x="143643" y="530096"/>
                  </a:lnTo>
                  <a:lnTo>
                    <a:pt x="128931" y="539210"/>
                  </a:lnTo>
                  <a:lnTo>
                    <a:pt x="113476" y="547538"/>
                  </a:lnTo>
                  <a:lnTo>
                    <a:pt x="97314" y="555039"/>
                  </a:lnTo>
                  <a:lnTo>
                    <a:pt x="80483" y="561675"/>
                  </a:lnTo>
                  <a:lnTo>
                    <a:pt x="63025" y="567411"/>
                  </a:lnTo>
                  <a:lnTo>
                    <a:pt x="44982" y="572210"/>
                  </a:lnTo>
                  <a:lnTo>
                    <a:pt x="26398" y="576041"/>
                  </a:lnTo>
                  <a:lnTo>
                    <a:pt x="7318" y="578872"/>
                  </a:lnTo>
                  <a:lnTo>
                    <a:pt x="3557" y="558981"/>
                  </a:lnTo>
                  <a:lnTo>
                    <a:pt x="1129" y="539339"/>
                  </a:lnTo>
                  <a:lnTo>
                    <a:pt x="0" y="520026"/>
                  </a:lnTo>
                  <a:lnTo>
                    <a:pt x="130" y="501122"/>
                  </a:lnTo>
                  <a:lnTo>
                    <a:pt x="1477" y="482704"/>
                  </a:lnTo>
                  <a:lnTo>
                    <a:pt x="3991" y="464843"/>
                  </a:lnTo>
                  <a:lnTo>
                    <a:pt x="7622" y="447610"/>
                  </a:lnTo>
                  <a:lnTo>
                    <a:pt x="12313" y="431068"/>
                  </a:lnTo>
                  <a:lnTo>
                    <a:pt x="18004" y="415281"/>
                  </a:lnTo>
                  <a:lnTo>
                    <a:pt x="24631" y="400303"/>
                  </a:lnTo>
                  <a:lnTo>
                    <a:pt x="32130" y="386190"/>
                  </a:lnTo>
                  <a:lnTo>
                    <a:pt x="40431" y="372987"/>
                  </a:lnTo>
                  <a:lnTo>
                    <a:pt x="49461" y="360740"/>
                  </a:lnTo>
                  <a:lnTo>
                    <a:pt x="59148" y="349486"/>
                  </a:lnTo>
                  <a:lnTo>
                    <a:pt x="69415" y="339259"/>
                  </a:lnTo>
                  <a:lnTo>
                    <a:pt x="80185" y="330088"/>
                  </a:lnTo>
                  <a:lnTo>
                    <a:pt x="90590" y="315607"/>
                  </a:lnTo>
                  <a:lnTo>
                    <a:pt x="102107" y="302934"/>
                  </a:lnTo>
                  <a:lnTo>
                    <a:pt x="114499" y="292146"/>
                  </a:lnTo>
                  <a:lnTo>
                    <a:pt x="127529" y="283291"/>
                  </a:lnTo>
                  <a:lnTo>
                    <a:pt x="140954" y="276394"/>
                  </a:lnTo>
                  <a:lnTo>
                    <a:pt x="154536" y="271449"/>
                  </a:lnTo>
                  <a:lnTo>
                    <a:pt x="168039" y="268426"/>
                  </a:lnTo>
                  <a:lnTo>
                    <a:pt x="181235" y="267267"/>
                  </a:lnTo>
                  <a:lnTo>
                    <a:pt x="193906" y="267892"/>
                  </a:lnTo>
                </a:path>
              </a:pathLst>
            </a:custGeom>
            <a:ln w="24933" cap="flat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1836342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1308591" y="2349370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619571" y="230226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1246395" y="255104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1308591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1370787" y="2675441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1059807" y="2862029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1132674" y="2613245"/>
              <a:ext cx="63202" cy="63202"/>
            </a:xfrm>
            <a:prstGeom prst="ellipse">
              <a:avLst/>
            </a:prstGeom>
            <a:solidFill>
              <a:srgbClr val="F1B722">
                <a:alpha val="100000"/>
              </a:srgbClr>
            </a:solidFill>
            <a:ln w="9000" cap="rnd">
              <a:solidFill>
                <a:srgbClr val="F1B72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1340192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1340192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1340192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1340192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1340192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967017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812442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967017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tx215"/>
            <p:cNvSpPr/>
            <p:nvPr/>
          </p:nvSpPr>
          <p:spPr>
            <a:xfrm>
              <a:off x="1208207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1526009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825909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516943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199141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668337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623527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677403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439944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390502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25" name="rc225"/>
            <p:cNvSpPr/>
            <p:nvPr/>
          </p:nvSpPr>
          <p:spPr>
            <a:xfrm>
              <a:off x="2320794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26" name="rc226"/>
            <p:cNvSpPr/>
            <p:nvPr/>
          </p:nvSpPr>
          <p:spPr>
            <a:xfrm>
              <a:off x="2320794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7" name="rc227"/>
            <p:cNvSpPr/>
            <p:nvPr/>
          </p:nvSpPr>
          <p:spPr>
            <a:xfrm>
              <a:off x="2648754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tx228"/>
            <p:cNvSpPr/>
            <p:nvPr/>
          </p:nvSpPr>
          <p:spPr>
            <a:xfrm>
              <a:off x="3048120" y="1789941"/>
              <a:ext cx="1086555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Columbiformes</a:t>
              </a:r>
            </a:p>
          </p:txBody>
        </p:sp>
        <p:sp>
          <p:nvSpPr>
            <p:cNvPr id="229" name="rc229"/>
            <p:cNvSpPr/>
            <p:nvPr/>
          </p:nvSpPr>
          <p:spPr>
            <a:xfrm>
              <a:off x="2931710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3591398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3591398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3591398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3591398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4" name="pl234"/>
            <p:cNvSpPr/>
            <p:nvPr/>
          </p:nvSpPr>
          <p:spPr>
            <a:xfrm>
              <a:off x="3591398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5" name="pl235"/>
            <p:cNvSpPr/>
            <p:nvPr/>
          </p:nvSpPr>
          <p:spPr>
            <a:xfrm>
              <a:off x="3171575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2997679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7" name="pl237"/>
            <p:cNvSpPr/>
            <p:nvPr/>
          </p:nvSpPr>
          <p:spPr>
            <a:xfrm>
              <a:off x="3171575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8" name="pl238"/>
            <p:cNvSpPr/>
            <p:nvPr/>
          </p:nvSpPr>
          <p:spPr>
            <a:xfrm>
              <a:off x="3327556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3063714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0" name="pl240"/>
            <p:cNvSpPr/>
            <p:nvPr/>
          </p:nvSpPr>
          <p:spPr>
            <a:xfrm>
              <a:off x="2997753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3236802" y="2267539"/>
              <a:ext cx="882346" cy="801856"/>
            </a:xfrm>
            <a:custGeom>
              <a:avLst/>
              <a:pathLst>
                <a:path w="882346" h="801856">
                  <a:moveTo>
                    <a:pt x="882346" y="377306"/>
                  </a:moveTo>
                  <a:lnTo>
                    <a:pt x="873320" y="355271"/>
                  </a:lnTo>
                  <a:lnTo>
                    <a:pt x="863390" y="334002"/>
                  </a:lnTo>
                  <a:lnTo>
                    <a:pt x="852605" y="313534"/>
                  </a:lnTo>
                  <a:lnTo>
                    <a:pt x="841014" y="293902"/>
                  </a:lnTo>
                  <a:lnTo>
                    <a:pt x="828670" y="275135"/>
                  </a:lnTo>
                  <a:lnTo>
                    <a:pt x="815625" y="257264"/>
                  </a:lnTo>
                  <a:lnTo>
                    <a:pt x="801932" y="240311"/>
                  </a:lnTo>
                  <a:lnTo>
                    <a:pt x="787645" y="224300"/>
                  </a:lnTo>
                  <a:lnTo>
                    <a:pt x="772820" y="209250"/>
                  </a:lnTo>
                  <a:lnTo>
                    <a:pt x="757513" y="195176"/>
                  </a:lnTo>
                  <a:lnTo>
                    <a:pt x="741778" y="182093"/>
                  </a:lnTo>
                  <a:lnTo>
                    <a:pt x="725673" y="170010"/>
                  </a:lnTo>
                  <a:lnTo>
                    <a:pt x="709253" y="158935"/>
                  </a:lnTo>
                  <a:lnTo>
                    <a:pt x="692575" y="148872"/>
                  </a:lnTo>
                  <a:lnTo>
                    <a:pt x="675695" y="139823"/>
                  </a:lnTo>
                  <a:lnTo>
                    <a:pt x="658668" y="131785"/>
                  </a:lnTo>
                  <a:lnTo>
                    <a:pt x="641549" y="124755"/>
                  </a:lnTo>
                  <a:lnTo>
                    <a:pt x="624393" y="118726"/>
                  </a:lnTo>
                  <a:lnTo>
                    <a:pt x="607254" y="113687"/>
                  </a:lnTo>
                  <a:lnTo>
                    <a:pt x="590184" y="109626"/>
                  </a:lnTo>
                  <a:lnTo>
                    <a:pt x="573235" y="106527"/>
                  </a:lnTo>
                  <a:lnTo>
                    <a:pt x="556457" y="104372"/>
                  </a:lnTo>
                  <a:lnTo>
                    <a:pt x="539899" y="103141"/>
                  </a:lnTo>
                  <a:lnTo>
                    <a:pt x="523609" y="102811"/>
                  </a:lnTo>
                  <a:lnTo>
                    <a:pt x="507633" y="103357"/>
                  </a:lnTo>
                  <a:lnTo>
                    <a:pt x="492015" y="104750"/>
                  </a:lnTo>
                  <a:lnTo>
                    <a:pt x="476799" y="106962"/>
                  </a:lnTo>
                  <a:lnTo>
                    <a:pt x="462024" y="109960"/>
                  </a:lnTo>
                  <a:lnTo>
                    <a:pt x="447730" y="113711"/>
                  </a:lnTo>
                  <a:lnTo>
                    <a:pt x="433952" y="118179"/>
                  </a:lnTo>
                  <a:lnTo>
                    <a:pt x="420727" y="123326"/>
                  </a:lnTo>
                  <a:lnTo>
                    <a:pt x="408085" y="129114"/>
                  </a:lnTo>
                  <a:lnTo>
                    <a:pt x="396057" y="135503"/>
                  </a:lnTo>
                  <a:lnTo>
                    <a:pt x="384670" y="142450"/>
                  </a:lnTo>
                  <a:lnTo>
                    <a:pt x="373949" y="149912"/>
                  </a:lnTo>
                  <a:lnTo>
                    <a:pt x="363918" y="157846"/>
                  </a:lnTo>
                  <a:lnTo>
                    <a:pt x="354595" y="166206"/>
                  </a:lnTo>
                  <a:lnTo>
                    <a:pt x="362644" y="151957"/>
                  </a:lnTo>
                  <a:lnTo>
                    <a:pt x="371709" y="138031"/>
                  </a:lnTo>
                  <a:lnTo>
                    <a:pt x="381777" y="124484"/>
                  </a:lnTo>
                  <a:lnTo>
                    <a:pt x="392831" y="111368"/>
                  </a:lnTo>
                  <a:lnTo>
                    <a:pt x="404855" y="98738"/>
                  </a:lnTo>
                  <a:lnTo>
                    <a:pt x="417825" y="86645"/>
                  </a:lnTo>
                  <a:lnTo>
                    <a:pt x="431719" y="75141"/>
                  </a:lnTo>
                  <a:lnTo>
                    <a:pt x="446509" y="64276"/>
                  </a:lnTo>
                  <a:lnTo>
                    <a:pt x="462169" y="54099"/>
                  </a:lnTo>
                  <a:lnTo>
                    <a:pt x="478666" y="44659"/>
                  </a:lnTo>
                  <a:lnTo>
                    <a:pt x="495968" y="36002"/>
                  </a:lnTo>
                  <a:lnTo>
                    <a:pt x="514039" y="28173"/>
                  </a:lnTo>
                  <a:lnTo>
                    <a:pt x="532842" y="21216"/>
                  </a:lnTo>
                  <a:lnTo>
                    <a:pt x="552336" y="15172"/>
                  </a:lnTo>
                  <a:lnTo>
                    <a:pt x="572480" y="10082"/>
                  </a:lnTo>
                  <a:lnTo>
                    <a:pt x="593229" y="5985"/>
                  </a:lnTo>
                  <a:lnTo>
                    <a:pt x="614540" y="2916"/>
                  </a:lnTo>
                  <a:lnTo>
                    <a:pt x="636362" y="910"/>
                  </a:lnTo>
                  <a:lnTo>
                    <a:pt x="658649" y="0"/>
                  </a:lnTo>
                  <a:lnTo>
                    <a:pt x="681347" y="215"/>
                  </a:lnTo>
                  <a:lnTo>
                    <a:pt x="704406" y="1583"/>
                  </a:lnTo>
                  <a:lnTo>
                    <a:pt x="727771" y="4131"/>
                  </a:lnTo>
                  <a:lnTo>
                    <a:pt x="741169" y="20683"/>
                  </a:lnTo>
                  <a:lnTo>
                    <a:pt x="753841" y="37707"/>
                  </a:lnTo>
                  <a:lnTo>
                    <a:pt x="765771" y="55171"/>
                  </a:lnTo>
                  <a:lnTo>
                    <a:pt x="776945" y="73043"/>
                  </a:lnTo>
                  <a:lnTo>
                    <a:pt x="787348" y="91291"/>
                  </a:lnTo>
                  <a:lnTo>
                    <a:pt x="796970" y="109882"/>
                  </a:lnTo>
                  <a:lnTo>
                    <a:pt x="805799" y="128782"/>
                  </a:lnTo>
                  <a:lnTo>
                    <a:pt x="813826" y="147958"/>
                  </a:lnTo>
                  <a:lnTo>
                    <a:pt x="821043" y="167375"/>
                  </a:lnTo>
                  <a:lnTo>
                    <a:pt x="827444" y="187001"/>
                  </a:lnTo>
                  <a:lnTo>
                    <a:pt x="833024" y="206801"/>
                  </a:lnTo>
                  <a:lnTo>
                    <a:pt x="837779" y="226740"/>
                  </a:lnTo>
                  <a:lnTo>
                    <a:pt x="841707" y="246785"/>
                  </a:lnTo>
                  <a:lnTo>
                    <a:pt x="844807" y="266902"/>
                  </a:lnTo>
                  <a:lnTo>
                    <a:pt x="847080" y="287055"/>
                  </a:lnTo>
                  <a:lnTo>
                    <a:pt x="848529" y="307212"/>
                  </a:lnTo>
                  <a:lnTo>
                    <a:pt x="849155" y="327339"/>
                  </a:lnTo>
                  <a:lnTo>
                    <a:pt x="848965" y="347403"/>
                  </a:lnTo>
                  <a:lnTo>
                    <a:pt x="847964" y="367369"/>
                  </a:lnTo>
                  <a:lnTo>
                    <a:pt x="846161" y="387207"/>
                  </a:lnTo>
                  <a:lnTo>
                    <a:pt x="843562" y="406884"/>
                  </a:lnTo>
                  <a:lnTo>
                    <a:pt x="840180" y="426367"/>
                  </a:lnTo>
                  <a:lnTo>
                    <a:pt x="836024" y="445626"/>
                  </a:lnTo>
                  <a:lnTo>
                    <a:pt x="831108" y="464631"/>
                  </a:lnTo>
                  <a:lnTo>
                    <a:pt x="825445" y="483351"/>
                  </a:lnTo>
                  <a:lnTo>
                    <a:pt x="819050" y="501757"/>
                  </a:lnTo>
                  <a:lnTo>
                    <a:pt x="811940" y="519821"/>
                  </a:lnTo>
                  <a:lnTo>
                    <a:pt x="804131" y="537515"/>
                  </a:lnTo>
                  <a:lnTo>
                    <a:pt x="795642" y="554812"/>
                  </a:lnTo>
                  <a:lnTo>
                    <a:pt x="786491" y="571687"/>
                  </a:lnTo>
                  <a:lnTo>
                    <a:pt x="776700" y="588114"/>
                  </a:lnTo>
                  <a:lnTo>
                    <a:pt x="766289" y="604069"/>
                  </a:lnTo>
                  <a:lnTo>
                    <a:pt x="755280" y="619529"/>
                  </a:lnTo>
                  <a:lnTo>
                    <a:pt x="743697" y="634472"/>
                  </a:lnTo>
                  <a:lnTo>
                    <a:pt x="731562" y="648876"/>
                  </a:lnTo>
                  <a:lnTo>
                    <a:pt x="718901" y="662722"/>
                  </a:lnTo>
                  <a:lnTo>
                    <a:pt x="705739" y="675990"/>
                  </a:lnTo>
                  <a:lnTo>
                    <a:pt x="692101" y="688664"/>
                  </a:lnTo>
                  <a:lnTo>
                    <a:pt x="678014" y="700726"/>
                  </a:lnTo>
                  <a:lnTo>
                    <a:pt x="663506" y="712160"/>
                  </a:lnTo>
                  <a:lnTo>
                    <a:pt x="648603" y="722953"/>
                  </a:lnTo>
                  <a:lnTo>
                    <a:pt x="633334" y="733090"/>
                  </a:lnTo>
                  <a:lnTo>
                    <a:pt x="617728" y="742562"/>
                  </a:lnTo>
                  <a:lnTo>
                    <a:pt x="601812" y="751355"/>
                  </a:lnTo>
                  <a:lnTo>
                    <a:pt x="585617" y="759462"/>
                  </a:lnTo>
                  <a:lnTo>
                    <a:pt x="569171" y="766874"/>
                  </a:lnTo>
                  <a:lnTo>
                    <a:pt x="552504" y="773584"/>
                  </a:lnTo>
                  <a:lnTo>
                    <a:pt x="535647" y="779587"/>
                  </a:lnTo>
                  <a:lnTo>
                    <a:pt x="518628" y="784877"/>
                  </a:lnTo>
                  <a:lnTo>
                    <a:pt x="501478" y="789452"/>
                  </a:lnTo>
                  <a:lnTo>
                    <a:pt x="484227" y="793309"/>
                  </a:lnTo>
                  <a:lnTo>
                    <a:pt x="466904" y="796449"/>
                  </a:lnTo>
                  <a:lnTo>
                    <a:pt x="449540" y="798871"/>
                  </a:lnTo>
                  <a:lnTo>
                    <a:pt x="432163" y="800577"/>
                  </a:lnTo>
                  <a:lnTo>
                    <a:pt x="414803" y="801571"/>
                  </a:lnTo>
                  <a:lnTo>
                    <a:pt x="397489" y="801856"/>
                  </a:lnTo>
                  <a:lnTo>
                    <a:pt x="380251" y="801438"/>
                  </a:lnTo>
                  <a:lnTo>
                    <a:pt x="363115" y="800323"/>
                  </a:lnTo>
                  <a:lnTo>
                    <a:pt x="346112" y="798519"/>
                  </a:lnTo>
                  <a:lnTo>
                    <a:pt x="329267" y="796035"/>
                  </a:lnTo>
                  <a:lnTo>
                    <a:pt x="312608" y="792880"/>
                  </a:lnTo>
                  <a:lnTo>
                    <a:pt x="296162" y="789066"/>
                  </a:lnTo>
                  <a:lnTo>
                    <a:pt x="279955" y="784605"/>
                  </a:lnTo>
                  <a:lnTo>
                    <a:pt x="264012" y="779509"/>
                  </a:lnTo>
                  <a:lnTo>
                    <a:pt x="248357" y="773792"/>
                  </a:lnTo>
                  <a:lnTo>
                    <a:pt x="233015" y="767471"/>
                  </a:lnTo>
                  <a:lnTo>
                    <a:pt x="218009" y="760559"/>
                  </a:lnTo>
                  <a:lnTo>
                    <a:pt x="203362" y="753075"/>
                  </a:lnTo>
                  <a:lnTo>
                    <a:pt x="189094" y="745035"/>
                  </a:lnTo>
                  <a:lnTo>
                    <a:pt x="175228" y="736459"/>
                  </a:lnTo>
                  <a:lnTo>
                    <a:pt x="161782" y="727365"/>
                  </a:lnTo>
                  <a:lnTo>
                    <a:pt x="148776" y="717773"/>
                  </a:lnTo>
                  <a:lnTo>
                    <a:pt x="136229" y="707704"/>
                  </a:lnTo>
                  <a:lnTo>
                    <a:pt x="124157" y="697179"/>
                  </a:lnTo>
                  <a:lnTo>
                    <a:pt x="112576" y="686221"/>
                  </a:lnTo>
                  <a:lnTo>
                    <a:pt x="101503" y="674851"/>
                  </a:lnTo>
                  <a:lnTo>
                    <a:pt x="90951" y="663092"/>
                  </a:lnTo>
                  <a:lnTo>
                    <a:pt x="80933" y="650969"/>
                  </a:lnTo>
                  <a:lnTo>
                    <a:pt x="71462" y="638504"/>
                  </a:lnTo>
                  <a:lnTo>
                    <a:pt x="62548" y="625723"/>
                  </a:lnTo>
                  <a:lnTo>
                    <a:pt x="54203" y="612649"/>
                  </a:lnTo>
                  <a:lnTo>
                    <a:pt x="46434" y="599308"/>
                  </a:lnTo>
                  <a:lnTo>
                    <a:pt x="39250" y="585725"/>
                  </a:lnTo>
                  <a:lnTo>
                    <a:pt x="32658" y="571924"/>
                  </a:lnTo>
                  <a:lnTo>
                    <a:pt x="26663" y="557933"/>
                  </a:lnTo>
                  <a:lnTo>
                    <a:pt x="21270" y="543776"/>
                  </a:lnTo>
                  <a:lnTo>
                    <a:pt x="16483" y="529479"/>
                  </a:lnTo>
                  <a:lnTo>
                    <a:pt x="12303" y="515067"/>
                  </a:lnTo>
                  <a:lnTo>
                    <a:pt x="8733" y="500567"/>
                  </a:lnTo>
                  <a:lnTo>
                    <a:pt x="5773" y="486004"/>
                  </a:lnTo>
                  <a:lnTo>
                    <a:pt x="3422" y="471403"/>
                  </a:lnTo>
                  <a:lnTo>
                    <a:pt x="1678" y="456790"/>
                  </a:lnTo>
                  <a:lnTo>
                    <a:pt x="539" y="442190"/>
                  </a:lnTo>
                  <a:lnTo>
                    <a:pt x="0" y="427627"/>
                  </a:lnTo>
                  <a:lnTo>
                    <a:pt x="56" y="413127"/>
                  </a:lnTo>
                  <a:lnTo>
                    <a:pt x="702" y="398713"/>
                  </a:lnTo>
                  <a:lnTo>
                    <a:pt x="1931" y="384410"/>
                  </a:lnTo>
                  <a:lnTo>
                    <a:pt x="3735" y="370240"/>
                  </a:lnTo>
                  <a:lnTo>
                    <a:pt x="6105" y="356227"/>
                  </a:lnTo>
                  <a:lnTo>
                    <a:pt x="9032" y="342393"/>
                  </a:lnTo>
                  <a:lnTo>
                    <a:pt x="12504" y="328760"/>
                  </a:lnTo>
                  <a:lnTo>
                    <a:pt x="16511" y="315350"/>
                  </a:lnTo>
                  <a:lnTo>
                    <a:pt x="21040" y="302184"/>
                  </a:lnTo>
                  <a:lnTo>
                    <a:pt x="26078" y="289281"/>
                  </a:lnTo>
                  <a:lnTo>
                    <a:pt x="31612" y="276661"/>
                  </a:lnTo>
                  <a:lnTo>
                    <a:pt x="37626" y="264343"/>
                  </a:lnTo>
                  <a:lnTo>
                    <a:pt x="44105" y="252345"/>
                  </a:lnTo>
                  <a:lnTo>
                    <a:pt x="51034" y="240685"/>
                  </a:lnTo>
                  <a:lnTo>
                    <a:pt x="58396" y="229378"/>
                  </a:lnTo>
                  <a:lnTo>
                    <a:pt x="66173" y="218442"/>
                  </a:lnTo>
                  <a:lnTo>
                    <a:pt x="74348" y="207891"/>
                  </a:lnTo>
                  <a:lnTo>
                    <a:pt x="82902" y="197739"/>
                  </a:lnTo>
                  <a:lnTo>
                    <a:pt x="91817" y="187999"/>
                  </a:lnTo>
                  <a:lnTo>
                    <a:pt x="101073" y="178684"/>
                  </a:lnTo>
                  <a:lnTo>
                    <a:pt x="110650" y="169806"/>
                  </a:lnTo>
                  <a:lnTo>
                    <a:pt x="120529" y="161375"/>
                  </a:lnTo>
                  <a:lnTo>
                    <a:pt x="130690" y="153401"/>
                  </a:lnTo>
                  <a:lnTo>
                    <a:pt x="122318" y="176942"/>
                  </a:lnTo>
                  <a:lnTo>
                    <a:pt x="116155" y="200467"/>
                  </a:lnTo>
                  <a:lnTo>
                    <a:pt x="112153" y="223781"/>
                  </a:lnTo>
                  <a:lnTo>
                    <a:pt x="110242" y="246697"/>
                  </a:lnTo>
                  <a:lnTo>
                    <a:pt x="110343" y="269037"/>
                  </a:lnTo>
                  <a:lnTo>
                    <a:pt x="112356" y="290632"/>
                  </a:lnTo>
                  <a:lnTo>
                    <a:pt x="116174" y="311326"/>
                  </a:lnTo>
                  <a:lnTo>
                    <a:pt x="121671" y="330975"/>
                  </a:lnTo>
                  <a:lnTo>
                    <a:pt x="128715" y="349447"/>
                  </a:lnTo>
                  <a:lnTo>
                    <a:pt x="137161" y="366625"/>
                  </a:lnTo>
                  <a:lnTo>
                    <a:pt x="146856" y="382406"/>
                  </a:lnTo>
                  <a:lnTo>
                    <a:pt x="157642" y="396705"/>
                  </a:lnTo>
                  <a:lnTo>
                    <a:pt x="169352" y="409449"/>
                  </a:lnTo>
                  <a:lnTo>
                    <a:pt x="181817" y="420585"/>
                  </a:lnTo>
                  <a:lnTo>
                    <a:pt x="194865" y="430074"/>
                  </a:lnTo>
                  <a:lnTo>
                    <a:pt x="208322" y="437895"/>
                  </a:lnTo>
                  <a:lnTo>
                    <a:pt x="222014" y="444042"/>
                  </a:lnTo>
                  <a:lnTo>
                    <a:pt x="235770" y="448527"/>
                  </a:lnTo>
                  <a:lnTo>
                    <a:pt x="249422" y="451378"/>
                  </a:lnTo>
                  <a:lnTo>
                    <a:pt x="262805" y="452637"/>
                  </a:lnTo>
                  <a:lnTo>
                    <a:pt x="275762" y="452362"/>
                  </a:lnTo>
                  <a:lnTo>
                    <a:pt x="288142" y="450626"/>
                  </a:lnTo>
                  <a:lnTo>
                    <a:pt x="299804" y="447515"/>
                  </a:lnTo>
                  <a:lnTo>
                    <a:pt x="310615" y="443128"/>
                  </a:lnTo>
                  <a:lnTo>
                    <a:pt x="320454" y="437575"/>
                  </a:lnTo>
                  <a:lnTo>
                    <a:pt x="329211" y="430978"/>
                  </a:lnTo>
                  <a:lnTo>
                    <a:pt x="336789" y="423468"/>
                  </a:lnTo>
                  <a:lnTo>
                    <a:pt x="343106" y="415183"/>
                  </a:lnTo>
                  <a:lnTo>
                    <a:pt x="348091" y="406271"/>
                  </a:lnTo>
                  <a:lnTo>
                    <a:pt x="351691" y="396883"/>
                  </a:lnTo>
                  <a:lnTo>
                    <a:pt x="353867" y="387175"/>
                  </a:lnTo>
                  <a:lnTo>
                    <a:pt x="354595" y="377306"/>
                  </a:lnTo>
                  <a:lnTo>
                    <a:pt x="360346" y="384988"/>
                  </a:lnTo>
                  <a:lnTo>
                    <a:pt x="363793" y="394150"/>
                  </a:lnTo>
                  <a:lnTo>
                    <a:pt x="364655" y="404278"/>
                  </a:lnTo>
                  <a:lnTo>
                    <a:pt x="362754" y="414811"/>
                  </a:lnTo>
                  <a:lnTo>
                    <a:pt x="358018" y="425162"/>
                  </a:lnTo>
                  <a:lnTo>
                    <a:pt x="350488" y="434733"/>
                  </a:lnTo>
                  <a:lnTo>
                    <a:pt x="340318" y="442940"/>
                  </a:lnTo>
                  <a:lnTo>
                    <a:pt x="327769" y="449230"/>
                  </a:lnTo>
                  <a:lnTo>
                    <a:pt x="313208" y="453102"/>
                  </a:lnTo>
                  <a:lnTo>
                    <a:pt x="297092" y="454122"/>
                  </a:lnTo>
                  <a:lnTo>
                    <a:pt x="279960" y="451942"/>
                  </a:lnTo>
                  <a:lnTo>
                    <a:pt x="282723" y="437614"/>
                  </a:lnTo>
                  <a:lnTo>
                    <a:pt x="287347" y="424394"/>
                  </a:lnTo>
                  <a:lnTo>
                    <a:pt x="293656" y="412490"/>
                  </a:lnTo>
                  <a:lnTo>
                    <a:pt x="301450" y="402088"/>
                  </a:lnTo>
                  <a:lnTo>
                    <a:pt x="310513" y="393351"/>
                  </a:lnTo>
                  <a:lnTo>
                    <a:pt x="320611" y="386413"/>
                  </a:lnTo>
                  <a:lnTo>
                    <a:pt x="331496" y="381379"/>
                  </a:lnTo>
                  <a:lnTo>
                    <a:pt x="342912" y="378329"/>
                  </a:lnTo>
                  <a:lnTo>
                    <a:pt x="354595" y="377306"/>
                  </a:lnTo>
                  <a:lnTo>
                    <a:pt x="345351" y="377817"/>
                  </a:lnTo>
                  <a:lnTo>
                    <a:pt x="336190" y="379344"/>
                  </a:lnTo>
                  <a:lnTo>
                    <a:pt x="327198" y="381878"/>
                  </a:lnTo>
                  <a:lnTo>
                    <a:pt x="318457" y="385405"/>
                  </a:lnTo>
                  <a:lnTo>
                    <a:pt x="310048" y="389903"/>
                  </a:lnTo>
                  <a:lnTo>
                    <a:pt x="302053" y="395344"/>
                  </a:lnTo>
                  <a:lnTo>
                    <a:pt x="294548" y="401696"/>
                  </a:lnTo>
                  <a:lnTo>
                    <a:pt x="287609" y="408918"/>
                  </a:lnTo>
                  <a:lnTo>
                    <a:pt x="281310" y="416967"/>
                  </a:lnTo>
                  <a:lnTo>
                    <a:pt x="275718" y="425792"/>
                  </a:lnTo>
                  <a:lnTo>
                    <a:pt x="270900" y="435339"/>
                  </a:lnTo>
                  <a:lnTo>
                    <a:pt x="266918" y="445549"/>
                  </a:lnTo>
                  <a:lnTo>
                    <a:pt x="263828" y="456356"/>
                  </a:lnTo>
                  <a:lnTo>
                    <a:pt x="261684" y="467692"/>
                  </a:lnTo>
                  <a:lnTo>
                    <a:pt x="260533" y="479485"/>
                  </a:lnTo>
                  <a:lnTo>
                    <a:pt x="260419" y="491659"/>
                  </a:lnTo>
                  <a:lnTo>
                    <a:pt x="261378" y="504133"/>
                  </a:lnTo>
                  <a:lnTo>
                    <a:pt x="263442" y="516827"/>
                  </a:lnTo>
                  <a:lnTo>
                    <a:pt x="266637" y="529655"/>
                  </a:lnTo>
                  <a:lnTo>
                    <a:pt x="270982" y="542530"/>
                  </a:lnTo>
                  <a:lnTo>
                    <a:pt x="276492" y="555364"/>
                  </a:lnTo>
                  <a:lnTo>
                    <a:pt x="283173" y="568067"/>
                  </a:lnTo>
                  <a:lnTo>
                    <a:pt x="291026" y="580549"/>
                  </a:lnTo>
                  <a:lnTo>
                    <a:pt x="300046" y="592718"/>
                  </a:lnTo>
                  <a:lnTo>
                    <a:pt x="310220" y="604483"/>
                  </a:lnTo>
                  <a:lnTo>
                    <a:pt x="321530" y="615753"/>
                  </a:lnTo>
                  <a:lnTo>
                    <a:pt x="333952" y="626440"/>
                  </a:lnTo>
                  <a:lnTo>
                    <a:pt x="347452" y="636454"/>
                  </a:lnTo>
                  <a:lnTo>
                    <a:pt x="361994" y="645709"/>
                  </a:lnTo>
                  <a:lnTo>
                    <a:pt x="377533" y="654121"/>
                  </a:lnTo>
                  <a:lnTo>
                    <a:pt x="394019" y="661608"/>
                  </a:lnTo>
                  <a:lnTo>
                    <a:pt x="411396" y="668092"/>
                  </a:lnTo>
                  <a:lnTo>
                    <a:pt x="429601" y="673497"/>
                  </a:lnTo>
                  <a:lnTo>
                    <a:pt x="448567" y="677752"/>
                  </a:lnTo>
                  <a:lnTo>
                    <a:pt x="468222" y="680790"/>
                  </a:lnTo>
                  <a:lnTo>
                    <a:pt x="488487" y="682548"/>
                  </a:lnTo>
                  <a:lnTo>
                    <a:pt x="509279" y="682970"/>
                  </a:lnTo>
                  <a:lnTo>
                    <a:pt x="530512" y="682003"/>
                  </a:lnTo>
                  <a:lnTo>
                    <a:pt x="552094" y="679601"/>
                  </a:lnTo>
                  <a:lnTo>
                    <a:pt x="573930" y="675723"/>
                  </a:lnTo>
                  <a:lnTo>
                    <a:pt x="595922" y="670334"/>
                  </a:lnTo>
                  <a:lnTo>
                    <a:pt x="617969" y="663406"/>
                  </a:lnTo>
                  <a:lnTo>
                    <a:pt x="639966" y="654920"/>
                  </a:lnTo>
                  <a:lnTo>
                    <a:pt x="661808" y="644858"/>
                  </a:lnTo>
                  <a:lnTo>
                    <a:pt x="683387" y="633215"/>
                  </a:lnTo>
                  <a:lnTo>
                    <a:pt x="704594" y="619990"/>
                  </a:lnTo>
                  <a:lnTo>
                    <a:pt x="725319" y="605189"/>
                  </a:lnTo>
                  <a:lnTo>
                    <a:pt x="745452" y="588828"/>
                  </a:lnTo>
                  <a:lnTo>
                    <a:pt x="764884" y="570926"/>
                  </a:lnTo>
                  <a:lnTo>
                    <a:pt x="783506" y="551515"/>
                  </a:lnTo>
                  <a:lnTo>
                    <a:pt x="801208" y="530629"/>
                  </a:lnTo>
                  <a:lnTo>
                    <a:pt x="817886" y="508312"/>
                  </a:lnTo>
                  <a:lnTo>
                    <a:pt x="833434" y="484617"/>
                  </a:lnTo>
                  <a:lnTo>
                    <a:pt x="847750" y="459599"/>
                  </a:lnTo>
                  <a:lnTo>
                    <a:pt x="860737" y="433326"/>
                  </a:lnTo>
                  <a:lnTo>
                    <a:pt x="872300" y="405869"/>
                  </a:lnTo>
                  <a:close/>
                </a:path>
              </a:pathLst>
            </a:custGeom>
            <a:solidFill>
              <a:srgbClr val="619CFF">
                <a:alpha val="25882"/>
              </a:srgbClr>
            </a:solidFill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3367492" y="2267539"/>
              <a:ext cx="751655" cy="478287"/>
            </a:xfrm>
            <a:custGeom>
              <a:avLst/>
              <a:pathLst>
                <a:path w="751655" h="478287">
                  <a:moveTo>
                    <a:pt x="223905" y="166206"/>
                  </a:moveTo>
                  <a:lnTo>
                    <a:pt x="231953" y="151957"/>
                  </a:lnTo>
                  <a:lnTo>
                    <a:pt x="241018" y="138031"/>
                  </a:lnTo>
                  <a:lnTo>
                    <a:pt x="251086" y="124484"/>
                  </a:lnTo>
                  <a:lnTo>
                    <a:pt x="262141" y="111368"/>
                  </a:lnTo>
                  <a:lnTo>
                    <a:pt x="274164" y="98738"/>
                  </a:lnTo>
                  <a:lnTo>
                    <a:pt x="287135" y="86645"/>
                  </a:lnTo>
                  <a:lnTo>
                    <a:pt x="301028" y="75141"/>
                  </a:lnTo>
                  <a:lnTo>
                    <a:pt x="315819" y="64276"/>
                  </a:lnTo>
                  <a:lnTo>
                    <a:pt x="331479" y="54099"/>
                  </a:lnTo>
                  <a:lnTo>
                    <a:pt x="347976" y="44659"/>
                  </a:lnTo>
                  <a:lnTo>
                    <a:pt x="365278" y="36002"/>
                  </a:lnTo>
                  <a:lnTo>
                    <a:pt x="383349" y="28173"/>
                  </a:lnTo>
                  <a:lnTo>
                    <a:pt x="402151" y="21216"/>
                  </a:lnTo>
                  <a:lnTo>
                    <a:pt x="421645" y="15172"/>
                  </a:lnTo>
                  <a:lnTo>
                    <a:pt x="441789" y="10082"/>
                  </a:lnTo>
                  <a:lnTo>
                    <a:pt x="462539" y="5985"/>
                  </a:lnTo>
                  <a:lnTo>
                    <a:pt x="483849" y="2916"/>
                  </a:lnTo>
                  <a:lnTo>
                    <a:pt x="505672" y="910"/>
                  </a:lnTo>
                  <a:lnTo>
                    <a:pt x="527958" y="0"/>
                  </a:lnTo>
                  <a:lnTo>
                    <a:pt x="550657" y="215"/>
                  </a:lnTo>
                  <a:lnTo>
                    <a:pt x="573716" y="1583"/>
                  </a:lnTo>
                  <a:lnTo>
                    <a:pt x="597081" y="4131"/>
                  </a:lnTo>
                  <a:lnTo>
                    <a:pt x="609604" y="17089"/>
                  </a:lnTo>
                  <a:lnTo>
                    <a:pt x="621677" y="30467"/>
                  </a:lnTo>
                  <a:lnTo>
                    <a:pt x="633287" y="44250"/>
                  </a:lnTo>
                  <a:lnTo>
                    <a:pt x="644419" y="58420"/>
                  </a:lnTo>
                  <a:lnTo>
                    <a:pt x="655061" y="72963"/>
                  </a:lnTo>
                  <a:lnTo>
                    <a:pt x="665200" y="87861"/>
                  </a:lnTo>
                  <a:lnTo>
                    <a:pt x="674825" y="103096"/>
                  </a:lnTo>
                  <a:lnTo>
                    <a:pt x="683924" y="118651"/>
                  </a:lnTo>
                  <a:lnTo>
                    <a:pt x="692487" y="134507"/>
                  </a:lnTo>
                  <a:lnTo>
                    <a:pt x="700503" y="150646"/>
                  </a:lnTo>
                  <a:lnTo>
                    <a:pt x="707964" y="167050"/>
                  </a:lnTo>
                  <a:lnTo>
                    <a:pt x="714860" y="183699"/>
                  </a:lnTo>
                  <a:lnTo>
                    <a:pt x="721184" y="200574"/>
                  </a:lnTo>
                  <a:lnTo>
                    <a:pt x="726928" y="217654"/>
                  </a:lnTo>
                  <a:lnTo>
                    <a:pt x="732085" y="234921"/>
                  </a:lnTo>
                  <a:lnTo>
                    <a:pt x="736650" y="252354"/>
                  </a:lnTo>
                  <a:lnTo>
                    <a:pt x="740617" y="269932"/>
                  </a:lnTo>
                  <a:lnTo>
                    <a:pt x="743982" y="287636"/>
                  </a:lnTo>
                  <a:lnTo>
                    <a:pt x="746740" y="305444"/>
                  </a:lnTo>
                  <a:lnTo>
                    <a:pt x="748889" y="323337"/>
                  </a:lnTo>
                  <a:lnTo>
                    <a:pt x="750425" y="341292"/>
                  </a:lnTo>
                  <a:lnTo>
                    <a:pt x="751348" y="359288"/>
                  </a:lnTo>
                  <a:lnTo>
                    <a:pt x="751655" y="377306"/>
                  </a:lnTo>
                  <a:lnTo>
                    <a:pt x="735009" y="389853"/>
                  </a:lnTo>
                  <a:lnTo>
                    <a:pt x="718075" y="401583"/>
                  </a:lnTo>
                  <a:lnTo>
                    <a:pt x="700883" y="412490"/>
                  </a:lnTo>
                  <a:lnTo>
                    <a:pt x="683463" y="422569"/>
                  </a:lnTo>
                  <a:lnTo>
                    <a:pt x="665846" y="431815"/>
                  </a:lnTo>
                  <a:lnTo>
                    <a:pt x="648061" y="440224"/>
                  </a:lnTo>
                  <a:lnTo>
                    <a:pt x="630140" y="447795"/>
                  </a:lnTo>
                  <a:lnTo>
                    <a:pt x="612112" y="454526"/>
                  </a:lnTo>
                  <a:lnTo>
                    <a:pt x="594009" y="460416"/>
                  </a:lnTo>
                  <a:lnTo>
                    <a:pt x="575860" y="465467"/>
                  </a:lnTo>
                  <a:lnTo>
                    <a:pt x="557696" y="469679"/>
                  </a:lnTo>
                  <a:lnTo>
                    <a:pt x="539546" y="473055"/>
                  </a:lnTo>
                  <a:lnTo>
                    <a:pt x="521441" y="475599"/>
                  </a:lnTo>
                  <a:lnTo>
                    <a:pt x="503411" y="477315"/>
                  </a:lnTo>
                  <a:lnTo>
                    <a:pt x="485486" y="478209"/>
                  </a:lnTo>
                  <a:lnTo>
                    <a:pt x="467694" y="478287"/>
                  </a:lnTo>
                  <a:lnTo>
                    <a:pt x="450065" y="477556"/>
                  </a:lnTo>
                  <a:lnTo>
                    <a:pt x="432628" y="476025"/>
                  </a:lnTo>
                  <a:lnTo>
                    <a:pt x="415411" y="473703"/>
                  </a:lnTo>
                  <a:lnTo>
                    <a:pt x="398443" y="470599"/>
                  </a:lnTo>
                  <a:lnTo>
                    <a:pt x="381751" y="466725"/>
                  </a:lnTo>
                  <a:lnTo>
                    <a:pt x="365363" y="462093"/>
                  </a:lnTo>
                  <a:lnTo>
                    <a:pt x="349306" y="456716"/>
                  </a:lnTo>
                  <a:lnTo>
                    <a:pt x="333607" y="450607"/>
                  </a:lnTo>
                  <a:lnTo>
                    <a:pt x="318291" y="443781"/>
                  </a:lnTo>
                  <a:lnTo>
                    <a:pt x="303385" y="436253"/>
                  </a:lnTo>
                  <a:lnTo>
                    <a:pt x="288913" y="428039"/>
                  </a:lnTo>
                  <a:lnTo>
                    <a:pt x="274900" y="419157"/>
                  </a:lnTo>
                  <a:lnTo>
                    <a:pt x="261369" y="409623"/>
                  </a:lnTo>
                  <a:lnTo>
                    <a:pt x="248345" y="399457"/>
                  </a:lnTo>
                  <a:lnTo>
                    <a:pt x="235849" y="388679"/>
                  </a:lnTo>
                  <a:lnTo>
                    <a:pt x="223905" y="377306"/>
                  </a:lnTo>
                  <a:lnTo>
                    <a:pt x="223905" y="377306"/>
                  </a:lnTo>
                  <a:lnTo>
                    <a:pt x="222883" y="388990"/>
                  </a:lnTo>
                  <a:lnTo>
                    <a:pt x="219832" y="400406"/>
                  </a:lnTo>
                  <a:lnTo>
                    <a:pt x="214799" y="411291"/>
                  </a:lnTo>
                  <a:lnTo>
                    <a:pt x="207860" y="421389"/>
                  </a:lnTo>
                  <a:lnTo>
                    <a:pt x="199123" y="430451"/>
                  </a:lnTo>
                  <a:lnTo>
                    <a:pt x="188722" y="438246"/>
                  </a:lnTo>
                  <a:lnTo>
                    <a:pt x="176818" y="444554"/>
                  </a:lnTo>
                  <a:lnTo>
                    <a:pt x="163597" y="449179"/>
                  </a:lnTo>
                  <a:lnTo>
                    <a:pt x="149270" y="451942"/>
                  </a:lnTo>
                  <a:lnTo>
                    <a:pt x="152033" y="437614"/>
                  </a:lnTo>
                  <a:lnTo>
                    <a:pt x="156657" y="424394"/>
                  </a:lnTo>
                  <a:lnTo>
                    <a:pt x="162966" y="412490"/>
                  </a:lnTo>
                  <a:lnTo>
                    <a:pt x="170760" y="402088"/>
                  </a:lnTo>
                  <a:lnTo>
                    <a:pt x="179823" y="393351"/>
                  </a:lnTo>
                  <a:lnTo>
                    <a:pt x="189921" y="386413"/>
                  </a:lnTo>
                  <a:lnTo>
                    <a:pt x="200806" y="381379"/>
                  </a:lnTo>
                  <a:lnTo>
                    <a:pt x="212222" y="378329"/>
                  </a:lnTo>
                  <a:lnTo>
                    <a:pt x="223905" y="377306"/>
                  </a:lnTo>
                  <a:lnTo>
                    <a:pt x="209521" y="376793"/>
                  </a:lnTo>
                  <a:lnTo>
                    <a:pt x="195192" y="375253"/>
                  </a:lnTo>
                  <a:lnTo>
                    <a:pt x="180973" y="372691"/>
                  </a:lnTo>
                  <a:lnTo>
                    <a:pt x="166918" y="369113"/>
                  </a:lnTo>
                  <a:lnTo>
                    <a:pt x="153083" y="364529"/>
                  </a:lnTo>
                  <a:lnTo>
                    <a:pt x="139519" y="358950"/>
                  </a:lnTo>
                  <a:lnTo>
                    <a:pt x="126282" y="352390"/>
                  </a:lnTo>
                  <a:lnTo>
                    <a:pt x="113424" y="344866"/>
                  </a:lnTo>
                  <a:lnTo>
                    <a:pt x="100995" y="336398"/>
                  </a:lnTo>
                  <a:lnTo>
                    <a:pt x="89048" y="327007"/>
                  </a:lnTo>
                  <a:lnTo>
                    <a:pt x="77632" y="316718"/>
                  </a:lnTo>
                  <a:lnTo>
                    <a:pt x="66795" y="305557"/>
                  </a:lnTo>
                  <a:lnTo>
                    <a:pt x="56585" y="293552"/>
                  </a:lnTo>
                  <a:lnTo>
                    <a:pt x="47049" y="280736"/>
                  </a:lnTo>
                  <a:lnTo>
                    <a:pt x="38230" y="267140"/>
                  </a:lnTo>
                  <a:lnTo>
                    <a:pt x="30172" y="252802"/>
                  </a:lnTo>
                  <a:lnTo>
                    <a:pt x="22916" y="237757"/>
                  </a:lnTo>
                  <a:lnTo>
                    <a:pt x="16503" y="222047"/>
                  </a:lnTo>
                  <a:lnTo>
                    <a:pt x="10969" y="205712"/>
                  </a:lnTo>
                  <a:lnTo>
                    <a:pt x="6352" y="188796"/>
                  </a:lnTo>
                  <a:lnTo>
                    <a:pt x="2685" y="171343"/>
                  </a:lnTo>
                  <a:lnTo>
                    <a:pt x="0" y="153401"/>
                  </a:lnTo>
                </a:path>
              </a:pathLst>
            </a:custGeom>
            <a:ln w="24933" cap="flat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08754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59797" y="24021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932973" y="224006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3335891" y="2389339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3485161" y="2687880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559797" y="2613245"/>
              <a:ext cx="63202" cy="63202"/>
            </a:xfrm>
            <a:prstGeom prst="ellipse">
              <a:avLst/>
            </a:prstGeom>
            <a:solidFill>
              <a:srgbClr val="619CFF">
                <a:alpha val="100000"/>
              </a:srgbClr>
            </a:solidFill>
            <a:ln w="9000" cap="rnd">
              <a:solidFill>
                <a:srgbClr val="619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251"/>
            <p:cNvSpPr/>
            <p:nvPr/>
          </p:nvSpPr>
          <p:spPr>
            <a:xfrm>
              <a:off x="3591398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252"/>
            <p:cNvSpPr/>
            <p:nvPr/>
          </p:nvSpPr>
          <p:spPr>
            <a:xfrm>
              <a:off x="3591398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253"/>
            <p:cNvSpPr/>
            <p:nvPr/>
          </p:nvSpPr>
          <p:spPr>
            <a:xfrm>
              <a:off x="3591398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254"/>
            <p:cNvSpPr/>
            <p:nvPr/>
          </p:nvSpPr>
          <p:spPr>
            <a:xfrm>
              <a:off x="3591398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255"/>
            <p:cNvSpPr/>
            <p:nvPr/>
          </p:nvSpPr>
          <p:spPr>
            <a:xfrm>
              <a:off x="3591398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256"/>
            <p:cNvSpPr/>
            <p:nvPr/>
          </p:nvSpPr>
          <p:spPr>
            <a:xfrm>
              <a:off x="3218222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257"/>
            <p:cNvSpPr/>
            <p:nvPr/>
          </p:nvSpPr>
          <p:spPr>
            <a:xfrm>
              <a:off x="3063648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258"/>
            <p:cNvSpPr/>
            <p:nvPr/>
          </p:nvSpPr>
          <p:spPr>
            <a:xfrm>
              <a:off x="3218222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tx259"/>
            <p:cNvSpPr/>
            <p:nvPr/>
          </p:nvSpPr>
          <p:spPr>
            <a:xfrm>
              <a:off x="3459412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3777215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4077114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3768149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3450346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2919542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2874733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2928608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2691150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2641708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269" name="rc269"/>
            <p:cNvSpPr/>
            <p:nvPr/>
          </p:nvSpPr>
          <p:spPr>
            <a:xfrm>
              <a:off x="4571999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70" name="rc270"/>
            <p:cNvSpPr/>
            <p:nvPr/>
          </p:nvSpPr>
          <p:spPr>
            <a:xfrm>
              <a:off x="4571999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1" name="rc271"/>
            <p:cNvSpPr/>
            <p:nvPr/>
          </p:nvSpPr>
          <p:spPr>
            <a:xfrm>
              <a:off x="4899959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2" name="tx272"/>
            <p:cNvSpPr/>
            <p:nvPr/>
          </p:nvSpPr>
          <p:spPr>
            <a:xfrm>
              <a:off x="5443320" y="1789362"/>
              <a:ext cx="7985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Gruiformes</a:t>
              </a:r>
            </a:p>
          </p:txBody>
        </p:sp>
        <p:sp>
          <p:nvSpPr>
            <p:cNvPr id="273" name="rc273"/>
            <p:cNvSpPr/>
            <p:nvPr/>
          </p:nvSpPr>
          <p:spPr>
            <a:xfrm>
              <a:off x="5182915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4" name="pl274"/>
            <p:cNvSpPr/>
            <p:nvPr/>
          </p:nvSpPr>
          <p:spPr>
            <a:xfrm>
              <a:off x="5842603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5" name="pl275"/>
            <p:cNvSpPr/>
            <p:nvPr/>
          </p:nvSpPr>
          <p:spPr>
            <a:xfrm>
              <a:off x="5842603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6" name="pl276"/>
            <p:cNvSpPr/>
            <p:nvPr/>
          </p:nvSpPr>
          <p:spPr>
            <a:xfrm>
              <a:off x="5842603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7" name="pl277"/>
            <p:cNvSpPr/>
            <p:nvPr/>
          </p:nvSpPr>
          <p:spPr>
            <a:xfrm>
              <a:off x="5842603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8" name="pl278"/>
            <p:cNvSpPr/>
            <p:nvPr/>
          </p:nvSpPr>
          <p:spPr>
            <a:xfrm>
              <a:off x="5842603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79" name="pl279"/>
            <p:cNvSpPr/>
            <p:nvPr/>
          </p:nvSpPr>
          <p:spPr>
            <a:xfrm>
              <a:off x="5422781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0" name="pl280"/>
            <p:cNvSpPr/>
            <p:nvPr/>
          </p:nvSpPr>
          <p:spPr>
            <a:xfrm>
              <a:off x="5248884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1" name="pl281"/>
            <p:cNvSpPr/>
            <p:nvPr/>
          </p:nvSpPr>
          <p:spPr>
            <a:xfrm>
              <a:off x="5422781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2" name="pl282"/>
            <p:cNvSpPr/>
            <p:nvPr/>
          </p:nvSpPr>
          <p:spPr>
            <a:xfrm>
              <a:off x="5578761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3" name="pl283"/>
            <p:cNvSpPr/>
            <p:nvPr/>
          </p:nvSpPr>
          <p:spPr>
            <a:xfrm>
              <a:off x="5314919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4" name="pl284"/>
            <p:cNvSpPr/>
            <p:nvPr/>
          </p:nvSpPr>
          <p:spPr>
            <a:xfrm>
              <a:off x="5248959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5469428" y="2339161"/>
              <a:ext cx="768988" cy="705643"/>
            </a:xfrm>
            <a:custGeom>
              <a:avLst/>
              <a:pathLst>
                <a:path w="768988" h="705643">
                  <a:moveTo>
                    <a:pt x="768988" y="305685"/>
                  </a:moveTo>
                  <a:lnTo>
                    <a:pt x="764546" y="287042"/>
                  </a:lnTo>
                  <a:lnTo>
                    <a:pt x="759236" y="268821"/>
                  </a:lnTo>
                  <a:lnTo>
                    <a:pt x="753087" y="251062"/>
                  </a:lnTo>
                  <a:lnTo>
                    <a:pt x="746132" y="233803"/>
                  </a:lnTo>
                  <a:lnTo>
                    <a:pt x="738404" y="217081"/>
                  </a:lnTo>
                  <a:lnTo>
                    <a:pt x="729938" y="200930"/>
                  </a:lnTo>
                  <a:lnTo>
                    <a:pt x="720771" y="185381"/>
                  </a:lnTo>
                  <a:lnTo>
                    <a:pt x="710942" y="170464"/>
                  </a:lnTo>
                  <a:lnTo>
                    <a:pt x="700488" y="156206"/>
                  </a:lnTo>
                  <a:lnTo>
                    <a:pt x="689451" y="142633"/>
                  </a:lnTo>
                  <a:lnTo>
                    <a:pt x="677872" y="129768"/>
                  </a:lnTo>
                  <a:lnTo>
                    <a:pt x="665793" y="117631"/>
                  </a:lnTo>
                  <a:lnTo>
                    <a:pt x="653257" y="106240"/>
                  </a:lnTo>
                  <a:lnTo>
                    <a:pt x="640307" y="95610"/>
                  </a:lnTo>
                  <a:lnTo>
                    <a:pt x="626987" y="85756"/>
                  </a:lnTo>
                  <a:lnTo>
                    <a:pt x="613342" y="76687"/>
                  </a:lnTo>
                  <a:lnTo>
                    <a:pt x="599414" y="68412"/>
                  </a:lnTo>
                  <a:lnTo>
                    <a:pt x="585250" y="60938"/>
                  </a:lnTo>
                  <a:lnTo>
                    <a:pt x="570893" y="54267"/>
                  </a:lnTo>
                  <a:lnTo>
                    <a:pt x="556387" y="48401"/>
                  </a:lnTo>
                  <a:lnTo>
                    <a:pt x="541776" y="43338"/>
                  </a:lnTo>
                  <a:lnTo>
                    <a:pt x="527103" y="39075"/>
                  </a:lnTo>
                  <a:lnTo>
                    <a:pt x="512410" y="35607"/>
                  </a:lnTo>
                  <a:lnTo>
                    <a:pt x="497741" y="32924"/>
                  </a:lnTo>
                  <a:lnTo>
                    <a:pt x="483135" y="31018"/>
                  </a:lnTo>
                  <a:lnTo>
                    <a:pt x="468634" y="29875"/>
                  </a:lnTo>
                  <a:lnTo>
                    <a:pt x="454276" y="29481"/>
                  </a:lnTo>
                  <a:lnTo>
                    <a:pt x="440099" y="29821"/>
                  </a:lnTo>
                  <a:lnTo>
                    <a:pt x="426141" y="30875"/>
                  </a:lnTo>
                  <a:lnTo>
                    <a:pt x="412436" y="32623"/>
                  </a:lnTo>
                  <a:lnTo>
                    <a:pt x="399018" y="35044"/>
                  </a:lnTo>
                  <a:lnTo>
                    <a:pt x="385921" y="38115"/>
                  </a:lnTo>
                  <a:lnTo>
                    <a:pt x="373175" y="41810"/>
                  </a:lnTo>
                  <a:lnTo>
                    <a:pt x="385720" y="34338"/>
                  </a:lnTo>
                  <a:lnTo>
                    <a:pt x="398955" y="27479"/>
                  </a:lnTo>
                  <a:lnTo>
                    <a:pt x="412848" y="21280"/>
                  </a:lnTo>
                  <a:lnTo>
                    <a:pt x="427367" y="15787"/>
                  </a:lnTo>
                  <a:lnTo>
                    <a:pt x="442474" y="11044"/>
                  </a:lnTo>
                  <a:lnTo>
                    <a:pt x="458132" y="7094"/>
                  </a:lnTo>
                  <a:lnTo>
                    <a:pt x="474297" y="3978"/>
                  </a:lnTo>
                  <a:lnTo>
                    <a:pt x="490927" y="1733"/>
                  </a:lnTo>
                  <a:lnTo>
                    <a:pt x="507974" y="396"/>
                  </a:lnTo>
                  <a:lnTo>
                    <a:pt x="525389" y="0"/>
                  </a:lnTo>
                  <a:lnTo>
                    <a:pt x="543120" y="575"/>
                  </a:lnTo>
                  <a:lnTo>
                    <a:pt x="561116" y="2151"/>
                  </a:lnTo>
                  <a:lnTo>
                    <a:pt x="579319" y="4752"/>
                  </a:lnTo>
                  <a:lnTo>
                    <a:pt x="597675" y="8400"/>
                  </a:lnTo>
                  <a:lnTo>
                    <a:pt x="616123" y="13114"/>
                  </a:lnTo>
                  <a:lnTo>
                    <a:pt x="634604" y="18911"/>
                  </a:lnTo>
                  <a:lnTo>
                    <a:pt x="653057" y="25803"/>
                  </a:lnTo>
                  <a:lnTo>
                    <a:pt x="666424" y="44716"/>
                  </a:lnTo>
                  <a:lnTo>
                    <a:pt x="678546" y="64229"/>
                  </a:lnTo>
                  <a:lnTo>
                    <a:pt x="689401" y="84262"/>
                  </a:lnTo>
                  <a:lnTo>
                    <a:pt x="698967" y="104733"/>
                  </a:lnTo>
                  <a:lnTo>
                    <a:pt x="707233" y="125563"/>
                  </a:lnTo>
                  <a:lnTo>
                    <a:pt x="714189" y="146668"/>
                  </a:lnTo>
                  <a:lnTo>
                    <a:pt x="719830" y="167968"/>
                  </a:lnTo>
                  <a:lnTo>
                    <a:pt x="724159" y="189382"/>
                  </a:lnTo>
                  <a:lnTo>
                    <a:pt x="727181" y="210829"/>
                  </a:lnTo>
                  <a:lnTo>
                    <a:pt x="728907" y="232232"/>
                  </a:lnTo>
                  <a:lnTo>
                    <a:pt x="729353" y="253513"/>
                  </a:lnTo>
                  <a:lnTo>
                    <a:pt x="728538" y="274595"/>
                  </a:lnTo>
                  <a:lnTo>
                    <a:pt x="726488" y="295404"/>
                  </a:lnTo>
                  <a:lnTo>
                    <a:pt x="723232" y="315870"/>
                  </a:lnTo>
                  <a:lnTo>
                    <a:pt x="718802" y="335923"/>
                  </a:lnTo>
                  <a:lnTo>
                    <a:pt x="713236" y="355496"/>
                  </a:lnTo>
                  <a:lnTo>
                    <a:pt x="706574" y="374526"/>
                  </a:lnTo>
                  <a:lnTo>
                    <a:pt x="698860" y="392952"/>
                  </a:lnTo>
                  <a:lnTo>
                    <a:pt x="690143" y="410716"/>
                  </a:lnTo>
                  <a:lnTo>
                    <a:pt x="680472" y="427766"/>
                  </a:lnTo>
                  <a:lnTo>
                    <a:pt x="669901" y="444050"/>
                  </a:lnTo>
                  <a:lnTo>
                    <a:pt x="658487" y="459523"/>
                  </a:lnTo>
                  <a:lnTo>
                    <a:pt x="646286" y="474142"/>
                  </a:lnTo>
                  <a:lnTo>
                    <a:pt x="633361" y="487869"/>
                  </a:lnTo>
                  <a:lnTo>
                    <a:pt x="619772" y="500668"/>
                  </a:lnTo>
                  <a:lnTo>
                    <a:pt x="605584" y="512511"/>
                  </a:lnTo>
                  <a:lnTo>
                    <a:pt x="590861" y="523371"/>
                  </a:lnTo>
                  <a:lnTo>
                    <a:pt x="575670" y="533226"/>
                  </a:lnTo>
                  <a:lnTo>
                    <a:pt x="560077" y="542060"/>
                  </a:lnTo>
                  <a:lnTo>
                    <a:pt x="544148" y="549859"/>
                  </a:lnTo>
                  <a:lnTo>
                    <a:pt x="527951" y="556614"/>
                  </a:lnTo>
                  <a:lnTo>
                    <a:pt x="511553" y="562321"/>
                  </a:lnTo>
                  <a:lnTo>
                    <a:pt x="495020" y="566981"/>
                  </a:lnTo>
                  <a:lnTo>
                    <a:pt x="478418" y="570596"/>
                  </a:lnTo>
                  <a:lnTo>
                    <a:pt x="461812" y="573174"/>
                  </a:lnTo>
                  <a:lnTo>
                    <a:pt x="445266" y="574729"/>
                  </a:lnTo>
                  <a:lnTo>
                    <a:pt x="428841" y="575275"/>
                  </a:lnTo>
                  <a:lnTo>
                    <a:pt x="412600" y="574832"/>
                  </a:lnTo>
                  <a:lnTo>
                    <a:pt x="396600" y="573424"/>
                  </a:lnTo>
                  <a:lnTo>
                    <a:pt x="380898" y="571077"/>
                  </a:lnTo>
                  <a:lnTo>
                    <a:pt x="365548" y="567820"/>
                  </a:lnTo>
                  <a:lnTo>
                    <a:pt x="350603" y="563688"/>
                  </a:lnTo>
                  <a:lnTo>
                    <a:pt x="336112" y="558716"/>
                  </a:lnTo>
                  <a:lnTo>
                    <a:pt x="322121" y="552942"/>
                  </a:lnTo>
                  <a:lnTo>
                    <a:pt x="308674" y="546408"/>
                  </a:lnTo>
                  <a:lnTo>
                    <a:pt x="295811" y="539158"/>
                  </a:lnTo>
                  <a:lnTo>
                    <a:pt x="283569" y="531238"/>
                  </a:lnTo>
                  <a:lnTo>
                    <a:pt x="271983" y="522693"/>
                  </a:lnTo>
                  <a:lnTo>
                    <a:pt x="261082" y="513575"/>
                  </a:lnTo>
                  <a:lnTo>
                    <a:pt x="250894" y="503933"/>
                  </a:lnTo>
                  <a:lnTo>
                    <a:pt x="241443" y="493819"/>
                  </a:lnTo>
                  <a:lnTo>
                    <a:pt x="232747" y="483286"/>
                  </a:lnTo>
                  <a:lnTo>
                    <a:pt x="224824" y="472386"/>
                  </a:lnTo>
                  <a:lnTo>
                    <a:pt x="217685" y="461175"/>
                  </a:lnTo>
                  <a:lnTo>
                    <a:pt x="211341" y="449705"/>
                  </a:lnTo>
                  <a:lnTo>
                    <a:pt x="205796" y="438031"/>
                  </a:lnTo>
                  <a:lnTo>
                    <a:pt x="201053" y="426206"/>
                  </a:lnTo>
                  <a:lnTo>
                    <a:pt x="197109" y="414284"/>
                  </a:lnTo>
                  <a:lnTo>
                    <a:pt x="193960" y="402317"/>
                  </a:lnTo>
                  <a:lnTo>
                    <a:pt x="191597" y="390356"/>
                  </a:lnTo>
                  <a:lnTo>
                    <a:pt x="190008" y="378452"/>
                  </a:lnTo>
                  <a:lnTo>
                    <a:pt x="189180" y="366654"/>
                  </a:lnTo>
                  <a:lnTo>
                    <a:pt x="189093" y="355010"/>
                  </a:lnTo>
                  <a:lnTo>
                    <a:pt x="189726" y="343564"/>
                  </a:lnTo>
                  <a:lnTo>
                    <a:pt x="191058" y="332361"/>
                  </a:lnTo>
                  <a:lnTo>
                    <a:pt x="193060" y="321443"/>
                  </a:lnTo>
                  <a:lnTo>
                    <a:pt x="195705" y="310849"/>
                  </a:lnTo>
                  <a:lnTo>
                    <a:pt x="198961" y="300616"/>
                  </a:lnTo>
                  <a:lnTo>
                    <a:pt x="202796" y="290779"/>
                  </a:lnTo>
                  <a:lnTo>
                    <a:pt x="207174" y="281369"/>
                  </a:lnTo>
                  <a:lnTo>
                    <a:pt x="212059" y="272417"/>
                  </a:lnTo>
                  <a:lnTo>
                    <a:pt x="217413" y="263948"/>
                  </a:lnTo>
                  <a:lnTo>
                    <a:pt x="223196" y="255987"/>
                  </a:lnTo>
                  <a:lnTo>
                    <a:pt x="229367" y="248553"/>
                  </a:lnTo>
                  <a:lnTo>
                    <a:pt x="235884" y="241665"/>
                  </a:lnTo>
                  <a:lnTo>
                    <a:pt x="242706" y="235337"/>
                  </a:lnTo>
                  <a:lnTo>
                    <a:pt x="249790" y="229580"/>
                  </a:lnTo>
                  <a:lnTo>
                    <a:pt x="257093" y="224403"/>
                  </a:lnTo>
                  <a:lnTo>
                    <a:pt x="264571" y="219811"/>
                  </a:lnTo>
                  <a:lnTo>
                    <a:pt x="272181" y="215808"/>
                  </a:lnTo>
                  <a:lnTo>
                    <a:pt x="279881" y="212391"/>
                  </a:lnTo>
                  <a:lnTo>
                    <a:pt x="271186" y="221985"/>
                  </a:lnTo>
                  <a:lnTo>
                    <a:pt x="263473" y="232384"/>
                  </a:lnTo>
                  <a:lnTo>
                    <a:pt x="256817" y="243490"/>
                  </a:lnTo>
                  <a:lnTo>
                    <a:pt x="251281" y="255195"/>
                  </a:lnTo>
                  <a:lnTo>
                    <a:pt x="246919" y="267385"/>
                  </a:lnTo>
                  <a:lnTo>
                    <a:pt x="243773" y="279945"/>
                  </a:lnTo>
                  <a:lnTo>
                    <a:pt x="241873" y="292753"/>
                  </a:lnTo>
                  <a:lnTo>
                    <a:pt x="241238" y="305685"/>
                  </a:lnTo>
                  <a:lnTo>
                    <a:pt x="241873" y="318617"/>
                  </a:lnTo>
                  <a:lnTo>
                    <a:pt x="243773" y="331425"/>
                  </a:lnTo>
                  <a:lnTo>
                    <a:pt x="246919" y="343984"/>
                  </a:lnTo>
                  <a:lnTo>
                    <a:pt x="251281" y="356175"/>
                  </a:lnTo>
                  <a:lnTo>
                    <a:pt x="256817" y="367880"/>
                  </a:lnTo>
                  <a:lnTo>
                    <a:pt x="263473" y="378985"/>
                  </a:lnTo>
                  <a:lnTo>
                    <a:pt x="271186" y="389385"/>
                  </a:lnTo>
                  <a:lnTo>
                    <a:pt x="279881" y="398979"/>
                  </a:lnTo>
                  <a:lnTo>
                    <a:pt x="289475" y="407674"/>
                  </a:lnTo>
                  <a:lnTo>
                    <a:pt x="299875" y="415387"/>
                  </a:lnTo>
                  <a:lnTo>
                    <a:pt x="310980" y="422043"/>
                  </a:lnTo>
                  <a:lnTo>
                    <a:pt x="322685" y="427579"/>
                  </a:lnTo>
                  <a:lnTo>
                    <a:pt x="334876" y="431941"/>
                  </a:lnTo>
                  <a:lnTo>
                    <a:pt x="347436" y="435087"/>
                  </a:lnTo>
                  <a:lnTo>
                    <a:pt x="360243" y="436987"/>
                  </a:lnTo>
                  <a:lnTo>
                    <a:pt x="373175" y="437622"/>
                  </a:lnTo>
                  <a:lnTo>
                    <a:pt x="386108" y="436987"/>
                  </a:lnTo>
                  <a:lnTo>
                    <a:pt x="398915" y="435087"/>
                  </a:lnTo>
                  <a:lnTo>
                    <a:pt x="411475" y="431941"/>
                  </a:lnTo>
                  <a:lnTo>
                    <a:pt x="423666" y="427579"/>
                  </a:lnTo>
                  <a:lnTo>
                    <a:pt x="435370" y="422043"/>
                  </a:lnTo>
                  <a:lnTo>
                    <a:pt x="446476" y="415387"/>
                  </a:lnTo>
                  <a:lnTo>
                    <a:pt x="456876" y="407674"/>
                  </a:lnTo>
                  <a:lnTo>
                    <a:pt x="466469" y="398979"/>
                  </a:lnTo>
                  <a:lnTo>
                    <a:pt x="469662" y="410733"/>
                  </a:lnTo>
                  <a:lnTo>
                    <a:pt x="472013" y="422912"/>
                  </a:lnTo>
                  <a:lnTo>
                    <a:pt x="473491" y="435465"/>
                  </a:lnTo>
                  <a:lnTo>
                    <a:pt x="474069" y="448339"/>
                  </a:lnTo>
                  <a:lnTo>
                    <a:pt x="473725" y="461481"/>
                  </a:lnTo>
                  <a:lnTo>
                    <a:pt x="472436" y="474835"/>
                  </a:lnTo>
                  <a:lnTo>
                    <a:pt x="470186" y="488343"/>
                  </a:lnTo>
                  <a:lnTo>
                    <a:pt x="466959" y="501948"/>
                  </a:lnTo>
                  <a:lnTo>
                    <a:pt x="462743" y="515591"/>
                  </a:lnTo>
                  <a:lnTo>
                    <a:pt x="457531" y="529211"/>
                  </a:lnTo>
                  <a:lnTo>
                    <a:pt x="451317" y="542750"/>
                  </a:lnTo>
                  <a:lnTo>
                    <a:pt x="444100" y="556146"/>
                  </a:lnTo>
                  <a:lnTo>
                    <a:pt x="435881" y="569338"/>
                  </a:lnTo>
                  <a:lnTo>
                    <a:pt x="426666" y="582264"/>
                  </a:lnTo>
                  <a:lnTo>
                    <a:pt x="416463" y="594865"/>
                  </a:lnTo>
                  <a:lnTo>
                    <a:pt x="405285" y="607079"/>
                  </a:lnTo>
                  <a:lnTo>
                    <a:pt x="393145" y="618846"/>
                  </a:lnTo>
                  <a:lnTo>
                    <a:pt x="380063" y="630107"/>
                  </a:lnTo>
                  <a:lnTo>
                    <a:pt x="366061" y="640802"/>
                  </a:lnTo>
                  <a:lnTo>
                    <a:pt x="351164" y="650874"/>
                  </a:lnTo>
                  <a:lnTo>
                    <a:pt x="335400" y="660266"/>
                  </a:lnTo>
                  <a:lnTo>
                    <a:pt x="318801" y="668923"/>
                  </a:lnTo>
                  <a:lnTo>
                    <a:pt x="301403" y="676791"/>
                  </a:lnTo>
                  <a:lnTo>
                    <a:pt x="283242" y="683818"/>
                  </a:lnTo>
                  <a:lnTo>
                    <a:pt x="264360" y="689954"/>
                  </a:lnTo>
                  <a:lnTo>
                    <a:pt x="244800" y="695149"/>
                  </a:lnTo>
                  <a:lnTo>
                    <a:pt x="224609" y="699358"/>
                  </a:lnTo>
                  <a:lnTo>
                    <a:pt x="203837" y="702538"/>
                  </a:lnTo>
                  <a:lnTo>
                    <a:pt x="182534" y="704646"/>
                  </a:lnTo>
                  <a:lnTo>
                    <a:pt x="160756" y="705643"/>
                  </a:lnTo>
                  <a:lnTo>
                    <a:pt x="138558" y="705493"/>
                  </a:lnTo>
                  <a:lnTo>
                    <a:pt x="116000" y="704164"/>
                  </a:lnTo>
                  <a:lnTo>
                    <a:pt x="93143" y="701624"/>
                  </a:lnTo>
                  <a:lnTo>
                    <a:pt x="70049" y="697846"/>
                  </a:lnTo>
                  <a:lnTo>
                    <a:pt x="46783" y="692807"/>
                  </a:lnTo>
                  <a:lnTo>
                    <a:pt x="23410" y="686484"/>
                  </a:lnTo>
                  <a:lnTo>
                    <a:pt x="0" y="678861"/>
                  </a:lnTo>
                  <a:lnTo>
                    <a:pt x="2898" y="658218"/>
                  </a:lnTo>
                  <a:lnTo>
                    <a:pt x="6578" y="637949"/>
                  </a:lnTo>
                  <a:lnTo>
                    <a:pt x="11022" y="618080"/>
                  </a:lnTo>
                  <a:lnTo>
                    <a:pt x="16213" y="598636"/>
                  </a:lnTo>
                  <a:lnTo>
                    <a:pt x="22133" y="579641"/>
                  </a:lnTo>
                  <a:lnTo>
                    <a:pt x="28762" y="561119"/>
                  </a:lnTo>
                  <a:lnTo>
                    <a:pt x="36081" y="543093"/>
                  </a:lnTo>
                  <a:lnTo>
                    <a:pt x="44069" y="525587"/>
                  </a:lnTo>
                  <a:lnTo>
                    <a:pt x="52705" y="508620"/>
                  </a:lnTo>
                  <a:lnTo>
                    <a:pt x="61967" y="492216"/>
                  </a:lnTo>
                  <a:lnTo>
                    <a:pt x="71833" y="476393"/>
                  </a:lnTo>
                  <a:lnTo>
                    <a:pt x="82279" y="461172"/>
                  </a:lnTo>
                  <a:lnTo>
                    <a:pt x="93282" y="446571"/>
                  </a:lnTo>
                  <a:lnTo>
                    <a:pt x="104817" y="432609"/>
                  </a:lnTo>
                  <a:lnTo>
                    <a:pt x="116861" y="419301"/>
                  </a:lnTo>
                  <a:lnTo>
                    <a:pt x="129386" y="406666"/>
                  </a:lnTo>
                  <a:lnTo>
                    <a:pt x="142369" y="394717"/>
                  </a:lnTo>
                  <a:lnTo>
                    <a:pt x="155782" y="383470"/>
                  </a:lnTo>
                  <a:lnTo>
                    <a:pt x="169598" y="372938"/>
                  </a:lnTo>
                  <a:lnTo>
                    <a:pt x="183791" y="363134"/>
                  </a:lnTo>
                  <a:lnTo>
                    <a:pt x="198333" y="354070"/>
                  </a:lnTo>
                  <a:lnTo>
                    <a:pt x="213196" y="345758"/>
                  </a:lnTo>
                  <a:lnTo>
                    <a:pt x="228352" y="338206"/>
                  </a:lnTo>
                  <a:lnTo>
                    <a:pt x="243773" y="331425"/>
                  </a:lnTo>
                  <a:lnTo>
                    <a:pt x="259430" y="325422"/>
                  </a:lnTo>
                  <a:lnTo>
                    <a:pt x="275293" y="320204"/>
                  </a:lnTo>
                  <a:lnTo>
                    <a:pt x="291335" y="315779"/>
                  </a:lnTo>
                  <a:lnTo>
                    <a:pt x="307524" y="312151"/>
                  </a:lnTo>
                  <a:lnTo>
                    <a:pt x="323833" y="309325"/>
                  </a:lnTo>
                  <a:lnTo>
                    <a:pt x="340231" y="307303"/>
                  </a:lnTo>
                  <a:lnTo>
                    <a:pt x="356688" y="306090"/>
                  </a:lnTo>
                  <a:lnTo>
                    <a:pt x="373175" y="305685"/>
                  </a:lnTo>
                  <a:lnTo>
                    <a:pt x="364591" y="306272"/>
                  </a:lnTo>
                  <a:lnTo>
                    <a:pt x="356126" y="308028"/>
                  </a:lnTo>
                  <a:lnTo>
                    <a:pt x="347901" y="310937"/>
                  </a:lnTo>
                  <a:lnTo>
                    <a:pt x="340033" y="314971"/>
                  </a:lnTo>
                  <a:lnTo>
                    <a:pt x="332636" y="320092"/>
                  </a:lnTo>
                  <a:lnTo>
                    <a:pt x="325822" y="326253"/>
                  </a:lnTo>
                  <a:lnTo>
                    <a:pt x="319696" y="333396"/>
                  </a:lnTo>
                  <a:lnTo>
                    <a:pt x="314360" y="341451"/>
                  </a:lnTo>
                  <a:lnTo>
                    <a:pt x="309908" y="350344"/>
                  </a:lnTo>
                  <a:lnTo>
                    <a:pt x="306428" y="359988"/>
                  </a:lnTo>
                  <a:lnTo>
                    <a:pt x="304001" y="370289"/>
                  </a:lnTo>
                  <a:lnTo>
                    <a:pt x="302698" y="381148"/>
                  </a:lnTo>
                  <a:lnTo>
                    <a:pt x="302582" y="392456"/>
                  </a:lnTo>
                  <a:lnTo>
                    <a:pt x="303706" y="404101"/>
                  </a:lnTo>
                  <a:lnTo>
                    <a:pt x="306113" y="415964"/>
                  </a:lnTo>
                  <a:lnTo>
                    <a:pt x="309836" y="427924"/>
                  </a:lnTo>
                  <a:lnTo>
                    <a:pt x="314898" y="439853"/>
                  </a:lnTo>
                  <a:lnTo>
                    <a:pt x="321308" y="451625"/>
                  </a:lnTo>
                  <a:lnTo>
                    <a:pt x="329067" y="463110"/>
                  </a:lnTo>
                  <a:lnTo>
                    <a:pt x="338162" y="474178"/>
                  </a:lnTo>
                  <a:lnTo>
                    <a:pt x="348570" y="484699"/>
                  </a:lnTo>
                  <a:lnTo>
                    <a:pt x="360257" y="494545"/>
                  </a:lnTo>
                  <a:lnTo>
                    <a:pt x="373175" y="503591"/>
                  </a:lnTo>
                  <a:lnTo>
                    <a:pt x="387268" y="511714"/>
                  </a:lnTo>
                  <a:lnTo>
                    <a:pt x="402467" y="518797"/>
                  </a:lnTo>
                  <a:lnTo>
                    <a:pt x="418693" y="524726"/>
                  </a:lnTo>
                  <a:lnTo>
                    <a:pt x="435856" y="529395"/>
                  </a:lnTo>
                  <a:lnTo>
                    <a:pt x="453858" y="532703"/>
                  </a:lnTo>
                  <a:lnTo>
                    <a:pt x="472590" y="534560"/>
                  </a:lnTo>
                  <a:lnTo>
                    <a:pt x="491936" y="534882"/>
                  </a:lnTo>
                  <a:lnTo>
                    <a:pt x="511771" y="533596"/>
                  </a:lnTo>
                  <a:lnTo>
                    <a:pt x="531963" y="530636"/>
                  </a:lnTo>
                  <a:lnTo>
                    <a:pt x="552374" y="525950"/>
                  </a:lnTo>
                  <a:lnTo>
                    <a:pt x="572861" y="519496"/>
                  </a:lnTo>
                  <a:lnTo>
                    <a:pt x="593275" y="511244"/>
                  </a:lnTo>
                  <a:lnTo>
                    <a:pt x="613465" y="501175"/>
                  </a:lnTo>
                  <a:lnTo>
                    <a:pt x="633275" y="489283"/>
                  </a:lnTo>
                  <a:lnTo>
                    <a:pt x="652550" y="475576"/>
                  </a:lnTo>
                  <a:lnTo>
                    <a:pt x="671132" y="460074"/>
                  </a:lnTo>
                  <a:lnTo>
                    <a:pt x="688866" y="442809"/>
                  </a:lnTo>
                  <a:lnTo>
                    <a:pt x="705595" y="423827"/>
                  </a:lnTo>
                  <a:lnTo>
                    <a:pt x="721168" y="403188"/>
                  </a:lnTo>
                  <a:lnTo>
                    <a:pt x="735435" y="380963"/>
                  </a:lnTo>
                  <a:lnTo>
                    <a:pt x="748253" y="357238"/>
                  </a:lnTo>
                  <a:lnTo>
                    <a:pt x="759481" y="332109"/>
                  </a:lnTo>
                  <a:close/>
                </a:path>
              </a:pathLst>
            </a:custGeom>
            <a:solidFill>
              <a:srgbClr val="F29FB7">
                <a:alpha val="25882"/>
              </a:srgbClr>
            </a:solidFill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l286"/>
            <p:cNvSpPr/>
            <p:nvPr/>
          </p:nvSpPr>
          <p:spPr>
            <a:xfrm>
              <a:off x="5469428" y="2339161"/>
              <a:ext cx="768988" cy="678861"/>
            </a:xfrm>
            <a:custGeom>
              <a:avLst/>
              <a:pathLst>
                <a:path w="768988" h="678861">
                  <a:moveTo>
                    <a:pt x="373175" y="41810"/>
                  </a:moveTo>
                  <a:lnTo>
                    <a:pt x="385720" y="34338"/>
                  </a:lnTo>
                  <a:lnTo>
                    <a:pt x="398955" y="27479"/>
                  </a:lnTo>
                  <a:lnTo>
                    <a:pt x="412848" y="21280"/>
                  </a:lnTo>
                  <a:lnTo>
                    <a:pt x="427367" y="15787"/>
                  </a:lnTo>
                  <a:lnTo>
                    <a:pt x="442474" y="11044"/>
                  </a:lnTo>
                  <a:lnTo>
                    <a:pt x="458132" y="7094"/>
                  </a:lnTo>
                  <a:lnTo>
                    <a:pt x="474297" y="3978"/>
                  </a:lnTo>
                  <a:lnTo>
                    <a:pt x="490927" y="1733"/>
                  </a:lnTo>
                  <a:lnTo>
                    <a:pt x="507974" y="396"/>
                  </a:lnTo>
                  <a:lnTo>
                    <a:pt x="525389" y="0"/>
                  </a:lnTo>
                  <a:lnTo>
                    <a:pt x="543120" y="575"/>
                  </a:lnTo>
                  <a:lnTo>
                    <a:pt x="561116" y="2151"/>
                  </a:lnTo>
                  <a:lnTo>
                    <a:pt x="579319" y="4752"/>
                  </a:lnTo>
                  <a:lnTo>
                    <a:pt x="597675" y="8400"/>
                  </a:lnTo>
                  <a:lnTo>
                    <a:pt x="616123" y="13114"/>
                  </a:lnTo>
                  <a:lnTo>
                    <a:pt x="634604" y="18911"/>
                  </a:lnTo>
                  <a:lnTo>
                    <a:pt x="653057" y="25803"/>
                  </a:lnTo>
                  <a:lnTo>
                    <a:pt x="664999" y="38278"/>
                  </a:lnTo>
                  <a:lnTo>
                    <a:pt x="676386" y="51261"/>
                  </a:lnTo>
                  <a:lnTo>
                    <a:pt x="687195" y="64729"/>
                  </a:lnTo>
                  <a:lnTo>
                    <a:pt x="697406" y="78656"/>
                  </a:lnTo>
                  <a:lnTo>
                    <a:pt x="707001" y="93015"/>
                  </a:lnTo>
                  <a:lnTo>
                    <a:pt x="715959" y="107778"/>
                  </a:lnTo>
                  <a:lnTo>
                    <a:pt x="724266" y="122919"/>
                  </a:lnTo>
                  <a:lnTo>
                    <a:pt x="731904" y="138407"/>
                  </a:lnTo>
                  <a:lnTo>
                    <a:pt x="738859" y="154214"/>
                  </a:lnTo>
                  <a:lnTo>
                    <a:pt x="745118" y="170309"/>
                  </a:lnTo>
                  <a:lnTo>
                    <a:pt x="750669" y="186662"/>
                  </a:lnTo>
                  <a:lnTo>
                    <a:pt x="755501" y="203241"/>
                  </a:lnTo>
                  <a:lnTo>
                    <a:pt x="759606" y="220015"/>
                  </a:lnTo>
                  <a:lnTo>
                    <a:pt x="762975" y="236953"/>
                  </a:lnTo>
                  <a:lnTo>
                    <a:pt x="765602" y="254021"/>
                  </a:lnTo>
                  <a:lnTo>
                    <a:pt x="767482" y="271187"/>
                  </a:lnTo>
                  <a:lnTo>
                    <a:pt x="768611" y="288420"/>
                  </a:lnTo>
                  <a:lnTo>
                    <a:pt x="768988" y="305685"/>
                  </a:lnTo>
                  <a:lnTo>
                    <a:pt x="754774" y="321468"/>
                  </a:lnTo>
                  <a:lnTo>
                    <a:pt x="739955" y="336077"/>
                  </a:lnTo>
                  <a:lnTo>
                    <a:pt x="724604" y="349490"/>
                  </a:lnTo>
                  <a:lnTo>
                    <a:pt x="708795" y="361690"/>
                  </a:lnTo>
                  <a:lnTo>
                    <a:pt x="692601" y="372661"/>
                  </a:lnTo>
                  <a:lnTo>
                    <a:pt x="676097" y="382395"/>
                  </a:lnTo>
                  <a:lnTo>
                    <a:pt x="659358" y="390885"/>
                  </a:lnTo>
                  <a:lnTo>
                    <a:pt x="642457" y="398129"/>
                  </a:lnTo>
                  <a:lnTo>
                    <a:pt x="625468" y="404130"/>
                  </a:lnTo>
                  <a:lnTo>
                    <a:pt x="608466" y="408893"/>
                  </a:lnTo>
                  <a:lnTo>
                    <a:pt x="591523" y="412428"/>
                  </a:lnTo>
                  <a:lnTo>
                    <a:pt x="574711" y="414750"/>
                  </a:lnTo>
                  <a:lnTo>
                    <a:pt x="558101" y="415877"/>
                  </a:lnTo>
                  <a:lnTo>
                    <a:pt x="541763" y="415828"/>
                  </a:lnTo>
                  <a:lnTo>
                    <a:pt x="525764" y="414631"/>
                  </a:lnTo>
                  <a:lnTo>
                    <a:pt x="510172" y="412313"/>
                  </a:lnTo>
                  <a:lnTo>
                    <a:pt x="495051" y="408908"/>
                  </a:lnTo>
                  <a:lnTo>
                    <a:pt x="480463" y="404450"/>
                  </a:lnTo>
                  <a:lnTo>
                    <a:pt x="466469" y="398979"/>
                  </a:lnTo>
                  <a:lnTo>
                    <a:pt x="456876" y="407674"/>
                  </a:lnTo>
                  <a:lnTo>
                    <a:pt x="446476" y="415387"/>
                  </a:lnTo>
                  <a:lnTo>
                    <a:pt x="435370" y="422043"/>
                  </a:lnTo>
                  <a:lnTo>
                    <a:pt x="423666" y="427579"/>
                  </a:lnTo>
                  <a:lnTo>
                    <a:pt x="411475" y="431941"/>
                  </a:lnTo>
                  <a:lnTo>
                    <a:pt x="398915" y="435087"/>
                  </a:lnTo>
                  <a:lnTo>
                    <a:pt x="386108" y="436987"/>
                  </a:lnTo>
                  <a:lnTo>
                    <a:pt x="373175" y="437622"/>
                  </a:lnTo>
                  <a:lnTo>
                    <a:pt x="368319" y="454035"/>
                  </a:lnTo>
                  <a:lnTo>
                    <a:pt x="362389" y="470254"/>
                  </a:lnTo>
                  <a:lnTo>
                    <a:pt x="355394" y="486225"/>
                  </a:lnTo>
                  <a:lnTo>
                    <a:pt x="347343" y="501898"/>
                  </a:lnTo>
                  <a:lnTo>
                    <a:pt x="338251" y="517220"/>
                  </a:lnTo>
                  <a:lnTo>
                    <a:pt x="328131" y="532139"/>
                  </a:lnTo>
                  <a:lnTo>
                    <a:pt x="317001" y="546605"/>
                  </a:lnTo>
                  <a:lnTo>
                    <a:pt x="304879" y="560569"/>
                  </a:lnTo>
                  <a:lnTo>
                    <a:pt x="291789" y="573980"/>
                  </a:lnTo>
                  <a:lnTo>
                    <a:pt x="277753" y="586790"/>
                  </a:lnTo>
                  <a:lnTo>
                    <a:pt x="262797" y="598953"/>
                  </a:lnTo>
                  <a:lnTo>
                    <a:pt x="246950" y="610421"/>
                  </a:lnTo>
                  <a:lnTo>
                    <a:pt x="230240" y="621150"/>
                  </a:lnTo>
                  <a:lnTo>
                    <a:pt x="212700" y="631096"/>
                  </a:lnTo>
                  <a:lnTo>
                    <a:pt x="194365" y="640216"/>
                  </a:lnTo>
                  <a:lnTo>
                    <a:pt x="175269" y="648469"/>
                  </a:lnTo>
                  <a:lnTo>
                    <a:pt x="155450" y="655815"/>
                  </a:lnTo>
                  <a:lnTo>
                    <a:pt x="134948" y="662217"/>
                  </a:lnTo>
                  <a:lnTo>
                    <a:pt x="113804" y="667637"/>
                  </a:lnTo>
                  <a:lnTo>
                    <a:pt x="92061" y="672041"/>
                  </a:lnTo>
                  <a:lnTo>
                    <a:pt x="69762" y="675395"/>
                  </a:lnTo>
                  <a:lnTo>
                    <a:pt x="46953" y="677670"/>
                  </a:lnTo>
                  <a:lnTo>
                    <a:pt x="23683" y="678834"/>
                  </a:lnTo>
                  <a:lnTo>
                    <a:pt x="0" y="678861"/>
                  </a:lnTo>
                  <a:lnTo>
                    <a:pt x="2898" y="658218"/>
                  </a:lnTo>
                  <a:lnTo>
                    <a:pt x="6578" y="637949"/>
                  </a:lnTo>
                  <a:lnTo>
                    <a:pt x="11022" y="618080"/>
                  </a:lnTo>
                  <a:lnTo>
                    <a:pt x="16213" y="598636"/>
                  </a:lnTo>
                  <a:lnTo>
                    <a:pt x="22133" y="579641"/>
                  </a:lnTo>
                  <a:lnTo>
                    <a:pt x="28762" y="561119"/>
                  </a:lnTo>
                  <a:lnTo>
                    <a:pt x="36081" y="543093"/>
                  </a:lnTo>
                  <a:lnTo>
                    <a:pt x="44069" y="525587"/>
                  </a:lnTo>
                  <a:lnTo>
                    <a:pt x="52705" y="508620"/>
                  </a:lnTo>
                  <a:lnTo>
                    <a:pt x="61967" y="492216"/>
                  </a:lnTo>
                  <a:lnTo>
                    <a:pt x="71833" y="476393"/>
                  </a:lnTo>
                  <a:lnTo>
                    <a:pt x="82279" y="461172"/>
                  </a:lnTo>
                  <a:lnTo>
                    <a:pt x="93282" y="446571"/>
                  </a:lnTo>
                  <a:lnTo>
                    <a:pt x="104817" y="432609"/>
                  </a:lnTo>
                  <a:lnTo>
                    <a:pt x="116861" y="419301"/>
                  </a:lnTo>
                  <a:lnTo>
                    <a:pt x="129386" y="406666"/>
                  </a:lnTo>
                  <a:lnTo>
                    <a:pt x="142369" y="394717"/>
                  </a:lnTo>
                  <a:lnTo>
                    <a:pt x="155782" y="383470"/>
                  </a:lnTo>
                  <a:lnTo>
                    <a:pt x="169598" y="372938"/>
                  </a:lnTo>
                  <a:lnTo>
                    <a:pt x="183791" y="363134"/>
                  </a:lnTo>
                  <a:lnTo>
                    <a:pt x="198333" y="354070"/>
                  </a:lnTo>
                  <a:lnTo>
                    <a:pt x="213196" y="345758"/>
                  </a:lnTo>
                  <a:lnTo>
                    <a:pt x="228352" y="338206"/>
                  </a:lnTo>
                  <a:lnTo>
                    <a:pt x="243773" y="331425"/>
                  </a:lnTo>
                  <a:lnTo>
                    <a:pt x="259430" y="325422"/>
                  </a:lnTo>
                  <a:lnTo>
                    <a:pt x="275293" y="320204"/>
                  </a:lnTo>
                  <a:lnTo>
                    <a:pt x="291335" y="315779"/>
                  </a:lnTo>
                  <a:lnTo>
                    <a:pt x="307524" y="312151"/>
                  </a:lnTo>
                  <a:lnTo>
                    <a:pt x="323833" y="309325"/>
                  </a:lnTo>
                  <a:lnTo>
                    <a:pt x="340231" y="307303"/>
                  </a:lnTo>
                  <a:lnTo>
                    <a:pt x="356688" y="306090"/>
                  </a:lnTo>
                  <a:lnTo>
                    <a:pt x="373175" y="305685"/>
                  </a:lnTo>
                  <a:lnTo>
                    <a:pt x="361212" y="304829"/>
                  </a:lnTo>
                  <a:lnTo>
                    <a:pt x="349431" y="302271"/>
                  </a:lnTo>
                  <a:lnTo>
                    <a:pt x="338015" y="298036"/>
                  </a:lnTo>
                  <a:lnTo>
                    <a:pt x="327141" y="292168"/>
                  </a:lnTo>
                  <a:lnTo>
                    <a:pt x="316985" y="284727"/>
                  </a:lnTo>
                  <a:lnTo>
                    <a:pt x="307713" y="275789"/>
                  </a:lnTo>
                  <a:lnTo>
                    <a:pt x="299485" y="265447"/>
                  </a:lnTo>
                  <a:lnTo>
                    <a:pt x="292453" y="253808"/>
                  </a:lnTo>
                  <a:lnTo>
                    <a:pt x="286758" y="240993"/>
                  </a:lnTo>
                  <a:lnTo>
                    <a:pt x="282528" y="227139"/>
                  </a:lnTo>
                  <a:lnTo>
                    <a:pt x="279881" y="212391"/>
                  </a:lnTo>
                </a:path>
              </a:pathLst>
            </a:custGeom>
            <a:ln w="24933" cap="flat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6206815" y="261324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5811002" y="2349370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6090884" y="2333363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5717708" y="251995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5811002" y="2745182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904296" y="2706539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5437826" y="2986421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5811002" y="2613245"/>
              <a:ext cx="63202" cy="63202"/>
            </a:xfrm>
            <a:prstGeom prst="ellipse">
              <a:avLst/>
            </a:prstGeom>
            <a:solidFill>
              <a:srgbClr val="F29FB7">
                <a:alpha val="100000"/>
              </a:srgbClr>
            </a:solidFill>
            <a:ln w="9000" cap="rnd">
              <a:solidFill>
                <a:srgbClr val="F29FB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l295"/>
            <p:cNvSpPr/>
            <p:nvPr/>
          </p:nvSpPr>
          <p:spPr>
            <a:xfrm>
              <a:off x="5842603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l296"/>
            <p:cNvSpPr/>
            <p:nvPr/>
          </p:nvSpPr>
          <p:spPr>
            <a:xfrm>
              <a:off x="5842603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l297"/>
            <p:cNvSpPr/>
            <p:nvPr/>
          </p:nvSpPr>
          <p:spPr>
            <a:xfrm>
              <a:off x="5842603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8"/>
            <p:cNvSpPr/>
            <p:nvPr/>
          </p:nvSpPr>
          <p:spPr>
            <a:xfrm>
              <a:off x="5842603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9"/>
            <p:cNvSpPr/>
            <p:nvPr/>
          </p:nvSpPr>
          <p:spPr>
            <a:xfrm>
              <a:off x="5842603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300"/>
            <p:cNvSpPr/>
            <p:nvPr/>
          </p:nvSpPr>
          <p:spPr>
            <a:xfrm>
              <a:off x="5469428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1"/>
            <p:cNvSpPr/>
            <p:nvPr/>
          </p:nvSpPr>
          <p:spPr>
            <a:xfrm>
              <a:off x="5314853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2"/>
            <p:cNvSpPr/>
            <p:nvPr/>
          </p:nvSpPr>
          <p:spPr>
            <a:xfrm>
              <a:off x="5469428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tx303"/>
            <p:cNvSpPr/>
            <p:nvPr/>
          </p:nvSpPr>
          <p:spPr>
            <a:xfrm>
              <a:off x="5710618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6028420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6328320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6019354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5701552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5170748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5125938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5179814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4942355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4892913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13" name="rc313"/>
            <p:cNvSpPr/>
            <p:nvPr/>
          </p:nvSpPr>
          <p:spPr>
            <a:xfrm>
              <a:off x="6823205" y="1749294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14" name="rc314"/>
            <p:cNvSpPr/>
            <p:nvPr/>
          </p:nvSpPr>
          <p:spPr>
            <a:xfrm>
              <a:off x="6823205" y="1947200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5" name="rc315"/>
            <p:cNvSpPr/>
            <p:nvPr/>
          </p:nvSpPr>
          <p:spPr>
            <a:xfrm>
              <a:off x="7151165" y="1749294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6" name="tx316"/>
            <p:cNvSpPr/>
            <p:nvPr/>
          </p:nvSpPr>
          <p:spPr>
            <a:xfrm>
              <a:off x="7595672" y="1789941"/>
              <a:ext cx="996274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Coraciiformes</a:t>
              </a:r>
            </a:p>
          </p:txBody>
        </p:sp>
        <p:sp>
          <p:nvSpPr>
            <p:cNvPr id="317" name="rc317"/>
            <p:cNvSpPr/>
            <p:nvPr/>
          </p:nvSpPr>
          <p:spPr>
            <a:xfrm>
              <a:off x="7434121" y="1985158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18" name="pl318"/>
            <p:cNvSpPr/>
            <p:nvPr/>
          </p:nvSpPr>
          <p:spPr>
            <a:xfrm>
              <a:off x="8093809" y="2051127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19" name="pl319"/>
            <p:cNvSpPr/>
            <p:nvPr/>
          </p:nvSpPr>
          <p:spPr>
            <a:xfrm>
              <a:off x="8093809" y="2225023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0" name="pl320"/>
            <p:cNvSpPr/>
            <p:nvPr/>
          </p:nvSpPr>
          <p:spPr>
            <a:xfrm>
              <a:off x="8093809" y="2644846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1" name="pl321"/>
            <p:cNvSpPr/>
            <p:nvPr/>
          </p:nvSpPr>
          <p:spPr>
            <a:xfrm>
              <a:off x="8093809" y="2644846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2" name="pl322"/>
            <p:cNvSpPr/>
            <p:nvPr/>
          </p:nvSpPr>
          <p:spPr>
            <a:xfrm>
              <a:off x="8093809" y="2644846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3" name="pl323"/>
            <p:cNvSpPr/>
            <p:nvPr/>
          </p:nvSpPr>
          <p:spPr>
            <a:xfrm>
              <a:off x="7673986" y="2644846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4" name="pl324"/>
            <p:cNvSpPr/>
            <p:nvPr/>
          </p:nvSpPr>
          <p:spPr>
            <a:xfrm>
              <a:off x="7500090" y="2644846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5" name="pl325"/>
            <p:cNvSpPr/>
            <p:nvPr/>
          </p:nvSpPr>
          <p:spPr>
            <a:xfrm>
              <a:off x="7673986" y="2225023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6" name="pl326"/>
            <p:cNvSpPr/>
            <p:nvPr/>
          </p:nvSpPr>
          <p:spPr>
            <a:xfrm>
              <a:off x="7829967" y="2380971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7" name="pl327"/>
            <p:cNvSpPr/>
            <p:nvPr/>
          </p:nvSpPr>
          <p:spPr>
            <a:xfrm>
              <a:off x="7566125" y="2117096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8" name="pl328"/>
            <p:cNvSpPr/>
            <p:nvPr/>
          </p:nvSpPr>
          <p:spPr>
            <a:xfrm>
              <a:off x="7500164" y="2051127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7826677" y="2217873"/>
              <a:ext cx="736215" cy="766929"/>
            </a:xfrm>
            <a:custGeom>
              <a:avLst/>
              <a:pathLst>
                <a:path w="736215" h="766929">
                  <a:moveTo>
                    <a:pt x="662944" y="426972"/>
                  </a:moveTo>
                  <a:lnTo>
                    <a:pt x="662587" y="410173"/>
                  </a:lnTo>
                  <a:lnTo>
                    <a:pt x="661518" y="393405"/>
                  </a:lnTo>
                  <a:lnTo>
                    <a:pt x="659738" y="376697"/>
                  </a:lnTo>
                  <a:lnTo>
                    <a:pt x="657251" y="360080"/>
                  </a:lnTo>
                  <a:lnTo>
                    <a:pt x="654060" y="343583"/>
                  </a:lnTo>
                  <a:lnTo>
                    <a:pt x="650172" y="327236"/>
                  </a:lnTo>
                  <a:lnTo>
                    <a:pt x="645594" y="311069"/>
                  </a:lnTo>
                  <a:lnTo>
                    <a:pt x="640334" y="295111"/>
                  </a:lnTo>
                  <a:lnTo>
                    <a:pt x="634402" y="279391"/>
                  </a:lnTo>
                  <a:lnTo>
                    <a:pt x="627807" y="263936"/>
                  </a:lnTo>
                  <a:lnTo>
                    <a:pt x="620563" y="248776"/>
                  </a:lnTo>
                  <a:lnTo>
                    <a:pt x="612681" y="233936"/>
                  </a:lnTo>
                  <a:lnTo>
                    <a:pt x="604177" y="219445"/>
                  </a:lnTo>
                  <a:lnTo>
                    <a:pt x="595066" y="205327"/>
                  </a:lnTo>
                  <a:lnTo>
                    <a:pt x="585364" y="191609"/>
                  </a:lnTo>
                  <a:lnTo>
                    <a:pt x="575088" y="178315"/>
                  </a:lnTo>
                  <a:lnTo>
                    <a:pt x="564257" y="165469"/>
                  </a:lnTo>
                  <a:lnTo>
                    <a:pt x="552891" y="153094"/>
                  </a:lnTo>
                  <a:lnTo>
                    <a:pt x="541009" y="141213"/>
                  </a:lnTo>
                  <a:lnTo>
                    <a:pt x="528635" y="129846"/>
                  </a:lnTo>
                  <a:lnTo>
                    <a:pt x="515789" y="119016"/>
                  </a:lnTo>
                  <a:lnTo>
                    <a:pt x="502495" y="108740"/>
                  </a:lnTo>
                  <a:lnTo>
                    <a:pt x="488776" y="99037"/>
                  </a:lnTo>
                  <a:lnTo>
                    <a:pt x="474659" y="89926"/>
                  </a:lnTo>
                  <a:lnTo>
                    <a:pt x="460167" y="81422"/>
                  </a:lnTo>
                  <a:lnTo>
                    <a:pt x="445328" y="73541"/>
                  </a:lnTo>
                  <a:lnTo>
                    <a:pt x="430167" y="66296"/>
                  </a:lnTo>
                  <a:lnTo>
                    <a:pt x="414713" y="59702"/>
                  </a:lnTo>
                  <a:lnTo>
                    <a:pt x="398992" y="53769"/>
                  </a:lnTo>
                  <a:lnTo>
                    <a:pt x="383034" y="48509"/>
                  </a:lnTo>
                  <a:lnTo>
                    <a:pt x="366867" y="43931"/>
                  </a:lnTo>
                  <a:lnTo>
                    <a:pt x="350521" y="40043"/>
                  </a:lnTo>
                  <a:lnTo>
                    <a:pt x="334024" y="36853"/>
                  </a:lnTo>
                  <a:lnTo>
                    <a:pt x="317407" y="34365"/>
                  </a:lnTo>
                  <a:lnTo>
                    <a:pt x="300698" y="32585"/>
                  </a:lnTo>
                  <a:lnTo>
                    <a:pt x="283930" y="31516"/>
                  </a:lnTo>
                  <a:lnTo>
                    <a:pt x="267131" y="31159"/>
                  </a:lnTo>
                  <a:lnTo>
                    <a:pt x="282166" y="25158"/>
                  </a:lnTo>
                  <a:lnTo>
                    <a:pt x="297649" y="19736"/>
                  </a:lnTo>
                  <a:lnTo>
                    <a:pt x="313559" y="14918"/>
                  </a:lnTo>
                  <a:lnTo>
                    <a:pt x="329870" y="10730"/>
                  </a:lnTo>
                  <a:lnTo>
                    <a:pt x="346558" y="7194"/>
                  </a:lnTo>
                  <a:lnTo>
                    <a:pt x="363596" y="4332"/>
                  </a:lnTo>
                  <a:lnTo>
                    <a:pt x="380958" y="2166"/>
                  </a:lnTo>
                  <a:lnTo>
                    <a:pt x="398614" y="715"/>
                  </a:lnTo>
                  <a:lnTo>
                    <a:pt x="416535" y="0"/>
                  </a:lnTo>
                  <a:lnTo>
                    <a:pt x="434691" y="36"/>
                  </a:lnTo>
                  <a:lnTo>
                    <a:pt x="453050" y="841"/>
                  </a:lnTo>
                  <a:lnTo>
                    <a:pt x="471580" y="2431"/>
                  </a:lnTo>
                  <a:lnTo>
                    <a:pt x="490247" y="4817"/>
                  </a:lnTo>
                  <a:lnTo>
                    <a:pt x="509017" y="8014"/>
                  </a:lnTo>
                  <a:lnTo>
                    <a:pt x="527856" y="12032"/>
                  </a:lnTo>
                  <a:lnTo>
                    <a:pt x="546728" y="16880"/>
                  </a:lnTo>
                  <a:lnTo>
                    <a:pt x="565597" y="22566"/>
                  </a:lnTo>
                  <a:lnTo>
                    <a:pt x="584427" y="29096"/>
                  </a:lnTo>
                  <a:lnTo>
                    <a:pt x="603180" y="36477"/>
                  </a:lnTo>
                  <a:lnTo>
                    <a:pt x="621819" y="44709"/>
                  </a:lnTo>
                  <a:lnTo>
                    <a:pt x="640307" y="53796"/>
                  </a:lnTo>
                  <a:lnTo>
                    <a:pt x="655114" y="75326"/>
                  </a:lnTo>
                  <a:lnTo>
                    <a:pt x="668713" y="97402"/>
                  </a:lnTo>
                  <a:lnTo>
                    <a:pt x="681089" y="119960"/>
                  </a:lnTo>
                  <a:lnTo>
                    <a:pt x="692227" y="142932"/>
                  </a:lnTo>
                  <a:lnTo>
                    <a:pt x="702116" y="166253"/>
                  </a:lnTo>
                  <a:lnTo>
                    <a:pt x="710748" y="189854"/>
                  </a:lnTo>
                  <a:lnTo>
                    <a:pt x="718122" y="213670"/>
                  </a:lnTo>
                  <a:lnTo>
                    <a:pt x="724235" y="237633"/>
                  </a:lnTo>
                  <a:lnTo>
                    <a:pt x="729093" y="261680"/>
                  </a:lnTo>
                  <a:lnTo>
                    <a:pt x="732702" y="285743"/>
                  </a:lnTo>
                  <a:lnTo>
                    <a:pt x="735071" y="309759"/>
                  </a:lnTo>
                  <a:lnTo>
                    <a:pt x="736215" y="333666"/>
                  </a:lnTo>
                  <a:lnTo>
                    <a:pt x="736150" y="357400"/>
                  </a:lnTo>
                  <a:lnTo>
                    <a:pt x="734896" y="380901"/>
                  </a:lnTo>
                  <a:lnTo>
                    <a:pt x="732475" y="404111"/>
                  </a:lnTo>
                  <a:lnTo>
                    <a:pt x="728913" y="426972"/>
                  </a:lnTo>
                  <a:lnTo>
                    <a:pt x="724239" y="449428"/>
                  </a:lnTo>
                  <a:lnTo>
                    <a:pt x="718483" y="471426"/>
                  </a:lnTo>
                  <a:lnTo>
                    <a:pt x="711679" y="492915"/>
                  </a:lnTo>
                  <a:lnTo>
                    <a:pt x="703865" y="513844"/>
                  </a:lnTo>
                  <a:lnTo>
                    <a:pt x="695076" y="534167"/>
                  </a:lnTo>
                  <a:lnTo>
                    <a:pt x="685356" y="553839"/>
                  </a:lnTo>
                  <a:lnTo>
                    <a:pt x="674745" y="572819"/>
                  </a:lnTo>
                  <a:lnTo>
                    <a:pt x="663288" y="591066"/>
                  </a:lnTo>
                  <a:lnTo>
                    <a:pt x="651032" y="608544"/>
                  </a:lnTo>
                  <a:lnTo>
                    <a:pt x="638024" y="625219"/>
                  </a:lnTo>
                  <a:lnTo>
                    <a:pt x="624313" y="641059"/>
                  </a:lnTo>
                  <a:lnTo>
                    <a:pt x="609950" y="656037"/>
                  </a:lnTo>
                  <a:lnTo>
                    <a:pt x="594986" y="670126"/>
                  </a:lnTo>
                  <a:lnTo>
                    <a:pt x="579473" y="683304"/>
                  </a:lnTo>
                  <a:lnTo>
                    <a:pt x="563464" y="695553"/>
                  </a:lnTo>
                  <a:lnTo>
                    <a:pt x="547013" y="706854"/>
                  </a:lnTo>
                  <a:lnTo>
                    <a:pt x="530174" y="717195"/>
                  </a:lnTo>
                  <a:lnTo>
                    <a:pt x="513001" y="726565"/>
                  </a:lnTo>
                  <a:lnTo>
                    <a:pt x="495548" y="734957"/>
                  </a:lnTo>
                  <a:lnTo>
                    <a:pt x="477870" y="742366"/>
                  </a:lnTo>
                  <a:lnTo>
                    <a:pt x="460021" y="748790"/>
                  </a:lnTo>
                  <a:lnTo>
                    <a:pt x="442055" y="754231"/>
                  </a:lnTo>
                  <a:lnTo>
                    <a:pt x="424023" y="758692"/>
                  </a:lnTo>
                  <a:lnTo>
                    <a:pt x="405980" y="762182"/>
                  </a:lnTo>
                  <a:lnTo>
                    <a:pt x="387975" y="764709"/>
                  </a:lnTo>
                  <a:lnTo>
                    <a:pt x="370061" y="766286"/>
                  </a:lnTo>
                  <a:lnTo>
                    <a:pt x="352286" y="766929"/>
                  </a:lnTo>
                  <a:lnTo>
                    <a:pt x="334698" y="766654"/>
                  </a:lnTo>
                  <a:lnTo>
                    <a:pt x="317344" y="765481"/>
                  </a:lnTo>
                  <a:lnTo>
                    <a:pt x="300270" y="763434"/>
                  </a:lnTo>
                  <a:lnTo>
                    <a:pt x="283518" y="760537"/>
                  </a:lnTo>
                  <a:lnTo>
                    <a:pt x="267131" y="756816"/>
                  </a:lnTo>
                  <a:lnTo>
                    <a:pt x="251149" y="752301"/>
                  </a:lnTo>
                  <a:lnTo>
                    <a:pt x="235609" y="747022"/>
                  </a:lnTo>
                  <a:lnTo>
                    <a:pt x="220548" y="741011"/>
                  </a:lnTo>
                  <a:lnTo>
                    <a:pt x="205999" y="734303"/>
                  </a:lnTo>
                  <a:lnTo>
                    <a:pt x="191995" y="726934"/>
                  </a:lnTo>
                  <a:lnTo>
                    <a:pt x="178564" y="718940"/>
                  </a:lnTo>
                  <a:lnTo>
                    <a:pt x="165733" y="710361"/>
                  </a:lnTo>
                  <a:lnTo>
                    <a:pt x="153528" y="701235"/>
                  </a:lnTo>
                  <a:lnTo>
                    <a:pt x="141970" y="691603"/>
                  </a:lnTo>
                  <a:lnTo>
                    <a:pt x="131080" y="681507"/>
                  </a:lnTo>
                  <a:lnTo>
                    <a:pt x="120874" y="670988"/>
                  </a:lnTo>
                  <a:lnTo>
                    <a:pt x="111367" y="660089"/>
                  </a:lnTo>
                  <a:lnTo>
                    <a:pt x="102573" y="648854"/>
                  </a:lnTo>
                  <a:lnTo>
                    <a:pt x="94499" y="637325"/>
                  </a:lnTo>
                  <a:lnTo>
                    <a:pt x="87155" y="625546"/>
                  </a:lnTo>
                  <a:lnTo>
                    <a:pt x="80543" y="613560"/>
                  </a:lnTo>
                  <a:lnTo>
                    <a:pt x="74668" y="601411"/>
                  </a:lnTo>
                  <a:lnTo>
                    <a:pt x="69527" y="589142"/>
                  </a:lnTo>
                  <a:lnTo>
                    <a:pt x="65120" y="576794"/>
                  </a:lnTo>
                  <a:lnTo>
                    <a:pt x="61440" y="564411"/>
                  </a:lnTo>
                  <a:lnTo>
                    <a:pt x="58480" y="552033"/>
                  </a:lnTo>
                  <a:lnTo>
                    <a:pt x="56231" y="539701"/>
                  </a:lnTo>
                  <a:lnTo>
                    <a:pt x="54681" y="527454"/>
                  </a:lnTo>
                  <a:lnTo>
                    <a:pt x="53816" y="515330"/>
                  </a:lnTo>
                  <a:lnTo>
                    <a:pt x="53619" y="503368"/>
                  </a:lnTo>
                  <a:lnTo>
                    <a:pt x="54074" y="491603"/>
                  </a:lnTo>
                  <a:lnTo>
                    <a:pt x="55158" y="480069"/>
                  </a:lnTo>
                  <a:lnTo>
                    <a:pt x="56852" y="468799"/>
                  </a:lnTo>
                  <a:lnTo>
                    <a:pt x="59132" y="457826"/>
                  </a:lnTo>
                  <a:lnTo>
                    <a:pt x="61971" y="447179"/>
                  </a:lnTo>
                  <a:lnTo>
                    <a:pt x="65345" y="436885"/>
                  </a:lnTo>
                  <a:lnTo>
                    <a:pt x="69225" y="426972"/>
                  </a:lnTo>
                  <a:lnTo>
                    <a:pt x="73581" y="417464"/>
                  </a:lnTo>
                  <a:lnTo>
                    <a:pt x="78384" y="408382"/>
                  </a:lnTo>
                  <a:lnTo>
                    <a:pt x="83602" y="399748"/>
                  </a:lnTo>
                  <a:lnTo>
                    <a:pt x="89203" y="391580"/>
                  </a:lnTo>
                  <a:lnTo>
                    <a:pt x="95153" y="383894"/>
                  </a:lnTo>
                  <a:lnTo>
                    <a:pt x="101420" y="376704"/>
                  </a:lnTo>
                  <a:lnTo>
                    <a:pt x="107968" y="370023"/>
                  </a:lnTo>
                  <a:lnTo>
                    <a:pt x="114763" y="363859"/>
                  </a:lnTo>
                  <a:lnTo>
                    <a:pt x="121771" y="358222"/>
                  </a:lnTo>
                  <a:lnTo>
                    <a:pt x="128955" y="353116"/>
                  </a:lnTo>
                  <a:lnTo>
                    <a:pt x="136282" y="348544"/>
                  </a:lnTo>
                  <a:lnTo>
                    <a:pt x="143716" y="344509"/>
                  </a:lnTo>
                  <a:lnTo>
                    <a:pt x="151223" y="341009"/>
                  </a:lnTo>
                  <a:lnTo>
                    <a:pt x="158768" y="338041"/>
                  </a:lnTo>
                  <a:lnTo>
                    <a:pt x="166317" y="335599"/>
                  </a:lnTo>
                  <a:lnTo>
                    <a:pt x="173837" y="333678"/>
                  </a:lnTo>
                  <a:lnTo>
                    <a:pt x="167781" y="353289"/>
                  </a:lnTo>
                  <a:lnTo>
                    <a:pt x="165317" y="372552"/>
                  </a:lnTo>
                  <a:lnTo>
                    <a:pt x="166198" y="390858"/>
                  </a:lnTo>
                  <a:lnTo>
                    <a:pt x="170079" y="407667"/>
                  </a:lnTo>
                  <a:lnTo>
                    <a:pt x="176533" y="422521"/>
                  </a:lnTo>
                  <a:lnTo>
                    <a:pt x="185067" y="435055"/>
                  </a:lnTo>
                  <a:lnTo>
                    <a:pt x="195140" y="445005"/>
                  </a:lnTo>
                  <a:lnTo>
                    <a:pt x="206184" y="452217"/>
                  </a:lnTo>
                  <a:lnTo>
                    <a:pt x="217621" y="456648"/>
                  </a:lnTo>
                  <a:lnTo>
                    <a:pt x="228885" y="458360"/>
                  </a:lnTo>
                  <a:lnTo>
                    <a:pt x="239443" y="457522"/>
                  </a:lnTo>
                  <a:lnTo>
                    <a:pt x="248806" y="454398"/>
                  </a:lnTo>
                  <a:lnTo>
                    <a:pt x="256554" y="449335"/>
                  </a:lnTo>
                  <a:lnTo>
                    <a:pt x="262344" y="442754"/>
                  </a:lnTo>
                  <a:lnTo>
                    <a:pt x="265921" y="435129"/>
                  </a:lnTo>
                  <a:lnTo>
                    <a:pt x="267131" y="426972"/>
                  </a:lnTo>
                  <a:lnTo>
                    <a:pt x="256913" y="436378"/>
                  </a:lnTo>
                  <a:lnTo>
                    <a:pt x="245936" y="444924"/>
                  </a:lnTo>
                  <a:lnTo>
                    <a:pt x="234252" y="452563"/>
                  </a:lnTo>
                  <a:lnTo>
                    <a:pt x="221920" y="459253"/>
                  </a:lnTo>
                  <a:lnTo>
                    <a:pt x="208998" y="464953"/>
                  </a:lnTo>
                  <a:lnTo>
                    <a:pt x="195547" y="469627"/>
                  </a:lnTo>
                  <a:lnTo>
                    <a:pt x="181631" y="473242"/>
                  </a:lnTo>
                  <a:lnTo>
                    <a:pt x="167315" y="475769"/>
                  </a:lnTo>
                  <a:lnTo>
                    <a:pt x="152666" y="477182"/>
                  </a:lnTo>
                  <a:lnTo>
                    <a:pt x="137750" y="477457"/>
                  </a:lnTo>
                  <a:lnTo>
                    <a:pt x="122639" y="476576"/>
                  </a:lnTo>
                  <a:lnTo>
                    <a:pt x="107402" y="474526"/>
                  </a:lnTo>
                  <a:lnTo>
                    <a:pt x="92110" y="471294"/>
                  </a:lnTo>
                  <a:lnTo>
                    <a:pt x="76835" y="466873"/>
                  </a:lnTo>
                  <a:lnTo>
                    <a:pt x="61650" y="461261"/>
                  </a:lnTo>
                  <a:lnTo>
                    <a:pt x="46627" y="454458"/>
                  </a:lnTo>
                  <a:lnTo>
                    <a:pt x="31839" y="446469"/>
                  </a:lnTo>
                  <a:lnTo>
                    <a:pt x="17358" y="437303"/>
                  </a:lnTo>
                  <a:lnTo>
                    <a:pt x="3256" y="426972"/>
                  </a:lnTo>
                  <a:lnTo>
                    <a:pt x="1537" y="439819"/>
                  </a:lnTo>
                  <a:lnTo>
                    <a:pt x="447" y="452832"/>
                  </a:lnTo>
                  <a:lnTo>
                    <a:pt x="0" y="465979"/>
                  </a:lnTo>
                  <a:lnTo>
                    <a:pt x="204" y="479230"/>
                  </a:lnTo>
                  <a:lnTo>
                    <a:pt x="1070" y="492550"/>
                  </a:lnTo>
                  <a:lnTo>
                    <a:pt x="2604" y="505909"/>
                  </a:lnTo>
                  <a:lnTo>
                    <a:pt x="4811" y="519270"/>
                  </a:lnTo>
                  <a:lnTo>
                    <a:pt x="7697" y="532602"/>
                  </a:lnTo>
                  <a:lnTo>
                    <a:pt x="11263" y="545868"/>
                  </a:lnTo>
                  <a:lnTo>
                    <a:pt x="15508" y="559034"/>
                  </a:lnTo>
                  <a:lnTo>
                    <a:pt x="20433" y="572066"/>
                  </a:lnTo>
                  <a:lnTo>
                    <a:pt x="26033" y="584927"/>
                  </a:lnTo>
                  <a:lnTo>
                    <a:pt x="32304" y="597584"/>
                  </a:lnTo>
                  <a:lnTo>
                    <a:pt x="39238" y="610001"/>
                  </a:lnTo>
                  <a:lnTo>
                    <a:pt x="46828" y="622144"/>
                  </a:lnTo>
                  <a:lnTo>
                    <a:pt x="55062" y="633978"/>
                  </a:lnTo>
                  <a:lnTo>
                    <a:pt x="63928" y="645468"/>
                  </a:lnTo>
                  <a:lnTo>
                    <a:pt x="73413" y="656582"/>
                  </a:lnTo>
                  <a:lnTo>
                    <a:pt x="83500" y="667286"/>
                  </a:lnTo>
                  <a:lnTo>
                    <a:pt x="94172" y="677547"/>
                  </a:lnTo>
                  <a:lnTo>
                    <a:pt x="105409" y="687335"/>
                  </a:lnTo>
                  <a:lnTo>
                    <a:pt x="117190" y="696618"/>
                  </a:lnTo>
                  <a:lnTo>
                    <a:pt x="129493" y="705367"/>
                  </a:lnTo>
                  <a:lnTo>
                    <a:pt x="142294" y="713553"/>
                  </a:lnTo>
                  <a:lnTo>
                    <a:pt x="155565" y="721147"/>
                  </a:lnTo>
                  <a:lnTo>
                    <a:pt x="169281" y="728124"/>
                  </a:lnTo>
                  <a:lnTo>
                    <a:pt x="183412" y="734459"/>
                  </a:lnTo>
                  <a:lnTo>
                    <a:pt x="197927" y="740126"/>
                  </a:lnTo>
                  <a:lnTo>
                    <a:pt x="212796" y="745105"/>
                  </a:lnTo>
                  <a:lnTo>
                    <a:pt x="227985" y="749374"/>
                  </a:lnTo>
                  <a:lnTo>
                    <a:pt x="243460" y="752913"/>
                  </a:lnTo>
                  <a:lnTo>
                    <a:pt x="259185" y="755705"/>
                  </a:lnTo>
                  <a:lnTo>
                    <a:pt x="275126" y="757734"/>
                  </a:lnTo>
                  <a:lnTo>
                    <a:pt x="291244" y="758986"/>
                  </a:lnTo>
                  <a:lnTo>
                    <a:pt x="307501" y="759449"/>
                  </a:lnTo>
                  <a:lnTo>
                    <a:pt x="323859" y="759111"/>
                  </a:lnTo>
                  <a:lnTo>
                    <a:pt x="340277" y="757964"/>
                  </a:lnTo>
                  <a:lnTo>
                    <a:pt x="356717" y="756002"/>
                  </a:lnTo>
                  <a:lnTo>
                    <a:pt x="373136" y="753220"/>
                  </a:lnTo>
                  <a:lnTo>
                    <a:pt x="389494" y="749616"/>
                  </a:lnTo>
                  <a:lnTo>
                    <a:pt x="405750" y="745188"/>
                  </a:lnTo>
                  <a:lnTo>
                    <a:pt x="421861" y="739939"/>
                  </a:lnTo>
                  <a:lnTo>
                    <a:pt x="437788" y="733872"/>
                  </a:lnTo>
                  <a:lnTo>
                    <a:pt x="453487" y="726993"/>
                  </a:lnTo>
                  <a:lnTo>
                    <a:pt x="468917" y="719310"/>
                  </a:lnTo>
                  <a:lnTo>
                    <a:pt x="484038" y="710832"/>
                  </a:lnTo>
                  <a:lnTo>
                    <a:pt x="498808" y="701573"/>
                  </a:lnTo>
                  <a:lnTo>
                    <a:pt x="513186" y="691545"/>
                  </a:lnTo>
                  <a:lnTo>
                    <a:pt x="527134" y="680766"/>
                  </a:lnTo>
                  <a:lnTo>
                    <a:pt x="540611" y="669254"/>
                  </a:lnTo>
                  <a:lnTo>
                    <a:pt x="553580" y="657030"/>
                  </a:lnTo>
                  <a:lnTo>
                    <a:pt x="566003" y="644115"/>
                  </a:lnTo>
                  <a:lnTo>
                    <a:pt x="577842" y="630534"/>
                  </a:lnTo>
                  <a:lnTo>
                    <a:pt x="589064" y="616314"/>
                  </a:lnTo>
                  <a:lnTo>
                    <a:pt x="599633" y="601483"/>
                  </a:lnTo>
                  <a:lnTo>
                    <a:pt x="609517" y="586070"/>
                  </a:lnTo>
                  <a:lnTo>
                    <a:pt x="618683" y="570108"/>
                  </a:lnTo>
                  <a:lnTo>
                    <a:pt x="627103" y="553630"/>
                  </a:lnTo>
                  <a:lnTo>
                    <a:pt x="634747" y="536671"/>
                  </a:lnTo>
                  <a:lnTo>
                    <a:pt x="641588" y="519268"/>
                  </a:lnTo>
                  <a:lnTo>
                    <a:pt x="647602" y="501458"/>
                  </a:lnTo>
                  <a:lnTo>
                    <a:pt x="652765" y="483283"/>
                  </a:lnTo>
                  <a:lnTo>
                    <a:pt x="657056" y="464782"/>
                  </a:lnTo>
                  <a:lnTo>
                    <a:pt x="660454" y="445997"/>
                  </a:lnTo>
                  <a:close/>
                </a:path>
              </a:pathLst>
            </a:custGeom>
            <a:solidFill>
              <a:srgbClr val="F4B183">
                <a:alpha val="25882"/>
              </a:srgbClr>
            </a:solidFill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l330"/>
            <p:cNvSpPr/>
            <p:nvPr/>
          </p:nvSpPr>
          <p:spPr>
            <a:xfrm>
              <a:off x="7829934" y="2217873"/>
              <a:ext cx="690847" cy="502708"/>
            </a:xfrm>
            <a:custGeom>
              <a:avLst/>
              <a:pathLst>
                <a:path w="690847" h="502708">
                  <a:moveTo>
                    <a:pt x="263875" y="31159"/>
                  </a:moveTo>
                  <a:lnTo>
                    <a:pt x="278910" y="25158"/>
                  </a:lnTo>
                  <a:lnTo>
                    <a:pt x="294393" y="19736"/>
                  </a:lnTo>
                  <a:lnTo>
                    <a:pt x="310302" y="14918"/>
                  </a:lnTo>
                  <a:lnTo>
                    <a:pt x="326613" y="10730"/>
                  </a:lnTo>
                  <a:lnTo>
                    <a:pt x="343301" y="7194"/>
                  </a:lnTo>
                  <a:lnTo>
                    <a:pt x="360340" y="4332"/>
                  </a:lnTo>
                  <a:lnTo>
                    <a:pt x="377701" y="2166"/>
                  </a:lnTo>
                  <a:lnTo>
                    <a:pt x="395358" y="715"/>
                  </a:lnTo>
                  <a:lnTo>
                    <a:pt x="413279" y="0"/>
                  </a:lnTo>
                  <a:lnTo>
                    <a:pt x="431435" y="36"/>
                  </a:lnTo>
                  <a:lnTo>
                    <a:pt x="449794" y="841"/>
                  </a:lnTo>
                  <a:lnTo>
                    <a:pt x="468323" y="2431"/>
                  </a:lnTo>
                  <a:lnTo>
                    <a:pt x="486990" y="4817"/>
                  </a:lnTo>
                  <a:lnTo>
                    <a:pt x="505760" y="8014"/>
                  </a:lnTo>
                  <a:lnTo>
                    <a:pt x="524599" y="12032"/>
                  </a:lnTo>
                  <a:lnTo>
                    <a:pt x="543471" y="16880"/>
                  </a:lnTo>
                  <a:lnTo>
                    <a:pt x="562340" y="22566"/>
                  </a:lnTo>
                  <a:lnTo>
                    <a:pt x="581170" y="29096"/>
                  </a:lnTo>
                  <a:lnTo>
                    <a:pt x="599923" y="36477"/>
                  </a:lnTo>
                  <a:lnTo>
                    <a:pt x="618563" y="44709"/>
                  </a:lnTo>
                  <a:lnTo>
                    <a:pt x="637051" y="53796"/>
                  </a:lnTo>
                  <a:lnTo>
                    <a:pt x="646138" y="72284"/>
                  </a:lnTo>
                  <a:lnTo>
                    <a:pt x="654370" y="90924"/>
                  </a:lnTo>
                  <a:lnTo>
                    <a:pt x="661750" y="109677"/>
                  </a:lnTo>
                  <a:lnTo>
                    <a:pt x="668281" y="128507"/>
                  </a:lnTo>
                  <a:lnTo>
                    <a:pt x="673967" y="147376"/>
                  </a:lnTo>
                  <a:lnTo>
                    <a:pt x="678815" y="166248"/>
                  </a:lnTo>
                  <a:lnTo>
                    <a:pt x="682833" y="185087"/>
                  </a:lnTo>
                  <a:lnTo>
                    <a:pt x="686030" y="203857"/>
                  </a:lnTo>
                  <a:lnTo>
                    <a:pt x="688416" y="222524"/>
                  </a:lnTo>
                  <a:lnTo>
                    <a:pt x="690006" y="241053"/>
                  </a:lnTo>
                  <a:lnTo>
                    <a:pt x="690811" y="259412"/>
                  </a:lnTo>
                  <a:lnTo>
                    <a:pt x="690847" y="277568"/>
                  </a:lnTo>
                  <a:lnTo>
                    <a:pt x="690132" y="295489"/>
                  </a:lnTo>
                  <a:lnTo>
                    <a:pt x="688681" y="313146"/>
                  </a:lnTo>
                  <a:lnTo>
                    <a:pt x="686515" y="330507"/>
                  </a:lnTo>
                  <a:lnTo>
                    <a:pt x="683653" y="347546"/>
                  </a:lnTo>
                  <a:lnTo>
                    <a:pt x="680117" y="364234"/>
                  </a:lnTo>
                  <a:lnTo>
                    <a:pt x="675928" y="380545"/>
                  </a:lnTo>
                  <a:lnTo>
                    <a:pt x="671111" y="396454"/>
                  </a:lnTo>
                  <a:lnTo>
                    <a:pt x="665689" y="411937"/>
                  </a:lnTo>
                  <a:lnTo>
                    <a:pt x="659688" y="426972"/>
                  </a:lnTo>
                  <a:lnTo>
                    <a:pt x="644290" y="438467"/>
                  </a:lnTo>
                  <a:lnTo>
                    <a:pt x="628574" y="449032"/>
                  </a:lnTo>
                  <a:lnTo>
                    <a:pt x="612580" y="458660"/>
                  </a:lnTo>
                  <a:lnTo>
                    <a:pt x="596351" y="467342"/>
                  </a:lnTo>
                  <a:lnTo>
                    <a:pt x="579930" y="475075"/>
                  </a:lnTo>
                  <a:lnTo>
                    <a:pt x="563359" y="481855"/>
                  </a:lnTo>
                  <a:lnTo>
                    <a:pt x="546680" y="487680"/>
                  </a:lnTo>
                  <a:lnTo>
                    <a:pt x="529936" y="492550"/>
                  </a:lnTo>
                  <a:lnTo>
                    <a:pt x="513170" y="496468"/>
                  </a:lnTo>
                  <a:lnTo>
                    <a:pt x="496423" y="499437"/>
                  </a:lnTo>
                  <a:lnTo>
                    <a:pt x="479737" y="501462"/>
                  </a:lnTo>
                  <a:lnTo>
                    <a:pt x="463155" y="502549"/>
                  </a:lnTo>
                  <a:lnTo>
                    <a:pt x="446716" y="502708"/>
                  </a:lnTo>
                  <a:lnTo>
                    <a:pt x="430463" y="501948"/>
                  </a:lnTo>
                  <a:lnTo>
                    <a:pt x="414435" y="500280"/>
                  </a:lnTo>
                  <a:lnTo>
                    <a:pt x="398673" y="497720"/>
                  </a:lnTo>
                  <a:lnTo>
                    <a:pt x="383214" y="494280"/>
                  </a:lnTo>
                  <a:lnTo>
                    <a:pt x="368099" y="489978"/>
                  </a:lnTo>
                  <a:lnTo>
                    <a:pt x="353364" y="484832"/>
                  </a:lnTo>
                  <a:lnTo>
                    <a:pt x="339047" y="478860"/>
                  </a:lnTo>
                  <a:lnTo>
                    <a:pt x="325184" y="472084"/>
                  </a:lnTo>
                  <a:lnTo>
                    <a:pt x="311810" y="464527"/>
                  </a:lnTo>
                  <a:lnTo>
                    <a:pt x="298959" y="456211"/>
                  </a:lnTo>
                  <a:lnTo>
                    <a:pt x="286665" y="447162"/>
                  </a:lnTo>
                  <a:lnTo>
                    <a:pt x="274960" y="437407"/>
                  </a:lnTo>
                  <a:lnTo>
                    <a:pt x="263875" y="426972"/>
                  </a:lnTo>
                  <a:lnTo>
                    <a:pt x="263875" y="426972"/>
                  </a:lnTo>
                  <a:lnTo>
                    <a:pt x="263875" y="426972"/>
                  </a:lnTo>
                  <a:lnTo>
                    <a:pt x="253657" y="436378"/>
                  </a:lnTo>
                  <a:lnTo>
                    <a:pt x="242679" y="444924"/>
                  </a:lnTo>
                  <a:lnTo>
                    <a:pt x="230996" y="452563"/>
                  </a:lnTo>
                  <a:lnTo>
                    <a:pt x="218663" y="459253"/>
                  </a:lnTo>
                  <a:lnTo>
                    <a:pt x="205741" y="464953"/>
                  </a:lnTo>
                  <a:lnTo>
                    <a:pt x="192291" y="469627"/>
                  </a:lnTo>
                  <a:lnTo>
                    <a:pt x="178375" y="473242"/>
                  </a:lnTo>
                  <a:lnTo>
                    <a:pt x="164059" y="475769"/>
                  </a:lnTo>
                  <a:lnTo>
                    <a:pt x="149409" y="477182"/>
                  </a:lnTo>
                  <a:lnTo>
                    <a:pt x="134494" y="477457"/>
                  </a:lnTo>
                  <a:lnTo>
                    <a:pt x="119382" y="476576"/>
                  </a:lnTo>
                  <a:lnTo>
                    <a:pt x="104145" y="474526"/>
                  </a:lnTo>
                  <a:lnTo>
                    <a:pt x="88853" y="471294"/>
                  </a:lnTo>
                  <a:lnTo>
                    <a:pt x="73579" y="466873"/>
                  </a:lnTo>
                  <a:lnTo>
                    <a:pt x="58393" y="461261"/>
                  </a:lnTo>
                  <a:lnTo>
                    <a:pt x="43370" y="454458"/>
                  </a:lnTo>
                  <a:lnTo>
                    <a:pt x="28582" y="446469"/>
                  </a:lnTo>
                  <a:lnTo>
                    <a:pt x="14101" y="437303"/>
                  </a:lnTo>
                  <a:lnTo>
                    <a:pt x="0" y="426972"/>
                  </a:lnTo>
                  <a:lnTo>
                    <a:pt x="10611" y="411653"/>
                  </a:lnTo>
                  <a:lnTo>
                    <a:pt x="22074" y="397612"/>
                  </a:lnTo>
                  <a:lnTo>
                    <a:pt x="34270" y="384896"/>
                  </a:lnTo>
                  <a:lnTo>
                    <a:pt x="47084" y="373538"/>
                  </a:lnTo>
                  <a:lnTo>
                    <a:pt x="60395" y="363565"/>
                  </a:lnTo>
                  <a:lnTo>
                    <a:pt x="74084" y="354994"/>
                  </a:lnTo>
                  <a:lnTo>
                    <a:pt x="88031" y="347832"/>
                  </a:lnTo>
                  <a:lnTo>
                    <a:pt x="102117" y="342075"/>
                  </a:lnTo>
                  <a:lnTo>
                    <a:pt x="116224" y="337714"/>
                  </a:lnTo>
                  <a:lnTo>
                    <a:pt x="130235" y="334727"/>
                  </a:lnTo>
                  <a:lnTo>
                    <a:pt x="144037" y="333086"/>
                  </a:lnTo>
                  <a:lnTo>
                    <a:pt x="157521" y="332751"/>
                  </a:lnTo>
                  <a:lnTo>
                    <a:pt x="170581" y="333678"/>
                  </a:lnTo>
                </a:path>
              </a:pathLst>
            </a:custGeom>
            <a:ln w="24933" cap="flat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8458020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8062208" y="2217432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8435384" y="2240069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968914" y="2519951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8062208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7798332" y="2613245"/>
              <a:ext cx="63202" cy="63202"/>
            </a:xfrm>
            <a:prstGeom prst="ellipse">
              <a:avLst/>
            </a:prstGeom>
            <a:solidFill>
              <a:srgbClr val="F4B183">
                <a:alpha val="100000"/>
              </a:srgbClr>
            </a:solidFill>
            <a:ln w="9000" cap="rnd">
              <a:solidFill>
                <a:srgbClr val="F4B18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l339"/>
            <p:cNvSpPr/>
            <p:nvPr/>
          </p:nvSpPr>
          <p:spPr>
            <a:xfrm>
              <a:off x="8093809" y="2117096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l340"/>
            <p:cNvSpPr/>
            <p:nvPr/>
          </p:nvSpPr>
          <p:spPr>
            <a:xfrm>
              <a:off x="8093809" y="2271670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l341"/>
            <p:cNvSpPr/>
            <p:nvPr/>
          </p:nvSpPr>
          <p:spPr>
            <a:xfrm>
              <a:off x="8093809" y="2644846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l342"/>
            <p:cNvSpPr/>
            <p:nvPr/>
          </p:nvSpPr>
          <p:spPr>
            <a:xfrm>
              <a:off x="8093809" y="2644846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l343"/>
            <p:cNvSpPr/>
            <p:nvPr/>
          </p:nvSpPr>
          <p:spPr>
            <a:xfrm>
              <a:off x="8093809" y="2644846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l344"/>
            <p:cNvSpPr/>
            <p:nvPr/>
          </p:nvSpPr>
          <p:spPr>
            <a:xfrm>
              <a:off x="7720633" y="2644846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l345"/>
            <p:cNvSpPr/>
            <p:nvPr/>
          </p:nvSpPr>
          <p:spPr>
            <a:xfrm>
              <a:off x="7566058" y="2644846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l346"/>
            <p:cNvSpPr/>
            <p:nvPr/>
          </p:nvSpPr>
          <p:spPr>
            <a:xfrm>
              <a:off x="7720633" y="2271670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tx347"/>
            <p:cNvSpPr/>
            <p:nvPr/>
          </p:nvSpPr>
          <p:spPr>
            <a:xfrm>
              <a:off x="7961823" y="2010092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8279626" y="2183883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8579525" y="260397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8270560" y="3021579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7952757" y="3195475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7421953" y="3021579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7377144" y="260397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7431019" y="2183883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7193561" y="2349001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7144119" y="208512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357" name="rc357"/>
            <p:cNvSpPr/>
            <p:nvPr/>
          </p:nvSpPr>
          <p:spPr>
            <a:xfrm>
              <a:off x="69589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58" name="rc358"/>
            <p:cNvSpPr/>
            <p:nvPr/>
          </p:nvSpPr>
          <p:spPr>
            <a:xfrm>
              <a:off x="69589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59" name="rc359"/>
            <p:cNvSpPr/>
            <p:nvPr/>
          </p:nvSpPr>
          <p:spPr>
            <a:xfrm>
              <a:off x="397549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0" name="tx360"/>
            <p:cNvSpPr/>
            <p:nvPr/>
          </p:nvSpPr>
          <p:spPr>
            <a:xfrm>
              <a:off x="903870" y="3439263"/>
              <a:ext cx="872644" cy="14200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Strigiformes</a:t>
              </a:r>
            </a:p>
          </p:txBody>
        </p:sp>
        <p:sp>
          <p:nvSpPr>
            <p:cNvPr id="361" name="rc361"/>
            <p:cNvSpPr/>
            <p:nvPr/>
          </p:nvSpPr>
          <p:spPr>
            <a:xfrm>
              <a:off x="680504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1340192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1340192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1340192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1340192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1340192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920370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746473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920370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1076350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812508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746548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1148085" y="3920206"/>
              <a:ext cx="719857" cy="755689"/>
            </a:xfrm>
            <a:custGeom>
              <a:avLst/>
              <a:pathLst>
                <a:path w="719857" h="755689">
                  <a:moveTo>
                    <a:pt x="719857" y="404345"/>
                  </a:moveTo>
                  <a:lnTo>
                    <a:pt x="716349" y="384729"/>
                  </a:lnTo>
                  <a:lnTo>
                    <a:pt x="712117" y="365376"/>
                  </a:lnTo>
                  <a:lnTo>
                    <a:pt x="707174" y="346311"/>
                  </a:lnTo>
                  <a:lnTo>
                    <a:pt x="701538" y="327561"/>
                  </a:lnTo>
                  <a:lnTo>
                    <a:pt x="695224" y="309150"/>
                  </a:lnTo>
                  <a:lnTo>
                    <a:pt x="688250" y="291104"/>
                  </a:lnTo>
                  <a:lnTo>
                    <a:pt x="680634" y="273444"/>
                  </a:lnTo>
                  <a:lnTo>
                    <a:pt x="672396" y="256195"/>
                  </a:lnTo>
                  <a:lnTo>
                    <a:pt x="663556" y="239378"/>
                  </a:lnTo>
                  <a:lnTo>
                    <a:pt x="654134" y="223013"/>
                  </a:lnTo>
                  <a:lnTo>
                    <a:pt x="644151" y="207120"/>
                  </a:lnTo>
                  <a:lnTo>
                    <a:pt x="633630" y="191718"/>
                  </a:lnTo>
                  <a:lnTo>
                    <a:pt x="622594" y="176826"/>
                  </a:lnTo>
                  <a:lnTo>
                    <a:pt x="611065" y="162459"/>
                  </a:lnTo>
                  <a:lnTo>
                    <a:pt x="599068" y="148634"/>
                  </a:lnTo>
                  <a:lnTo>
                    <a:pt x="586627" y="135366"/>
                  </a:lnTo>
                  <a:lnTo>
                    <a:pt x="573766" y="122668"/>
                  </a:lnTo>
                  <a:lnTo>
                    <a:pt x="560510" y="110553"/>
                  </a:lnTo>
                  <a:lnTo>
                    <a:pt x="546887" y="99032"/>
                  </a:lnTo>
                  <a:lnTo>
                    <a:pt x="532920" y="88117"/>
                  </a:lnTo>
                  <a:lnTo>
                    <a:pt x="518636" y="77816"/>
                  </a:lnTo>
                  <a:lnTo>
                    <a:pt x="504062" y="68138"/>
                  </a:lnTo>
                  <a:lnTo>
                    <a:pt x="489223" y="59090"/>
                  </a:lnTo>
                  <a:lnTo>
                    <a:pt x="474147" y="50678"/>
                  </a:lnTo>
                  <a:lnTo>
                    <a:pt x="458861" y="42907"/>
                  </a:lnTo>
                  <a:lnTo>
                    <a:pt x="443390" y="35781"/>
                  </a:lnTo>
                  <a:lnTo>
                    <a:pt x="427762" y="29303"/>
                  </a:lnTo>
                  <a:lnTo>
                    <a:pt x="412003" y="23474"/>
                  </a:lnTo>
                  <a:lnTo>
                    <a:pt x="396140" y="18295"/>
                  </a:lnTo>
                  <a:lnTo>
                    <a:pt x="380200" y="13767"/>
                  </a:lnTo>
                  <a:lnTo>
                    <a:pt x="364208" y="9886"/>
                  </a:lnTo>
                  <a:lnTo>
                    <a:pt x="348190" y="6651"/>
                  </a:lnTo>
                  <a:lnTo>
                    <a:pt x="332173" y="4058"/>
                  </a:lnTo>
                  <a:lnTo>
                    <a:pt x="316182" y="2102"/>
                  </a:lnTo>
                  <a:lnTo>
                    <a:pt x="300242" y="779"/>
                  </a:lnTo>
                  <a:lnTo>
                    <a:pt x="284378" y="80"/>
                  </a:lnTo>
                  <a:lnTo>
                    <a:pt x="268613" y="0"/>
                  </a:lnTo>
                  <a:lnTo>
                    <a:pt x="252973" y="528"/>
                  </a:lnTo>
                  <a:lnTo>
                    <a:pt x="237479" y="1656"/>
                  </a:lnTo>
                  <a:lnTo>
                    <a:pt x="222156" y="3374"/>
                  </a:lnTo>
                  <a:lnTo>
                    <a:pt x="207024" y="5670"/>
                  </a:lnTo>
                  <a:lnTo>
                    <a:pt x="192107" y="8532"/>
                  </a:lnTo>
                  <a:lnTo>
                    <a:pt x="209372" y="8909"/>
                  </a:lnTo>
                  <a:lnTo>
                    <a:pt x="226604" y="10038"/>
                  </a:lnTo>
                  <a:lnTo>
                    <a:pt x="243771" y="11918"/>
                  </a:lnTo>
                  <a:lnTo>
                    <a:pt x="260839" y="14545"/>
                  </a:lnTo>
                  <a:lnTo>
                    <a:pt x="277777" y="17914"/>
                  </a:lnTo>
                  <a:lnTo>
                    <a:pt x="294551" y="22019"/>
                  </a:lnTo>
                  <a:lnTo>
                    <a:pt x="311130" y="26852"/>
                  </a:lnTo>
                  <a:lnTo>
                    <a:pt x="327483" y="32403"/>
                  </a:lnTo>
                  <a:lnTo>
                    <a:pt x="343578" y="38662"/>
                  </a:lnTo>
                  <a:lnTo>
                    <a:pt x="359385" y="45617"/>
                  </a:lnTo>
                  <a:lnTo>
                    <a:pt x="374873" y="53255"/>
                  </a:lnTo>
                  <a:lnTo>
                    <a:pt x="390013" y="61561"/>
                  </a:lnTo>
                  <a:lnTo>
                    <a:pt x="404777" y="70520"/>
                  </a:lnTo>
                  <a:lnTo>
                    <a:pt x="419136" y="80114"/>
                  </a:lnTo>
                  <a:lnTo>
                    <a:pt x="433063" y="90326"/>
                  </a:lnTo>
                  <a:lnTo>
                    <a:pt x="446531" y="101135"/>
                  </a:lnTo>
                  <a:lnTo>
                    <a:pt x="459514" y="112521"/>
                  </a:lnTo>
                  <a:lnTo>
                    <a:pt x="471989" y="124463"/>
                  </a:lnTo>
                  <a:lnTo>
                    <a:pt x="487360" y="150259"/>
                  </a:lnTo>
                  <a:lnTo>
                    <a:pt x="500467" y="176765"/>
                  </a:lnTo>
                  <a:lnTo>
                    <a:pt x="511292" y="203788"/>
                  </a:lnTo>
                  <a:lnTo>
                    <a:pt x="519833" y="231137"/>
                  </a:lnTo>
                  <a:lnTo>
                    <a:pt x="526101" y="258625"/>
                  </a:lnTo>
                  <a:lnTo>
                    <a:pt x="530127" y="286067"/>
                  </a:lnTo>
                  <a:lnTo>
                    <a:pt x="531952" y="313284"/>
                  </a:lnTo>
                  <a:lnTo>
                    <a:pt x="531634" y="340103"/>
                  </a:lnTo>
                  <a:lnTo>
                    <a:pt x="529242" y="366359"/>
                  </a:lnTo>
                  <a:lnTo>
                    <a:pt x="524860" y="391894"/>
                  </a:lnTo>
                  <a:lnTo>
                    <a:pt x="518581" y="416561"/>
                  </a:lnTo>
                  <a:lnTo>
                    <a:pt x="510512" y="440221"/>
                  </a:lnTo>
                  <a:lnTo>
                    <a:pt x="500768" y="462747"/>
                  </a:lnTo>
                  <a:lnTo>
                    <a:pt x="489472" y="484024"/>
                  </a:lnTo>
                  <a:lnTo>
                    <a:pt x="476755" y="503948"/>
                  </a:lnTo>
                  <a:lnTo>
                    <a:pt x="462758" y="522429"/>
                  </a:lnTo>
                  <a:lnTo>
                    <a:pt x="447622" y="539388"/>
                  </a:lnTo>
                  <a:lnTo>
                    <a:pt x="431496" y="554763"/>
                  </a:lnTo>
                  <a:lnTo>
                    <a:pt x="414531" y="568501"/>
                  </a:lnTo>
                  <a:lnTo>
                    <a:pt x="396879" y="580566"/>
                  </a:lnTo>
                  <a:lnTo>
                    <a:pt x="378695" y="590933"/>
                  </a:lnTo>
                  <a:lnTo>
                    <a:pt x="360131" y="599593"/>
                  </a:lnTo>
                  <a:lnTo>
                    <a:pt x="341340" y="606548"/>
                  </a:lnTo>
                  <a:lnTo>
                    <a:pt x="322469" y="611815"/>
                  </a:lnTo>
                  <a:lnTo>
                    <a:pt x="303665" y="615422"/>
                  </a:lnTo>
                  <a:lnTo>
                    <a:pt x="285067" y="617410"/>
                  </a:lnTo>
                  <a:lnTo>
                    <a:pt x="266809" y="617831"/>
                  </a:lnTo>
                  <a:lnTo>
                    <a:pt x="249020" y="616748"/>
                  </a:lnTo>
                  <a:lnTo>
                    <a:pt x="231820" y="614234"/>
                  </a:lnTo>
                  <a:lnTo>
                    <a:pt x="215321" y="610372"/>
                  </a:lnTo>
                  <a:lnTo>
                    <a:pt x="199624" y="605252"/>
                  </a:lnTo>
                  <a:lnTo>
                    <a:pt x="184825" y="598974"/>
                  </a:lnTo>
                  <a:lnTo>
                    <a:pt x="171004" y="591642"/>
                  </a:lnTo>
                  <a:lnTo>
                    <a:pt x="158234" y="583368"/>
                  </a:lnTo>
                  <a:lnTo>
                    <a:pt x="146576" y="574268"/>
                  </a:lnTo>
                  <a:lnTo>
                    <a:pt x="136080" y="564460"/>
                  </a:lnTo>
                  <a:lnTo>
                    <a:pt x="126784" y="554067"/>
                  </a:lnTo>
                  <a:lnTo>
                    <a:pt x="118714" y="543212"/>
                  </a:lnTo>
                  <a:lnTo>
                    <a:pt x="111884" y="532019"/>
                  </a:lnTo>
                  <a:lnTo>
                    <a:pt x="106298" y="520612"/>
                  </a:lnTo>
                  <a:lnTo>
                    <a:pt x="101948" y="509112"/>
                  </a:lnTo>
                  <a:lnTo>
                    <a:pt x="98813" y="497639"/>
                  </a:lnTo>
                  <a:lnTo>
                    <a:pt x="96864" y="486308"/>
                  </a:lnTo>
                  <a:lnTo>
                    <a:pt x="96060" y="475230"/>
                  </a:lnTo>
                  <a:lnTo>
                    <a:pt x="96352" y="464512"/>
                  </a:lnTo>
                  <a:lnTo>
                    <a:pt x="97678" y="454252"/>
                  </a:lnTo>
                  <a:lnTo>
                    <a:pt x="99971" y="444544"/>
                  </a:lnTo>
                  <a:lnTo>
                    <a:pt x="103154" y="435471"/>
                  </a:lnTo>
                  <a:lnTo>
                    <a:pt x="107146" y="427110"/>
                  </a:lnTo>
                  <a:lnTo>
                    <a:pt x="111855" y="419529"/>
                  </a:lnTo>
                  <a:lnTo>
                    <a:pt x="117188" y="412786"/>
                  </a:lnTo>
                  <a:lnTo>
                    <a:pt x="123045" y="406929"/>
                  </a:lnTo>
                  <a:lnTo>
                    <a:pt x="129324" y="401996"/>
                  </a:lnTo>
                  <a:lnTo>
                    <a:pt x="135918" y="398014"/>
                  </a:lnTo>
                  <a:lnTo>
                    <a:pt x="142721" y="395001"/>
                  </a:lnTo>
                  <a:lnTo>
                    <a:pt x="149626" y="392962"/>
                  </a:lnTo>
                  <a:lnTo>
                    <a:pt x="156526" y="391895"/>
                  </a:lnTo>
                  <a:lnTo>
                    <a:pt x="163314" y="391783"/>
                  </a:lnTo>
                  <a:lnTo>
                    <a:pt x="169888" y="392602"/>
                  </a:lnTo>
                  <a:lnTo>
                    <a:pt x="176148" y="394317"/>
                  </a:lnTo>
                  <a:lnTo>
                    <a:pt x="181997" y="396883"/>
                  </a:lnTo>
                  <a:lnTo>
                    <a:pt x="187345" y="400247"/>
                  </a:lnTo>
                  <a:lnTo>
                    <a:pt x="192107" y="404345"/>
                  </a:lnTo>
                  <a:lnTo>
                    <a:pt x="199647" y="412992"/>
                  </a:lnTo>
                  <a:lnTo>
                    <a:pt x="205972" y="422628"/>
                  </a:lnTo>
                  <a:lnTo>
                    <a:pt x="210984" y="433125"/>
                  </a:lnTo>
                  <a:lnTo>
                    <a:pt x="214599" y="444347"/>
                  </a:lnTo>
                  <a:lnTo>
                    <a:pt x="216744" y="456149"/>
                  </a:lnTo>
                  <a:lnTo>
                    <a:pt x="217360" y="468383"/>
                  </a:lnTo>
                  <a:lnTo>
                    <a:pt x="216402" y="480892"/>
                  </a:lnTo>
                  <a:lnTo>
                    <a:pt x="213838" y="493518"/>
                  </a:lnTo>
                  <a:lnTo>
                    <a:pt x="209651" y="506099"/>
                  </a:lnTo>
                  <a:lnTo>
                    <a:pt x="203840" y="518472"/>
                  </a:lnTo>
                  <a:lnTo>
                    <a:pt x="196416" y="530473"/>
                  </a:lnTo>
                  <a:lnTo>
                    <a:pt x="187407" y="541939"/>
                  </a:lnTo>
                  <a:lnTo>
                    <a:pt x="176855" y="552710"/>
                  </a:lnTo>
                  <a:lnTo>
                    <a:pt x="164816" y="562629"/>
                  </a:lnTo>
                  <a:lnTo>
                    <a:pt x="151362" y="571544"/>
                  </a:lnTo>
                  <a:lnTo>
                    <a:pt x="136576" y="579309"/>
                  </a:lnTo>
                  <a:lnTo>
                    <a:pt x="120556" y="585785"/>
                  </a:lnTo>
                  <a:lnTo>
                    <a:pt x="103414" y="590840"/>
                  </a:lnTo>
                  <a:lnTo>
                    <a:pt x="85271" y="594353"/>
                  </a:lnTo>
                  <a:lnTo>
                    <a:pt x="66261" y="596213"/>
                  </a:lnTo>
                  <a:lnTo>
                    <a:pt x="46529" y="596319"/>
                  </a:lnTo>
                  <a:lnTo>
                    <a:pt x="26227" y="594584"/>
                  </a:lnTo>
                  <a:lnTo>
                    <a:pt x="5519" y="590933"/>
                  </a:lnTo>
                  <a:lnTo>
                    <a:pt x="2190" y="572596"/>
                  </a:lnTo>
                  <a:lnTo>
                    <a:pt x="367" y="554564"/>
                  </a:lnTo>
                  <a:lnTo>
                    <a:pt x="0" y="536947"/>
                  </a:lnTo>
                  <a:lnTo>
                    <a:pt x="1029" y="519856"/>
                  </a:lnTo>
                  <a:lnTo>
                    <a:pt x="3390" y="503391"/>
                  </a:lnTo>
                  <a:lnTo>
                    <a:pt x="7009" y="487651"/>
                  </a:lnTo>
                  <a:lnTo>
                    <a:pt x="11806" y="472724"/>
                  </a:lnTo>
                  <a:lnTo>
                    <a:pt x="17696" y="458694"/>
                  </a:lnTo>
                  <a:lnTo>
                    <a:pt x="24587" y="445635"/>
                  </a:lnTo>
                  <a:lnTo>
                    <a:pt x="32382" y="433616"/>
                  </a:lnTo>
                  <a:lnTo>
                    <a:pt x="40981" y="422695"/>
                  </a:lnTo>
                  <a:lnTo>
                    <a:pt x="50280" y="412924"/>
                  </a:lnTo>
                  <a:lnTo>
                    <a:pt x="60169" y="404345"/>
                  </a:lnTo>
                  <a:lnTo>
                    <a:pt x="54241" y="411013"/>
                  </a:lnTo>
                  <a:lnTo>
                    <a:pt x="48663" y="418254"/>
                  </a:lnTo>
                  <a:lnTo>
                    <a:pt x="43477" y="426048"/>
                  </a:lnTo>
                  <a:lnTo>
                    <a:pt x="38723" y="434373"/>
                  </a:lnTo>
                  <a:lnTo>
                    <a:pt x="34441" y="443206"/>
                  </a:lnTo>
                  <a:lnTo>
                    <a:pt x="30667" y="452519"/>
                  </a:lnTo>
                  <a:lnTo>
                    <a:pt x="27439" y="462284"/>
                  </a:lnTo>
                  <a:lnTo>
                    <a:pt x="24791" y="472468"/>
                  </a:lnTo>
                  <a:lnTo>
                    <a:pt x="22755" y="483038"/>
                  </a:lnTo>
                  <a:lnTo>
                    <a:pt x="21363" y="493958"/>
                  </a:lnTo>
                  <a:lnTo>
                    <a:pt x="20643" y="505190"/>
                  </a:lnTo>
                  <a:lnTo>
                    <a:pt x="20622" y="516693"/>
                  </a:lnTo>
                  <a:lnTo>
                    <a:pt x="21323" y="528426"/>
                  </a:lnTo>
                  <a:lnTo>
                    <a:pt x="22770" y="540346"/>
                  </a:lnTo>
                  <a:lnTo>
                    <a:pt x="24980" y="552406"/>
                  </a:lnTo>
                  <a:lnTo>
                    <a:pt x="27971" y="564561"/>
                  </a:lnTo>
                  <a:lnTo>
                    <a:pt x="31756" y="576763"/>
                  </a:lnTo>
                  <a:lnTo>
                    <a:pt x="36347" y="588963"/>
                  </a:lnTo>
                  <a:lnTo>
                    <a:pt x="41751" y="601112"/>
                  </a:lnTo>
                  <a:lnTo>
                    <a:pt x="47974" y="613157"/>
                  </a:lnTo>
                  <a:lnTo>
                    <a:pt x="55018" y="625050"/>
                  </a:lnTo>
                  <a:lnTo>
                    <a:pt x="62882" y="636737"/>
                  </a:lnTo>
                  <a:lnTo>
                    <a:pt x="71561" y="648168"/>
                  </a:lnTo>
                  <a:lnTo>
                    <a:pt x="81050" y="659290"/>
                  </a:lnTo>
                  <a:lnTo>
                    <a:pt x="91338" y="670052"/>
                  </a:lnTo>
                  <a:lnTo>
                    <a:pt x="102411" y="680401"/>
                  </a:lnTo>
                  <a:lnTo>
                    <a:pt x="114253" y="690288"/>
                  </a:lnTo>
                  <a:lnTo>
                    <a:pt x="126845" y="699661"/>
                  </a:lnTo>
                  <a:lnTo>
                    <a:pt x="140164" y="708472"/>
                  </a:lnTo>
                  <a:lnTo>
                    <a:pt x="154184" y="716671"/>
                  </a:lnTo>
                  <a:lnTo>
                    <a:pt x="168876" y="724212"/>
                  </a:lnTo>
                  <a:lnTo>
                    <a:pt x="184210" y="731049"/>
                  </a:lnTo>
                  <a:lnTo>
                    <a:pt x="200151" y="737136"/>
                  </a:lnTo>
                  <a:lnTo>
                    <a:pt x="216661" y="742433"/>
                  </a:lnTo>
                  <a:lnTo>
                    <a:pt x="233700" y="746897"/>
                  </a:lnTo>
                  <a:lnTo>
                    <a:pt x="251227" y="750490"/>
                  </a:lnTo>
                  <a:lnTo>
                    <a:pt x="269195" y="753175"/>
                  </a:lnTo>
                  <a:lnTo>
                    <a:pt x="287558" y="754919"/>
                  </a:lnTo>
                  <a:lnTo>
                    <a:pt x="306266" y="755689"/>
                  </a:lnTo>
                  <a:lnTo>
                    <a:pt x="325266" y="755457"/>
                  </a:lnTo>
                  <a:lnTo>
                    <a:pt x="344506" y="754197"/>
                  </a:lnTo>
                  <a:lnTo>
                    <a:pt x="363930" y="751884"/>
                  </a:lnTo>
                  <a:lnTo>
                    <a:pt x="383479" y="748499"/>
                  </a:lnTo>
                  <a:lnTo>
                    <a:pt x="403096" y="744024"/>
                  </a:lnTo>
                  <a:lnTo>
                    <a:pt x="422720" y="738445"/>
                  </a:lnTo>
                  <a:lnTo>
                    <a:pt x="442289" y="731752"/>
                  </a:lnTo>
                  <a:lnTo>
                    <a:pt x="461742" y="723936"/>
                  </a:lnTo>
                  <a:lnTo>
                    <a:pt x="481014" y="714995"/>
                  </a:lnTo>
                  <a:lnTo>
                    <a:pt x="500043" y="704928"/>
                  </a:lnTo>
                  <a:lnTo>
                    <a:pt x="518764" y="693738"/>
                  </a:lnTo>
                  <a:lnTo>
                    <a:pt x="537112" y="681431"/>
                  </a:lnTo>
                  <a:lnTo>
                    <a:pt x="555022" y="668018"/>
                  </a:lnTo>
                  <a:lnTo>
                    <a:pt x="572431" y="653514"/>
                  </a:lnTo>
                  <a:lnTo>
                    <a:pt x="589274" y="637935"/>
                  </a:lnTo>
                  <a:lnTo>
                    <a:pt x="605488" y="621304"/>
                  </a:lnTo>
                  <a:lnTo>
                    <a:pt x="621009" y="603645"/>
                  </a:lnTo>
                  <a:lnTo>
                    <a:pt x="635777" y="584987"/>
                  </a:lnTo>
                  <a:lnTo>
                    <a:pt x="649731" y="565362"/>
                  </a:lnTo>
                  <a:lnTo>
                    <a:pt x="662811" y="544805"/>
                  </a:lnTo>
                  <a:lnTo>
                    <a:pt x="674960" y="523357"/>
                  </a:lnTo>
                  <a:lnTo>
                    <a:pt x="686122" y="501060"/>
                  </a:lnTo>
                  <a:lnTo>
                    <a:pt x="696243" y="477960"/>
                  </a:lnTo>
                  <a:lnTo>
                    <a:pt x="705272" y="454105"/>
                  </a:lnTo>
                  <a:lnTo>
                    <a:pt x="713159" y="429548"/>
                  </a:lnTo>
                  <a:close/>
                </a:path>
              </a:pathLst>
            </a:custGeom>
            <a:solidFill>
              <a:srgbClr val="C4A46B">
                <a:alpha val="25882"/>
              </a:srgbClr>
            </a:solidFill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1148085" y="3928739"/>
              <a:ext cx="719857" cy="582400"/>
            </a:xfrm>
            <a:custGeom>
              <a:avLst/>
              <a:pathLst>
                <a:path w="719857" h="582400">
                  <a:moveTo>
                    <a:pt x="192107" y="0"/>
                  </a:moveTo>
                  <a:lnTo>
                    <a:pt x="209372" y="376"/>
                  </a:lnTo>
                  <a:lnTo>
                    <a:pt x="226604" y="1506"/>
                  </a:lnTo>
                  <a:lnTo>
                    <a:pt x="243771" y="3386"/>
                  </a:lnTo>
                  <a:lnTo>
                    <a:pt x="260839" y="6013"/>
                  </a:lnTo>
                  <a:lnTo>
                    <a:pt x="277777" y="9382"/>
                  </a:lnTo>
                  <a:lnTo>
                    <a:pt x="294551" y="13486"/>
                  </a:lnTo>
                  <a:lnTo>
                    <a:pt x="311130" y="18319"/>
                  </a:lnTo>
                  <a:lnTo>
                    <a:pt x="327483" y="23870"/>
                  </a:lnTo>
                  <a:lnTo>
                    <a:pt x="343578" y="30129"/>
                  </a:lnTo>
                  <a:lnTo>
                    <a:pt x="359385" y="37084"/>
                  </a:lnTo>
                  <a:lnTo>
                    <a:pt x="374873" y="44722"/>
                  </a:lnTo>
                  <a:lnTo>
                    <a:pt x="390013" y="53028"/>
                  </a:lnTo>
                  <a:lnTo>
                    <a:pt x="404777" y="61987"/>
                  </a:lnTo>
                  <a:lnTo>
                    <a:pt x="419136" y="71581"/>
                  </a:lnTo>
                  <a:lnTo>
                    <a:pt x="433063" y="81793"/>
                  </a:lnTo>
                  <a:lnTo>
                    <a:pt x="446531" y="92602"/>
                  </a:lnTo>
                  <a:lnTo>
                    <a:pt x="459514" y="103988"/>
                  </a:lnTo>
                  <a:lnTo>
                    <a:pt x="471989" y="115930"/>
                  </a:lnTo>
                  <a:lnTo>
                    <a:pt x="486864" y="122318"/>
                  </a:lnTo>
                  <a:lnTo>
                    <a:pt x="501646" y="129432"/>
                  </a:lnTo>
                  <a:lnTo>
                    <a:pt x="516302" y="137275"/>
                  </a:lnTo>
                  <a:lnTo>
                    <a:pt x="530797" y="145847"/>
                  </a:lnTo>
                  <a:lnTo>
                    <a:pt x="545098" y="155147"/>
                  </a:lnTo>
                  <a:lnTo>
                    <a:pt x="559170" y="165171"/>
                  </a:lnTo>
                  <a:lnTo>
                    <a:pt x="572978" y="175916"/>
                  </a:lnTo>
                  <a:lnTo>
                    <a:pt x="586489" y="187376"/>
                  </a:lnTo>
                  <a:lnTo>
                    <a:pt x="599667" y="199542"/>
                  </a:lnTo>
                  <a:lnTo>
                    <a:pt x="612479" y="212406"/>
                  </a:lnTo>
                  <a:lnTo>
                    <a:pt x="624892" y="225957"/>
                  </a:lnTo>
                  <a:lnTo>
                    <a:pt x="636870" y="240183"/>
                  </a:lnTo>
                  <a:lnTo>
                    <a:pt x="648382" y="255070"/>
                  </a:lnTo>
                  <a:lnTo>
                    <a:pt x="659394" y="270603"/>
                  </a:lnTo>
                  <a:lnTo>
                    <a:pt x="669874" y="286765"/>
                  </a:lnTo>
                  <a:lnTo>
                    <a:pt x="679791" y="303538"/>
                  </a:lnTo>
                  <a:lnTo>
                    <a:pt x="689113" y="320901"/>
                  </a:lnTo>
                  <a:lnTo>
                    <a:pt x="697809" y="338833"/>
                  </a:lnTo>
                  <a:lnTo>
                    <a:pt x="705851" y="357312"/>
                  </a:lnTo>
                  <a:lnTo>
                    <a:pt x="713210" y="376314"/>
                  </a:lnTo>
                  <a:lnTo>
                    <a:pt x="719857" y="395812"/>
                  </a:lnTo>
                  <a:lnTo>
                    <a:pt x="703211" y="408359"/>
                  </a:lnTo>
                  <a:lnTo>
                    <a:pt x="686277" y="420089"/>
                  </a:lnTo>
                  <a:lnTo>
                    <a:pt x="669085" y="430996"/>
                  </a:lnTo>
                  <a:lnTo>
                    <a:pt x="651665" y="441075"/>
                  </a:lnTo>
                  <a:lnTo>
                    <a:pt x="634048" y="450320"/>
                  </a:lnTo>
                  <a:lnTo>
                    <a:pt x="616263" y="458730"/>
                  </a:lnTo>
                  <a:lnTo>
                    <a:pt x="598342" y="466301"/>
                  </a:lnTo>
                  <a:lnTo>
                    <a:pt x="580314" y="473032"/>
                  </a:lnTo>
                  <a:lnTo>
                    <a:pt x="562211" y="478922"/>
                  </a:lnTo>
                  <a:lnTo>
                    <a:pt x="544062" y="483972"/>
                  </a:lnTo>
                  <a:lnTo>
                    <a:pt x="525898" y="488185"/>
                  </a:lnTo>
                  <a:lnTo>
                    <a:pt x="507748" y="491561"/>
                  </a:lnTo>
                  <a:lnTo>
                    <a:pt x="489643" y="494105"/>
                  </a:lnTo>
                  <a:lnTo>
                    <a:pt x="471613" y="495821"/>
                  </a:lnTo>
                  <a:lnTo>
                    <a:pt x="453688" y="496715"/>
                  </a:lnTo>
                  <a:lnTo>
                    <a:pt x="435896" y="496793"/>
                  </a:lnTo>
                  <a:lnTo>
                    <a:pt x="418267" y="496062"/>
                  </a:lnTo>
                  <a:lnTo>
                    <a:pt x="400830" y="494531"/>
                  </a:lnTo>
                  <a:lnTo>
                    <a:pt x="383613" y="492208"/>
                  </a:lnTo>
                  <a:lnTo>
                    <a:pt x="366645" y="489105"/>
                  </a:lnTo>
                  <a:lnTo>
                    <a:pt x="349953" y="485231"/>
                  </a:lnTo>
                  <a:lnTo>
                    <a:pt x="333565" y="480599"/>
                  </a:lnTo>
                  <a:lnTo>
                    <a:pt x="317508" y="475222"/>
                  </a:lnTo>
                  <a:lnTo>
                    <a:pt x="301809" y="469113"/>
                  </a:lnTo>
                  <a:lnTo>
                    <a:pt x="286493" y="462287"/>
                  </a:lnTo>
                  <a:lnTo>
                    <a:pt x="271587" y="454759"/>
                  </a:lnTo>
                  <a:lnTo>
                    <a:pt x="257115" y="446545"/>
                  </a:lnTo>
                  <a:lnTo>
                    <a:pt x="243102" y="437662"/>
                  </a:lnTo>
                  <a:lnTo>
                    <a:pt x="229571" y="428129"/>
                  </a:lnTo>
                  <a:lnTo>
                    <a:pt x="216547" y="417963"/>
                  </a:lnTo>
                  <a:lnTo>
                    <a:pt x="204051" y="407184"/>
                  </a:lnTo>
                  <a:lnTo>
                    <a:pt x="192107" y="395812"/>
                  </a:lnTo>
                  <a:lnTo>
                    <a:pt x="192107" y="395812"/>
                  </a:lnTo>
                  <a:lnTo>
                    <a:pt x="191533" y="409689"/>
                  </a:lnTo>
                  <a:lnTo>
                    <a:pt x="189813" y="423494"/>
                  </a:lnTo>
                  <a:lnTo>
                    <a:pt x="186953" y="437157"/>
                  </a:lnTo>
                  <a:lnTo>
                    <a:pt x="182963" y="450607"/>
                  </a:lnTo>
                  <a:lnTo>
                    <a:pt x="177857" y="463775"/>
                  </a:lnTo>
                  <a:lnTo>
                    <a:pt x="171651" y="476591"/>
                  </a:lnTo>
                  <a:lnTo>
                    <a:pt x="164367" y="488988"/>
                  </a:lnTo>
                  <a:lnTo>
                    <a:pt x="156031" y="500898"/>
                  </a:lnTo>
                  <a:lnTo>
                    <a:pt x="146671" y="512255"/>
                  </a:lnTo>
                  <a:lnTo>
                    <a:pt x="136319" y="522996"/>
                  </a:lnTo>
                  <a:lnTo>
                    <a:pt x="125011" y="533059"/>
                  </a:lnTo>
                  <a:lnTo>
                    <a:pt x="112787" y="542384"/>
                  </a:lnTo>
                  <a:lnTo>
                    <a:pt x="99688" y="550911"/>
                  </a:lnTo>
                  <a:lnTo>
                    <a:pt x="85762" y="558586"/>
                  </a:lnTo>
                  <a:lnTo>
                    <a:pt x="71056" y="565355"/>
                  </a:lnTo>
                  <a:lnTo>
                    <a:pt x="55622" y="571168"/>
                  </a:lnTo>
                  <a:lnTo>
                    <a:pt x="39517" y="575976"/>
                  </a:lnTo>
                  <a:lnTo>
                    <a:pt x="22795" y="579734"/>
                  </a:lnTo>
                  <a:lnTo>
                    <a:pt x="5519" y="582400"/>
                  </a:lnTo>
                  <a:lnTo>
                    <a:pt x="2190" y="564064"/>
                  </a:lnTo>
                  <a:lnTo>
                    <a:pt x="367" y="546031"/>
                  </a:lnTo>
                  <a:lnTo>
                    <a:pt x="0" y="528415"/>
                  </a:lnTo>
                  <a:lnTo>
                    <a:pt x="1029" y="511323"/>
                  </a:lnTo>
                  <a:lnTo>
                    <a:pt x="3390" y="494859"/>
                  </a:lnTo>
                  <a:lnTo>
                    <a:pt x="7009" y="479118"/>
                  </a:lnTo>
                  <a:lnTo>
                    <a:pt x="11806" y="464191"/>
                  </a:lnTo>
                  <a:lnTo>
                    <a:pt x="17696" y="450161"/>
                  </a:lnTo>
                  <a:lnTo>
                    <a:pt x="24587" y="437102"/>
                  </a:lnTo>
                  <a:lnTo>
                    <a:pt x="32382" y="425083"/>
                  </a:lnTo>
                  <a:lnTo>
                    <a:pt x="40981" y="414162"/>
                  </a:lnTo>
                  <a:lnTo>
                    <a:pt x="50280" y="404391"/>
                  </a:lnTo>
                  <a:lnTo>
                    <a:pt x="60169" y="395812"/>
                  </a:lnTo>
                  <a:lnTo>
                    <a:pt x="72469" y="387256"/>
                  </a:lnTo>
                  <a:lnTo>
                    <a:pt x="85257" y="380450"/>
                  </a:lnTo>
                  <a:lnTo>
                    <a:pt x="98345" y="375416"/>
                  </a:lnTo>
                  <a:lnTo>
                    <a:pt x="111548" y="372158"/>
                  </a:lnTo>
                  <a:lnTo>
                    <a:pt x="124679" y="370663"/>
                  </a:lnTo>
                  <a:lnTo>
                    <a:pt x="137555" y="370899"/>
                  </a:lnTo>
                  <a:lnTo>
                    <a:pt x="149998" y="372819"/>
                  </a:lnTo>
                  <a:lnTo>
                    <a:pt x="161836" y="376358"/>
                  </a:lnTo>
                  <a:lnTo>
                    <a:pt x="172903" y="381436"/>
                  </a:lnTo>
                  <a:lnTo>
                    <a:pt x="183042" y="387958"/>
                  </a:lnTo>
                  <a:lnTo>
                    <a:pt x="192107" y="395812"/>
                  </a:lnTo>
                </a:path>
              </a:pathLst>
            </a:custGeom>
            <a:ln w="24933" cap="flat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1836342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308591" y="389713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588473" y="401306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1308591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1122003" y="4479538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1176654" y="4292950"/>
              <a:ext cx="63202" cy="63202"/>
            </a:xfrm>
            <a:prstGeom prst="ellipse">
              <a:avLst/>
            </a:prstGeom>
            <a:solidFill>
              <a:srgbClr val="C4A46B">
                <a:alpha val="100000"/>
              </a:srgbClr>
            </a:solidFill>
            <a:ln w="9000" cap="rnd">
              <a:solidFill>
                <a:srgbClr val="C4A4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1340192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1340192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1340192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1340192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1340192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967017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812442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967017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tx391"/>
            <p:cNvSpPr/>
            <p:nvPr/>
          </p:nvSpPr>
          <p:spPr>
            <a:xfrm>
              <a:off x="1208207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1526009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1825909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1516943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1199141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668337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623527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677403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439944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390502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01" name="rc401"/>
            <p:cNvSpPr/>
            <p:nvPr/>
          </p:nvSpPr>
          <p:spPr>
            <a:xfrm>
              <a:off x="2320794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02" name="rc402"/>
            <p:cNvSpPr/>
            <p:nvPr/>
          </p:nvSpPr>
          <p:spPr>
            <a:xfrm>
              <a:off x="2320794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rc403"/>
            <p:cNvSpPr/>
            <p:nvPr/>
          </p:nvSpPr>
          <p:spPr>
            <a:xfrm>
              <a:off x="2648754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4" name="tx404"/>
            <p:cNvSpPr/>
            <p:nvPr/>
          </p:nvSpPr>
          <p:spPr>
            <a:xfrm>
              <a:off x="3183831" y="3469067"/>
              <a:ext cx="815133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Galliformes</a:t>
              </a:r>
            </a:p>
          </p:txBody>
        </p:sp>
        <p:sp>
          <p:nvSpPr>
            <p:cNvPr id="405" name="rc405"/>
            <p:cNvSpPr/>
            <p:nvPr/>
          </p:nvSpPr>
          <p:spPr>
            <a:xfrm>
              <a:off x="2931710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591398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591398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591398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3591398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591398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171575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2997679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171575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327556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063714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2997753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377886" y="3951376"/>
              <a:ext cx="682595" cy="713132"/>
            </a:xfrm>
            <a:custGeom>
              <a:avLst/>
              <a:pathLst>
                <a:path w="682595" h="713132">
                  <a:moveTo>
                    <a:pt x="609324" y="373175"/>
                  </a:moveTo>
                  <a:lnTo>
                    <a:pt x="596064" y="353774"/>
                  </a:lnTo>
                  <a:lnTo>
                    <a:pt x="581888" y="335715"/>
                  </a:lnTo>
                  <a:lnTo>
                    <a:pt x="566897" y="319039"/>
                  </a:lnTo>
                  <a:lnTo>
                    <a:pt x="551195" y="303780"/>
                  </a:lnTo>
                  <a:lnTo>
                    <a:pt x="534886" y="289966"/>
                  </a:lnTo>
                  <a:lnTo>
                    <a:pt x="518076" y="277618"/>
                  </a:lnTo>
                  <a:lnTo>
                    <a:pt x="500872" y="266749"/>
                  </a:lnTo>
                  <a:lnTo>
                    <a:pt x="483379" y="257366"/>
                  </a:lnTo>
                  <a:lnTo>
                    <a:pt x="465704" y="249469"/>
                  </a:lnTo>
                  <a:lnTo>
                    <a:pt x="447951" y="243051"/>
                  </a:lnTo>
                  <a:lnTo>
                    <a:pt x="430224" y="238098"/>
                  </a:lnTo>
                  <a:lnTo>
                    <a:pt x="412624" y="234589"/>
                  </a:lnTo>
                  <a:lnTo>
                    <a:pt x="395253" y="232497"/>
                  </a:lnTo>
                  <a:lnTo>
                    <a:pt x="378206" y="231789"/>
                  </a:lnTo>
                  <a:lnTo>
                    <a:pt x="361580" y="232426"/>
                  </a:lnTo>
                  <a:lnTo>
                    <a:pt x="345464" y="234361"/>
                  </a:lnTo>
                  <a:lnTo>
                    <a:pt x="329947" y="237544"/>
                  </a:lnTo>
                  <a:lnTo>
                    <a:pt x="315112" y="241918"/>
                  </a:lnTo>
                  <a:lnTo>
                    <a:pt x="301040" y="247420"/>
                  </a:lnTo>
                  <a:lnTo>
                    <a:pt x="287804" y="253984"/>
                  </a:lnTo>
                  <a:lnTo>
                    <a:pt x="275475" y="261537"/>
                  </a:lnTo>
                  <a:lnTo>
                    <a:pt x="264119" y="270006"/>
                  </a:lnTo>
                  <a:lnTo>
                    <a:pt x="253793" y="279308"/>
                  </a:lnTo>
                  <a:lnTo>
                    <a:pt x="244552" y="289362"/>
                  </a:lnTo>
                  <a:lnTo>
                    <a:pt x="236445" y="300080"/>
                  </a:lnTo>
                  <a:lnTo>
                    <a:pt x="229513" y="311373"/>
                  </a:lnTo>
                  <a:lnTo>
                    <a:pt x="223792" y="323148"/>
                  </a:lnTo>
                  <a:lnTo>
                    <a:pt x="219312" y="335313"/>
                  </a:lnTo>
                  <a:lnTo>
                    <a:pt x="216095" y="347770"/>
                  </a:lnTo>
                  <a:lnTo>
                    <a:pt x="214158" y="360424"/>
                  </a:lnTo>
                  <a:lnTo>
                    <a:pt x="213511" y="373175"/>
                  </a:lnTo>
                  <a:lnTo>
                    <a:pt x="213916" y="356688"/>
                  </a:lnTo>
                  <a:lnTo>
                    <a:pt x="215130" y="340231"/>
                  </a:lnTo>
                  <a:lnTo>
                    <a:pt x="217151" y="323833"/>
                  </a:lnTo>
                  <a:lnTo>
                    <a:pt x="219977" y="307524"/>
                  </a:lnTo>
                  <a:lnTo>
                    <a:pt x="223605" y="291335"/>
                  </a:lnTo>
                  <a:lnTo>
                    <a:pt x="228031" y="275293"/>
                  </a:lnTo>
                  <a:lnTo>
                    <a:pt x="233248" y="259430"/>
                  </a:lnTo>
                  <a:lnTo>
                    <a:pt x="239251" y="243773"/>
                  </a:lnTo>
                  <a:lnTo>
                    <a:pt x="246032" y="228352"/>
                  </a:lnTo>
                  <a:lnTo>
                    <a:pt x="253584" y="213196"/>
                  </a:lnTo>
                  <a:lnTo>
                    <a:pt x="261897" y="198333"/>
                  </a:lnTo>
                  <a:lnTo>
                    <a:pt x="270961" y="183791"/>
                  </a:lnTo>
                  <a:lnTo>
                    <a:pt x="280764" y="169598"/>
                  </a:lnTo>
                  <a:lnTo>
                    <a:pt x="291296" y="155782"/>
                  </a:lnTo>
                  <a:lnTo>
                    <a:pt x="302543" y="142369"/>
                  </a:lnTo>
                  <a:lnTo>
                    <a:pt x="314492" y="129386"/>
                  </a:lnTo>
                  <a:lnTo>
                    <a:pt x="327128" y="116861"/>
                  </a:lnTo>
                  <a:lnTo>
                    <a:pt x="340435" y="104817"/>
                  </a:lnTo>
                  <a:lnTo>
                    <a:pt x="354398" y="93282"/>
                  </a:lnTo>
                  <a:lnTo>
                    <a:pt x="368999" y="82279"/>
                  </a:lnTo>
                  <a:lnTo>
                    <a:pt x="384220" y="71833"/>
                  </a:lnTo>
                  <a:lnTo>
                    <a:pt x="400042" y="61967"/>
                  </a:lnTo>
                  <a:lnTo>
                    <a:pt x="416447" y="52705"/>
                  </a:lnTo>
                  <a:lnTo>
                    <a:pt x="433413" y="44069"/>
                  </a:lnTo>
                  <a:lnTo>
                    <a:pt x="450920" y="36081"/>
                  </a:lnTo>
                  <a:lnTo>
                    <a:pt x="468946" y="28762"/>
                  </a:lnTo>
                  <a:lnTo>
                    <a:pt x="487467" y="22133"/>
                  </a:lnTo>
                  <a:lnTo>
                    <a:pt x="506462" y="16213"/>
                  </a:lnTo>
                  <a:lnTo>
                    <a:pt x="525907" y="11022"/>
                  </a:lnTo>
                  <a:lnTo>
                    <a:pt x="545776" y="6578"/>
                  </a:lnTo>
                  <a:lnTo>
                    <a:pt x="566045" y="2898"/>
                  </a:lnTo>
                  <a:lnTo>
                    <a:pt x="586687" y="0"/>
                  </a:lnTo>
                  <a:lnTo>
                    <a:pt x="601494" y="21529"/>
                  </a:lnTo>
                  <a:lnTo>
                    <a:pt x="615094" y="43605"/>
                  </a:lnTo>
                  <a:lnTo>
                    <a:pt x="627469" y="66163"/>
                  </a:lnTo>
                  <a:lnTo>
                    <a:pt x="638607" y="89136"/>
                  </a:lnTo>
                  <a:lnTo>
                    <a:pt x="648496" y="112456"/>
                  </a:lnTo>
                  <a:lnTo>
                    <a:pt x="657128" y="136057"/>
                  </a:lnTo>
                  <a:lnTo>
                    <a:pt x="664502" y="159873"/>
                  </a:lnTo>
                  <a:lnTo>
                    <a:pt x="670616" y="183837"/>
                  </a:lnTo>
                  <a:lnTo>
                    <a:pt x="675473" y="207883"/>
                  </a:lnTo>
                  <a:lnTo>
                    <a:pt x="679082" y="231946"/>
                  </a:lnTo>
                  <a:lnTo>
                    <a:pt x="681451" y="255963"/>
                  </a:lnTo>
                  <a:lnTo>
                    <a:pt x="682595" y="279869"/>
                  </a:lnTo>
                  <a:lnTo>
                    <a:pt x="682530" y="303603"/>
                  </a:lnTo>
                  <a:lnTo>
                    <a:pt x="681276" y="327105"/>
                  </a:lnTo>
                  <a:lnTo>
                    <a:pt x="678855" y="350315"/>
                  </a:lnTo>
                  <a:lnTo>
                    <a:pt x="675293" y="373175"/>
                  </a:lnTo>
                  <a:lnTo>
                    <a:pt x="670619" y="395632"/>
                  </a:lnTo>
                  <a:lnTo>
                    <a:pt x="664863" y="417630"/>
                  </a:lnTo>
                  <a:lnTo>
                    <a:pt x="658060" y="439118"/>
                  </a:lnTo>
                  <a:lnTo>
                    <a:pt x="650245" y="460047"/>
                  </a:lnTo>
                  <a:lnTo>
                    <a:pt x="641456" y="480370"/>
                  </a:lnTo>
                  <a:lnTo>
                    <a:pt x="631736" y="500042"/>
                  </a:lnTo>
                  <a:lnTo>
                    <a:pt x="621125" y="519022"/>
                  </a:lnTo>
                  <a:lnTo>
                    <a:pt x="609668" y="537269"/>
                  </a:lnTo>
                  <a:lnTo>
                    <a:pt x="597412" y="554747"/>
                  </a:lnTo>
                  <a:lnTo>
                    <a:pt x="584404" y="571422"/>
                  </a:lnTo>
                  <a:lnTo>
                    <a:pt x="570694" y="587262"/>
                  </a:lnTo>
                  <a:lnTo>
                    <a:pt x="556330" y="602240"/>
                  </a:lnTo>
                  <a:lnTo>
                    <a:pt x="541366" y="616329"/>
                  </a:lnTo>
                  <a:lnTo>
                    <a:pt x="525853" y="629508"/>
                  </a:lnTo>
                  <a:lnTo>
                    <a:pt x="509844" y="641756"/>
                  </a:lnTo>
                  <a:lnTo>
                    <a:pt x="493393" y="653057"/>
                  </a:lnTo>
                  <a:lnTo>
                    <a:pt x="476554" y="663398"/>
                  </a:lnTo>
                  <a:lnTo>
                    <a:pt x="459381" y="672769"/>
                  </a:lnTo>
                  <a:lnTo>
                    <a:pt x="441928" y="681160"/>
                  </a:lnTo>
                  <a:lnTo>
                    <a:pt x="424251" y="688569"/>
                  </a:lnTo>
                  <a:lnTo>
                    <a:pt x="406401" y="694993"/>
                  </a:lnTo>
                  <a:lnTo>
                    <a:pt x="388435" y="700434"/>
                  </a:lnTo>
                  <a:lnTo>
                    <a:pt x="370403" y="704896"/>
                  </a:lnTo>
                  <a:lnTo>
                    <a:pt x="352360" y="708385"/>
                  </a:lnTo>
                  <a:lnTo>
                    <a:pt x="334356" y="710912"/>
                  </a:lnTo>
                  <a:lnTo>
                    <a:pt x="316441" y="712489"/>
                  </a:lnTo>
                  <a:lnTo>
                    <a:pt x="298666" y="713132"/>
                  </a:lnTo>
                  <a:lnTo>
                    <a:pt x="281078" y="712857"/>
                  </a:lnTo>
                  <a:lnTo>
                    <a:pt x="263724" y="711685"/>
                  </a:lnTo>
                  <a:lnTo>
                    <a:pt x="246650" y="709637"/>
                  </a:lnTo>
                  <a:lnTo>
                    <a:pt x="229898" y="706740"/>
                  </a:lnTo>
                  <a:lnTo>
                    <a:pt x="213511" y="703019"/>
                  </a:lnTo>
                  <a:lnTo>
                    <a:pt x="197529" y="698504"/>
                  </a:lnTo>
                  <a:lnTo>
                    <a:pt x="181989" y="693225"/>
                  </a:lnTo>
                  <a:lnTo>
                    <a:pt x="166928" y="687214"/>
                  </a:lnTo>
                  <a:lnTo>
                    <a:pt x="152379" y="680506"/>
                  </a:lnTo>
                  <a:lnTo>
                    <a:pt x="138375" y="673137"/>
                  </a:lnTo>
                  <a:lnTo>
                    <a:pt x="124944" y="665143"/>
                  </a:lnTo>
                  <a:lnTo>
                    <a:pt x="112113" y="656564"/>
                  </a:lnTo>
                  <a:lnTo>
                    <a:pt x="99908" y="647438"/>
                  </a:lnTo>
                  <a:lnTo>
                    <a:pt x="88350" y="637806"/>
                  </a:lnTo>
                  <a:lnTo>
                    <a:pt x="77460" y="627710"/>
                  </a:lnTo>
                  <a:lnTo>
                    <a:pt x="67254" y="617191"/>
                  </a:lnTo>
                  <a:lnTo>
                    <a:pt x="57748" y="606292"/>
                  </a:lnTo>
                  <a:lnTo>
                    <a:pt x="48953" y="595057"/>
                  </a:lnTo>
                  <a:lnTo>
                    <a:pt x="40879" y="583528"/>
                  </a:lnTo>
                  <a:lnTo>
                    <a:pt x="33535" y="571749"/>
                  </a:lnTo>
                  <a:lnTo>
                    <a:pt x="26923" y="559763"/>
                  </a:lnTo>
                  <a:lnTo>
                    <a:pt x="21048" y="547614"/>
                  </a:lnTo>
                  <a:lnTo>
                    <a:pt x="15907" y="535345"/>
                  </a:lnTo>
                  <a:lnTo>
                    <a:pt x="11500" y="522997"/>
                  </a:lnTo>
                  <a:lnTo>
                    <a:pt x="7820" y="510614"/>
                  </a:lnTo>
                  <a:lnTo>
                    <a:pt x="4860" y="498236"/>
                  </a:lnTo>
                  <a:lnTo>
                    <a:pt x="2611" y="485904"/>
                  </a:lnTo>
                  <a:lnTo>
                    <a:pt x="1061" y="473657"/>
                  </a:lnTo>
                  <a:lnTo>
                    <a:pt x="196" y="461533"/>
                  </a:lnTo>
                  <a:lnTo>
                    <a:pt x="0" y="449571"/>
                  </a:lnTo>
                  <a:lnTo>
                    <a:pt x="454" y="437806"/>
                  </a:lnTo>
                  <a:lnTo>
                    <a:pt x="1538" y="426272"/>
                  </a:lnTo>
                  <a:lnTo>
                    <a:pt x="3232" y="415002"/>
                  </a:lnTo>
                  <a:lnTo>
                    <a:pt x="5512" y="404029"/>
                  </a:lnTo>
                  <a:lnTo>
                    <a:pt x="8352" y="393382"/>
                  </a:lnTo>
                  <a:lnTo>
                    <a:pt x="11725" y="383089"/>
                  </a:lnTo>
                  <a:lnTo>
                    <a:pt x="15605" y="373175"/>
                  </a:lnTo>
                  <a:lnTo>
                    <a:pt x="19961" y="363667"/>
                  </a:lnTo>
                  <a:lnTo>
                    <a:pt x="24764" y="354585"/>
                  </a:lnTo>
                  <a:lnTo>
                    <a:pt x="29982" y="345951"/>
                  </a:lnTo>
                  <a:lnTo>
                    <a:pt x="35583" y="337783"/>
                  </a:lnTo>
                  <a:lnTo>
                    <a:pt x="41533" y="330097"/>
                  </a:lnTo>
                  <a:lnTo>
                    <a:pt x="47800" y="322907"/>
                  </a:lnTo>
                  <a:lnTo>
                    <a:pt x="54348" y="316226"/>
                  </a:lnTo>
                  <a:lnTo>
                    <a:pt x="61143" y="310062"/>
                  </a:lnTo>
                  <a:lnTo>
                    <a:pt x="68151" y="304425"/>
                  </a:lnTo>
                  <a:lnTo>
                    <a:pt x="75336" y="299319"/>
                  </a:lnTo>
                  <a:lnTo>
                    <a:pt x="82662" y="294748"/>
                  </a:lnTo>
                  <a:lnTo>
                    <a:pt x="90096" y="290712"/>
                  </a:lnTo>
                  <a:lnTo>
                    <a:pt x="97603" y="287212"/>
                  </a:lnTo>
                  <a:lnTo>
                    <a:pt x="105148" y="284244"/>
                  </a:lnTo>
                  <a:lnTo>
                    <a:pt x="112697" y="281803"/>
                  </a:lnTo>
                  <a:lnTo>
                    <a:pt x="120217" y="279881"/>
                  </a:lnTo>
                  <a:lnTo>
                    <a:pt x="110778" y="284156"/>
                  </a:lnTo>
                  <a:lnTo>
                    <a:pt x="101489" y="289316"/>
                  </a:lnTo>
                  <a:lnTo>
                    <a:pt x="92428" y="295360"/>
                  </a:lnTo>
                  <a:lnTo>
                    <a:pt x="83676" y="302280"/>
                  </a:lnTo>
                  <a:lnTo>
                    <a:pt x="75313" y="310062"/>
                  </a:lnTo>
                  <a:lnTo>
                    <a:pt x="67416" y="318685"/>
                  </a:lnTo>
                  <a:lnTo>
                    <a:pt x="60065" y="328119"/>
                  </a:lnTo>
                  <a:lnTo>
                    <a:pt x="53335" y="338331"/>
                  </a:lnTo>
                  <a:lnTo>
                    <a:pt x="47300" y="349278"/>
                  </a:lnTo>
                  <a:lnTo>
                    <a:pt x="42031" y="360911"/>
                  </a:lnTo>
                  <a:lnTo>
                    <a:pt x="37595" y="373175"/>
                  </a:lnTo>
                  <a:lnTo>
                    <a:pt x="34055" y="386010"/>
                  </a:lnTo>
                  <a:lnTo>
                    <a:pt x="31470" y="399349"/>
                  </a:lnTo>
                  <a:lnTo>
                    <a:pt x="29895" y="413119"/>
                  </a:lnTo>
                  <a:lnTo>
                    <a:pt x="29376" y="427242"/>
                  </a:lnTo>
                  <a:lnTo>
                    <a:pt x="29956" y="441638"/>
                  </a:lnTo>
                  <a:lnTo>
                    <a:pt x="31671" y="456219"/>
                  </a:lnTo>
                  <a:lnTo>
                    <a:pt x="34549" y="470896"/>
                  </a:lnTo>
                  <a:lnTo>
                    <a:pt x="38613" y="485576"/>
                  </a:lnTo>
                  <a:lnTo>
                    <a:pt x="43877" y="500162"/>
                  </a:lnTo>
                  <a:lnTo>
                    <a:pt x="50347" y="514558"/>
                  </a:lnTo>
                  <a:lnTo>
                    <a:pt x="58021" y="528665"/>
                  </a:lnTo>
                  <a:lnTo>
                    <a:pt x="66892" y="542383"/>
                  </a:lnTo>
                  <a:lnTo>
                    <a:pt x="76941" y="555613"/>
                  </a:lnTo>
                  <a:lnTo>
                    <a:pt x="88142" y="568254"/>
                  </a:lnTo>
                  <a:lnTo>
                    <a:pt x="100462" y="580210"/>
                  </a:lnTo>
                  <a:lnTo>
                    <a:pt x="113859" y="591384"/>
                  </a:lnTo>
                  <a:lnTo>
                    <a:pt x="128282" y="601683"/>
                  </a:lnTo>
                  <a:lnTo>
                    <a:pt x="143675" y="611017"/>
                  </a:lnTo>
                  <a:lnTo>
                    <a:pt x="159970" y="619300"/>
                  </a:lnTo>
                  <a:lnTo>
                    <a:pt x="177096" y="626450"/>
                  </a:lnTo>
                  <a:lnTo>
                    <a:pt x="194972" y="632390"/>
                  </a:lnTo>
                  <a:lnTo>
                    <a:pt x="213511" y="637051"/>
                  </a:lnTo>
                  <a:lnTo>
                    <a:pt x="228831" y="626439"/>
                  </a:lnTo>
                  <a:lnTo>
                    <a:pt x="242871" y="614977"/>
                  </a:lnTo>
                  <a:lnTo>
                    <a:pt x="255588" y="602780"/>
                  </a:lnTo>
                  <a:lnTo>
                    <a:pt x="266945" y="589966"/>
                  </a:lnTo>
                  <a:lnTo>
                    <a:pt x="276918" y="576655"/>
                  </a:lnTo>
                  <a:lnTo>
                    <a:pt x="285489" y="562966"/>
                  </a:lnTo>
                  <a:lnTo>
                    <a:pt x="292652" y="549019"/>
                  </a:lnTo>
                  <a:lnTo>
                    <a:pt x="298408" y="534933"/>
                  </a:lnTo>
                  <a:lnTo>
                    <a:pt x="302770" y="520827"/>
                  </a:lnTo>
                  <a:lnTo>
                    <a:pt x="305756" y="506815"/>
                  </a:lnTo>
                  <a:lnTo>
                    <a:pt x="307398" y="493013"/>
                  </a:lnTo>
                  <a:lnTo>
                    <a:pt x="307732" y="479529"/>
                  </a:lnTo>
                  <a:lnTo>
                    <a:pt x="306805" y="466469"/>
                  </a:lnTo>
                  <a:lnTo>
                    <a:pt x="288621" y="469045"/>
                  </a:lnTo>
                  <a:lnTo>
                    <a:pt x="271267" y="468714"/>
                  </a:lnTo>
                  <a:lnTo>
                    <a:pt x="255164" y="465725"/>
                  </a:lnTo>
                  <a:lnTo>
                    <a:pt x="240686" y="460381"/>
                  </a:lnTo>
                  <a:lnTo>
                    <a:pt x="228147" y="453038"/>
                  </a:lnTo>
                  <a:lnTo>
                    <a:pt x="217801" y="444089"/>
                  </a:lnTo>
                  <a:lnTo>
                    <a:pt x="209835" y="433959"/>
                  </a:lnTo>
                  <a:lnTo>
                    <a:pt x="204364" y="423089"/>
                  </a:lnTo>
                  <a:lnTo>
                    <a:pt x="201434" y="411933"/>
                  </a:lnTo>
                  <a:lnTo>
                    <a:pt x="201015" y="400940"/>
                  </a:lnTo>
                  <a:lnTo>
                    <a:pt x="203010" y="390546"/>
                  </a:lnTo>
                  <a:lnTo>
                    <a:pt x="207252" y="381165"/>
                  </a:lnTo>
                  <a:lnTo>
                    <a:pt x="213511" y="373175"/>
                  </a:lnTo>
                  <a:lnTo>
                    <a:pt x="204927" y="373763"/>
                  </a:lnTo>
                  <a:lnTo>
                    <a:pt x="196462" y="375519"/>
                  </a:lnTo>
                  <a:lnTo>
                    <a:pt x="188237" y="378427"/>
                  </a:lnTo>
                  <a:lnTo>
                    <a:pt x="180369" y="382461"/>
                  </a:lnTo>
                  <a:lnTo>
                    <a:pt x="172972" y="387583"/>
                  </a:lnTo>
                  <a:lnTo>
                    <a:pt x="166158" y="393744"/>
                  </a:lnTo>
                  <a:lnTo>
                    <a:pt x="160032" y="400886"/>
                  </a:lnTo>
                  <a:lnTo>
                    <a:pt x="154696" y="408942"/>
                  </a:lnTo>
                  <a:lnTo>
                    <a:pt x="150244" y="417834"/>
                  </a:lnTo>
                  <a:lnTo>
                    <a:pt x="146764" y="427478"/>
                  </a:lnTo>
                  <a:lnTo>
                    <a:pt x="144337" y="437780"/>
                  </a:lnTo>
                  <a:lnTo>
                    <a:pt x="143034" y="448638"/>
                  </a:lnTo>
                  <a:lnTo>
                    <a:pt x="142918" y="459947"/>
                  </a:lnTo>
                  <a:lnTo>
                    <a:pt x="144042" y="471591"/>
                  </a:lnTo>
                  <a:lnTo>
                    <a:pt x="146449" y="483455"/>
                  </a:lnTo>
                  <a:lnTo>
                    <a:pt x="150172" y="495414"/>
                  </a:lnTo>
                  <a:lnTo>
                    <a:pt x="155234" y="507344"/>
                  </a:lnTo>
                  <a:lnTo>
                    <a:pt x="161644" y="519116"/>
                  </a:lnTo>
                  <a:lnTo>
                    <a:pt x="169403" y="530601"/>
                  </a:lnTo>
                  <a:lnTo>
                    <a:pt x="178498" y="541668"/>
                  </a:lnTo>
                  <a:lnTo>
                    <a:pt x="188906" y="552190"/>
                  </a:lnTo>
                  <a:lnTo>
                    <a:pt x="200593" y="562036"/>
                  </a:lnTo>
                  <a:lnTo>
                    <a:pt x="213511" y="571082"/>
                  </a:lnTo>
                  <a:lnTo>
                    <a:pt x="227604" y="579205"/>
                  </a:lnTo>
                  <a:lnTo>
                    <a:pt x="242803" y="586287"/>
                  </a:lnTo>
                  <a:lnTo>
                    <a:pt x="259029" y="592216"/>
                  </a:lnTo>
                  <a:lnTo>
                    <a:pt x="276192" y="596885"/>
                  </a:lnTo>
                  <a:lnTo>
                    <a:pt x="294194" y="600194"/>
                  </a:lnTo>
                  <a:lnTo>
                    <a:pt x="312926" y="602051"/>
                  </a:lnTo>
                  <a:lnTo>
                    <a:pt x="332272" y="602373"/>
                  </a:lnTo>
                  <a:lnTo>
                    <a:pt x="352107" y="601086"/>
                  </a:lnTo>
                  <a:lnTo>
                    <a:pt x="372299" y="598126"/>
                  </a:lnTo>
                  <a:lnTo>
                    <a:pt x="392710" y="593441"/>
                  </a:lnTo>
                  <a:lnTo>
                    <a:pt x="413197" y="586987"/>
                  </a:lnTo>
                  <a:lnTo>
                    <a:pt x="433611" y="578734"/>
                  </a:lnTo>
                  <a:lnTo>
                    <a:pt x="453801" y="568665"/>
                  </a:lnTo>
                  <a:lnTo>
                    <a:pt x="473611" y="556774"/>
                  </a:lnTo>
                  <a:lnTo>
                    <a:pt x="492886" y="543067"/>
                  </a:lnTo>
                  <a:lnTo>
                    <a:pt x="511468" y="527564"/>
                  </a:lnTo>
                  <a:lnTo>
                    <a:pt x="529202" y="510299"/>
                  </a:lnTo>
                  <a:lnTo>
                    <a:pt x="545931" y="491317"/>
                  </a:lnTo>
                  <a:lnTo>
                    <a:pt x="561504" y="470678"/>
                  </a:lnTo>
                  <a:lnTo>
                    <a:pt x="575771" y="448454"/>
                  </a:lnTo>
                  <a:lnTo>
                    <a:pt x="588589" y="424729"/>
                  </a:lnTo>
                  <a:lnTo>
                    <a:pt x="599817" y="399599"/>
                  </a:lnTo>
                  <a:close/>
                </a:path>
              </a:pathLst>
            </a:custGeom>
            <a:solidFill>
              <a:srgbClr val="B7C36B">
                <a:alpha val="25882"/>
              </a:srgbClr>
            </a:solidFill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3498104" y="3951376"/>
              <a:ext cx="520266" cy="637051"/>
            </a:xfrm>
            <a:custGeom>
              <a:avLst/>
              <a:pathLst>
                <a:path w="520266" h="637051">
                  <a:moveTo>
                    <a:pt x="93293" y="373175"/>
                  </a:moveTo>
                  <a:lnTo>
                    <a:pt x="93698" y="356688"/>
                  </a:lnTo>
                  <a:lnTo>
                    <a:pt x="94912" y="340231"/>
                  </a:lnTo>
                  <a:lnTo>
                    <a:pt x="96933" y="323833"/>
                  </a:lnTo>
                  <a:lnTo>
                    <a:pt x="99760" y="307524"/>
                  </a:lnTo>
                  <a:lnTo>
                    <a:pt x="103388" y="291335"/>
                  </a:lnTo>
                  <a:lnTo>
                    <a:pt x="107813" y="275293"/>
                  </a:lnTo>
                  <a:lnTo>
                    <a:pt x="113030" y="259430"/>
                  </a:lnTo>
                  <a:lnTo>
                    <a:pt x="119033" y="243773"/>
                  </a:lnTo>
                  <a:lnTo>
                    <a:pt x="125815" y="228352"/>
                  </a:lnTo>
                  <a:lnTo>
                    <a:pt x="133366" y="213196"/>
                  </a:lnTo>
                  <a:lnTo>
                    <a:pt x="141679" y="198333"/>
                  </a:lnTo>
                  <a:lnTo>
                    <a:pt x="150743" y="183791"/>
                  </a:lnTo>
                  <a:lnTo>
                    <a:pt x="160546" y="169598"/>
                  </a:lnTo>
                  <a:lnTo>
                    <a:pt x="171078" y="155782"/>
                  </a:lnTo>
                  <a:lnTo>
                    <a:pt x="182325" y="142369"/>
                  </a:lnTo>
                  <a:lnTo>
                    <a:pt x="194274" y="129386"/>
                  </a:lnTo>
                  <a:lnTo>
                    <a:pt x="206910" y="116861"/>
                  </a:lnTo>
                  <a:lnTo>
                    <a:pt x="220217" y="104817"/>
                  </a:lnTo>
                  <a:lnTo>
                    <a:pt x="234180" y="93282"/>
                  </a:lnTo>
                  <a:lnTo>
                    <a:pt x="248781" y="82279"/>
                  </a:lnTo>
                  <a:lnTo>
                    <a:pt x="264002" y="71833"/>
                  </a:lnTo>
                  <a:lnTo>
                    <a:pt x="279825" y="61967"/>
                  </a:lnTo>
                  <a:lnTo>
                    <a:pt x="296229" y="52705"/>
                  </a:lnTo>
                  <a:lnTo>
                    <a:pt x="313195" y="44069"/>
                  </a:lnTo>
                  <a:lnTo>
                    <a:pt x="330702" y="36081"/>
                  </a:lnTo>
                  <a:lnTo>
                    <a:pt x="348728" y="28762"/>
                  </a:lnTo>
                  <a:lnTo>
                    <a:pt x="367250" y="22133"/>
                  </a:lnTo>
                  <a:lnTo>
                    <a:pt x="386245" y="16213"/>
                  </a:lnTo>
                  <a:lnTo>
                    <a:pt x="405689" y="11022"/>
                  </a:lnTo>
                  <a:lnTo>
                    <a:pt x="425558" y="6578"/>
                  </a:lnTo>
                  <a:lnTo>
                    <a:pt x="445827" y="2898"/>
                  </a:lnTo>
                  <a:lnTo>
                    <a:pt x="466469" y="0"/>
                  </a:lnTo>
                  <a:lnTo>
                    <a:pt x="475556" y="18487"/>
                  </a:lnTo>
                  <a:lnTo>
                    <a:pt x="483789" y="37127"/>
                  </a:lnTo>
                  <a:lnTo>
                    <a:pt x="491169" y="55880"/>
                  </a:lnTo>
                  <a:lnTo>
                    <a:pt x="497700" y="74710"/>
                  </a:lnTo>
                  <a:lnTo>
                    <a:pt x="503386" y="93579"/>
                  </a:lnTo>
                  <a:lnTo>
                    <a:pt x="508234" y="112451"/>
                  </a:lnTo>
                  <a:lnTo>
                    <a:pt x="512252" y="131290"/>
                  </a:lnTo>
                  <a:lnTo>
                    <a:pt x="515448" y="150060"/>
                  </a:lnTo>
                  <a:lnTo>
                    <a:pt x="517835" y="168727"/>
                  </a:lnTo>
                  <a:lnTo>
                    <a:pt x="519424" y="187256"/>
                  </a:lnTo>
                  <a:lnTo>
                    <a:pt x="520230" y="205615"/>
                  </a:lnTo>
                  <a:lnTo>
                    <a:pt x="520266" y="223771"/>
                  </a:lnTo>
                  <a:lnTo>
                    <a:pt x="519550" y="241693"/>
                  </a:lnTo>
                  <a:lnTo>
                    <a:pt x="518100" y="259349"/>
                  </a:lnTo>
                  <a:lnTo>
                    <a:pt x="515934" y="276711"/>
                  </a:lnTo>
                  <a:lnTo>
                    <a:pt x="513072" y="293749"/>
                  </a:lnTo>
                  <a:lnTo>
                    <a:pt x="509536" y="310437"/>
                  </a:lnTo>
                  <a:lnTo>
                    <a:pt x="505347" y="326748"/>
                  </a:lnTo>
                  <a:lnTo>
                    <a:pt x="500530" y="342657"/>
                  </a:lnTo>
                  <a:lnTo>
                    <a:pt x="495108" y="358141"/>
                  </a:lnTo>
                  <a:lnTo>
                    <a:pt x="489106" y="373175"/>
                  </a:lnTo>
                  <a:lnTo>
                    <a:pt x="474892" y="388958"/>
                  </a:lnTo>
                  <a:lnTo>
                    <a:pt x="460073" y="403568"/>
                  </a:lnTo>
                  <a:lnTo>
                    <a:pt x="444722" y="416981"/>
                  </a:lnTo>
                  <a:lnTo>
                    <a:pt x="428913" y="429180"/>
                  </a:lnTo>
                  <a:lnTo>
                    <a:pt x="412719" y="440152"/>
                  </a:lnTo>
                  <a:lnTo>
                    <a:pt x="396215" y="449886"/>
                  </a:lnTo>
                  <a:lnTo>
                    <a:pt x="379476" y="458376"/>
                  </a:lnTo>
                  <a:lnTo>
                    <a:pt x="362575" y="465620"/>
                  </a:lnTo>
                  <a:lnTo>
                    <a:pt x="345586" y="471620"/>
                  </a:lnTo>
                  <a:lnTo>
                    <a:pt x="328584" y="476383"/>
                  </a:lnTo>
                  <a:lnTo>
                    <a:pt x="311641" y="479919"/>
                  </a:lnTo>
                  <a:lnTo>
                    <a:pt x="294829" y="482241"/>
                  </a:lnTo>
                  <a:lnTo>
                    <a:pt x="278219" y="483367"/>
                  </a:lnTo>
                  <a:lnTo>
                    <a:pt x="261881" y="483319"/>
                  </a:lnTo>
                  <a:lnTo>
                    <a:pt x="245882" y="482122"/>
                  </a:lnTo>
                  <a:lnTo>
                    <a:pt x="230290" y="479804"/>
                  </a:lnTo>
                  <a:lnTo>
                    <a:pt x="215169" y="476398"/>
                  </a:lnTo>
                  <a:lnTo>
                    <a:pt x="200581" y="471940"/>
                  </a:lnTo>
                  <a:lnTo>
                    <a:pt x="186587" y="466469"/>
                  </a:lnTo>
                  <a:lnTo>
                    <a:pt x="187514" y="479529"/>
                  </a:lnTo>
                  <a:lnTo>
                    <a:pt x="187180" y="493013"/>
                  </a:lnTo>
                  <a:lnTo>
                    <a:pt x="185539" y="506815"/>
                  </a:lnTo>
                  <a:lnTo>
                    <a:pt x="182552" y="520827"/>
                  </a:lnTo>
                  <a:lnTo>
                    <a:pt x="178190" y="534933"/>
                  </a:lnTo>
                  <a:lnTo>
                    <a:pt x="172434" y="549019"/>
                  </a:lnTo>
                  <a:lnTo>
                    <a:pt x="165272" y="562966"/>
                  </a:lnTo>
                  <a:lnTo>
                    <a:pt x="156700" y="576655"/>
                  </a:lnTo>
                  <a:lnTo>
                    <a:pt x="146728" y="589966"/>
                  </a:lnTo>
                  <a:lnTo>
                    <a:pt x="135370" y="602780"/>
                  </a:lnTo>
                  <a:lnTo>
                    <a:pt x="122653" y="614977"/>
                  </a:lnTo>
                  <a:lnTo>
                    <a:pt x="108613" y="626439"/>
                  </a:lnTo>
                  <a:lnTo>
                    <a:pt x="93293" y="637051"/>
                  </a:lnTo>
                  <a:lnTo>
                    <a:pt x="82963" y="622949"/>
                  </a:lnTo>
                  <a:lnTo>
                    <a:pt x="73797" y="608468"/>
                  </a:lnTo>
                  <a:lnTo>
                    <a:pt x="65808" y="593680"/>
                  </a:lnTo>
                  <a:lnTo>
                    <a:pt x="59005" y="578657"/>
                  </a:lnTo>
                  <a:lnTo>
                    <a:pt x="53393" y="563472"/>
                  </a:lnTo>
                  <a:lnTo>
                    <a:pt x="48972" y="548197"/>
                  </a:lnTo>
                  <a:lnTo>
                    <a:pt x="45740" y="532905"/>
                  </a:lnTo>
                  <a:lnTo>
                    <a:pt x="43689" y="517668"/>
                  </a:lnTo>
                  <a:lnTo>
                    <a:pt x="42809" y="502556"/>
                  </a:lnTo>
                  <a:lnTo>
                    <a:pt x="43084" y="487641"/>
                  </a:lnTo>
                  <a:lnTo>
                    <a:pt x="44496" y="472991"/>
                  </a:lnTo>
                  <a:lnTo>
                    <a:pt x="47023" y="458675"/>
                  </a:lnTo>
                  <a:lnTo>
                    <a:pt x="50639" y="444760"/>
                  </a:lnTo>
                  <a:lnTo>
                    <a:pt x="55313" y="431309"/>
                  </a:lnTo>
                  <a:lnTo>
                    <a:pt x="61013" y="418387"/>
                  </a:lnTo>
                  <a:lnTo>
                    <a:pt x="67703" y="406055"/>
                  </a:lnTo>
                  <a:lnTo>
                    <a:pt x="75342" y="394371"/>
                  </a:lnTo>
                  <a:lnTo>
                    <a:pt x="83887" y="383393"/>
                  </a:lnTo>
                  <a:lnTo>
                    <a:pt x="93293" y="373175"/>
                  </a:lnTo>
                  <a:lnTo>
                    <a:pt x="93293" y="373175"/>
                  </a:lnTo>
                  <a:lnTo>
                    <a:pt x="81330" y="372320"/>
                  </a:lnTo>
                  <a:lnTo>
                    <a:pt x="69549" y="369761"/>
                  </a:lnTo>
                  <a:lnTo>
                    <a:pt x="58133" y="365527"/>
                  </a:lnTo>
                  <a:lnTo>
                    <a:pt x="47260" y="359659"/>
                  </a:lnTo>
                  <a:lnTo>
                    <a:pt x="37103" y="352217"/>
                  </a:lnTo>
                  <a:lnTo>
                    <a:pt x="27831" y="343280"/>
                  </a:lnTo>
                  <a:lnTo>
                    <a:pt x="19603" y="332938"/>
                  </a:lnTo>
                  <a:lnTo>
                    <a:pt x="12571" y="321298"/>
                  </a:lnTo>
                  <a:lnTo>
                    <a:pt x="6876" y="308484"/>
                  </a:lnTo>
                  <a:lnTo>
                    <a:pt x="2646" y="294629"/>
                  </a:lnTo>
                  <a:lnTo>
                    <a:pt x="0" y="279881"/>
                  </a:lnTo>
                </a:path>
              </a:pathLst>
            </a:custGeom>
            <a:ln w="24933" cap="flat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3955609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932973" y="3919774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466503" y="419965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3559797" y="4556826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653091" y="4386244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559797" y="4292950"/>
              <a:ext cx="63202" cy="63202"/>
            </a:xfrm>
            <a:prstGeom prst="ellipse">
              <a:avLst/>
            </a:prstGeom>
            <a:solidFill>
              <a:srgbClr val="B7C36B">
                <a:alpha val="100000"/>
              </a:srgbClr>
            </a:solidFill>
            <a:ln w="9000" cap="rnd">
              <a:solidFill>
                <a:srgbClr val="B7C36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591398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591398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591398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591398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3591398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3218222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l433"/>
            <p:cNvSpPr/>
            <p:nvPr/>
          </p:nvSpPr>
          <p:spPr>
            <a:xfrm>
              <a:off x="3063648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l434"/>
            <p:cNvSpPr/>
            <p:nvPr/>
          </p:nvSpPr>
          <p:spPr>
            <a:xfrm>
              <a:off x="3218222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tx435"/>
            <p:cNvSpPr/>
            <p:nvPr/>
          </p:nvSpPr>
          <p:spPr>
            <a:xfrm>
              <a:off x="3459412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3777215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4077114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3768149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3450346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2919542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2874733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2928608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2691150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2641708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45" name="rc445"/>
            <p:cNvSpPr/>
            <p:nvPr/>
          </p:nvSpPr>
          <p:spPr>
            <a:xfrm>
              <a:off x="4571999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46" name="rc446"/>
            <p:cNvSpPr/>
            <p:nvPr/>
          </p:nvSpPr>
          <p:spPr>
            <a:xfrm>
              <a:off x="4571999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7" name="rc447"/>
            <p:cNvSpPr/>
            <p:nvPr/>
          </p:nvSpPr>
          <p:spPr>
            <a:xfrm>
              <a:off x="4899959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8" name="tx448"/>
            <p:cNvSpPr/>
            <p:nvPr/>
          </p:nvSpPr>
          <p:spPr>
            <a:xfrm>
              <a:off x="5369243" y="3469646"/>
              <a:ext cx="946721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Cuculiformes</a:t>
              </a:r>
            </a:p>
          </p:txBody>
        </p:sp>
        <p:sp>
          <p:nvSpPr>
            <p:cNvPr id="449" name="rc449"/>
            <p:cNvSpPr/>
            <p:nvPr/>
          </p:nvSpPr>
          <p:spPr>
            <a:xfrm>
              <a:off x="5182915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5842603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5842603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5842603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5842603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5842603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5422781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5248884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5422781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5578761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5314919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0" name="pl460"/>
            <p:cNvSpPr/>
            <p:nvPr/>
          </p:nvSpPr>
          <p:spPr>
            <a:xfrm>
              <a:off x="5248959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5555388" y="3796801"/>
              <a:ext cx="662022" cy="858753"/>
            </a:xfrm>
            <a:custGeom>
              <a:avLst/>
              <a:pathLst>
                <a:path w="662022" h="858753">
                  <a:moveTo>
                    <a:pt x="419153" y="527750"/>
                  </a:moveTo>
                  <a:lnTo>
                    <a:pt x="429722" y="521696"/>
                  </a:lnTo>
                  <a:lnTo>
                    <a:pt x="439995" y="514746"/>
                  </a:lnTo>
                  <a:lnTo>
                    <a:pt x="449917" y="506915"/>
                  </a:lnTo>
                  <a:lnTo>
                    <a:pt x="459430" y="498221"/>
                  </a:lnTo>
                  <a:lnTo>
                    <a:pt x="468479" y="488685"/>
                  </a:lnTo>
                  <a:lnTo>
                    <a:pt x="477010" y="478331"/>
                  </a:lnTo>
                  <a:lnTo>
                    <a:pt x="484970" y="467188"/>
                  </a:lnTo>
                  <a:lnTo>
                    <a:pt x="492309" y="455286"/>
                  </a:lnTo>
                  <a:lnTo>
                    <a:pt x="498974" y="442658"/>
                  </a:lnTo>
                  <a:lnTo>
                    <a:pt x="504920" y="429341"/>
                  </a:lnTo>
                  <a:lnTo>
                    <a:pt x="510100" y="415374"/>
                  </a:lnTo>
                  <a:lnTo>
                    <a:pt x="514469" y="400798"/>
                  </a:lnTo>
                  <a:lnTo>
                    <a:pt x="517985" y="385659"/>
                  </a:lnTo>
                  <a:lnTo>
                    <a:pt x="520610" y="370002"/>
                  </a:lnTo>
                  <a:lnTo>
                    <a:pt x="522306" y="353878"/>
                  </a:lnTo>
                  <a:lnTo>
                    <a:pt x="523038" y="337336"/>
                  </a:lnTo>
                  <a:lnTo>
                    <a:pt x="522774" y="320432"/>
                  </a:lnTo>
                  <a:lnTo>
                    <a:pt x="521486" y="303219"/>
                  </a:lnTo>
                  <a:lnTo>
                    <a:pt x="519148" y="285755"/>
                  </a:lnTo>
                  <a:lnTo>
                    <a:pt x="515736" y="268100"/>
                  </a:lnTo>
                  <a:lnTo>
                    <a:pt x="511231" y="250312"/>
                  </a:lnTo>
                  <a:lnTo>
                    <a:pt x="505615" y="232453"/>
                  </a:lnTo>
                  <a:lnTo>
                    <a:pt x="498876" y="214587"/>
                  </a:lnTo>
                  <a:lnTo>
                    <a:pt x="491003" y="196777"/>
                  </a:lnTo>
                  <a:lnTo>
                    <a:pt x="481990" y="179087"/>
                  </a:lnTo>
                  <a:lnTo>
                    <a:pt x="471833" y="161582"/>
                  </a:lnTo>
                  <a:lnTo>
                    <a:pt x="460532" y="144329"/>
                  </a:lnTo>
                  <a:lnTo>
                    <a:pt x="448092" y="127392"/>
                  </a:lnTo>
                  <a:lnTo>
                    <a:pt x="434519" y="110838"/>
                  </a:lnTo>
                  <a:lnTo>
                    <a:pt x="419825" y="94734"/>
                  </a:lnTo>
                  <a:lnTo>
                    <a:pt x="404023" y="79143"/>
                  </a:lnTo>
                  <a:lnTo>
                    <a:pt x="387132" y="64132"/>
                  </a:lnTo>
                  <a:lnTo>
                    <a:pt x="369174" y="49766"/>
                  </a:lnTo>
                  <a:lnTo>
                    <a:pt x="350172" y="36107"/>
                  </a:lnTo>
                  <a:lnTo>
                    <a:pt x="330157" y="23219"/>
                  </a:lnTo>
                  <a:lnTo>
                    <a:pt x="309159" y="11163"/>
                  </a:lnTo>
                  <a:lnTo>
                    <a:pt x="287215" y="0"/>
                  </a:lnTo>
                  <a:lnTo>
                    <a:pt x="306713" y="6647"/>
                  </a:lnTo>
                  <a:lnTo>
                    <a:pt x="325715" y="14006"/>
                  </a:lnTo>
                  <a:lnTo>
                    <a:pt x="344194" y="22048"/>
                  </a:lnTo>
                  <a:lnTo>
                    <a:pt x="362127" y="30744"/>
                  </a:lnTo>
                  <a:lnTo>
                    <a:pt x="379490" y="40066"/>
                  </a:lnTo>
                  <a:lnTo>
                    <a:pt x="396262" y="49983"/>
                  </a:lnTo>
                  <a:lnTo>
                    <a:pt x="412424" y="60463"/>
                  </a:lnTo>
                  <a:lnTo>
                    <a:pt x="427957" y="71475"/>
                  </a:lnTo>
                  <a:lnTo>
                    <a:pt x="442844" y="82987"/>
                  </a:lnTo>
                  <a:lnTo>
                    <a:pt x="457070" y="94965"/>
                  </a:lnTo>
                  <a:lnTo>
                    <a:pt x="470622" y="107378"/>
                  </a:lnTo>
                  <a:lnTo>
                    <a:pt x="483486" y="120190"/>
                  </a:lnTo>
                  <a:lnTo>
                    <a:pt x="495652" y="133368"/>
                  </a:lnTo>
                  <a:lnTo>
                    <a:pt x="507111" y="146879"/>
                  </a:lnTo>
                  <a:lnTo>
                    <a:pt x="517856" y="160687"/>
                  </a:lnTo>
                  <a:lnTo>
                    <a:pt x="527880" y="174759"/>
                  </a:lnTo>
                  <a:lnTo>
                    <a:pt x="537180" y="189059"/>
                  </a:lnTo>
                  <a:lnTo>
                    <a:pt x="545752" y="203555"/>
                  </a:lnTo>
                  <a:lnTo>
                    <a:pt x="553595" y="218211"/>
                  </a:lnTo>
                  <a:lnTo>
                    <a:pt x="560709" y="232993"/>
                  </a:lnTo>
                  <a:lnTo>
                    <a:pt x="567097" y="247868"/>
                  </a:lnTo>
                  <a:lnTo>
                    <a:pt x="579351" y="262704"/>
                  </a:lnTo>
                  <a:lnTo>
                    <a:pt x="590827" y="278067"/>
                  </a:lnTo>
                  <a:lnTo>
                    <a:pt x="601503" y="293918"/>
                  </a:lnTo>
                  <a:lnTo>
                    <a:pt x="611358" y="310214"/>
                  </a:lnTo>
                  <a:lnTo>
                    <a:pt x="620375" y="326914"/>
                  </a:lnTo>
                  <a:lnTo>
                    <a:pt x="628537" y="343975"/>
                  </a:lnTo>
                  <a:lnTo>
                    <a:pt x="635831" y="361353"/>
                  </a:lnTo>
                  <a:lnTo>
                    <a:pt x="642246" y="379005"/>
                  </a:lnTo>
                  <a:lnTo>
                    <a:pt x="647772" y="396885"/>
                  </a:lnTo>
                  <a:lnTo>
                    <a:pt x="652402" y="414950"/>
                  </a:lnTo>
                  <a:lnTo>
                    <a:pt x="656131" y="433156"/>
                  </a:lnTo>
                  <a:lnTo>
                    <a:pt x="658957" y="451456"/>
                  </a:lnTo>
                  <a:lnTo>
                    <a:pt x="660880" y="469807"/>
                  </a:lnTo>
                  <a:lnTo>
                    <a:pt x="661900" y="488164"/>
                  </a:lnTo>
                  <a:lnTo>
                    <a:pt x="662022" y="506484"/>
                  </a:lnTo>
                  <a:lnTo>
                    <a:pt x="661253" y="524721"/>
                  </a:lnTo>
                  <a:lnTo>
                    <a:pt x="659599" y="542834"/>
                  </a:lnTo>
                  <a:lnTo>
                    <a:pt x="657073" y="560779"/>
                  </a:lnTo>
                  <a:lnTo>
                    <a:pt x="653685" y="578514"/>
                  </a:lnTo>
                  <a:lnTo>
                    <a:pt x="649451" y="595999"/>
                  </a:lnTo>
                  <a:lnTo>
                    <a:pt x="644386" y="613193"/>
                  </a:lnTo>
                  <a:lnTo>
                    <a:pt x="638510" y="630057"/>
                  </a:lnTo>
                  <a:lnTo>
                    <a:pt x="631841" y="646553"/>
                  </a:lnTo>
                  <a:lnTo>
                    <a:pt x="624402" y="662643"/>
                  </a:lnTo>
                  <a:lnTo>
                    <a:pt x="616217" y="678293"/>
                  </a:lnTo>
                  <a:lnTo>
                    <a:pt x="607310" y="693467"/>
                  </a:lnTo>
                  <a:lnTo>
                    <a:pt x="597709" y="708133"/>
                  </a:lnTo>
                  <a:lnTo>
                    <a:pt x="587441" y="722258"/>
                  </a:lnTo>
                  <a:lnTo>
                    <a:pt x="576537" y="735814"/>
                  </a:lnTo>
                  <a:lnTo>
                    <a:pt x="565027" y="748772"/>
                  </a:lnTo>
                  <a:lnTo>
                    <a:pt x="552944" y="761105"/>
                  </a:lnTo>
                  <a:lnTo>
                    <a:pt x="540321" y="772788"/>
                  </a:lnTo>
                  <a:lnTo>
                    <a:pt x="527192" y="783798"/>
                  </a:lnTo>
                  <a:lnTo>
                    <a:pt x="513594" y="794113"/>
                  </a:lnTo>
                  <a:lnTo>
                    <a:pt x="499562" y="803714"/>
                  </a:lnTo>
                  <a:lnTo>
                    <a:pt x="485134" y="812584"/>
                  </a:lnTo>
                  <a:lnTo>
                    <a:pt x="470347" y="820706"/>
                  </a:lnTo>
                  <a:lnTo>
                    <a:pt x="455241" y="828066"/>
                  </a:lnTo>
                  <a:lnTo>
                    <a:pt x="439853" y="834654"/>
                  </a:lnTo>
                  <a:lnTo>
                    <a:pt x="424223" y="840458"/>
                  </a:lnTo>
                  <a:lnTo>
                    <a:pt x="408391" y="845472"/>
                  </a:lnTo>
                  <a:lnTo>
                    <a:pt x="392396" y="849689"/>
                  </a:lnTo>
                  <a:lnTo>
                    <a:pt x="376279" y="853105"/>
                  </a:lnTo>
                  <a:lnTo>
                    <a:pt x="360079" y="855718"/>
                  </a:lnTo>
                  <a:lnTo>
                    <a:pt x="343836" y="857529"/>
                  </a:lnTo>
                  <a:lnTo>
                    <a:pt x="327589" y="858540"/>
                  </a:lnTo>
                  <a:lnTo>
                    <a:pt x="311379" y="858753"/>
                  </a:lnTo>
                  <a:lnTo>
                    <a:pt x="295243" y="858176"/>
                  </a:lnTo>
                  <a:lnTo>
                    <a:pt x="279220" y="856817"/>
                  </a:lnTo>
                  <a:lnTo>
                    <a:pt x="263348" y="854684"/>
                  </a:lnTo>
                  <a:lnTo>
                    <a:pt x="247665" y="851789"/>
                  </a:lnTo>
                  <a:lnTo>
                    <a:pt x="232206" y="848145"/>
                  </a:lnTo>
                  <a:lnTo>
                    <a:pt x="217006" y="843768"/>
                  </a:lnTo>
                  <a:lnTo>
                    <a:pt x="202102" y="838674"/>
                  </a:lnTo>
                  <a:lnTo>
                    <a:pt x="187525" y="832881"/>
                  </a:lnTo>
                  <a:lnTo>
                    <a:pt x="173310" y="826409"/>
                  </a:lnTo>
                  <a:lnTo>
                    <a:pt x="159487" y="819279"/>
                  </a:lnTo>
                  <a:lnTo>
                    <a:pt x="146086" y="811514"/>
                  </a:lnTo>
                  <a:lnTo>
                    <a:pt x="133136" y="803139"/>
                  </a:lnTo>
                  <a:lnTo>
                    <a:pt x="120665" y="794178"/>
                  </a:lnTo>
                  <a:lnTo>
                    <a:pt x="108700" y="784659"/>
                  </a:lnTo>
                  <a:lnTo>
                    <a:pt x="97264" y="774609"/>
                  </a:lnTo>
                  <a:lnTo>
                    <a:pt x="86381" y="764057"/>
                  </a:lnTo>
                  <a:lnTo>
                    <a:pt x="76072" y="753032"/>
                  </a:lnTo>
                  <a:lnTo>
                    <a:pt x="66358" y="741567"/>
                  </a:lnTo>
                  <a:lnTo>
                    <a:pt x="57258" y="729692"/>
                  </a:lnTo>
                  <a:lnTo>
                    <a:pt x="48786" y="717440"/>
                  </a:lnTo>
                  <a:lnTo>
                    <a:pt x="40960" y="704843"/>
                  </a:lnTo>
                  <a:lnTo>
                    <a:pt x="33792" y="691936"/>
                  </a:lnTo>
                  <a:lnTo>
                    <a:pt x="27294" y="678752"/>
                  </a:lnTo>
                  <a:lnTo>
                    <a:pt x="21476" y="665326"/>
                  </a:lnTo>
                  <a:lnTo>
                    <a:pt x="16345" y="651693"/>
                  </a:lnTo>
                  <a:lnTo>
                    <a:pt x="11909" y="637888"/>
                  </a:lnTo>
                  <a:lnTo>
                    <a:pt x="8171" y="623945"/>
                  </a:lnTo>
                  <a:lnTo>
                    <a:pt x="5135" y="609900"/>
                  </a:lnTo>
                  <a:lnTo>
                    <a:pt x="2801" y="595788"/>
                  </a:lnTo>
                  <a:lnTo>
                    <a:pt x="1169" y="581644"/>
                  </a:lnTo>
                  <a:lnTo>
                    <a:pt x="237" y="567503"/>
                  </a:lnTo>
                  <a:lnTo>
                    <a:pt x="0" y="553399"/>
                  </a:lnTo>
                  <a:lnTo>
                    <a:pt x="452" y="539366"/>
                  </a:lnTo>
                  <a:lnTo>
                    <a:pt x="1586" y="525437"/>
                  </a:lnTo>
                  <a:lnTo>
                    <a:pt x="3394" y="511646"/>
                  </a:lnTo>
                  <a:lnTo>
                    <a:pt x="5863" y="498025"/>
                  </a:lnTo>
                  <a:lnTo>
                    <a:pt x="8983" y="484605"/>
                  </a:lnTo>
                  <a:lnTo>
                    <a:pt x="12739" y="471418"/>
                  </a:lnTo>
                  <a:lnTo>
                    <a:pt x="17116" y="458493"/>
                  </a:lnTo>
                  <a:lnTo>
                    <a:pt x="22097" y="445860"/>
                  </a:lnTo>
                  <a:lnTo>
                    <a:pt x="27665" y="433546"/>
                  </a:lnTo>
                  <a:lnTo>
                    <a:pt x="33801" y="421578"/>
                  </a:lnTo>
                  <a:lnTo>
                    <a:pt x="40483" y="409983"/>
                  </a:lnTo>
                  <a:lnTo>
                    <a:pt x="47691" y="398785"/>
                  </a:lnTo>
                  <a:lnTo>
                    <a:pt x="55401" y="388008"/>
                  </a:lnTo>
                  <a:lnTo>
                    <a:pt x="63590" y="377673"/>
                  </a:lnTo>
                  <a:lnTo>
                    <a:pt x="72233" y="367802"/>
                  </a:lnTo>
                  <a:lnTo>
                    <a:pt x="81305" y="358415"/>
                  </a:lnTo>
                  <a:lnTo>
                    <a:pt x="90779" y="349529"/>
                  </a:lnTo>
                  <a:lnTo>
                    <a:pt x="100627" y="341162"/>
                  </a:lnTo>
                  <a:lnTo>
                    <a:pt x="92805" y="363585"/>
                  </a:lnTo>
                  <a:lnTo>
                    <a:pt x="87381" y="385960"/>
                  </a:lnTo>
                  <a:lnTo>
                    <a:pt x="84287" y="408046"/>
                  </a:lnTo>
                  <a:lnTo>
                    <a:pt x="83435" y="429615"/>
                  </a:lnTo>
                  <a:lnTo>
                    <a:pt x="84712" y="450451"/>
                  </a:lnTo>
                  <a:lnTo>
                    <a:pt x="87988" y="470353"/>
                  </a:lnTo>
                  <a:lnTo>
                    <a:pt x="93111" y="489140"/>
                  </a:lnTo>
                  <a:lnTo>
                    <a:pt x="99918" y="506647"/>
                  </a:lnTo>
                  <a:lnTo>
                    <a:pt x="108227" y="522728"/>
                  </a:lnTo>
                  <a:lnTo>
                    <a:pt x="117848" y="537261"/>
                  </a:lnTo>
                  <a:lnTo>
                    <a:pt x="128578" y="550146"/>
                  </a:lnTo>
                  <a:lnTo>
                    <a:pt x="140210" y="561303"/>
                  </a:lnTo>
                  <a:lnTo>
                    <a:pt x="152529" y="570678"/>
                  </a:lnTo>
                  <a:lnTo>
                    <a:pt x="165321" y="578240"/>
                  </a:lnTo>
                  <a:lnTo>
                    <a:pt x="178368" y="583981"/>
                  </a:lnTo>
                  <a:lnTo>
                    <a:pt x="191459" y="587917"/>
                  </a:lnTo>
                  <a:lnTo>
                    <a:pt x="204385" y="590086"/>
                  </a:lnTo>
                  <a:lnTo>
                    <a:pt x="216945" y="590547"/>
                  </a:lnTo>
                  <a:lnTo>
                    <a:pt x="228946" y="589383"/>
                  </a:lnTo>
                  <a:lnTo>
                    <a:pt x="240208" y="586694"/>
                  </a:lnTo>
                  <a:lnTo>
                    <a:pt x="250565" y="582601"/>
                  </a:lnTo>
                  <a:lnTo>
                    <a:pt x="259863" y="577239"/>
                  </a:lnTo>
                  <a:lnTo>
                    <a:pt x="267969" y="570761"/>
                  </a:lnTo>
                  <a:lnTo>
                    <a:pt x="274765" y="563331"/>
                  </a:lnTo>
                  <a:lnTo>
                    <a:pt x="280153" y="555126"/>
                  </a:lnTo>
                  <a:lnTo>
                    <a:pt x="284058" y="546332"/>
                  </a:lnTo>
                  <a:lnTo>
                    <a:pt x="286423" y="537141"/>
                  </a:lnTo>
                  <a:lnTo>
                    <a:pt x="287215" y="527750"/>
                  </a:lnTo>
                  <a:lnTo>
                    <a:pt x="280699" y="528782"/>
                  </a:lnTo>
                  <a:lnTo>
                    <a:pt x="274667" y="531827"/>
                  </a:lnTo>
                  <a:lnTo>
                    <a:pt x="269581" y="536735"/>
                  </a:lnTo>
                  <a:lnTo>
                    <a:pt x="265867" y="543260"/>
                  </a:lnTo>
                  <a:lnTo>
                    <a:pt x="263891" y="551073"/>
                  </a:lnTo>
                  <a:lnTo>
                    <a:pt x="263950" y="559772"/>
                  </a:lnTo>
                  <a:lnTo>
                    <a:pt x="266251" y="568895"/>
                  </a:lnTo>
                  <a:lnTo>
                    <a:pt x="270907" y="577942"/>
                  </a:lnTo>
                  <a:lnTo>
                    <a:pt x="277927" y="586391"/>
                  </a:lnTo>
                  <a:lnTo>
                    <a:pt x="287215" y="593719"/>
                  </a:lnTo>
                  <a:lnTo>
                    <a:pt x="298567" y="599422"/>
                  </a:lnTo>
                  <a:lnTo>
                    <a:pt x="311678" y="603038"/>
                  </a:lnTo>
                  <a:lnTo>
                    <a:pt x="326149" y="604162"/>
                  </a:lnTo>
                  <a:lnTo>
                    <a:pt x="341501" y="602468"/>
                  </a:lnTo>
                  <a:lnTo>
                    <a:pt x="357185" y="597720"/>
                  </a:lnTo>
                  <a:lnTo>
                    <a:pt x="372607" y="589791"/>
                  </a:lnTo>
                  <a:lnTo>
                    <a:pt x="387139" y="578664"/>
                  </a:lnTo>
                  <a:lnTo>
                    <a:pt x="400147" y="564444"/>
                  </a:lnTo>
                  <a:lnTo>
                    <a:pt x="411013" y="547358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l462"/>
            <p:cNvSpPr/>
            <p:nvPr/>
          </p:nvSpPr>
          <p:spPr>
            <a:xfrm>
              <a:off x="5656015" y="3796801"/>
              <a:ext cx="467579" cy="552899"/>
            </a:xfrm>
            <a:custGeom>
              <a:avLst/>
              <a:pathLst>
                <a:path w="467579" h="552899">
                  <a:moveTo>
                    <a:pt x="186587" y="0"/>
                  </a:moveTo>
                  <a:lnTo>
                    <a:pt x="206086" y="6647"/>
                  </a:lnTo>
                  <a:lnTo>
                    <a:pt x="225087" y="14006"/>
                  </a:lnTo>
                  <a:lnTo>
                    <a:pt x="243566" y="22048"/>
                  </a:lnTo>
                  <a:lnTo>
                    <a:pt x="261499" y="30744"/>
                  </a:lnTo>
                  <a:lnTo>
                    <a:pt x="278862" y="40066"/>
                  </a:lnTo>
                  <a:lnTo>
                    <a:pt x="295635" y="49983"/>
                  </a:lnTo>
                  <a:lnTo>
                    <a:pt x="311797" y="60463"/>
                  </a:lnTo>
                  <a:lnTo>
                    <a:pt x="327330" y="71475"/>
                  </a:lnTo>
                  <a:lnTo>
                    <a:pt x="342217" y="82987"/>
                  </a:lnTo>
                  <a:lnTo>
                    <a:pt x="356443" y="94965"/>
                  </a:lnTo>
                  <a:lnTo>
                    <a:pt x="369994" y="107378"/>
                  </a:lnTo>
                  <a:lnTo>
                    <a:pt x="382858" y="120190"/>
                  </a:lnTo>
                  <a:lnTo>
                    <a:pt x="395024" y="133368"/>
                  </a:lnTo>
                  <a:lnTo>
                    <a:pt x="406483" y="146879"/>
                  </a:lnTo>
                  <a:lnTo>
                    <a:pt x="417228" y="160687"/>
                  </a:lnTo>
                  <a:lnTo>
                    <a:pt x="427253" y="174759"/>
                  </a:lnTo>
                  <a:lnTo>
                    <a:pt x="436552" y="189059"/>
                  </a:lnTo>
                  <a:lnTo>
                    <a:pt x="445124" y="203555"/>
                  </a:lnTo>
                  <a:lnTo>
                    <a:pt x="452967" y="218211"/>
                  </a:lnTo>
                  <a:lnTo>
                    <a:pt x="460082" y="232993"/>
                  </a:lnTo>
                  <a:lnTo>
                    <a:pt x="466469" y="247868"/>
                  </a:lnTo>
                  <a:lnTo>
                    <a:pt x="467579" y="269079"/>
                  </a:lnTo>
                  <a:lnTo>
                    <a:pt x="467430" y="289888"/>
                  </a:lnTo>
                  <a:lnTo>
                    <a:pt x="466060" y="310228"/>
                  </a:lnTo>
                  <a:lnTo>
                    <a:pt x="463508" y="330033"/>
                  </a:lnTo>
                  <a:lnTo>
                    <a:pt x="459815" y="349241"/>
                  </a:lnTo>
                  <a:lnTo>
                    <a:pt x="455028" y="367794"/>
                  </a:lnTo>
                  <a:lnTo>
                    <a:pt x="449194" y="385634"/>
                  </a:lnTo>
                  <a:lnTo>
                    <a:pt x="442366" y="402707"/>
                  </a:lnTo>
                  <a:lnTo>
                    <a:pt x="434597" y="418963"/>
                  </a:lnTo>
                  <a:lnTo>
                    <a:pt x="425942" y="434353"/>
                  </a:lnTo>
                  <a:lnTo>
                    <a:pt x="416462" y="448834"/>
                  </a:lnTo>
                  <a:lnTo>
                    <a:pt x="406216" y="462364"/>
                  </a:lnTo>
                  <a:lnTo>
                    <a:pt x="395267" y="474905"/>
                  </a:lnTo>
                  <a:lnTo>
                    <a:pt x="383680" y="486424"/>
                  </a:lnTo>
                  <a:lnTo>
                    <a:pt x="371521" y="496890"/>
                  </a:lnTo>
                  <a:lnTo>
                    <a:pt x="358856" y="506277"/>
                  </a:lnTo>
                  <a:lnTo>
                    <a:pt x="345756" y="514561"/>
                  </a:lnTo>
                  <a:lnTo>
                    <a:pt x="332289" y="521724"/>
                  </a:lnTo>
                  <a:lnTo>
                    <a:pt x="318525" y="527750"/>
                  </a:lnTo>
                  <a:lnTo>
                    <a:pt x="306225" y="536307"/>
                  </a:lnTo>
                  <a:lnTo>
                    <a:pt x="293438" y="543113"/>
                  </a:lnTo>
                  <a:lnTo>
                    <a:pt x="280349" y="548147"/>
                  </a:lnTo>
                  <a:lnTo>
                    <a:pt x="267147" y="551404"/>
                  </a:lnTo>
                  <a:lnTo>
                    <a:pt x="254016" y="552899"/>
                  </a:lnTo>
                  <a:lnTo>
                    <a:pt x="241140" y="552663"/>
                  </a:lnTo>
                  <a:lnTo>
                    <a:pt x="228696" y="550743"/>
                  </a:lnTo>
                  <a:lnTo>
                    <a:pt x="216858" y="547204"/>
                  </a:lnTo>
                  <a:lnTo>
                    <a:pt x="205791" y="542126"/>
                  </a:lnTo>
                  <a:lnTo>
                    <a:pt x="195652" y="535605"/>
                  </a:lnTo>
                  <a:lnTo>
                    <a:pt x="186587" y="527750"/>
                  </a:lnTo>
                  <a:lnTo>
                    <a:pt x="186587" y="527750"/>
                  </a:lnTo>
                  <a:lnTo>
                    <a:pt x="186587" y="527750"/>
                  </a:lnTo>
                  <a:lnTo>
                    <a:pt x="186587" y="527750"/>
                  </a:lnTo>
                  <a:lnTo>
                    <a:pt x="172711" y="527176"/>
                  </a:lnTo>
                  <a:lnTo>
                    <a:pt x="158906" y="525456"/>
                  </a:lnTo>
                  <a:lnTo>
                    <a:pt x="145243" y="522596"/>
                  </a:lnTo>
                  <a:lnTo>
                    <a:pt x="131792" y="518606"/>
                  </a:lnTo>
                  <a:lnTo>
                    <a:pt x="118625" y="513500"/>
                  </a:lnTo>
                  <a:lnTo>
                    <a:pt x="105808" y="507294"/>
                  </a:lnTo>
                  <a:lnTo>
                    <a:pt x="93412" y="500010"/>
                  </a:lnTo>
                  <a:lnTo>
                    <a:pt x="81502" y="491674"/>
                  </a:lnTo>
                  <a:lnTo>
                    <a:pt x="70145" y="482314"/>
                  </a:lnTo>
                  <a:lnTo>
                    <a:pt x="59403" y="471962"/>
                  </a:lnTo>
                  <a:lnTo>
                    <a:pt x="49340" y="460654"/>
                  </a:lnTo>
                  <a:lnTo>
                    <a:pt x="40016" y="448429"/>
                  </a:lnTo>
                  <a:lnTo>
                    <a:pt x="31489" y="435331"/>
                  </a:lnTo>
                  <a:lnTo>
                    <a:pt x="23814" y="421404"/>
                  </a:lnTo>
                  <a:lnTo>
                    <a:pt x="17044" y="406699"/>
                  </a:lnTo>
                  <a:lnTo>
                    <a:pt x="11232" y="391265"/>
                  </a:lnTo>
                  <a:lnTo>
                    <a:pt x="6424" y="375159"/>
                  </a:lnTo>
                  <a:lnTo>
                    <a:pt x="2666" y="358438"/>
                  </a:lnTo>
                  <a:lnTo>
                    <a:pt x="0" y="341162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5942940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5811002" y="376520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6090884" y="401306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624414" y="4106362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5811002" y="4292950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l471"/>
            <p:cNvSpPr/>
            <p:nvPr/>
          </p:nvSpPr>
          <p:spPr>
            <a:xfrm>
              <a:off x="5842603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l472"/>
            <p:cNvSpPr/>
            <p:nvPr/>
          </p:nvSpPr>
          <p:spPr>
            <a:xfrm>
              <a:off x="5842603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l473"/>
            <p:cNvSpPr/>
            <p:nvPr/>
          </p:nvSpPr>
          <p:spPr>
            <a:xfrm>
              <a:off x="5842603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l474"/>
            <p:cNvSpPr/>
            <p:nvPr/>
          </p:nvSpPr>
          <p:spPr>
            <a:xfrm>
              <a:off x="5842603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l475"/>
            <p:cNvSpPr/>
            <p:nvPr/>
          </p:nvSpPr>
          <p:spPr>
            <a:xfrm>
              <a:off x="5842603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l476"/>
            <p:cNvSpPr/>
            <p:nvPr/>
          </p:nvSpPr>
          <p:spPr>
            <a:xfrm>
              <a:off x="5469428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l477"/>
            <p:cNvSpPr/>
            <p:nvPr/>
          </p:nvSpPr>
          <p:spPr>
            <a:xfrm>
              <a:off x="5314853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l478"/>
            <p:cNvSpPr/>
            <p:nvPr/>
          </p:nvSpPr>
          <p:spPr>
            <a:xfrm>
              <a:off x="5469428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tx479"/>
            <p:cNvSpPr/>
            <p:nvPr/>
          </p:nvSpPr>
          <p:spPr>
            <a:xfrm>
              <a:off x="5710618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6028420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6328320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6019354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5701552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5170748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5125938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5179814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4942355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4892913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489" name="rc489"/>
            <p:cNvSpPr/>
            <p:nvPr/>
          </p:nvSpPr>
          <p:spPr>
            <a:xfrm>
              <a:off x="6823205" y="3429000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6823205" y="3626906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7151165" y="3429000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2" name="tx492"/>
            <p:cNvSpPr/>
            <p:nvPr/>
          </p:nvSpPr>
          <p:spPr>
            <a:xfrm>
              <a:off x="7715034" y="3470804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493" name="rc493"/>
            <p:cNvSpPr/>
            <p:nvPr/>
          </p:nvSpPr>
          <p:spPr>
            <a:xfrm>
              <a:off x="7434121" y="3664864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4" name="pl494"/>
            <p:cNvSpPr/>
            <p:nvPr/>
          </p:nvSpPr>
          <p:spPr>
            <a:xfrm>
              <a:off x="8093809" y="3730832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5" name="pl495"/>
            <p:cNvSpPr/>
            <p:nvPr/>
          </p:nvSpPr>
          <p:spPr>
            <a:xfrm>
              <a:off x="8093809" y="3904729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6" name="pl496"/>
            <p:cNvSpPr/>
            <p:nvPr/>
          </p:nvSpPr>
          <p:spPr>
            <a:xfrm>
              <a:off x="8093809" y="4324552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7" name="pl497"/>
            <p:cNvSpPr/>
            <p:nvPr/>
          </p:nvSpPr>
          <p:spPr>
            <a:xfrm>
              <a:off x="8093809" y="4324552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8" name="pl498"/>
            <p:cNvSpPr/>
            <p:nvPr/>
          </p:nvSpPr>
          <p:spPr>
            <a:xfrm>
              <a:off x="8093809" y="4324552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499" name="pl499"/>
            <p:cNvSpPr/>
            <p:nvPr/>
          </p:nvSpPr>
          <p:spPr>
            <a:xfrm>
              <a:off x="7673986" y="4324552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0" name="pl500"/>
            <p:cNvSpPr/>
            <p:nvPr/>
          </p:nvSpPr>
          <p:spPr>
            <a:xfrm>
              <a:off x="7500090" y="4324552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1" name="pl501"/>
            <p:cNvSpPr/>
            <p:nvPr/>
          </p:nvSpPr>
          <p:spPr>
            <a:xfrm>
              <a:off x="7673986" y="3904729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2" name="pl502"/>
            <p:cNvSpPr/>
            <p:nvPr/>
          </p:nvSpPr>
          <p:spPr>
            <a:xfrm>
              <a:off x="7829967" y="4060676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3" name="pl503"/>
            <p:cNvSpPr/>
            <p:nvPr/>
          </p:nvSpPr>
          <p:spPr>
            <a:xfrm>
              <a:off x="7566125" y="3796801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4" name="pl504"/>
            <p:cNvSpPr/>
            <p:nvPr/>
          </p:nvSpPr>
          <p:spPr>
            <a:xfrm>
              <a:off x="7500164" y="3730832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7909726" y="4018865"/>
              <a:ext cx="711833" cy="611350"/>
            </a:xfrm>
            <a:custGeom>
              <a:avLst/>
              <a:pathLst>
                <a:path w="711833" h="611350">
                  <a:moveTo>
                    <a:pt x="711833" y="305686"/>
                  </a:moveTo>
                  <a:lnTo>
                    <a:pt x="704444" y="284164"/>
                  </a:lnTo>
                  <a:lnTo>
                    <a:pt x="696189" y="263252"/>
                  </a:lnTo>
                  <a:lnTo>
                    <a:pt x="687108" y="242984"/>
                  </a:lnTo>
                  <a:lnTo>
                    <a:pt x="677237" y="223393"/>
                  </a:lnTo>
                  <a:lnTo>
                    <a:pt x="666619" y="204509"/>
                  </a:lnTo>
                  <a:lnTo>
                    <a:pt x="655294" y="186359"/>
                  </a:lnTo>
                  <a:lnTo>
                    <a:pt x="643305" y="168970"/>
                  </a:lnTo>
                  <a:lnTo>
                    <a:pt x="630695" y="152364"/>
                  </a:lnTo>
                  <a:lnTo>
                    <a:pt x="617508" y="136563"/>
                  </a:lnTo>
                  <a:lnTo>
                    <a:pt x="603790" y="121585"/>
                  </a:lnTo>
                  <a:lnTo>
                    <a:pt x="589585" y="107448"/>
                  </a:lnTo>
                  <a:lnTo>
                    <a:pt x="574939" y="94165"/>
                  </a:lnTo>
                  <a:lnTo>
                    <a:pt x="559899" y="81748"/>
                  </a:lnTo>
                  <a:lnTo>
                    <a:pt x="544510" y="70207"/>
                  </a:lnTo>
                  <a:lnTo>
                    <a:pt x="528820" y="59548"/>
                  </a:lnTo>
                  <a:lnTo>
                    <a:pt x="512874" y="49777"/>
                  </a:lnTo>
                  <a:lnTo>
                    <a:pt x="496719" y="40897"/>
                  </a:lnTo>
                  <a:lnTo>
                    <a:pt x="480400" y="32906"/>
                  </a:lnTo>
                  <a:lnTo>
                    <a:pt x="463964" y="25804"/>
                  </a:lnTo>
                  <a:lnTo>
                    <a:pt x="447456" y="19586"/>
                  </a:lnTo>
                  <a:lnTo>
                    <a:pt x="430920" y="14246"/>
                  </a:lnTo>
                  <a:lnTo>
                    <a:pt x="414400" y="9774"/>
                  </a:lnTo>
                  <a:lnTo>
                    <a:pt x="397940" y="6160"/>
                  </a:lnTo>
                  <a:lnTo>
                    <a:pt x="381581" y="3392"/>
                  </a:lnTo>
                  <a:lnTo>
                    <a:pt x="365366" y="1454"/>
                  </a:lnTo>
                  <a:lnTo>
                    <a:pt x="349333" y="329"/>
                  </a:lnTo>
                  <a:lnTo>
                    <a:pt x="333523" y="0"/>
                  </a:lnTo>
                  <a:lnTo>
                    <a:pt x="317974" y="444"/>
                  </a:lnTo>
                  <a:lnTo>
                    <a:pt x="302721" y="1641"/>
                  </a:lnTo>
                  <a:lnTo>
                    <a:pt x="287800" y="3566"/>
                  </a:lnTo>
                  <a:lnTo>
                    <a:pt x="273245" y="6193"/>
                  </a:lnTo>
                  <a:lnTo>
                    <a:pt x="259088" y="9496"/>
                  </a:lnTo>
                  <a:lnTo>
                    <a:pt x="245359" y="13446"/>
                  </a:lnTo>
                  <a:lnTo>
                    <a:pt x="232087" y="18012"/>
                  </a:lnTo>
                  <a:lnTo>
                    <a:pt x="219299" y="23165"/>
                  </a:lnTo>
                  <a:lnTo>
                    <a:pt x="207020" y="28871"/>
                  </a:lnTo>
                  <a:lnTo>
                    <a:pt x="195274" y="35098"/>
                  </a:lnTo>
                  <a:lnTo>
                    <a:pt x="184082" y="41811"/>
                  </a:lnTo>
                  <a:lnTo>
                    <a:pt x="196627" y="34340"/>
                  </a:lnTo>
                  <a:lnTo>
                    <a:pt x="209862" y="27481"/>
                  </a:lnTo>
                  <a:lnTo>
                    <a:pt x="223755" y="21282"/>
                  </a:lnTo>
                  <a:lnTo>
                    <a:pt x="238274" y="15788"/>
                  </a:lnTo>
                  <a:lnTo>
                    <a:pt x="253381" y="11046"/>
                  </a:lnTo>
                  <a:lnTo>
                    <a:pt x="269039" y="7096"/>
                  </a:lnTo>
                  <a:lnTo>
                    <a:pt x="285204" y="3979"/>
                  </a:lnTo>
                  <a:lnTo>
                    <a:pt x="301834" y="1734"/>
                  </a:lnTo>
                  <a:lnTo>
                    <a:pt x="318881" y="397"/>
                  </a:lnTo>
                  <a:lnTo>
                    <a:pt x="336296" y="1"/>
                  </a:lnTo>
                  <a:lnTo>
                    <a:pt x="354027" y="576"/>
                  </a:lnTo>
                  <a:lnTo>
                    <a:pt x="372023" y="2152"/>
                  </a:lnTo>
                  <a:lnTo>
                    <a:pt x="390226" y="4753"/>
                  </a:lnTo>
                  <a:lnTo>
                    <a:pt x="408582" y="8401"/>
                  </a:lnTo>
                  <a:lnTo>
                    <a:pt x="427030" y="13116"/>
                  </a:lnTo>
                  <a:lnTo>
                    <a:pt x="445511" y="18912"/>
                  </a:lnTo>
                  <a:lnTo>
                    <a:pt x="463964" y="25804"/>
                  </a:lnTo>
                  <a:lnTo>
                    <a:pt x="477331" y="44717"/>
                  </a:lnTo>
                  <a:lnTo>
                    <a:pt x="489453" y="64230"/>
                  </a:lnTo>
                  <a:lnTo>
                    <a:pt x="500307" y="84263"/>
                  </a:lnTo>
                  <a:lnTo>
                    <a:pt x="509874" y="104735"/>
                  </a:lnTo>
                  <a:lnTo>
                    <a:pt x="518140" y="125564"/>
                  </a:lnTo>
                  <a:lnTo>
                    <a:pt x="525096" y="146669"/>
                  </a:lnTo>
                  <a:lnTo>
                    <a:pt x="530737" y="167969"/>
                  </a:lnTo>
                  <a:lnTo>
                    <a:pt x="535066" y="189383"/>
                  </a:lnTo>
                  <a:lnTo>
                    <a:pt x="538088" y="210831"/>
                  </a:lnTo>
                  <a:lnTo>
                    <a:pt x="539814" y="232234"/>
                  </a:lnTo>
                  <a:lnTo>
                    <a:pt x="540259" y="253514"/>
                  </a:lnTo>
                  <a:lnTo>
                    <a:pt x="539445" y="274596"/>
                  </a:lnTo>
                  <a:lnTo>
                    <a:pt x="537395" y="295406"/>
                  </a:lnTo>
                  <a:lnTo>
                    <a:pt x="534139" y="315872"/>
                  </a:lnTo>
                  <a:lnTo>
                    <a:pt x="529709" y="335925"/>
                  </a:lnTo>
                  <a:lnTo>
                    <a:pt x="524143" y="355498"/>
                  </a:lnTo>
                  <a:lnTo>
                    <a:pt x="517481" y="374527"/>
                  </a:lnTo>
                  <a:lnTo>
                    <a:pt x="509767" y="392953"/>
                  </a:lnTo>
                  <a:lnTo>
                    <a:pt x="501050" y="410718"/>
                  </a:lnTo>
                  <a:lnTo>
                    <a:pt x="491379" y="427767"/>
                  </a:lnTo>
                  <a:lnTo>
                    <a:pt x="480808" y="444052"/>
                  </a:lnTo>
                  <a:lnTo>
                    <a:pt x="469393" y="459525"/>
                  </a:lnTo>
                  <a:lnTo>
                    <a:pt x="457193" y="474143"/>
                  </a:lnTo>
                  <a:lnTo>
                    <a:pt x="444268" y="487870"/>
                  </a:lnTo>
                  <a:lnTo>
                    <a:pt x="430679" y="500669"/>
                  </a:lnTo>
                  <a:lnTo>
                    <a:pt x="416491" y="512512"/>
                  </a:lnTo>
                  <a:lnTo>
                    <a:pt x="401768" y="523372"/>
                  </a:lnTo>
                  <a:lnTo>
                    <a:pt x="386577" y="533227"/>
                  </a:lnTo>
                  <a:lnTo>
                    <a:pt x="370983" y="542061"/>
                  </a:lnTo>
                  <a:lnTo>
                    <a:pt x="355055" y="549860"/>
                  </a:lnTo>
                  <a:lnTo>
                    <a:pt x="338858" y="556615"/>
                  </a:lnTo>
                  <a:lnTo>
                    <a:pt x="322460" y="562323"/>
                  </a:lnTo>
                  <a:lnTo>
                    <a:pt x="305927" y="566982"/>
                  </a:lnTo>
                  <a:lnTo>
                    <a:pt x="289325" y="570597"/>
                  </a:lnTo>
                  <a:lnTo>
                    <a:pt x="272719" y="573176"/>
                  </a:lnTo>
                  <a:lnTo>
                    <a:pt x="256172" y="574730"/>
                  </a:lnTo>
                  <a:lnTo>
                    <a:pt x="239748" y="575276"/>
                  </a:lnTo>
                  <a:lnTo>
                    <a:pt x="223507" y="574834"/>
                  </a:lnTo>
                  <a:lnTo>
                    <a:pt x="207506" y="573425"/>
                  </a:lnTo>
                  <a:lnTo>
                    <a:pt x="191804" y="571078"/>
                  </a:lnTo>
                  <a:lnTo>
                    <a:pt x="176455" y="567822"/>
                  </a:lnTo>
                  <a:lnTo>
                    <a:pt x="161510" y="563689"/>
                  </a:lnTo>
                  <a:lnTo>
                    <a:pt x="147019" y="558717"/>
                  </a:lnTo>
                  <a:lnTo>
                    <a:pt x="133028" y="552943"/>
                  </a:lnTo>
                  <a:lnTo>
                    <a:pt x="119581" y="546410"/>
                  </a:lnTo>
                  <a:lnTo>
                    <a:pt x="106718" y="539160"/>
                  </a:lnTo>
                  <a:lnTo>
                    <a:pt x="94476" y="531239"/>
                  </a:lnTo>
                  <a:lnTo>
                    <a:pt x="82890" y="522695"/>
                  </a:lnTo>
                  <a:lnTo>
                    <a:pt x="71989" y="513576"/>
                  </a:lnTo>
                  <a:lnTo>
                    <a:pt x="61801" y="503934"/>
                  </a:lnTo>
                  <a:lnTo>
                    <a:pt x="52349" y="493820"/>
                  </a:lnTo>
                  <a:lnTo>
                    <a:pt x="43654" y="483287"/>
                  </a:lnTo>
                  <a:lnTo>
                    <a:pt x="35731" y="472388"/>
                  </a:lnTo>
                  <a:lnTo>
                    <a:pt x="28592" y="461176"/>
                  </a:lnTo>
                  <a:lnTo>
                    <a:pt x="22248" y="449706"/>
                  </a:lnTo>
                  <a:lnTo>
                    <a:pt x="16703" y="438032"/>
                  </a:lnTo>
                  <a:lnTo>
                    <a:pt x="11960" y="426208"/>
                  </a:lnTo>
                  <a:lnTo>
                    <a:pt x="8016" y="414285"/>
                  </a:lnTo>
                  <a:lnTo>
                    <a:pt x="4867" y="402318"/>
                  </a:lnTo>
                  <a:lnTo>
                    <a:pt x="2504" y="390358"/>
                  </a:lnTo>
                  <a:lnTo>
                    <a:pt x="915" y="378454"/>
                  </a:lnTo>
                  <a:lnTo>
                    <a:pt x="87" y="366656"/>
                  </a:lnTo>
                  <a:lnTo>
                    <a:pt x="0" y="355011"/>
                  </a:lnTo>
                  <a:lnTo>
                    <a:pt x="633" y="343565"/>
                  </a:lnTo>
                  <a:lnTo>
                    <a:pt x="1965" y="332362"/>
                  </a:lnTo>
                  <a:lnTo>
                    <a:pt x="3967" y="321444"/>
                  </a:lnTo>
                  <a:lnTo>
                    <a:pt x="6612" y="310850"/>
                  </a:lnTo>
                  <a:lnTo>
                    <a:pt x="9868" y="300617"/>
                  </a:lnTo>
                  <a:lnTo>
                    <a:pt x="13703" y="290780"/>
                  </a:lnTo>
                  <a:lnTo>
                    <a:pt x="18081" y="281371"/>
                  </a:lnTo>
                  <a:lnTo>
                    <a:pt x="22966" y="272418"/>
                  </a:lnTo>
                  <a:lnTo>
                    <a:pt x="28320" y="263950"/>
                  </a:lnTo>
                  <a:lnTo>
                    <a:pt x="34103" y="255988"/>
                  </a:lnTo>
                  <a:lnTo>
                    <a:pt x="40274" y="248555"/>
                  </a:lnTo>
                  <a:lnTo>
                    <a:pt x="46791" y="241666"/>
                  </a:lnTo>
                  <a:lnTo>
                    <a:pt x="53613" y="235338"/>
                  </a:lnTo>
                  <a:lnTo>
                    <a:pt x="60697" y="229581"/>
                  </a:lnTo>
                  <a:lnTo>
                    <a:pt x="68000" y="224404"/>
                  </a:lnTo>
                  <a:lnTo>
                    <a:pt x="75478" y="219813"/>
                  </a:lnTo>
                  <a:lnTo>
                    <a:pt x="83088" y="215809"/>
                  </a:lnTo>
                  <a:lnTo>
                    <a:pt x="90788" y="212392"/>
                  </a:lnTo>
                  <a:lnTo>
                    <a:pt x="84732" y="232003"/>
                  </a:lnTo>
                  <a:lnTo>
                    <a:pt x="82269" y="251266"/>
                  </a:lnTo>
                  <a:lnTo>
                    <a:pt x="83149" y="269572"/>
                  </a:lnTo>
                  <a:lnTo>
                    <a:pt x="87030" y="286381"/>
                  </a:lnTo>
                  <a:lnTo>
                    <a:pt x="93484" y="301235"/>
                  </a:lnTo>
                  <a:lnTo>
                    <a:pt x="102018" y="313769"/>
                  </a:lnTo>
                  <a:lnTo>
                    <a:pt x="112092" y="323719"/>
                  </a:lnTo>
                  <a:lnTo>
                    <a:pt x="123135" y="330931"/>
                  </a:lnTo>
                  <a:lnTo>
                    <a:pt x="134572" y="335362"/>
                  </a:lnTo>
                  <a:lnTo>
                    <a:pt x="145836" y="337074"/>
                  </a:lnTo>
                  <a:lnTo>
                    <a:pt x="156394" y="336236"/>
                  </a:lnTo>
                  <a:lnTo>
                    <a:pt x="165757" y="333112"/>
                  </a:lnTo>
                  <a:lnTo>
                    <a:pt x="173505" y="328049"/>
                  </a:lnTo>
                  <a:lnTo>
                    <a:pt x="179295" y="321468"/>
                  </a:lnTo>
                  <a:lnTo>
                    <a:pt x="182872" y="313843"/>
                  </a:lnTo>
                  <a:lnTo>
                    <a:pt x="184082" y="305686"/>
                  </a:lnTo>
                  <a:lnTo>
                    <a:pt x="174838" y="306196"/>
                  </a:lnTo>
                  <a:lnTo>
                    <a:pt x="165677" y="307723"/>
                  </a:lnTo>
                  <a:lnTo>
                    <a:pt x="156685" y="310258"/>
                  </a:lnTo>
                  <a:lnTo>
                    <a:pt x="147944" y="313785"/>
                  </a:lnTo>
                  <a:lnTo>
                    <a:pt x="139535" y="318283"/>
                  </a:lnTo>
                  <a:lnTo>
                    <a:pt x="131540" y="323724"/>
                  </a:lnTo>
                  <a:lnTo>
                    <a:pt x="124035" y="330075"/>
                  </a:lnTo>
                  <a:lnTo>
                    <a:pt x="117096" y="337298"/>
                  </a:lnTo>
                  <a:lnTo>
                    <a:pt x="110797" y="345346"/>
                  </a:lnTo>
                  <a:lnTo>
                    <a:pt x="105205" y="354172"/>
                  </a:lnTo>
                  <a:lnTo>
                    <a:pt x="100387" y="363719"/>
                  </a:lnTo>
                  <a:lnTo>
                    <a:pt x="96405" y="373928"/>
                  </a:lnTo>
                  <a:lnTo>
                    <a:pt x="93315" y="384736"/>
                  </a:lnTo>
                  <a:lnTo>
                    <a:pt x="91171" y="396072"/>
                  </a:lnTo>
                  <a:lnTo>
                    <a:pt x="90020" y="407865"/>
                  </a:lnTo>
                  <a:lnTo>
                    <a:pt x="89906" y="420038"/>
                  </a:lnTo>
                  <a:lnTo>
                    <a:pt x="90865" y="432513"/>
                  </a:lnTo>
                  <a:lnTo>
                    <a:pt x="92929" y="445207"/>
                  </a:lnTo>
                  <a:lnTo>
                    <a:pt x="96124" y="458035"/>
                  </a:lnTo>
                  <a:lnTo>
                    <a:pt x="100469" y="470910"/>
                  </a:lnTo>
                  <a:lnTo>
                    <a:pt x="105979" y="483744"/>
                  </a:lnTo>
                  <a:lnTo>
                    <a:pt x="112660" y="496447"/>
                  </a:lnTo>
                  <a:lnTo>
                    <a:pt x="120513" y="508929"/>
                  </a:lnTo>
                  <a:lnTo>
                    <a:pt x="129533" y="521097"/>
                  </a:lnTo>
                  <a:lnTo>
                    <a:pt x="139707" y="532862"/>
                  </a:lnTo>
                  <a:lnTo>
                    <a:pt x="151017" y="544133"/>
                  </a:lnTo>
                  <a:lnTo>
                    <a:pt x="163439" y="554819"/>
                  </a:lnTo>
                  <a:lnTo>
                    <a:pt x="176939" y="564834"/>
                  </a:lnTo>
                  <a:lnTo>
                    <a:pt x="191481" y="574089"/>
                  </a:lnTo>
                  <a:lnTo>
                    <a:pt x="207020" y="582501"/>
                  </a:lnTo>
                  <a:lnTo>
                    <a:pt x="223506" y="589988"/>
                  </a:lnTo>
                  <a:lnTo>
                    <a:pt x="240883" y="596471"/>
                  </a:lnTo>
                  <a:lnTo>
                    <a:pt x="259088" y="601876"/>
                  </a:lnTo>
                  <a:lnTo>
                    <a:pt x="278054" y="606131"/>
                  </a:lnTo>
                  <a:lnTo>
                    <a:pt x="297709" y="609169"/>
                  </a:lnTo>
                  <a:lnTo>
                    <a:pt x="317974" y="610928"/>
                  </a:lnTo>
                  <a:lnTo>
                    <a:pt x="338766" y="611350"/>
                  </a:lnTo>
                  <a:lnTo>
                    <a:pt x="359999" y="610383"/>
                  </a:lnTo>
                  <a:lnTo>
                    <a:pt x="381581" y="607981"/>
                  </a:lnTo>
                  <a:lnTo>
                    <a:pt x="403417" y="604102"/>
                  </a:lnTo>
                  <a:lnTo>
                    <a:pt x="425409" y="598713"/>
                  </a:lnTo>
                  <a:lnTo>
                    <a:pt x="447456" y="591786"/>
                  </a:lnTo>
                  <a:lnTo>
                    <a:pt x="469453" y="583299"/>
                  </a:lnTo>
                  <a:lnTo>
                    <a:pt x="491295" y="573238"/>
                  </a:lnTo>
                  <a:lnTo>
                    <a:pt x="512874" y="561595"/>
                  </a:lnTo>
                  <a:lnTo>
                    <a:pt x="534081" y="548370"/>
                  </a:lnTo>
                  <a:lnTo>
                    <a:pt x="554806" y="533569"/>
                  </a:lnTo>
                  <a:lnTo>
                    <a:pt x="574939" y="517207"/>
                  </a:lnTo>
                  <a:lnTo>
                    <a:pt x="594371" y="499306"/>
                  </a:lnTo>
                  <a:lnTo>
                    <a:pt x="612992" y="479894"/>
                  </a:lnTo>
                  <a:lnTo>
                    <a:pt x="630695" y="459008"/>
                  </a:lnTo>
                  <a:lnTo>
                    <a:pt x="647372" y="436692"/>
                  </a:lnTo>
                  <a:lnTo>
                    <a:pt x="662921" y="412996"/>
                  </a:lnTo>
                  <a:lnTo>
                    <a:pt x="677237" y="387979"/>
                  </a:lnTo>
                  <a:lnTo>
                    <a:pt x="690224" y="361706"/>
                  </a:lnTo>
                  <a:lnTo>
                    <a:pt x="701787" y="334249"/>
                  </a:lnTo>
                  <a:close/>
                </a:path>
              </a:pathLst>
            </a:custGeom>
            <a:solidFill>
              <a:srgbClr val="78C8A0">
                <a:alpha val="25882"/>
              </a:srgbClr>
            </a:solidFill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l506"/>
            <p:cNvSpPr/>
            <p:nvPr/>
          </p:nvSpPr>
          <p:spPr>
            <a:xfrm>
              <a:off x="8000515" y="4018866"/>
              <a:ext cx="621044" cy="406666"/>
            </a:xfrm>
            <a:custGeom>
              <a:avLst/>
              <a:pathLst>
                <a:path w="621044" h="406666">
                  <a:moveTo>
                    <a:pt x="93293" y="41810"/>
                  </a:moveTo>
                  <a:lnTo>
                    <a:pt x="105839" y="34338"/>
                  </a:lnTo>
                  <a:lnTo>
                    <a:pt x="119073" y="27479"/>
                  </a:lnTo>
                  <a:lnTo>
                    <a:pt x="132966" y="21280"/>
                  </a:lnTo>
                  <a:lnTo>
                    <a:pt x="147485" y="15787"/>
                  </a:lnTo>
                  <a:lnTo>
                    <a:pt x="162592" y="11044"/>
                  </a:lnTo>
                  <a:lnTo>
                    <a:pt x="178250" y="7094"/>
                  </a:lnTo>
                  <a:lnTo>
                    <a:pt x="194415" y="3978"/>
                  </a:lnTo>
                  <a:lnTo>
                    <a:pt x="211045" y="1733"/>
                  </a:lnTo>
                  <a:lnTo>
                    <a:pt x="228092" y="396"/>
                  </a:lnTo>
                  <a:lnTo>
                    <a:pt x="245507" y="0"/>
                  </a:lnTo>
                  <a:lnTo>
                    <a:pt x="263238" y="575"/>
                  </a:lnTo>
                  <a:lnTo>
                    <a:pt x="281234" y="2151"/>
                  </a:lnTo>
                  <a:lnTo>
                    <a:pt x="299438" y="4752"/>
                  </a:lnTo>
                  <a:lnTo>
                    <a:pt x="317793" y="8400"/>
                  </a:lnTo>
                  <a:lnTo>
                    <a:pt x="336241" y="13114"/>
                  </a:lnTo>
                  <a:lnTo>
                    <a:pt x="354722" y="18911"/>
                  </a:lnTo>
                  <a:lnTo>
                    <a:pt x="373175" y="25803"/>
                  </a:lnTo>
                  <a:lnTo>
                    <a:pt x="388050" y="32190"/>
                  </a:lnTo>
                  <a:lnTo>
                    <a:pt x="402833" y="39305"/>
                  </a:lnTo>
                  <a:lnTo>
                    <a:pt x="417489" y="47148"/>
                  </a:lnTo>
                  <a:lnTo>
                    <a:pt x="431984" y="55720"/>
                  </a:lnTo>
                  <a:lnTo>
                    <a:pt x="446285" y="65020"/>
                  </a:lnTo>
                  <a:lnTo>
                    <a:pt x="460356" y="75044"/>
                  </a:lnTo>
                  <a:lnTo>
                    <a:pt x="474165" y="85789"/>
                  </a:lnTo>
                  <a:lnTo>
                    <a:pt x="487675" y="97248"/>
                  </a:lnTo>
                  <a:lnTo>
                    <a:pt x="500853" y="109414"/>
                  </a:lnTo>
                  <a:lnTo>
                    <a:pt x="513666" y="122278"/>
                  </a:lnTo>
                  <a:lnTo>
                    <a:pt x="526078" y="135829"/>
                  </a:lnTo>
                  <a:lnTo>
                    <a:pt x="538057" y="150055"/>
                  </a:lnTo>
                  <a:lnTo>
                    <a:pt x="549568" y="164943"/>
                  </a:lnTo>
                  <a:lnTo>
                    <a:pt x="560581" y="180476"/>
                  </a:lnTo>
                  <a:lnTo>
                    <a:pt x="571061" y="196638"/>
                  </a:lnTo>
                  <a:lnTo>
                    <a:pt x="580977" y="213410"/>
                  </a:lnTo>
                  <a:lnTo>
                    <a:pt x="590299" y="230773"/>
                  </a:lnTo>
                  <a:lnTo>
                    <a:pt x="598996" y="248706"/>
                  </a:lnTo>
                  <a:lnTo>
                    <a:pt x="607038" y="267185"/>
                  </a:lnTo>
                  <a:lnTo>
                    <a:pt x="614396" y="286187"/>
                  </a:lnTo>
                  <a:lnTo>
                    <a:pt x="621044" y="305685"/>
                  </a:lnTo>
                  <a:lnTo>
                    <a:pt x="604398" y="318232"/>
                  </a:lnTo>
                  <a:lnTo>
                    <a:pt x="587464" y="329962"/>
                  </a:lnTo>
                  <a:lnTo>
                    <a:pt x="570271" y="340869"/>
                  </a:lnTo>
                  <a:lnTo>
                    <a:pt x="552851" y="350947"/>
                  </a:lnTo>
                  <a:lnTo>
                    <a:pt x="535234" y="360193"/>
                  </a:lnTo>
                  <a:lnTo>
                    <a:pt x="517450" y="368602"/>
                  </a:lnTo>
                  <a:lnTo>
                    <a:pt x="499528" y="376173"/>
                  </a:lnTo>
                  <a:lnTo>
                    <a:pt x="481501" y="382904"/>
                  </a:lnTo>
                  <a:lnTo>
                    <a:pt x="463397" y="388794"/>
                  </a:lnTo>
                  <a:lnTo>
                    <a:pt x="445248" y="393845"/>
                  </a:lnTo>
                  <a:lnTo>
                    <a:pt x="427084" y="398057"/>
                  </a:lnTo>
                  <a:lnTo>
                    <a:pt x="408935" y="401433"/>
                  </a:lnTo>
                  <a:lnTo>
                    <a:pt x="390830" y="403978"/>
                  </a:lnTo>
                  <a:lnTo>
                    <a:pt x="372800" y="405694"/>
                  </a:lnTo>
                  <a:lnTo>
                    <a:pt x="354874" y="406588"/>
                  </a:lnTo>
                  <a:lnTo>
                    <a:pt x="337082" y="406666"/>
                  </a:lnTo>
                  <a:lnTo>
                    <a:pt x="319453" y="405935"/>
                  </a:lnTo>
                  <a:lnTo>
                    <a:pt x="302016" y="404403"/>
                  </a:lnTo>
                  <a:lnTo>
                    <a:pt x="284800" y="402081"/>
                  </a:lnTo>
                  <a:lnTo>
                    <a:pt x="267831" y="398977"/>
                  </a:lnTo>
                  <a:lnTo>
                    <a:pt x="251140" y="395104"/>
                  </a:lnTo>
                  <a:lnTo>
                    <a:pt x="234752" y="390472"/>
                  </a:lnTo>
                  <a:lnTo>
                    <a:pt x="218695" y="385094"/>
                  </a:lnTo>
                  <a:lnTo>
                    <a:pt x="202996" y="378985"/>
                  </a:lnTo>
                  <a:lnTo>
                    <a:pt x="187680" y="372159"/>
                  </a:lnTo>
                  <a:lnTo>
                    <a:pt x="172773" y="364631"/>
                  </a:lnTo>
                  <a:lnTo>
                    <a:pt x="158301" y="356417"/>
                  </a:lnTo>
                  <a:lnTo>
                    <a:pt x="144288" y="347535"/>
                  </a:lnTo>
                  <a:lnTo>
                    <a:pt x="130758" y="338002"/>
                  </a:lnTo>
                  <a:lnTo>
                    <a:pt x="117733" y="327836"/>
                  </a:lnTo>
                  <a:lnTo>
                    <a:pt x="105238" y="317057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93293" y="305685"/>
                  </a:lnTo>
                  <a:lnTo>
                    <a:pt x="81330" y="304829"/>
                  </a:lnTo>
                  <a:lnTo>
                    <a:pt x="69549" y="302271"/>
                  </a:lnTo>
                  <a:lnTo>
                    <a:pt x="58133" y="298036"/>
                  </a:lnTo>
                  <a:lnTo>
                    <a:pt x="47260" y="292168"/>
                  </a:lnTo>
                  <a:lnTo>
                    <a:pt x="37103" y="284727"/>
                  </a:lnTo>
                  <a:lnTo>
                    <a:pt x="27831" y="275789"/>
                  </a:lnTo>
                  <a:lnTo>
                    <a:pt x="19603" y="265447"/>
                  </a:lnTo>
                  <a:lnTo>
                    <a:pt x="12571" y="253808"/>
                  </a:lnTo>
                  <a:lnTo>
                    <a:pt x="6876" y="240993"/>
                  </a:lnTo>
                  <a:lnTo>
                    <a:pt x="2646" y="227139"/>
                  </a:lnTo>
                  <a:lnTo>
                    <a:pt x="0" y="212391"/>
                  </a:lnTo>
                </a:path>
              </a:pathLst>
            </a:custGeom>
            <a:ln w="24933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858995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8062208" y="4029075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8342090" y="4013068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7968914" y="4199656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8062208" y="4292950"/>
              <a:ext cx="63202" cy="63202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9000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l515"/>
            <p:cNvSpPr/>
            <p:nvPr/>
          </p:nvSpPr>
          <p:spPr>
            <a:xfrm>
              <a:off x="8093809" y="3796801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l516"/>
            <p:cNvSpPr/>
            <p:nvPr/>
          </p:nvSpPr>
          <p:spPr>
            <a:xfrm>
              <a:off x="8093809" y="3951376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l517"/>
            <p:cNvSpPr/>
            <p:nvPr/>
          </p:nvSpPr>
          <p:spPr>
            <a:xfrm>
              <a:off x="8093809" y="4324552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8093809" y="4324552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l519"/>
            <p:cNvSpPr/>
            <p:nvPr/>
          </p:nvSpPr>
          <p:spPr>
            <a:xfrm>
              <a:off x="8093809" y="4324552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l520"/>
            <p:cNvSpPr/>
            <p:nvPr/>
          </p:nvSpPr>
          <p:spPr>
            <a:xfrm>
              <a:off x="7720633" y="4324552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l521"/>
            <p:cNvSpPr/>
            <p:nvPr/>
          </p:nvSpPr>
          <p:spPr>
            <a:xfrm>
              <a:off x="7566058" y="4324552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l522"/>
            <p:cNvSpPr/>
            <p:nvPr/>
          </p:nvSpPr>
          <p:spPr>
            <a:xfrm>
              <a:off x="7720633" y="3951376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tx523"/>
            <p:cNvSpPr/>
            <p:nvPr/>
          </p:nvSpPr>
          <p:spPr>
            <a:xfrm>
              <a:off x="7961823" y="3689798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8279626" y="3863589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8579525" y="4283675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8270560" y="4701284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7952757" y="4875180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7421953" y="4701284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7377144" y="4283675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7431019" y="3863589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7193561" y="4028706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7144119" y="3764831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33" name="rc533"/>
            <p:cNvSpPr/>
            <p:nvPr/>
          </p:nvSpPr>
          <p:spPr>
            <a:xfrm>
              <a:off x="69589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34" name="rc534"/>
            <p:cNvSpPr/>
            <p:nvPr/>
          </p:nvSpPr>
          <p:spPr>
            <a:xfrm>
              <a:off x="69589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5" name="rc535"/>
            <p:cNvSpPr/>
            <p:nvPr/>
          </p:nvSpPr>
          <p:spPr>
            <a:xfrm>
              <a:off x="397549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6" name="tx536"/>
            <p:cNvSpPr/>
            <p:nvPr/>
          </p:nvSpPr>
          <p:spPr>
            <a:xfrm>
              <a:off x="912009" y="5148773"/>
              <a:ext cx="856367" cy="1122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Gaviiformes</a:t>
              </a:r>
            </a:p>
          </p:txBody>
        </p:sp>
        <p:sp>
          <p:nvSpPr>
            <p:cNvPr id="537" name="rc537"/>
            <p:cNvSpPr/>
            <p:nvPr/>
          </p:nvSpPr>
          <p:spPr>
            <a:xfrm>
              <a:off x="680504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8" name="pl538"/>
            <p:cNvSpPr/>
            <p:nvPr/>
          </p:nvSpPr>
          <p:spPr>
            <a:xfrm>
              <a:off x="1340192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39" name="pl539"/>
            <p:cNvSpPr/>
            <p:nvPr/>
          </p:nvSpPr>
          <p:spPr>
            <a:xfrm>
              <a:off x="1340192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0" name="pl540"/>
            <p:cNvSpPr/>
            <p:nvPr/>
          </p:nvSpPr>
          <p:spPr>
            <a:xfrm>
              <a:off x="1340192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1" name="pl541"/>
            <p:cNvSpPr/>
            <p:nvPr/>
          </p:nvSpPr>
          <p:spPr>
            <a:xfrm>
              <a:off x="1340192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1340192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920370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746473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920370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1076350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812508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746548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1246016" y="5815815"/>
              <a:ext cx="621926" cy="572728"/>
            </a:xfrm>
            <a:custGeom>
              <a:avLst/>
              <a:pathLst>
                <a:path w="621926" h="572728">
                  <a:moveTo>
                    <a:pt x="621926" y="188441"/>
                  </a:moveTo>
                  <a:lnTo>
                    <a:pt x="607977" y="167736"/>
                  </a:lnTo>
                  <a:lnTo>
                    <a:pt x="593239" y="148153"/>
                  </a:lnTo>
                  <a:lnTo>
                    <a:pt x="577778" y="129721"/>
                  </a:lnTo>
                  <a:lnTo>
                    <a:pt x="561665" y="112467"/>
                  </a:lnTo>
                  <a:lnTo>
                    <a:pt x="544968" y="96411"/>
                  </a:lnTo>
                  <a:lnTo>
                    <a:pt x="527758" y="81573"/>
                  </a:lnTo>
                  <a:lnTo>
                    <a:pt x="510105" y="67966"/>
                  </a:lnTo>
                  <a:lnTo>
                    <a:pt x="492081" y="55601"/>
                  </a:lnTo>
                  <a:lnTo>
                    <a:pt x="473757" y="44485"/>
                  </a:lnTo>
                  <a:lnTo>
                    <a:pt x="455203" y="34622"/>
                  </a:lnTo>
                  <a:lnTo>
                    <a:pt x="436491" y="26011"/>
                  </a:lnTo>
                  <a:lnTo>
                    <a:pt x="417691" y="18647"/>
                  </a:lnTo>
                  <a:lnTo>
                    <a:pt x="398873" y="12524"/>
                  </a:lnTo>
                  <a:lnTo>
                    <a:pt x="380105" y="7631"/>
                  </a:lnTo>
                  <a:lnTo>
                    <a:pt x="361456" y="3951"/>
                  </a:lnTo>
                  <a:lnTo>
                    <a:pt x="342992" y="1468"/>
                  </a:lnTo>
                  <a:lnTo>
                    <a:pt x="324780" y="159"/>
                  </a:lnTo>
                  <a:lnTo>
                    <a:pt x="306883" y="0"/>
                  </a:lnTo>
                  <a:lnTo>
                    <a:pt x="289363" y="961"/>
                  </a:lnTo>
                  <a:lnTo>
                    <a:pt x="272282" y="3013"/>
                  </a:lnTo>
                  <a:lnTo>
                    <a:pt x="255697" y="6121"/>
                  </a:lnTo>
                  <a:lnTo>
                    <a:pt x="239667" y="10247"/>
                  </a:lnTo>
                  <a:lnTo>
                    <a:pt x="224244" y="15352"/>
                  </a:lnTo>
                  <a:lnTo>
                    <a:pt x="209482" y="21391"/>
                  </a:lnTo>
                  <a:lnTo>
                    <a:pt x="195430" y="28321"/>
                  </a:lnTo>
                  <a:lnTo>
                    <a:pt x="182134" y="36093"/>
                  </a:lnTo>
                  <a:lnTo>
                    <a:pt x="169640" y="44657"/>
                  </a:lnTo>
                  <a:lnTo>
                    <a:pt x="157988" y="53960"/>
                  </a:lnTo>
                  <a:lnTo>
                    <a:pt x="147217" y="63949"/>
                  </a:lnTo>
                  <a:lnTo>
                    <a:pt x="137363" y="74567"/>
                  </a:lnTo>
                  <a:lnTo>
                    <a:pt x="128457" y="85756"/>
                  </a:lnTo>
                  <a:lnTo>
                    <a:pt x="120530" y="97457"/>
                  </a:lnTo>
                  <a:lnTo>
                    <a:pt x="113607" y="109608"/>
                  </a:lnTo>
                  <a:lnTo>
                    <a:pt x="107710" y="122148"/>
                  </a:lnTo>
                  <a:lnTo>
                    <a:pt x="102859" y="135014"/>
                  </a:lnTo>
                  <a:lnTo>
                    <a:pt x="99069" y="148141"/>
                  </a:lnTo>
                  <a:lnTo>
                    <a:pt x="96354" y="161465"/>
                  </a:lnTo>
                  <a:lnTo>
                    <a:pt x="94721" y="174920"/>
                  </a:lnTo>
                  <a:lnTo>
                    <a:pt x="94176" y="188441"/>
                  </a:lnTo>
                  <a:lnTo>
                    <a:pt x="87268" y="182996"/>
                  </a:lnTo>
                  <a:lnTo>
                    <a:pt x="79177" y="179250"/>
                  </a:lnTo>
                  <a:lnTo>
                    <a:pt x="70212" y="177394"/>
                  </a:lnTo>
                  <a:lnTo>
                    <a:pt x="60715" y="177569"/>
                  </a:lnTo>
                  <a:lnTo>
                    <a:pt x="51042" y="179861"/>
                  </a:lnTo>
                  <a:lnTo>
                    <a:pt x="41564" y="184301"/>
                  </a:lnTo>
                  <a:lnTo>
                    <a:pt x="32652" y="190859"/>
                  </a:lnTo>
                  <a:lnTo>
                    <a:pt x="24676" y="199449"/>
                  </a:lnTo>
                  <a:lnTo>
                    <a:pt x="17985" y="209929"/>
                  </a:lnTo>
                  <a:lnTo>
                    <a:pt x="12913" y="222101"/>
                  </a:lnTo>
                  <a:lnTo>
                    <a:pt x="9758" y="235717"/>
                  </a:lnTo>
                  <a:lnTo>
                    <a:pt x="8784" y="250482"/>
                  </a:lnTo>
                  <a:lnTo>
                    <a:pt x="10209" y="266059"/>
                  </a:lnTo>
                  <a:lnTo>
                    <a:pt x="14202" y="282079"/>
                  </a:lnTo>
                  <a:lnTo>
                    <a:pt x="20875" y="298143"/>
                  </a:lnTo>
                  <a:lnTo>
                    <a:pt x="30284" y="313836"/>
                  </a:lnTo>
                  <a:lnTo>
                    <a:pt x="42421" y="328728"/>
                  </a:lnTo>
                  <a:lnTo>
                    <a:pt x="57216" y="342392"/>
                  </a:lnTo>
                  <a:lnTo>
                    <a:pt x="74533" y="354404"/>
                  </a:lnTo>
                  <a:lnTo>
                    <a:pt x="94176" y="364358"/>
                  </a:lnTo>
                  <a:lnTo>
                    <a:pt x="100704" y="379544"/>
                  </a:lnTo>
                  <a:lnTo>
                    <a:pt x="108269" y="394471"/>
                  </a:lnTo>
                  <a:lnTo>
                    <a:pt x="116859" y="409087"/>
                  </a:lnTo>
                  <a:lnTo>
                    <a:pt x="126462" y="423338"/>
                  </a:lnTo>
                  <a:lnTo>
                    <a:pt x="137062" y="437174"/>
                  </a:lnTo>
                  <a:lnTo>
                    <a:pt x="148641" y="450542"/>
                  </a:lnTo>
                  <a:lnTo>
                    <a:pt x="161179" y="463391"/>
                  </a:lnTo>
                  <a:lnTo>
                    <a:pt x="174655" y="475673"/>
                  </a:lnTo>
                  <a:lnTo>
                    <a:pt x="189042" y="487339"/>
                  </a:lnTo>
                  <a:lnTo>
                    <a:pt x="204314" y="498339"/>
                  </a:lnTo>
                  <a:lnTo>
                    <a:pt x="220442" y="508629"/>
                  </a:lnTo>
                  <a:lnTo>
                    <a:pt x="237394" y="518162"/>
                  </a:lnTo>
                  <a:lnTo>
                    <a:pt x="255137" y="526895"/>
                  </a:lnTo>
                  <a:lnTo>
                    <a:pt x="273636" y="534784"/>
                  </a:lnTo>
                  <a:lnTo>
                    <a:pt x="292854" y="541789"/>
                  </a:lnTo>
                  <a:lnTo>
                    <a:pt x="312750" y="547870"/>
                  </a:lnTo>
                  <a:lnTo>
                    <a:pt x="333283" y="552990"/>
                  </a:lnTo>
                  <a:lnTo>
                    <a:pt x="354411" y="557111"/>
                  </a:lnTo>
                  <a:lnTo>
                    <a:pt x="376090" y="560200"/>
                  </a:lnTo>
                  <a:lnTo>
                    <a:pt x="398271" y="562225"/>
                  </a:lnTo>
                  <a:lnTo>
                    <a:pt x="420909" y="563154"/>
                  </a:lnTo>
                  <a:lnTo>
                    <a:pt x="443953" y="562961"/>
                  </a:lnTo>
                  <a:lnTo>
                    <a:pt x="467352" y="561617"/>
                  </a:lnTo>
                  <a:lnTo>
                    <a:pt x="442847" y="566395"/>
                  </a:lnTo>
                  <a:lnTo>
                    <a:pt x="418578" y="569820"/>
                  </a:lnTo>
                  <a:lnTo>
                    <a:pt x="394613" y="571921"/>
                  </a:lnTo>
                  <a:lnTo>
                    <a:pt x="371018" y="572728"/>
                  </a:lnTo>
                  <a:lnTo>
                    <a:pt x="347859" y="572274"/>
                  </a:lnTo>
                  <a:lnTo>
                    <a:pt x="325197" y="570597"/>
                  </a:lnTo>
                  <a:lnTo>
                    <a:pt x="303093" y="567737"/>
                  </a:lnTo>
                  <a:lnTo>
                    <a:pt x="281605" y="563735"/>
                  </a:lnTo>
                  <a:lnTo>
                    <a:pt x="260788" y="558638"/>
                  </a:lnTo>
                  <a:lnTo>
                    <a:pt x="240694" y="552493"/>
                  </a:lnTo>
                  <a:lnTo>
                    <a:pt x="221374" y="545351"/>
                  </a:lnTo>
                  <a:lnTo>
                    <a:pt x="202873" y="537263"/>
                  </a:lnTo>
                  <a:lnTo>
                    <a:pt x="185237" y="528286"/>
                  </a:lnTo>
                  <a:lnTo>
                    <a:pt x="168506" y="518476"/>
                  </a:lnTo>
                  <a:lnTo>
                    <a:pt x="152717" y="507891"/>
                  </a:lnTo>
                  <a:lnTo>
                    <a:pt x="137906" y="496591"/>
                  </a:lnTo>
                  <a:lnTo>
                    <a:pt x="124102" y="484639"/>
                  </a:lnTo>
                  <a:lnTo>
                    <a:pt x="111334" y="472096"/>
                  </a:lnTo>
                  <a:lnTo>
                    <a:pt x="99626" y="459028"/>
                  </a:lnTo>
                  <a:lnTo>
                    <a:pt x="88998" y="445498"/>
                  </a:lnTo>
                  <a:lnTo>
                    <a:pt x="79469" y="431574"/>
                  </a:lnTo>
                  <a:lnTo>
                    <a:pt x="71051" y="417321"/>
                  </a:lnTo>
                  <a:lnTo>
                    <a:pt x="63755" y="402806"/>
                  </a:lnTo>
                  <a:lnTo>
                    <a:pt x="57588" y="388097"/>
                  </a:lnTo>
                  <a:lnTo>
                    <a:pt x="52551" y="373261"/>
                  </a:lnTo>
                  <a:lnTo>
                    <a:pt x="48645" y="358364"/>
                  </a:lnTo>
                  <a:lnTo>
                    <a:pt x="45866" y="343473"/>
                  </a:lnTo>
                  <a:lnTo>
                    <a:pt x="44205" y="328656"/>
                  </a:lnTo>
                  <a:lnTo>
                    <a:pt x="43652" y="313976"/>
                  </a:lnTo>
                  <a:lnTo>
                    <a:pt x="44192" y="299500"/>
                  </a:lnTo>
                  <a:lnTo>
                    <a:pt x="45807" y="285291"/>
                  </a:lnTo>
                  <a:lnTo>
                    <a:pt x="48475" y="271412"/>
                  </a:lnTo>
                  <a:lnTo>
                    <a:pt x="52172" y="257924"/>
                  </a:lnTo>
                  <a:lnTo>
                    <a:pt x="56870" y="244887"/>
                  </a:lnTo>
                  <a:lnTo>
                    <a:pt x="62537" y="232360"/>
                  </a:lnTo>
                  <a:lnTo>
                    <a:pt x="69139" y="220398"/>
                  </a:lnTo>
                  <a:lnTo>
                    <a:pt x="76641" y="209056"/>
                  </a:lnTo>
                  <a:lnTo>
                    <a:pt x="85000" y="198387"/>
                  </a:lnTo>
                  <a:lnTo>
                    <a:pt x="94176" y="188441"/>
                  </a:lnTo>
                  <a:lnTo>
                    <a:pt x="84931" y="188951"/>
                  </a:lnTo>
                  <a:lnTo>
                    <a:pt x="75771" y="190478"/>
                  </a:lnTo>
                  <a:lnTo>
                    <a:pt x="66778" y="193013"/>
                  </a:lnTo>
                  <a:lnTo>
                    <a:pt x="58037" y="196540"/>
                  </a:lnTo>
                  <a:lnTo>
                    <a:pt x="49629" y="201038"/>
                  </a:lnTo>
                  <a:lnTo>
                    <a:pt x="41633" y="206479"/>
                  </a:lnTo>
                  <a:lnTo>
                    <a:pt x="34128" y="212830"/>
                  </a:lnTo>
                  <a:lnTo>
                    <a:pt x="27190" y="220053"/>
                  </a:lnTo>
                  <a:lnTo>
                    <a:pt x="20890" y="228101"/>
                  </a:lnTo>
                  <a:lnTo>
                    <a:pt x="15299" y="236927"/>
                  </a:lnTo>
                  <a:lnTo>
                    <a:pt x="10481" y="246474"/>
                  </a:lnTo>
                  <a:lnTo>
                    <a:pt x="6498" y="256684"/>
                  </a:lnTo>
                  <a:lnTo>
                    <a:pt x="3409" y="267491"/>
                  </a:lnTo>
                  <a:lnTo>
                    <a:pt x="1264" y="278827"/>
                  </a:lnTo>
                  <a:lnTo>
                    <a:pt x="114" y="290620"/>
                  </a:lnTo>
                  <a:lnTo>
                    <a:pt x="0" y="302793"/>
                  </a:lnTo>
                  <a:lnTo>
                    <a:pt x="959" y="315268"/>
                  </a:lnTo>
                  <a:lnTo>
                    <a:pt x="3023" y="327962"/>
                  </a:lnTo>
                  <a:lnTo>
                    <a:pt x="6218" y="340790"/>
                  </a:lnTo>
                  <a:lnTo>
                    <a:pt x="10563" y="353665"/>
                  </a:lnTo>
                  <a:lnTo>
                    <a:pt x="16073" y="366499"/>
                  </a:lnTo>
                  <a:lnTo>
                    <a:pt x="22753" y="379202"/>
                  </a:lnTo>
                  <a:lnTo>
                    <a:pt x="30607" y="391684"/>
                  </a:lnTo>
                  <a:lnTo>
                    <a:pt x="39626" y="403852"/>
                  </a:lnTo>
                  <a:lnTo>
                    <a:pt x="49801" y="415617"/>
                  </a:lnTo>
                  <a:lnTo>
                    <a:pt x="61111" y="426888"/>
                  </a:lnTo>
                  <a:lnTo>
                    <a:pt x="73532" y="437574"/>
                  </a:lnTo>
                  <a:lnTo>
                    <a:pt x="87033" y="447589"/>
                  </a:lnTo>
                  <a:lnTo>
                    <a:pt x="101574" y="456844"/>
                  </a:lnTo>
                  <a:lnTo>
                    <a:pt x="117113" y="465256"/>
                  </a:lnTo>
                  <a:lnTo>
                    <a:pt x="133599" y="472743"/>
                  </a:lnTo>
                  <a:lnTo>
                    <a:pt x="150976" y="479227"/>
                  </a:lnTo>
                  <a:lnTo>
                    <a:pt x="169181" y="484632"/>
                  </a:lnTo>
                  <a:lnTo>
                    <a:pt x="188148" y="488887"/>
                  </a:lnTo>
                  <a:lnTo>
                    <a:pt x="207803" y="491925"/>
                  </a:lnTo>
                  <a:lnTo>
                    <a:pt x="228067" y="493683"/>
                  </a:lnTo>
                  <a:lnTo>
                    <a:pt x="248860" y="494105"/>
                  </a:lnTo>
                  <a:lnTo>
                    <a:pt x="270093" y="493138"/>
                  </a:lnTo>
                  <a:lnTo>
                    <a:pt x="291675" y="490736"/>
                  </a:lnTo>
                  <a:lnTo>
                    <a:pt x="313511" y="486857"/>
                  </a:lnTo>
                  <a:lnTo>
                    <a:pt x="335503" y="481468"/>
                  </a:lnTo>
                  <a:lnTo>
                    <a:pt x="357550" y="474541"/>
                  </a:lnTo>
                  <a:lnTo>
                    <a:pt x="379547" y="466054"/>
                  </a:lnTo>
                  <a:lnTo>
                    <a:pt x="401389" y="455993"/>
                  </a:lnTo>
                  <a:lnTo>
                    <a:pt x="422967" y="444350"/>
                  </a:lnTo>
                  <a:lnTo>
                    <a:pt x="444174" y="431125"/>
                  </a:lnTo>
                  <a:lnTo>
                    <a:pt x="464899" y="416324"/>
                  </a:lnTo>
                  <a:lnTo>
                    <a:pt x="485033" y="399962"/>
                  </a:lnTo>
                  <a:lnTo>
                    <a:pt x="504465" y="382061"/>
                  </a:lnTo>
                  <a:lnTo>
                    <a:pt x="523086" y="362650"/>
                  </a:lnTo>
                  <a:lnTo>
                    <a:pt x="540789" y="341764"/>
                  </a:lnTo>
                  <a:lnTo>
                    <a:pt x="557466" y="319447"/>
                  </a:lnTo>
                  <a:lnTo>
                    <a:pt x="573014" y="295751"/>
                  </a:lnTo>
                  <a:lnTo>
                    <a:pt x="587331" y="270734"/>
                  </a:lnTo>
                  <a:lnTo>
                    <a:pt x="600318" y="244461"/>
                  </a:lnTo>
                  <a:lnTo>
                    <a:pt x="611880" y="217004"/>
                  </a:lnTo>
                  <a:close/>
                </a:path>
              </a:pathLst>
            </a:custGeom>
            <a:solidFill>
              <a:srgbClr val="5FCFCF">
                <a:alpha val="25882"/>
              </a:srgbClr>
            </a:solidFill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1306532" y="5903276"/>
              <a:ext cx="561410" cy="475693"/>
            </a:xfrm>
            <a:custGeom>
              <a:avLst/>
              <a:pathLst>
                <a:path w="561410" h="475693">
                  <a:moveTo>
                    <a:pt x="33660" y="100980"/>
                  </a:moveTo>
                  <a:lnTo>
                    <a:pt x="33660" y="100980"/>
                  </a:lnTo>
                  <a:lnTo>
                    <a:pt x="45604" y="89608"/>
                  </a:lnTo>
                  <a:lnTo>
                    <a:pt x="58100" y="78829"/>
                  </a:lnTo>
                  <a:lnTo>
                    <a:pt x="71124" y="68663"/>
                  </a:lnTo>
                  <a:lnTo>
                    <a:pt x="84654" y="59130"/>
                  </a:lnTo>
                  <a:lnTo>
                    <a:pt x="98668" y="50248"/>
                  </a:lnTo>
                  <a:lnTo>
                    <a:pt x="113140" y="42034"/>
                  </a:lnTo>
                  <a:lnTo>
                    <a:pt x="128046" y="34506"/>
                  </a:lnTo>
                  <a:lnTo>
                    <a:pt x="143362" y="27680"/>
                  </a:lnTo>
                  <a:lnTo>
                    <a:pt x="159061" y="21571"/>
                  </a:lnTo>
                  <a:lnTo>
                    <a:pt x="175118" y="16193"/>
                  </a:lnTo>
                  <a:lnTo>
                    <a:pt x="191506" y="11561"/>
                  </a:lnTo>
                  <a:lnTo>
                    <a:pt x="208198" y="7688"/>
                  </a:lnTo>
                  <a:lnTo>
                    <a:pt x="225166" y="4584"/>
                  </a:lnTo>
                  <a:lnTo>
                    <a:pt x="242383" y="2262"/>
                  </a:lnTo>
                  <a:lnTo>
                    <a:pt x="259820" y="730"/>
                  </a:lnTo>
                  <a:lnTo>
                    <a:pt x="277449" y="0"/>
                  </a:lnTo>
                  <a:lnTo>
                    <a:pt x="295240" y="77"/>
                  </a:lnTo>
                  <a:lnTo>
                    <a:pt x="313166" y="971"/>
                  </a:lnTo>
                  <a:lnTo>
                    <a:pt x="331196" y="2687"/>
                  </a:lnTo>
                  <a:lnTo>
                    <a:pt x="349301" y="5232"/>
                  </a:lnTo>
                  <a:lnTo>
                    <a:pt x="367450" y="8608"/>
                  </a:lnTo>
                  <a:lnTo>
                    <a:pt x="385615" y="12820"/>
                  </a:lnTo>
                  <a:lnTo>
                    <a:pt x="403764" y="17871"/>
                  </a:lnTo>
                  <a:lnTo>
                    <a:pt x="421867" y="23761"/>
                  </a:lnTo>
                  <a:lnTo>
                    <a:pt x="439895" y="30492"/>
                  </a:lnTo>
                  <a:lnTo>
                    <a:pt x="457816" y="38063"/>
                  </a:lnTo>
                  <a:lnTo>
                    <a:pt x="475600" y="46472"/>
                  </a:lnTo>
                  <a:lnTo>
                    <a:pt x="493218" y="55718"/>
                  </a:lnTo>
                  <a:lnTo>
                    <a:pt x="510638" y="65796"/>
                  </a:lnTo>
                  <a:lnTo>
                    <a:pt x="527830" y="76703"/>
                  </a:lnTo>
                  <a:lnTo>
                    <a:pt x="544764" y="88433"/>
                  </a:lnTo>
                  <a:lnTo>
                    <a:pt x="561410" y="100980"/>
                  </a:lnTo>
                  <a:lnTo>
                    <a:pt x="561102" y="118998"/>
                  </a:lnTo>
                  <a:lnTo>
                    <a:pt x="560180" y="136995"/>
                  </a:lnTo>
                  <a:lnTo>
                    <a:pt x="558643" y="154950"/>
                  </a:lnTo>
                  <a:lnTo>
                    <a:pt x="556495" y="172842"/>
                  </a:lnTo>
                  <a:lnTo>
                    <a:pt x="553736" y="190650"/>
                  </a:lnTo>
                  <a:lnTo>
                    <a:pt x="550372" y="208354"/>
                  </a:lnTo>
                  <a:lnTo>
                    <a:pt x="546405" y="225933"/>
                  </a:lnTo>
                  <a:lnTo>
                    <a:pt x="541840" y="243366"/>
                  </a:lnTo>
                  <a:lnTo>
                    <a:pt x="536682" y="260632"/>
                  </a:lnTo>
                  <a:lnTo>
                    <a:pt x="530938" y="277713"/>
                  </a:lnTo>
                  <a:lnTo>
                    <a:pt x="524615" y="294588"/>
                  </a:lnTo>
                  <a:lnTo>
                    <a:pt x="517718" y="311237"/>
                  </a:lnTo>
                  <a:lnTo>
                    <a:pt x="510258" y="327640"/>
                  </a:lnTo>
                  <a:lnTo>
                    <a:pt x="502242" y="343780"/>
                  </a:lnTo>
                  <a:lnTo>
                    <a:pt x="493679" y="359636"/>
                  </a:lnTo>
                  <a:lnTo>
                    <a:pt x="484580" y="375191"/>
                  </a:lnTo>
                  <a:lnTo>
                    <a:pt x="474955" y="390426"/>
                  </a:lnTo>
                  <a:lnTo>
                    <a:pt x="464816" y="405323"/>
                  </a:lnTo>
                  <a:lnTo>
                    <a:pt x="454174" y="419866"/>
                  </a:lnTo>
                  <a:lnTo>
                    <a:pt x="443042" y="434037"/>
                  </a:lnTo>
                  <a:lnTo>
                    <a:pt x="431432" y="447820"/>
                  </a:lnTo>
                  <a:lnTo>
                    <a:pt x="419359" y="461198"/>
                  </a:lnTo>
                  <a:lnTo>
                    <a:pt x="406836" y="474156"/>
                  </a:lnTo>
                  <a:lnTo>
                    <a:pt x="383436" y="475499"/>
                  </a:lnTo>
                  <a:lnTo>
                    <a:pt x="360393" y="475693"/>
                  </a:lnTo>
                  <a:lnTo>
                    <a:pt x="337755" y="474764"/>
                  </a:lnTo>
                  <a:lnTo>
                    <a:pt x="315573" y="472739"/>
                  </a:lnTo>
                  <a:lnTo>
                    <a:pt x="293895" y="469650"/>
                  </a:lnTo>
                  <a:lnTo>
                    <a:pt x="272767" y="465529"/>
                  </a:lnTo>
                  <a:lnTo>
                    <a:pt x="252233" y="460409"/>
                  </a:lnTo>
                  <a:lnTo>
                    <a:pt x="232337" y="454328"/>
                  </a:lnTo>
                  <a:lnTo>
                    <a:pt x="213120" y="447323"/>
                  </a:lnTo>
                  <a:lnTo>
                    <a:pt x="194621" y="439434"/>
                  </a:lnTo>
                  <a:lnTo>
                    <a:pt x="176878" y="430701"/>
                  </a:lnTo>
                  <a:lnTo>
                    <a:pt x="159925" y="421168"/>
                  </a:lnTo>
                  <a:lnTo>
                    <a:pt x="143798" y="410878"/>
                  </a:lnTo>
                  <a:lnTo>
                    <a:pt x="128526" y="399878"/>
                  </a:lnTo>
                  <a:lnTo>
                    <a:pt x="114138" y="388212"/>
                  </a:lnTo>
                  <a:lnTo>
                    <a:pt x="100663" y="375930"/>
                  </a:lnTo>
                  <a:lnTo>
                    <a:pt x="88125" y="363080"/>
                  </a:lnTo>
                  <a:lnTo>
                    <a:pt x="76546" y="349712"/>
                  </a:lnTo>
                  <a:lnTo>
                    <a:pt x="65946" y="335877"/>
                  </a:lnTo>
                  <a:lnTo>
                    <a:pt x="56343" y="321625"/>
                  </a:lnTo>
                  <a:lnTo>
                    <a:pt x="47753" y="307010"/>
                  </a:lnTo>
                  <a:lnTo>
                    <a:pt x="40188" y="292083"/>
                  </a:lnTo>
                  <a:lnTo>
                    <a:pt x="33660" y="276897"/>
                  </a:lnTo>
                  <a:lnTo>
                    <a:pt x="24501" y="264075"/>
                  </a:lnTo>
                  <a:lnTo>
                    <a:pt x="16777" y="250818"/>
                  </a:lnTo>
                  <a:lnTo>
                    <a:pt x="10507" y="237248"/>
                  </a:lnTo>
                  <a:lnTo>
                    <a:pt x="5699" y="223485"/>
                  </a:lnTo>
                  <a:lnTo>
                    <a:pt x="2353" y="209650"/>
                  </a:lnTo>
                  <a:lnTo>
                    <a:pt x="459" y="195863"/>
                  </a:lnTo>
                  <a:lnTo>
                    <a:pt x="0" y="182243"/>
                  </a:lnTo>
                  <a:lnTo>
                    <a:pt x="948" y="168907"/>
                  </a:lnTo>
                  <a:lnTo>
                    <a:pt x="3269" y="155968"/>
                  </a:lnTo>
                  <a:lnTo>
                    <a:pt x="6919" y="143538"/>
                  </a:lnTo>
                  <a:lnTo>
                    <a:pt x="11846" y="131724"/>
                  </a:lnTo>
                  <a:lnTo>
                    <a:pt x="17991" y="120628"/>
                  </a:lnTo>
                  <a:lnTo>
                    <a:pt x="25287" y="110350"/>
                  </a:lnTo>
                  <a:lnTo>
                    <a:pt x="33660" y="100980"/>
                  </a:lnTo>
                  <a:lnTo>
                    <a:pt x="33660" y="100980"/>
                  </a:lnTo>
                  <a:lnTo>
                    <a:pt x="33660" y="100980"/>
                  </a:lnTo>
                </a:path>
              </a:pathLst>
            </a:custGeom>
            <a:ln w="24933" cap="flat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1836342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1308591" y="6148573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1681767" y="6345832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1308591" y="5972656"/>
              <a:ext cx="63202" cy="63202"/>
            </a:xfrm>
            <a:prstGeom prst="ellipse">
              <a:avLst/>
            </a:prstGeom>
            <a:solidFill>
              <a:srgbClr val="5FCFCF">
                <a:alpha val="100000"/>
              </a:srgbClr>
            </a:solidFill>
            <a:ln w="9000" cap="rnd">
              <a:solidFill>
                <a:srgbClr val="5FCFC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l559"/>
            <p:cNvSpPr/>
            <p:nvPr/>
          </p:nvSpPr>
          <p:spPr>
            <a:xfrm>
              <a:off x="1340192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l560"/>
            <p:cNvSpPr/>
            <p:nvPr/>
          </p:nvSpPr>
          <p:spPr>
            <a:xfrm>
              <a:off x="1340192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l561"/>
            <p:cNvSpPr/>
            <p:nvPr/>
          </p:nvSpPr>
          <p:spPr>
            <a:xfrm>
              <a:off x="1340192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l562"/>
            <p:cNvSpPr/>
            <p:nvPr/>
          </p:nvSpPr>
          <p:spPr>
            <a:xfrm>
              <a:off x="1340192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l563"/>
            <p:cNvSpPr/>
            <p:nvPr/>
          </p:nvSpPr>
          <p:spPr>
            <a:xfrm>
              <a:off x="1340192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l564"/>
            <p:cNvSpPr/>
            <p:nvPr/>
          </p:nvSpPr>
          <p:spPr>
            <a:xfrm>
              <a:off x="967017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l565"/>
            <p:cNvSpPr/>
            <p:nvPr/>
          </p:nvSpPr>
          <p:spPr>
            <a:xfrm>
              <a:off x="812442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l566"/>
            <p:cNvSpPr/>
            <p:nvPr/>
          </p:nvSpPr>
          <p:spPr>
            <a:xfrm>
              <a:off x="967017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tx567"/>
            <p:cNvSpPr/>
            <p:nvPr/>
          </p:nvSpPr>
          <p:spPr>
            <a:xfrm>
              <a:off x="1208207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1526009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1825909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1516943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1199141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668337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623527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677403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439944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390502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577" name="rc577"/>
            <p:cNvSpPr/>
            <p:nvPr/>
          </p:nvSpPr>
          <p:spPr>
            <a:xfrm>
              <a:off x="2320794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78" name="rc578"/>
            <p:cNvSpPr/>
            <p:nvPr/>
          </p:nvSpPr>
          <p:spPr>
            <a:xfrm>
              <a:off x="2320794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9" name="rc579"/>
            <p:cNvSpPr/>
            <p:nvPr/>
          </p:nvSpPr>
          <p:spPr>
            <a:xfrm>
              <a:off x="2648754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0" name="tx580"/>
            <p:cNvSpPr/>
            <p:nvPr/>
          </p:nvSpPr>
          <p:spPr>
            <a:xfrm>
              <a:off x="3097456" y="5149352"/>
              <a:ext cx="987882" cy="1116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Ciconiiformes</a:t>
              </a:r>
            </a:p>
          </p:txBody>
        </p:sp>
        <p:sp>
          <p:nvSpPr>
            <p:cNvPr id="581" name="rc581"/>
            <p:cNvSpPr/>
            <p:nvPr/>
          </p:nvSpPr>
          <p:spPr>
            <a:xfrm>
              <a:off x="2931710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2" name="pl582"/>
            <p:cNvSpPr/>
            <p:nvPr/>
          </p:nvSpPr>
          <p:spPr>
            <a:xfrm>
              <a:off x="3591398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3" name="pl583"/>
            <p:cNvSpPr/>
            <p:nvPr/>
          </p:nvSpPr>
          <p:spPr>
            <a:xfrm>
              <a:off x="3591398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4" name="pl584"/>
            <p:cNvSpPr/>
            <p:nvPr/>
          </p:nvSpPr>
          <p:spPr>
            <a:xfrm>
              <a:off x="3591398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5" name="pl585"/>
            <p:cNvSpPr/>
            <p:nvPr/>
          </p:nvSpPr>
          <p:spPr>
            <a:xfrm>
              <a:off x="3591398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6" name="pl586"/>
            <p:cNvSpPr/>
            <p:nvPr/>
          </p:nvSpPr>
          <p:spPr>
            <a:xfrm>
              <a:off x="3591398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7" name="pl587"/>
            <p:cNvSpPr/>
            <p:nvPr/>
          </p:nvSpPr>
          <p:spPr>
            <a:xfrm>
              <a:off x="3171575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8" name="pl588"/>
            <p:cNvSpPr/>
            <p:nvPr/>
          </p:nvSpPr>
          <p:spPr>
            <a:xfrm>
              <a:off x="2997679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89" name="pl589"/>
            <p:cNvSpPr/>
            <p:nvPr/>
          </p:nvSpPr>
          <p:spPr>
            <a:xfrm>
              <a:off x="3171575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0" name="pl590"/>
            <p:cNvSpPr/>
            <p:nvPr/>
          </p:nvSpPr>
          <p:spPr>
            <a:xfrm>
              <a:off x="3327556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1" name="pl591"/>
            <p:cNvSpPr/>
            <p:nvPr/>
          </p:nvSpPr>
          <p:spPr>
            <a:xfrm>
              <a:off x="3063714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2" name="pl592"/>
            <p:cNvSpPr/>
            <p:nvPr/>
          </p:nvSpPr>
          <p:spPr>
            <a:xfrm>
              <a:off x="2997753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404810" y="5620014"/>
              <a:ext cx="639878" cy="668928"/>
            </a:xfrm>
            <a:custGeom>
              <a:avLst/>
              <a:pathLst>
                <a:path w="639878" h="668928">
                  <a:moveTo>
                    <a:pt x="450463" y="384243"/>
                  </a:moveTo>
                  <a:lnTo>
                    <a:pt x="450016" y="368900"/>
                  </a:lnTo>
                  <a:lnTo>
                    <a:pt x="448678" y="353609"/>
                  </a:lnTo>
                  <a:lnTo>
                    <a:pt x="446454" y="338421"/>
                  </a:lnTo>
                  <a:lnTo>
                    <a:pt x="443350" y="323389"/>
                  </a:lnTo>
                  <a:lnTo>
                    <a:pt x="439377" y="308562"/>
                  </a:lnTo>
                  <a:lnTo>
                    <a:pt x="434549" y="293992"/>
                  </a:lnTo>
                  <a:lnTo>
                    <a:pt x="428882" y="279727"/>
                  </a:lnTo>
                  <a:lnTo>
                    <a:pt x="422395" y="265816"/>
                  </a:lnTo>
                  <a:lnTo>
                    <a:pt x="415110" y="252305"/>
                  </a:lnTo>
                  <a:lnTo>
                    <a:pt x="407052" y="239241"/>
                  </a:lnTo>
                  <a:lnTo>
                    <a:pt x="398248" y="226667"/>
                  </a:lnTo>
                  <a:lnTo>
                    <a:pt x="388728" y="214627"/>
                  </a:lnTo>
                  <a:lnTo>
                    <a:pt x="378523" y="203161"/>
                  </a:lnTo>
                  <a:lnTo>
                    <a:pt x="367670" y="192307"/>
                  </a:lnTo>
                  <a:lnTo>
                    <a:pt x="356203" y="182103"/>
                  </a:lnTo>
                  <a:lnTo>
                    <a:pt x="344163" y="172582"/>
                  </a:lnTo>
                  <a:lnTo>
                    <a:pt x="331589" y="163778"/>
                  </a:lnTo>
                  <a:lnTo>
                    <a:pt x="318525" y="155720"/>
                  </a:lnTo>
                  <a:lnTo>
                    <a:pt x="305014" y="148435"/>
                  </a:lnTo>
                  <a:lnTo>
                    <a:pt x="291103" y="141948"/>
                  </a:lnTo>
                  <a:lnTo>
                    <a:pt x="276838" y="136281"/>
                  </a:lnTo>
                  <a:lnTo>
                    <a:pt x="262268" y="131453"/>
                  </a:lnTo>
                  <a:lnTo>
                    <a:pt x="247441" y="127480"/>
                  </a:lnTo>
                  <a:lnTo>
                    <a:pt x="232409" y="124376"/>
                  </a:lnTo>
                  <a:lnTo>
                    <a:pt x="217221" y="122152"/>
                  </a:lnTo>
                  <a:lnTo>
                    <a:pt x="201930" y="120814"/>
                  </a:lnTo>
                  <a:lnTo>
                    <a:pt x="186587" y="120367"/>
                  </a:lnTo>
                  <a:lnTo>
                    <a:pt x="196434" y="108549"/>
                  </a:lnTo>
                  <a:lnTo>
                    <a:pt x="207123" y="97112"/>
                  </a:lnTo>
                  <a:lnTo>
                    <a:pt x="218641" y="86103"/>
                  </a:lnTo>
                  <a:lnTo>
                    <a:pt x="230969" y="75564"/>
                  </a:lnTo>
                  <a:lnTo>
                    <a:pt x="244087" y="65541"/>
                  </a:lnTo>
                  <a:lnTo>
                    <a:pt x="257976" y="56077"/>
                  </a:lnTo>
                  <a:lnTo>
                    <a:pt x="272609" y="47212"/>
                  </a:lnTo>
                  <a:lnTo>
                    <a:pt x="287963" y="38989"/>
                  </a:lnTo>
                  <a:lnTo>
                    <a:pt x="304009" y="31446"/>
                  </a:lnTo>
                  <a:lnTo>
                    <a:pt x="320718" y="24624"/>
                  </a:lnTo>
                  <a:lnTo>
                    <a:pt x="338058" y="18559"/>
                  </a:lnTo>
                  <a:lnTo>
                    <a:pt x="355997" y="13288"/>
                  </a:lnTo>
                  <a:lnTo>
                    <a:pt x="374498" y="8846"/>
                  </a:lnTo>
                  <a:lnTo>
                    <a:pt x="393525" y="5265"/>
                  </a:lnTo>
                  <a:lnTo>
                    <a:pt x="413040" y="2577"/>
                  </a:lnTo>
                  <a:lnTo>
                    <a:pt x="433003" y="812"/>
                  </a:lnTo>
                  <a:lnTo>
                    <a:pt x="453372" y="0"/>
                  </a:lnTo>
                  <a:lnTo>
                    <a:pt x="474105" y="165"/>
                  </a:lnTo>
                  <a:lnTo>
                    <a:pt x="495156" y="1332"/>
                  </a:lnTo>
                  <a:lnTo>
                    <a:pt x="516481" y="3525"/>
                  </a:lnTo>
                  <a:lnTo>
                    <a:pt x="538033" y="6764"/>
                  </a:lnTo>
                  <a:lnTo>
                    <a:pt x="559763" y="11067"/>
                  </a:lnTo>
                  <a:lnTo>
                    <a:pt x="576550" y="38766"/>
                  </a:lnTo>
                  <a:lnTo>
                    <a:pt x="591372" y="67115"/>
                  </a:lnTo>
                  <a:lnTo>
                    <a:pt x="604213" y="95977"/>
                  </a:lnTo>
                  <a:lnTo>
                    <a:pt x="615065" y="125219"/>
                  </a:lnTo>
                  <a:lnTo>
                    <a:pt x="623932" y="154707"/>
                  </a:lnTo>
                  <a:lnTo>
                    <a:pt x="630823" y="184308"/>
                  </a:lnTo>
                  <a:lnTo>
                    <a:pt x="635758" y="213895"/>
                  </a:lnTo>
                  <a:lnTo>
                    <a:pt x="638764" y="243339"/>
                  </a:lnTo>
                  <a:lnTo>
                    <a:pt x="639878" y="272517"/>
                  </a:lnTo>
                  <a:lnTo>
                    <a:pt x="639141" y="301309"/>
                  </a:lnTo>
                  <a:lnTo>
                    <a:pt x="636606" y="329601"/>
                  </a:lnTo>
                  <a:lnTo>
                    <a:pt x="632331" y="357280"/>
                  </a:lnTo>
                  <a:lnTo>
                    <a:pt x="626379" y="384243"/>
                  </a:lnTo>
                  <a:lnTo>
                    <a:pt x="618823" y="410388"/>
                  </a:lnTo>
                  <a:lnTo>
                    <a:pt x="609739" y="435623"/>
                  </a:lnTo>
                  <a:lnTo>
                    <a:pt x="599210" y="459859"/>
                  </a:lnTo>
                  <a:lnTo>
                    <a:pt x="587322" y="483015"/>
                  </a:lnTo>
                  <a:lnTo>
                    <a:pt x="574168" y="505018"/>
                  </a:lnTo>
                  <a:lnTo>
                    <a:pt x="559842" y="525799"/>
                  </a:lnTo>
                  <a:lnTo>
                    <a:pt x="544444" y="545301"/>
                  </a:lnTo>
                  <a:lnTo>
                    <a:pt x="528076" y="563470"/>
                  </a:lnTo>
                  <a:lnTo>
                    <a:pt x="510841" y="580261"/>
                  </a:lnTo>
                  <a:lnTo>
                    <a:pt x="492846" y="595638"/>
                  </a:lnTo>
                  <a:lnTo>
                    <a:pt x="474197" y="609571"/>
                  </a:lnTo>
                  <a:lnTo>
                    <a:pt x="455003" y="622038"/>
                  </a:lnTo>
                  <a:lnTo>
                    <a:pt x="435371" y="633027"/>
                  </a:lnTo>
                  <a:lnTo>
                    <a:pt x="415410" y="642529"/>
                  </a:lnTo>
                  <a:lnTo>
                    <a:pt x="395224" y="650548"/>
                  </a:lnTo>
                  <a:lnTo>
                    <a:pt x="374921" y="657091"/>
                  </a:lnTo>
                  <a:lnTo>
                    <a:pt x="354603" y="662174"/>
                  </a:lnTo>
                  <a:lnTo>
                    <a:pt x="334371" y="665821"/>
                  </a:lnTo>
                  <a:lnTo>
                    <a:pt x="314323" y="668060"/>
                  </a:lnTo>
                  <a:lnTo>
                    <a:pt x="294554" y="668928"/>
                  </a:lnTo>
                  <a:lnTo>
                    <a:pt x="275156" y="668468"/>
                  </a:lnTo>
                  <a:lnTo>
                    <a:pt x="256214" y="666728"/>
                  </a:lnTo>
                  <a:lnTo>
                    <a:pt x="237811" y="663761"/>
                  </a:lnTo>
                  <a:lnTo>
                    <a:pt x="220025" y="659627"/>
                  </a:lnTo>
                  <a:lnTo>
                    <a:pt x="202928" y="654390"/>
                  </a:lnTo>
                  <a:lnTo>
                    <a:pt x="186587" y="648118"/>
                  </a:lnTo>
                  <a:lnTo>
                    <a:pt x="171064" y="640883"/>
                  </a:lnTo>
                  <a:lnTo>
                    <a:pt x="156412" y="632761"/>
                  </a:lnTo>
                  <a:lnTo>
                    <a:pt x="142681" y="623830"/>
                  </a:lnTo>
                  <a:lnTo>
                    <a:pt x="129915" y="614172"/>
                  </a:lnTo>
                  <a:lnTo>
                    <a:pt x="118148" y="603872"/>
                  </a:lnTo>
                  <a:lnTo>
                    <a:pt x="107412" y="593012"/>
                  </a:lnTo>
                  <a:lnTo>
                    <a:pt x="97728" y="581681"/>
                  </a:lnTo>
                  <a:lnTo>
                    <a:pt x="89113" y="569964"/>
                  </a:lnTo>
                  <a:lnTo>
                    <a:pt x="81578" y="557950"/>
                  </a:lnTo>
                  <a:lnTo>
                    <a:pt x="75125" y="545724"/>
                  </a:lnTo>
                  <a:lnTo>
                    <a:pt x="69751" y="533374"/>
                  </a:lnTo>
                  <a:lnTo>
                    <a:pt x="65446" y="520983"/>
                  </a:lnTo>
                  <a:lnTo>
                    <a:pt x="62195" y="508635"/>
                  </a:lnTo>
                  <a:lnTo>
                    <a:pt x="59976" y="496410"/>
                  </a:lnTo>
                  <a:lnTo>
                    <a:pt x="58761" y="484388"/>
                  </a:lnTo>
                  <a:lnTo>
                    <a:pt x="58516" y="472644"/>
                  </a:lnTo>
                  <a:lnTo>
                    <a:pt x="59202" y="461250"/>
                  </a:lnTo>
                  <a:lnTo>
                    <a:pt x="60776" y="450274"/>
                  </a:lnTo>
                  <a:lnTo>
                    <a:pt x="63189" y="439780"/>
                  </a:lnTo>
                  <a:lnTo>
                    <a:pt x="66387" y="429829"/>
                  </a:lnTo>
                  <a:lnTo>
                    <a:pt x="70313" y="420475"/>
                  </a:lnTo>
                  <a:lnTo>
                    <a:pt x="74907" y="411769"/>
                  </a:lnTo>
                  <a:lnTo>
                    <a:pt x="80104" y="403756"/>
                  </a:lnTo>
                  <a:lnTo>
                    <a:pt x="85837" y="396476"/>
                  </a:lnTo>
                  <a:lnTo>
                    <a:pt x="92036" y="389962"/>
                  </a:lnTo>
                  <a:lnTo>
                    <a:pt x="98629" y="384243"/>
                  </a:lnTo>
                  <a:lnTo>
                    <a:pt x="105543" y="379340"/>
                  </a:lnTo>
                  <a:lnTo>
                    <a:pt x="112704" y="375272"/>
                  </a:lnTo>
                  <a:lnTo>
                    <a:pt x="120035" y="372047"/>
                  </a:lnTo>
                  <a:lnTo>
                    <a:pt x="127463" y="369670"/>
                  </a:lnTo>
                  <a:lnTo>
                    <a:pt x="134910" y="368139"/>
                  </a:lnTo>
                  <a:lnTo>
                    <a:pt x="142303" y="367448"/>
                  </a:lnTo>
                  <a:lnTo>
                    <a:pt x="149568" y="367582"/>
                  </a:lnTo>
                  <a:lnTo>
                    <a:pt x="156632" y="368521"/>
                  </a:lnTo>
                  <a:lnTo>
                    <a:pt x="163426" y="370241"/>
                  </a:lnTo>
                  <a:lnTo>
                    <a:pt x="169882" y="372712"/>
                  </a:lnTo>
                  <a:lnTo>
                    <a:pt x="175935" y="375897"/>
                  </a:lnTo>
                  <a:lnTo>
                    <a:pt x="181523" y="379756"/>
                  </a:lnTo>
                  <a:lnTo>
                    <a:pt x="186587" y="384243"/>
                  </a:lnTo>
                  <a:lnTo>
                    <a:pt x="187161" y="398119"/>
                  </a:lnTo>
                  <a:lnTo>
                    <a:pt x="188881" y="411924"/>
                  </a:lnTo>
                  <a:lnTo>
                    <a:pt x="191741" y="425587"/>
                  </a:lnTo>
                  <a:lnTo>
                    <a:pt x="195731" y="439038"/>
                  </a:lnTo>
                  <a:lnTo>
                    <a:pt x="200838" y="452206"/>
                  </a:lnTo>
                  <a:lnTo>
                    <a:pt x="207044" y="465022"/>
                  </a:lnTo>
                  <a:lnTo>
                    <a:pt x="214327" y="477418"/>
                  </a:lnTo>
                  <a:lnTo>
                    <a:pt x="222663" y="489328"/>
                  </a:lnTo>
                  <a:lnTo>
                    <a:pt x="232024" y="500686"/>
                  </a:lnTo>
                  <a:lnTo>
                    <a:pt x="242376" y="511427"/>
                  </a:lnTo>
                  <a:lnTo>
                    <a:pt x="253683" y="521490"/>
                  </a:lnTo>
                  <a:lnTo>
                    <a:pt x="265908" y="530814"/>
                  </a:lnTo>
                  <a:lnTo>
                    <a:pt x="279006" y="539342"/>
                  </a:lnTo>
                  <a:lnTo>
                    <a:pt x="292933" y="547017"/>
                  </a:lnTo>
                  <a:lnTo>
                    <a:pt x="307639" y="553786"/>
                  </a:lnTo>
                  <a:lnTo>
                    <a:pt x="323072" y="559598"/>
                  </a:lnTo>
                  <a:lnTo>
                    <a:pt x="339178" y="564406"/>
                  </a:lnTo>
                  <a:lnTo>
                    <a:pt x="355899" y="568164"/>
                  </a:lnTo>
                  <a:lnTo>
                    <a:pt x="373175" y="570831"/>
                  </a:lnTo>
                  <a:lnTo>
                    <a:pt x="362011" y="581364"/>
                  </a:lnTo>
                  <a:lnTo>
                    <a:pt x="350252" y="591231"/>
                  </a:lnTo>
                  <a:lnTo>
                    <a:pt x="337940" y="600397"/>
                  </a:lnTo>
                  <a:lnTo>
                    <a:pt x="325116" y="608831"/>
                  </a:lnTo>
                  <a:lnTo>
                    <a:pt x="311823" y="616506"/>
                  </a:lnTo>
                  <a:lnTo>
                    <a:pt x="298106" y="623395"/>
                  </a:lnTo>
                  <a:lnTo>
                    <a:pt x="284012" y="629474"/>
                  </a:lnTo>
                  <a:lnTo>
                    <a:pt x="269588" y="634724"/>
                  </a:lnTo>
                  <a:lnTo>
                    <a:pt x="254883" y="639127"/>
                  </a:lnTo>
                  <a:lnTo>
                    <a:pt x="239948" y="642666"/>
                  </a:lnTo>
                  <a:lnTo>
                    <a:pt x="224831" y="645332"/>
                  </a:lnTo>
                  <a:lnTo>
                    <a:pt x="209586" y="647114"/>
                  </a:lnTo>
                  <a:lnTo>
                    <a:pt x="194262" y="648006"/>
                  </a:lnTo>
                  <a:lnTo>
                    <a:pt x="178913" y="648006"/>
                  </a:lnTo>
                  <a:lnTo>
                    <a:pt x="163589" y="647114"/>
                  </a:lnTo>
                  <a:lnTo>
                    <a:pt x="148344" y="645332"/>
                  </a:lnTo>
                  <a:lnTo>
                    <a:pt x="133227" y="642666"/>
                  </a:lnTo>
                  <a:lnTo>
                    <a:pt x="118292" y="639127"/>
                  </a:lnTo>
                  <a:lnTo>
                    <a:pt x="103587" y="634724"/>
                  </a:lnTo>
                  <a:lnTo>
                    <a:pt x="89163" y="629474"/>
                  </a:lnTo>
                  <a:lnTo>
                    <a:pt x="75069" y="623395"/>
                  </a:lnTo>
                  <a:lnTo>
                    <a:pt x="61352" y="616506"/>
                  </a:lnTo>
                  <a:lnTo>
                    <a:pt x="48059" y="608831"/>
                  </a:lnTo>
                  <a:lnTo>
                    <a:pt x="35235" y="600397"/>
                  </a:lnTo>
                  <a:lnTo>
                    <a:pt x="22923" y="591231"/>
                  </a:lnTo>
                  <a:lnTo>
                    <a:pt x="11164" y="581364"/>
                  </a:lnTo>
                  <a:lnTo>
                    <a:pt x="0" y="570831"/>
                  </a:lnTo>
                  <a:lnTo>
                    <a:pt x="2666" y="553554"/>
                  </a:lnTo>
                  <a:lnTo>
                    <a:pt x="6424" y="536833"/>
                  </a:lnTo>
                  <a:lnTo>
                    <a:pt x="11232" y="520727"/>
                  </a:lnTo>
                  <a:lnTo>
                    <a:pt x="17044" y="505294"/>
                  </a:lnTo>
                  <a:lnTo>
                    <a:pt x="23814" y="490588"/>
                  </a:lnTo>
                  <a:lnTo>
                    <a:pt x="31489" y="476662"/>
                  </a:lnTo>
                  <a:lnTo>
                    <a:pt x="40016" y="463563"/>
                  </a:lnTo>
                  <a:lnTo>
                    <a:pt x="49340" y="451339"/>
                  </a:lnTo>
                  <a:lnTo>
                    <a:pt x="59403" y="440031"/>
                  </a:lnTo>
                  <a:lnTo>
                    <a:pt x="70145" y="429679"/>
                  </a:lnTo>
                  <a:lnTo>
                    <a:pt x="81502" y="420319"/>
                  </a:lnTo>
                  <a:lnTo>
                    <a:pt x="93412" y="411982"/>
                  </a:lnTo>
                  <a:lnTo>
                    <a:pt x="105808" y="404699"/>
                  </a:lnTo>
                  <a:lnTo>
                    <a:pt x="118625" y="398493"/>
                  </a:lnTo>
                  <a:lnTo>
                    <a:pt x="131792" y="393386"/>
                  </a:lnTo>
                  <a:lnTo>
                    <a:pt x="145243" y="389396"/>
                  </a:lnTo>
                  <a:lnTo>
                    <a:pt x="158906" y="386536"/>
                  </a:lnTo>
                  <a:lnTo>
                    <a:pt x="172711" y="384817"/>
                  </a:lnTo>
                  <a:lnTo>
                    <a:pt x="186587" y="384243"/>
                  </a:lnTo>
                  <a:lnTo>
                    <a:pt x="178860" y="384959"/>
                  </a:lnTo>
                  <a:lnTo>
                    <a:pt x="171330" y="387095"/>
                  </a:lnTo>
                  <a:lnTo>
                    <a:pt x="164193" y="390614"/>
                  </a:lnTo>
                  <a:lnTo>
                    <a:pt x="157640" y="395457"/>
                  </a:lnTo>
                  <a:lnTo>
                    <a:pt x="151850" y="401540"/>
                  </a:lnTo>
                  <a:lnTo>
                    <a:pt x="146996" y="408757"/>
                  </a:lnTo>
                  <a:lnTo>
                    <a:pt x="143233" y="416982"/>
                  </a:lnTo>
                  <a:lnTo>
                    <a:pt x="140704" y="426071"/>
                  </a:lnTo>
                  <a:lnTo>
                    <a:pt x="139530" y="435862"/>
                  </a:lnTo>
                  <a:lnTo>
                    <a:pt x="139817" y="446177"/>
                  </a:lnTo>
                  <a:lnTo>
                    <a:pt x="141645" y="456827"/>
                  </a:lnTo>
                  <a:lnTo>
                    <a:pt x="145075" y="467611"/>
                  </a:lnTo>
                  <a:lnTo>
                    <a:pt x="150141" y="478323"/>
                  </a:lnTo>
                  <a:lnTo>
                    <a:pt x="156853" y="488749"/>
                  </a:lnTo>
                  <a:lnTo>
                    <a:pt x="165196" y="498676"/>
                  </a:lnTo>
                  <a:lnTo>
                    <a:pt x="175130" y="507890"/>
                  </a:lnTo>
                  <a:lnTo>
                    <a:pt x="186587" y="516180"/>
                  </a:lnTo>
                  <a:lnTo>
                    <a:pt x="199477" y="523345"/>
                  </a:lnTo>
                  <a:lnTo>
                    <a:pt x="213683" y="529192"/>
                  </a:lnTo>
                  <a:lnTo>
                    <a:pt x="229066" y="533538"/>
                  </a:lnTo>
                  <a:lnTo>
                    <a:pt x="245463" y="536219"/>
                  </a:lnTo>
                  <a:lnTo>
                    <a:pt x="262694" y="537085"/>
                  </a:lnTo>
                  <a:lnTo>
                    <a:pt x="280558" y="536010"/>
                  </a:lnTo>
                  <a:lnTo>
                    <a:pt x="298837" y="532885"/>
                  </a:lnTo>
                  <a:lnTo>
                    <a:pt x="317302" y="527630"/>
                  </a:lnTo>
                  <a:lnTo>
                    <a:pt x="335710" y="520186"/>
                  </a:lnTo>
                  <a:lnTo>
                    <a:pt x="353810" y="510524"/>
                  </a:lnTo>
                  <a:lnTo>
                    <a:pt x="371347" y="498641"/>
                  </a:lnTo>
                  <a:lnTo>
                    <a:pt x="388062" y="484565"/>
                  </a:lnTo>
                  <a:lnTo>
                    <a:pt x="403696" y="468351"/>
                  </a:lnTo>
                  <a:lnTo>
                    <a:pt x="417995" y="450084"/>
                  </a:lnTo>
                  <a:lnTo>
                    <a:pt x="430712" y="429877"/>
                  </a:lnTo>
                  <a:lnTo>
                    <a:pt x="441609" y="407874"/>
                  </a:lnTo>
                  <a:close/>
                </a:path>
              </a:pathLst>
            </a:custGeom>
            <a:solidFill>
              <a:srgbClr val="7FB3FF">
                <a:alpha val="25882"/>
              </a:srgbClr>
            </a:solidFill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4"/>
            <p:cNvSpPr/>
            <p:nvPr/>
          </p:nvSpPr>
          <p:spPr>
            <a:xfrm>
              <a:off x="3404810" y="5620014"/>
              <a:ext cx="570831" cy="570831"/>
            </a:xfrm>
            <a:custGeom>
              <a:avLst/>
              <a:pathLst>
                <a:path w="570831" h="570831">
                  <a:moveTo>
                    <a:pt x="186587" y="120367"/>
                  </a:moveTo>
                  <a:lnTo>
                    <a:pt x="196434" y="108549"/>
                  </a:lnTo>
                  <a:lnTo>
                    <a:pt x="207123" y="97112"/>
                  </a:lnTo>
                  <a:lnTo>
                    <a:pt x="218641" y="86103"/>
                  </a:lnTo>
                  <a:lnTo>
                    <a:pt x="230969" y="75564"/>
                  </a:lnTo>
                  <a:lnTo>
                    <a:pt x="244087" y="65541"/>
                  </a:lnTo>
                  <a:lnTo>
                    <a:pt x="257976" y="56077"/>
                  </a:lnTo>
                  <a:lnTo>
                    <a:pt x="272609" y="47212"/>
                  </a:lnTo>
                  <a:lnTo>
                    <a:pt x="287963" y="38989"/>
                  </a:lnTo>
                  <a:lnTo>
                    <a:pt x="304009" y="31446"/>
                  </a:lnTo>
                  <a:lnTo>
                    <a:pt x="320718" y="24624"/>
                  </a:lnTo>
                  <a:lnTo>
                    <a:pt x="338058" y="18559"/>
                  </a:lnTo>
                  <a:lnTo>
                    <a:pt x="355997" y="13288"/>
                  </a:lnTo>
                  <a:lnTo>
                    <a:pt x="374498" y="8846"/>
                  </a:lnTo>
                  <a:lnTo>
                    <a:pt x="393525" y="5265"/>
                  </a:lnTo>
                  <a:lnTo>
                    <a:pt x="413040" y="2577"/>
                  </a:lnTo>
                  <a:lnTo>
                    <a:pt x="433003" y="812"/>
                  </a:lnTo>
                  <a:lnTo>
                    <a:pt x="453372" y="0"/>
                  </a:lnTo>
                  <a:lnTo>
                    <a:pt x="474105" y="165"/>
                  </a:lnTo>
                  <a:lnTo>
                    <a:pt x="495156" y="1332"/>
                  </a:lnTo>
                  <a:lnTo>
                    <a:pt x="516481" y="3525"/>
                  </a:lnTo>
                  <a:lnTo>
                    <a:pt x="538033" y="6764"/>
                  </a:lnTo>
                  <a:lnTo>
                    <a:pt x="559763" y="11067"/>
                  </a:lnTo>
                  <a:lnTo>
                    <a:pt x="564066" y="32797"/>
                  </a:lnTo>
                  <a:lnTo>
                    <a:pt x="567305" y="54349"/>
                  </a:lnTo>
                  <a:lnTo>
                    <a:pt x="569498" y="75674"/>
                  </a:lnTo>
                  <a:lnTo>
                    <a:pt x="570666" y="96725"/>
                  </a:lnTo>
                  <a:lnTo>
                    <a:pt x="570831" y="117458"/>
                  </a:lnTo>
                  <a:lnTo>
                    <a:pt x="570018" y="137827"/>
                  </a:lnTo>
                  <a:lnTo>
                    <a:pt x="568253" y="157790"/>
                  </a:lnTo>
                  <a:lnTo>
                    <a:pt x="565566" y="177305"/>
                  </a:lnTo>
                  <a:lnTo>
                    <a:pt x="561985" y="196332"/>
                  </a:lnTo>
                  <a:lnTo>
                    <a:pt x="557542" y="214833"/>
                  </a:lnTo>
                  <a:lnTo>
                    <a:pt x="552271" y="232772"/>
                  </a:lnTo>
                  <a:lnTo>
                    <a:pt x="546206" y="250112"/>
                  </a:lnTo>
                  <a:lnTo>
                    <a:pt x="539384" y="266821"/>
                  </a:lnTo>
                  <a:lnTo>
                    <a:pt x="531842" y="282867"/>
                  </a:lnTo>
                  <a:lnTo>
                    <a:pt x="523618" y="298221"/>
                  </a:lnTo>
                  <a:lnTo>
                    <a:pt x="514754" y="312855"/>
                  </a:lnTo>
                  <a:lnTo>
                    <a:pt x="505289" y="326743"/>
                  </a:lnTo>
                  <a:lnTo>
                    <a:pt x="495266" y="339861"/>
                  </a:lnTo>
                  <a:lnTo>
                    <a:pt x="484728" y="352189"/>
                  </a:lnTo>
                  <a:lnTo>
                    <a:pt x="473718" y="363707"/>
                  </a:lnTo>
                  <a:lnTo>
                    <a:pt x="462281" y="374396"/>
                  </a:lnTo>
                  <a:lnTo>
                    <a:pt x="450463" y="384243"/>
                  </a:lnTo>
                  <a:lnTo>
                    <a:pt x="449981" y="400175"/>
                  </a:lnTo>
                  <a:lnTo>
                    <a:pt x="448539" y="416049"/>
                  </a:lnTo>
                  <a:lnTo>
                    <a:pt x="446140" y="431808"/>
                  </a:lnTo>
                  <a:lnTo>
                    <a:pt x="442795" y="447392"/>
                  </a:lnTo>
                  <a:lnTo>
                    <a:pt x="438515" y="462746"/>
                  </a:lnTo>
                  <a:lnTo>
                    <a:pt x="433315" y="477814"/>
                  </a:lnTo>
                  <a:lnTo>
                    <a:pt x="427215" y="492540"/>
                  </a:lnTo>
                  <a:lnTo>
                    <a:pt x="420237" y="506872"/>
                  </a:lnTo>
                  <a:lnTo>
                    <a:pt x="412407" y="520755"/>
                  </a:lnTo>
                  <a:lnTo>
                    <a:pt x="403752" y="534141"/>
                  </a:lnTo>
                  <a:lnTo>
                    <a:pt x="394306" y="546980"/>
                  </a:lnTo>
                  <a:lnTo>
                    <a:pt x="384101" y="559224"/>
                  </a:lnTo>
                  <a:lnTo>
                    <a:pt x="373175" y="570831"/>
                  </a:lnTo>
                  <a:lnTo>
                    <a:pt x="355899" y="568164"/>
                  </a:lnTo>
                  <a:lnTo>
                    <a:pt x="339178" y="564406"/>
                  </a:lnTo>
                  <a:lnTo>
                    <a:pt x="323072" y="559598"/>
                  </a:lnTo>
                  <a:lnTo>
                    <a:pt x="307639" y="553786"/>
                  </a:lnTo>
                  <a:lnTo>
                    <a:pt x="292933" y="547017"/>
                  </a:lnTo>
                  <a:lnTo>
                    <a:pt x="279006" y="539342"/>
                  </a:lnTo>
                  <a:lnTo>
                    <a:pt x="265908" y="530814"/>
                  </a:lnTo>
                  <a:lnTo>
                    <a:pt x="253683" y="521490"/>
                  </a:lnTo>
                  <a:lnTo>
                    <a:pt x="242376" y="511427"/>
                  </a:lnTo>
                  <a:lnTo>
                    <a:pt x="232024" y="500686"/>
                  </a:lnTo>
                  <a:lnTo>
                    <a:pt x="222663" y="489328"/>
                  </a:lnTo>
                  <a:lnTo>
                    <a:pt x="214327" y="477418"/>
                  </a:lnTo>
                  <a:lnTo>
                    <a:pt x="207044" y="465022"/>
                  </a:lnTo>
                  <a:lnTo>
                    <a:pt x="200838" y="452206"/>
                  </a:lnTo>
                  <a:lnTo>
                    <a:pt x="195731" y="439038"/>
                  </a:lnTo>
                  <a:lnTo>
                    <a:pt x="191741" y="425587"/>
                  </a:lnTo>
                  <a:lnTo>
                    <a:pt x="188881" y="411924"/>
                  </a:lnTo>
                  <a:lnTo>
                    <a:pt x="187161" y="398119"/>
                  </a:lnTo>
                  <a:lnTo>
                    <a:pt x="186587" y="384243"/>
                  </a:lnTo>
                  <a:lnTo>
                    <a:pt x="186014" y="398119"/>
                  </a:lnTo>
                  <a:lnTo>
                    <a:pt x="184294" y="411924"/>
                  </a:lnTo>
                  <a:lnTo>
                    <a:pt x="181434" y="425587"/>
                  </a:lnTo>
                  <a:lnTo>
                    <a:pt x="177444" y="439038"/>
                  </a:lnTo>
                  <a:lnTo>
                    <a:pt x="172337" y="452206"/>
                  </a:lnTo>
                  <a:lnTo>
                    <a:pt x="166131" y="465022"/>
                  </a:lnTo>
                  <a:lnTo>
                    <a:pt x="158848" y="477418"/>
                  </a:lnTo>
                  <a:lnTo>
                    <a:pt x="150512" y="489328"/>
                  </a:lnTo>
                  <a:lnTo>
                    <a:pt x="141151" y="500686"/>
                  </a:lnTo>
                  <a:lnTo>
                    <a:pt x="130799" y="511427"/>
                  </a:lnTo>
                  <a:lnTo>
                    <a:pt x="119491" y="521490"/>
                  </a:lnTo>
                  <a:lnTo>
                    <a:pt x="107267" y="530814"/>
                  </a:lnTo>
                  <a:lnTo>
                    <a:pt x="94169" y="539342"/>
                  </a:lnTo>
                  <a:lnTo>
                    <a:pt x="80242" y="547017"/>
                  </a:lnTo>
                  <a:lnTo>
                    <a:pt x="65536" y="553786"/>
                  </a:lnTo>
                  <a:lnTo>
                    <a:pt x="50103" y="559598"/>
                  </a:lnTo>
                  <a:lnTo>
                    <a:pt x="33997" y="564406"/>
                  </a:lnTo>
                  <a:lnTo>
                    <a:pt x="17276" y="568164"/>
                  </a:lnTo>
                  <a:lnTo>
                    <a:pt x="0" y="570831"/>
                  </a:lnTo>
                  <a:lnTo>
                    <a:pt x="2666" y="553554"/>
                  </a:lnTo>
                  <a:lnTo>
                    <a:pt x="6424" y="536833"/>
                  </a:lnTo>
                  <a:lnTo>
                    <a:pt x="11232" y="520727"/>
                  </a:lnTo>
                  <a:lnTo>
                    <a:pt x="17044" y="505294"/>
                  </a:lnTo>
                  <a:lnTo>
                    <a:pt x="23814" y="490588"/>
                  </a:lnTo>
                  <a:lnTo>
                    <a:pt x="31489" y="476662"/>
                  </a:lnTo>
                  <a:lnTo>
                    <a:pt x="40016" y="463563"/>
                  </a:lnTo>
                  <a:lnTo>
                    <a:pt x="49340" y="451339"/>
                  </a:lnTo>
                  <a:lnTo>
                    <a:pt x="59403" y="440031"/>
                  </a:lnTo>
                  <a:lnTo>
                    <a:pt x="70145" y="429679"/>
                  </a:lnTo>
                  <a:lnTo>
                    <a:pt x="81502" y="420319"/>
                  </a:lnTo>
                  <a:lnTo>
                    <a:pt x="93412" y="411982"/>
                  </a:lnTo>
                  <a:lnTo>
                    <a:pt x="105808" y="404699"/>
                  </a:lnTo>
                  <a:lnTo>
                    <a:pt x="118625" y="398493"/>
                  </a:lnTo>
                  <a:lnTo>
                    <a:pt x="131792" y="393386"/>
                  </a:lnTo>
                  <a:lnTo>
                    <a:pt x="145243" y="389396"/>
                  </a:lnTo>
                  <a:lnTo>
                    <a:pt x="158906" y="386536"/>
                  </a:lnTo>
                  <a:lnTo>
                    <a:pt x="172711" y="384817"/>
                  </a:lnTo>
                  <a:lnTo>
                    <a:pt x="186587" y="384243"/>
                  </a:lnTo>
                  <a:lnTo>
                    <a:pt x="186587" y="384243"/>
                  </a:lnTo>
                </a:path>
              </a:pathLst>
            </a:custGeom>
            <a:ln w="24933" cap="flat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823672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59797" y="5708781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932973" y="5599480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746385" y="6159244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373209" y="6159244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559797" y="5972656"/>
              <a:ext cx="63202" cy="63202"/>
            </a:xfrm>
            <a:prstGeom prst="ellipse">
              <a:avLst/>
            </a:prstGeom>
            <a:solidFill>
              <a:srgbClr val="7FB3FF">
                <a:alpha val="100000"/>
              </a:srgbClr>
            </a:solidFill>
            <a:ln w="9000" cap="rnd">
              <a:solidFill>
                <a:srgbClr val="7F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l603"/>
            <p:cNvSpPr/>
            <p:nvPr/>
          </p:nvSpPr>
          <p:spPr>
            <a:xfrm>
              <a:off x="3591398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l604"/>
            <p:cNvSpPr/>
            <p:nvPr/>
          </p:nvSpPr>
          <p:spPr>
            <a:xfrm>
              <a:off x="3591398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l605"/>
            <p:cNvSpPr/>
            <p:nvPr/>
          </p:nvSpPr>
          <p:spPr>
            <a:xfrm>
              <a:off x="3591398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l606"/>
            <p:cNvSpPr/>
            <p:nvPr/>
          </p:nvSpPr>
          <p:spPr>
            <a:xfrm>
              <a:off x="3591398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l607"/>
            <p:cNvSpPr/>
            <p:nvPr/>
          </p:nvSpPr>
          <p:spPr>
            <a:xfrm>
              <a:off x="3591398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l608"/>
            <p:cNvSpPr/>
            <p:nvPr/>
          </p:nvSpPr>
          <p:spPr>
            <a:xfrm>
              <a:off x="3218222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l609"/>
            <p:cNvSpPr/>
            <p:nvPr/>
          </p:nvSpPr>
          <p:spPr>
            <a:xfrm>
              <a:off x="3063648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l610"/>
            <p:cNvSpPr/>
            <p:nvPr/>
          </p:nvSpPr>
          <p:spPr>
            <a:xfrm>
              <a:off x="3218222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tx611"/>
            <p:cNvSpPr/>
            <p:nvPr/>
          </p:nvSpPr>
          <p:spPr>
            <a:xfrm>
              <a:off x="3459412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3777215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4077114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3768149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3450346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2919542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2874733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2928608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2691150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2641708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21" name="rc621"/>
            <p:cNvSpPr/>
            <p:nvPr/>
          </p:nvSpPr>
          <p:spPr>
            <a:xfrm>
              <a:off x="4571999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22" name="rc622"/>
            <p:cNvSpPr/>
            <p:nvPr/>
          </p:nvSpPr>
          <p:spPr>
            <a:xfrm>
              <a:off x="4571999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3" name="rc623"/>
            <p:cNvSpPr/>
            <p:nvPr/>
          </p:nvSpPr>
          <p:spPr>
            <a:xfrm>
              <a:off x="4899959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4" name="tx624"/>
            <p:cNvSpPr/>
            <p:nvPr/>
          </p:nvSpPr>
          <p:spPr>
            <a:xfrm>
              <a:off x="5237366" y="5150509"/>
              <a:ext cx="1210474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Procellariiformes</a:t>
              </a:r>
            </a:p>
          </p:txBody>
        </p:sp>
        <p:sp>
          <p:nvSpPr>
            <p:cNvPr id="625" name="rc625"/>
            <p:cNvSpPr/>
            <p:nvPr/>
          </p:nvSpPr>
          <p:spPr>
            <a:xfrm>
              <a:off x="5182915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6" name="pl626"/>
            <p:cNvSpPr/>
            <p:nvPr/>
          </p:nvSpPr>
          <p:spPr>
            <a:xfrm>
              <a:off x="5842603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7" name="pl627"/>
            <p:cNvSpPr/>
            <p:nvPr/>
          </p:nvSpPr>
          <p:spPr>
            <a:xfrm>
              <a:off x="5842603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8" name="pl628"/>
            <p:cNvSpPr/>
            <p:nvPr/>
          </p:nvSpPr>
          <p:spPr>
            <a:xfrm>
              <a:off x="5842603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29" name="pl629"/>
            <p:cNvSpPr/>
            <p:nvPr/>
          </p:nvSpPr>
          <p:spPr>
            <a:xfrm>
              <a:off x="5842603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0" name="pl630"/>
            <p:cNvSpPr/>
            <p:nvPr/>
          </p:nvSpPr>
          <p:spPr>
            <a:xfrm>
              <a:off x="5842603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1" name="pl631"/>
            <p:cNvSpPr/>
            <p:nvPr/>
          </p:nvSpPr>
          <p:spPr>
            <a:xfrm>
              <a:off x="5422781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2" name="pl632"/>
            <p:cNvSpPr/>
            <p:nvPr/>
          </p:nvSpPr>
          <p:spPr>
            <a:xfrm>
              <a:off x="5248884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3" name="pl633"/>
            <p:cNvSpPr/>
            <p:nvPr/>
          </p:nvSpPr>
          <p:spPr>
            <a:xfrm>
              <a:off x="5422781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5578761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5" name="pl635"/>
            <p:cNvSpPr/>
            <p:nvPr/>
          </p:nvSpPr>
          <p:spPr>
            <a:xfrm>
              <a:off x="5314919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5248959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5710683" y="5815815"/>
              <a:ext cx="659671" cy="494105"/>
            </a:xfrm>
            <a:custGeom>
              <a:avLst/>
              <a:pathLst>
                <a:path w="659671" h="494105">
                  <a:moveTo>
                    <a:pt x="659671" y="188441"/>
                  </a:moveTo>
                  <a:lnTo>
                    <a:pt x="645721" y="167736"/>
                  </a:lnTo>
                  <a:lnTo>
                    <a:pt x="630983" y="148153"/>
                  </a:lnTo>
                  <a:lnTo>
                    <a:pt x="615522" y="129721"/>
                  </a:lnTo>
                  <a:lnTo>
                    <a:pt x="599409" y="112467"/>
                  </a:lnTo>
                  <a:lnTo>
                    <a:pt x="582712" y="96411"/>
                  </a:lnTo>
                  <a:lnTo>
                    <a:pt x="565502" y="81573"/>
                  </a:lnTo>
                  <a:lnTo>
                    <a:pt x="547849" y="67966"/>
                  </a:lnTo>
                  <a:lnTo>
                    <a:pt x="529825" y="55601"/>
                  </a:lnTo>
                  <a:lnTo>
                    <a:pt x="511501" y="44485"/>
                  </a:lnTo>
                  <a:lnTo>
                    <a:pt x="492947" y="34622"/>
                  </a:lnTo>
                  <a:lnTo>
                    <a:pt x="474235" y="26011"/>
                  </a:lnTo>
                  <a:lnTo>
                    <a:pt x="455435" y="18647"/>
                  </a:lnTo>
                  <a:lnTo>
                    <a:pt x="436617" y="12524"/>
                  </a:lnTo>
                  <a:lnTo>
                    <a:pt x="417849" y="7631"/>
                  </a:lnTo>
                  <a:lnTo>
                    <a:pt x="399200" y="3951"/>
                  </a:lnTo>
                  <a:lnTo>
                    <a:pt x="380737" y="1468"/>
                  </a:lnTo>
                  <a:lnTo>
                    <a:pt x="362524" y="159"/>
                  </a:lnTo>
                  <a:lnTo>
                    <a:pt x="344627" y="0"/>
                  </a:lnTo>
                  <a:lnTo>
                    <a:pt x="327107" y="961"/>
                  </a:lnTo>
                  <a:lnTo>
                    <a:pt x="310026" y="3013"/>
                  </a:lnTo>
                  <a:lnTo>
                    <a:pt x="293442" y="6121"/>
                  </a:lnTo>
                  <a:lnTo>
                    <a:pt x="277411" y="10247"/>
                  </a:lnTo>
                  <a:lnTo>
                    <a:pt x="261989" y="15352"/>
                  </a:lnTo>
                  <a:lnTo>
                    <a:pt x="247226" y="21391"/>
                  </a:lnTo>
                  <a:lnTo>
                    <a:pt x="233174" y="28321"/>
                  </a:lnTo>
                  <a:lnTo>
                    <a:pt x="219879" y="36093"/>
                  </a:lnTo>
                  <a:lnTo>
                    <a:pt x="207384" y="44657"/>
                  </a:lnTo>
                  <a:lnTo>
                    <a:pt x="195732" y="53960"/>
                  </a:lnTo>
                  <a:lnTo>
                    <a:pt x="184961" y="63949"/>
                  </a:lnTo>
                  <a:lnTo>
                    <a:pt x="175107" y="74567"/>
                  </a:lnTo>
                  <a:lnTo>
                    <a:pt x="166202" y="85756"/>
                  </a:lnTo>
                  <a:lnTo>
                    <a:pt x="158274" y="97457"/>
                  </a:lnTo>
                  <a:lnTo>
                    <a:pt x="151351" y="109608"/>
                  </a:lnTo>
                  <a:lnTo>
                    <a:pt x="145454" y="122148"/>
                  </a:lnTo>
                  <a:lnTo>
                    <a:pt x="140603" y="135014"/>
                  </a:lnTo>
                  <a:lnTo>
                    <a:pt x="136813" y="148141"/>
                  </a:lnTo>
                  <a:lnTo>
                    <a:pt x="134098" y="161465"/>
                  </a:lnTo>
                  <a:lnTo>
                    <a:pt x="132465" y="174920"/>
                  </a:lnTo>
                  <a:lnTo>
                    <a:pt x="131920" y="188441"/>
                  </a:lnTo>
                  <a:lnTo>
                    <a:pt x="132776" y="176477"/>
                  </a:lnTo>
                  <a:lnTo>
                    <a:pt x="135334" y="164697"/>
                  </a:lnTo>
                  <a:lnTo>
                    <a:pt x="139569" y="153281"/>
                  </a:lnTo>
                  <a:lnTo>
                    <a:pt x="145437" y="142407"/>
                  </a:lnTo>
                  <a:lnTo>
                    <a:pt x="152878" y="132251"/>
                  </a:lnTo>
                  <a:lnTo>
                    <a:pt x="161816" y="122979"/>
                  </a:lnTo>
                  <a:lnTo>
                    <a:pt x="172158" y="114751"/>
                  </a:lnTo>
                  <a:lnTo>
                    <a:pt x="183797" y="107719"/>
                  </a:lnTo>
                  <a:lnTo>
                    <a:pt x="196612" y="102024"/>
                  </a:lnTo>
                  <a:lnTo>
                    <a:pt x="210466" y="97794"/>
                  </a:lnTo>
                  <a:lnTo>
                    <a:pt x="225214" y="95147"/>
                  </a:lnTo>
                  <a:lnTo>
                    <a:pt x="233741" y="104537"/>
                  </a:lnTo>
                  <a:lnTo>
                    <a:pt x="241328" y="114702"/>
                  </a:lnTo>
                  <a:lnTo>
                    <a:pt x="247903" y="125548"/>
                  </a:lnTo>
                  <a:lnTo>
                    <a:pt x="253406" y="136976"/>
                  </a:lnTo>
                  <a:lnTo>
                    <a:pt x="257787" y="148879"/>
                  </a:lnTo>
                  <a:lnTo>
                    <a:pt x="261004" y="161148"/>
                  </a:lnTo>
                  <a:lnTo>
                    <a:pt x="263028" y="173669"/>
                  </a:lnTo>
                  <a:lnTo>
                    <a:pt x="263841" y="186327"/>
                  </a:lnTo>
                  <a:lnTo>
                    <a:pt x="263434" y="199004"/>
                  </a:lnTo>
                  <a:lnTo>
                    <a:pt x="261812" y="211583"/>
                  </a:lnTo>
                  <a:lnTo>
                    <a:pt x="258990" y="223949"/>
                  </a:lnTo>
                  <a:lnTo>
                    <a:pt x="254993" y="235987"/>
                  </a:lnTo>
                  <a:lnTo>
                    <a:pt x="249859" y="247585"/>
                  </a:lnTo>
                  <a:lnTo>
                    <a:pt x="243635" y="258636"/>
                  </a:lnTo>
                  <a:lnTo>
                    <a:pt x="236378" y="269039"/>
                  </a:lnTo>
                  <a:lnTo>
                    <a:pt x="228156" y="278697"/>
                  </a:lnTo>
                  <a:lnTo>
                    <a:pt x="219045" y="287521"/>
                  </a:lnTo>
                  <a:lnTo>
                    <a:pt x="209129" y="295429"/>
                  </a:lnTo>
                  <a:lnTo>
                    <a:pt x="198498" y="302348"/>
                  </a:lnTo>
                  <a:lnTo>
                    <a:pt x="187253" y="308215"/>
                  </a:lnTo>
                  <a:lnTo>
                    <a:pt x="175496" y="312975"/>
                  </a:lnTo>
                  <a:lnTo>
                    <a:pt x="163337" y="316584"/>
                  </a:lnTo>
                  <a:lnTo>
                    <a:pt x="150887" y="319008"/>
                  </a:lnTo>
                  <a:lnTo>
                    <a:pt x="138262" y="320226"/>
                  </a:lnTo>
                  <a:lnTo>
                    <a:pt x="125578" y="320226"/>
                  </a:lnTo>
                  <a:lnTo>
                    <a:pt x="112953" y="319008"/>
                  </a:lnTo>
                  <a:lnTo>
                    <a:pt x="100503" y="316584"/>
                  </a:lnTo>
                  <a:lnTo>
                    <a:pt x="88344" y="312975"/>
                  </a:lnTo>
                  <a:lnTo>
                    <a:pt x="76587" y="308215"/>
                  </a:lnTo>
                  <a:lnTo>
                    <a:pt x="65342" y="302348"/>
                  </a:lnTo>
                  <a:lnTo>
                    <a:pt x="54712" y="295429"/>
                  </a:lnTo>
                  <a:lnTo>
                    <a:pt x="44795" y="287521"/>
                  </a:lnTo>
                  <a:lnTo>
                    <a:pt x="35684" y="278697"/>
                  </a:lnTo>
                  <a:lnTo>
                    <a:pt x="27462" y="269039"/>
                  </a:lnTo>
                  <a:lnTo>
                    <a:pt x="20205" y="258636"/>
                  </a:lnTo>
                  <a:lnTo>
                    <a:pt x="13981" y="247585"/>
                  </a:lnTo>
                  <a:lnTo>
                    <a:pt x="8847" y="235987"/>
                  </a:lnTo>
                  <a:lnTo>
                    <a:pt x="4850" y="223949"/>
                  </a:lnTo>
                  <a:lnTo>
                    <a:pt x="2028" y="211583"/>
                  </a:lnTo>
                  <a:lnTo>
                    <a:pt x="406" y="199004"/>
                  </a:lnTo>
                  <a:lnTo>
                    <a:pt x="0" y="186327"/>
                  </a:lnTo>
                  <a:lnTo>
                    <a:pt x="812" y="173669"/>
                  </a:lnTo>
                  <a:lnTo>
                    <a:pt x="2836" y="161148"/>
                  </a:lnTo>
                  <a:lnTo>
                    <a:pt x="6054" y="148879"/>
                  </a:lnTo>
                  <a:lnTo>
                    <a:pt x="10434" y="136976"/>
                  </a:lnTo>
                  <a:lnTo>
                    <a:pt x="15938" y="125548"/>
                  </a:lnTo>
                  <a:lnTo>
                    <a:pt x="22513" y="114702"/>
                  </a:lnTo>
                  <a:lnTo>
                    <a:pt x="30099" y="104537"/>
                  </a:lnTo>
                  <a:lnTo>
                    <a:pt x="38626" y="95147"/>
                  </a:lnTo>
                  <a:lnTo>
                    <a:pt x="32570" y="114758"/>
                  </a:lnTo>
                  <a:lnTo>
                    <a:pt x="30106" y="134021"/>
                  </a:lnTo>
                  <a:lnTo>
                    <a:pt x="30987" y="152327"/>
                  </a:lnTo>
                  <a:lnTo>
                    <a:pt x="34868" y="169136"/>
                  </a:lnTo>
                  <a:lnTo>
                    <a:pt x="41322" y="183990"/>
                  </a:lnTo>
                  <a:lnTo>
                    <a:pt x="49856" y="196524"/>
                  </a:lnTo>
                  <a:lnTo>
                    <a:pt x="59929" y="206474"/>
                  </a:lnTo>
                  <a:lnTo>
                    <a:pt x="70973" y="213686"/>
                  </a:lnTo>
                  <a:lnTo>
                    <a:pt x="82410" y="218117"/>
                  </a:lnTo>
                  <a:lnTo>
                    <a:pt x="93674" y="219829"/>
                  </a:lnTo>
                  <a:lnTo>
                    <a:pt x="104231" y="218991"/>
                  </a:lnTo>
                  <a:lnTo>
                    <a:pt x="113595" y="215867"/>
                  </a:lnTo>
                  <a:lnTo>
                    <a:pt x="121343" y="210804"/>
                  </a:lnTo>
                  <a:lnTo>
                    <a:pt x="127133" y="204223"/>
                  </a:lnTo>
                  <a:lnTo>
                    <a:pt x="130710" y="196598"/>
                  </a:lnTo>
                  <a:lnTo>
                    <a:pt x="131920" y="188441"/>
                  </a:lnTo>
                  <a:lnTo>
                    <a:pt x="122675" y="188951"/>
                  </a:lnTo>
                  <a:lnTo>
                    <a:pt x="113515" y="190478"/>
                  </a:lnTo>
                  <a:lnTo>
                    <a:pt x="104523" y="193013"/>
                  </a:lnTo>
                  <a:lnTo>
                    <a:pt x="95781" y="196540"/>
                  </a:lnTo>
                  <a:lnTo>
                    <a:pt x="87373" y="201038"/>
                  </a:lnTo>
                  <a:lnTo>
                    <a:pt x="79377" y="206479"/>
                  </a:lnTo>
                  <a:lnTo>
                    <a:pt x="71873" y="212830"/>
                  </a:lnTo>
                  <a:lnTo>
                    <a:pt x="64934" y="220053"/>
                  </a:lnTo>
                  <a:lnTo>
                    <a:pt x="58634" y="228101"/>
                  </a:lnTo>
                  <a:lnTo>
                    <a:pt x="53043" y="236927"/>
                  </a:lnTo>
                  <a:lnTo>
                    <a:pt x="48225" y="246474"/>
                  </a:lnTo>
                  <a:lnTo>
                    <a:pt x="44242" y="256684"/>
                  </a:lnTo>
                  <a:lnTo>
                    <a:pt x="41153" y="267491"/>
                  </a:lnTo>
                  <a:lnTo>
                    <a:pt x="39009" y="278827"/>
                  </a:lnTo>
                  <a:lnTo>
                    <a:pt x="37858" y="290620"/>
                  </a:lnTo>
                  <a:lnTo>
                    <a:pt x="37744" y="302793"/>
                  </a:lnTo>
                  <a:lnTo>
                    <a:pt x="38703" y="315268"/>
                  </a:lnTo>
                  <a:lnTo>
                    <a:pt x="40767" y="327962"/>
                  </a:lnTo>
                  <a:lnTo>
                    <a:pt x="43962" y="340790"/>
                  </a:lnTo>
                  <a:lnTo>
                    <a:pt x="48307" y="353665"/>
                  </a:lnTo>
                  <a:lnTo>
                    <a:pt x="53817" y="366499"/>
                  </a:lnTo>
                  <a:lnTo>
                    <a:pt x="60498" y="379202"/>
                  </a:lnTo>
                  <a:lnTo>
                    <a:pt x="68351" y="391684"/>
                  </a:lnTo>
                  <a:lnTo>
                    <a:pt x="77371" y="403852"/>
                  </a:lnTo>
                  <a:lnTo>
                    <a:pt x="87545" y="415617"/>
                  </a:lnTo>
                  <a:lnTo>
                    <a:pt x="98855" y="426888"/>
                  </a:lnTo>
                  <a:lnTo>
                    <a:pt x="111276" y="437574"/>
                  </a:lnTo>
                  <a:lnTo>
                    <a:pt x="124777" y="447589"/>
                  </a:lnTo>
                  <a:lnTo>
                    <a:pt x="139319" y="456844"/>
                  </a:lnTo>
                  <a:lnTo>
                    <a:pt x="154858" y="465256"/>
                  </a:lnTo>
                  <a:lnTo>
                    <a:pt x="171344" y="472743"/>
                  </a:lnTo>
                  <a:lnTo>
                    <a:pt x="188720" y="479227"/>
                  </a:lnTo>
                  <a:lnTo>
                    <a:pt x="206926" y="484632"/>
                  </a:lnTo>
                  <a:lnTo>
                    <a:pt x="225892" y="488887"/>
                  </a:lnTo>
                  <a:lnTo>
                    <a:pt x="245547" y="491925"/>
                  </a:lnTo>
                  <a:lnTo>
                    <a:pt x="265812" y="493683"/>
                  </a:lnTo>
                  <a:lnTo>
                    <a:pt x="286604" y="494105"/>
                  </a:lnTo>
                  <a:lnTo>
                    <a:pt x="307837" y="493138"/>
                  </a:lnTo>
                  <a:lnTo>
                    <a:pt x="329419" y="490736"/>
                  </a:lnTo>
                  <a:lnTo>
                    <a:pt x="351255" y="486857"/>
                  </a:lnTo>
                  <a:lnTo>
                    <a:pt x="373247" y="481468"/>
                  </a:lnTo>
                  <a:lnTo>
                    <a:pt x="395294" y="474541"/>
                  </a:lnTo>
                  <a:lnTo>
                    <a:pt x="417291" y="466054"/>
                  </a:lnTo>
                  <a:lnTo>
                    <a:pt x="439133" y="455993"/>
                  </a:lnTo>
                  <a:lnTo>
                    <a:pt x="460712" y="444350"/>
                  </a:lnTo>
                  <a:lnTo>
                    <a:pt x="481918" y="431125"/>
                  </a:lnTo>
                  <a:lnTo>
                    <a:pt x="502644" y="416324"/>
                  </a:lnTo>
                  <a:lnTo>
                    <a:pt x="522777" y="399962"/>
                  </a:lnTo>
                  <a:lnTo>
                    <a:pt x="542209" y="382061"/>
                  </a:lnTo>
                  <a:lnTo>
                    <a:pt x="560830" y="362650"/>
                  </a:lnTo>
                  <a:lnTo>
                    <a:pt x="578533" y="341764"/>
                  </a:lnTo>
                  <a:lnTo>
                    <a:pt x="595210" y="319447"/>
                  </a:lnTo>
                  <a:lnTo>
                    <a:pt x="610758" y="295751"/>
                  </a:lnTo>
                  <a:lnTo>
                    <a:pt x="625075" y="270734"/>
                  </a:lnTo>
                  <a:lnTo>
                    <a:pt x="638062" y="244461"/>
                  </a:lnTo>
                  <a:lnTo>
                    <a:pt x="649624" y="217004"/>
                  </a:lnTo>
                  <a:close/>
                </a:path>
              </a:pathLst>
            </a:custGeom>
            <a:solidFill>
              <a:srgbClr val="C3A4FF">
                <a:alpha val="25882"/>
              </a:srgbClr>
            </a:solidFill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5749309" y="5872093"/>
              <a:ext cx="621044" cy="233144"/>
            </a:xfrm>
            <a:custGeom>
              <a:avLst/>
              <a:pathLst>
                <a:path w="621044" h="233144">
                  <a:moveTo>
                    <a:pt x="93293" y="132164"/>
                  </a:moveTo>
                  <a:lnTo>
                    <a:pt x="94149" y="120200"/>
                  </a:lnTo>
                  <a:lnTo>
                    <a:pt x="96707" y="108419"/>
                  </a:lnTo>
                  <a:lnTo>
                    <a:pt x="100942" y="97003"/>
                  </a:lnTo>
                  <a:lnTo>
                    <a:pt x="106810" y="86130"/>
                  </a:lnTo>
                  <a:lnTo>
                    <a:pt x="114251" y="75973"/>
                  </a:lnTo>
                  <a:lnTo>
                    <a:pt x="123189" y="66701"/>
                  </a:lnTo>
                  <a:lnTo>
                    <a:pt x="133531" y="58474"/>
                  </a:lnTo>
                  <a:lnTo>
                    <a:pt x="145170" y="51442"/>
                  </a:lnTo>
                  <a:lnTo>
                    <a:pt x="157985" y="45746"/>
                  </a:lnTo>
                  <a:lnTo>
                    <a:pt x="171840" y="41517"/>
                  </a:lnTo>
                  <a:lnTo>
                    <a:pt x="186587" y="38870"/>
                  </a:lnTo>
                  <a:lnTo>
                    <a:pt x="201627" y="30698"/>
                  </a:lnTo>
                  <a:lnTo>
                    <a:pt x="217288" y="23423"/>
                  </a:lnTo>
                  <a:lnTo>
                    <a:pt x="233529" y="17076"/>
                  </a:lnTo>
                  <a:lnTo>
                    <a:pt x="250303" y="11686"/>
                  </a:lnTo>
                  <a:lnTo>
                    <a:pt x="267567" y="7281"/>
                  </a:lnTo>
                  <a:lnTo>
                    <a:pt x="285272" y="3888"/>
                  </a:lnTo>
                  <a:lnTo>
                    <a:pt x="303372" y="1529"/>
                  </a:lnTo>
                  <a:lnTo>
                    <a:pt x="321816" y="226"/>
                  </a:lnTo>
                  <a:lnTo>
                    <a:pt x="340555" y="0"/>
                  </a:lnTo>
                  <a:lnTo>
                    <a:pt x="359539" y="866"/>
                  </a:lnTo>
                  <a:lnTo>
                    <a:pt x="378714" y="2841"/>
                  </a:lnTo>
                  <a:lnTo>
                    <a:pt x="398030" y="5938"/>
                  </a:lnTo>
                  <a:lnTo>
                    <a:pt x="417432" y="10167"/>
                  </a:lnTo>
                  <a:lnTo>
                    <a:pt x="436867" y="15536"/>
                  </a:lnTo>
                  <a:lnTo>
                    <a:pt x="456281" y="22053"/>
                  </a:lnTo>
                  <a:lnTo>
                    <a:pt x="475619" y="29720"/>
                  </a:lnTo>
                  <a:lnTo>
                    <a:pt x="494828" y="38539"/>
                  </a:lnTo>
                  <a:lnTo>
                    <a:pt x="513851" y="48510"/>
                  </a:lnTo>
                  <a:lnTo>
                    <a:pt x="532635" y="59628"/>
                  </a:lnTo>
                  <a:lnTo>
                    <a:pt x="551124" y="71889"/>
                  </a:lnTo>
                  <a:lnTo>
                    <a:pt x="569264" y="85285"/>
                  </a:lnTo>
                  <a:lnTo>
                    <a:pt x="587000" y="99805"/>
                  </a:lnTo>
                  <a:lnTo>
                    <a:pt x="604278" y="115436"/>
                  </a:lnTo>
                  <a:lnTo>
                    <a:pt x="621044" y="132164"/>
                  </a:lnTo>
                  <a:lnTo>
                    <a:pt x="604398" y="144711"/>
                  </a:lnTo>
                  <a:lnTo>
                    <a:pt x="587464" y="156441"/>
                  </a:lnTo>
                  <a:lnTo>
                    <a:pt x="570271" y="167348"/>
                  </a:lnTo>
                  <a:lnTo>
                    <a:pt x="552851" y="177426"/>
                  </a:lnTo>
                  <a:lnTo>
                    <a:pt x="535234" y="186672"/>
                  </a:lnTo>
                  <a:lnTo>
                    <a:pt x="517450" y="195081"/>
                  </a:lnTo>
                  <a:lnTo>
                    <a:pt x="499528" y="202652"/>
                  </a:lnTo>
                  <a:lnTo>
                    <a:pt x="481501" y="209383"/>
                  </a:lnTo>
                  <a:lnTo>
                    <a:pt x="463397" y="215273"/>
                  </a:lnTo>
                  <a:lnTo>
                    <a:pt x="445248" y="220324"/>
                  </a:lnTo>
                  <a:lnTo>
                    <a:pt x="427084" y="224536"/>
                  </a:lnTo>
                  <a:lnTo>
                    <a:pt x="408935" y="227912"/>
                  </a:lnTo>
                  <a:lnTo>
                    <a:pt x="390830" y="230457"/>
                  </a:lnTo>
                  <a:lnTo>
                    <a:pt x="372800" y="232173"/>
                  </a:lnTo>
                  <a:lnTo>
                    <a:pt x="354874" y="233067"/>
                  </a:lnTo>
                  <a:lnTo>
                    <a:pt x="337082" y="233144"/>
                  </a:lnTo>
                  <a:lnTo>
                    <a:pt x="319453" y="232414"/>
                  </a:lnTo>
                  <a:lnTo>
                    <a:pt x="302016" y="230882"/>
                  </a:lnTo>
                  <a:lnTo>
                    <a:pt x="284800" y="228560"/>
                  </a:lnTo>
                  <a:lnTo>
                    <a:pt x="267831" y="225456"/>
                  </a:lnTo>
                  <a:lnTo>
                    <a:pt x="251140" y="221583"/>
                  </a:lnTo>
                  <a:lnTo>
                    <a:pt x="234752" y="216951"/>
                  </a:lnTo>
                  <a:lnTo>
                    <a:pt x="218695" y="211573"/>
                  </a:lnTo>
                  <a:lnTo>
                    <a:pt x="202996" y="205464"/>
                  </a:lnTo>
                  <a:lnTo>
                    <a:pt x="187680" y="198638"/>
                  </a:lnTo>
                  <a:lnTo>
                    <a:pt x="172773" y="191110"/>
                  </a:lnTo>
                  <a:lnTo>
                    <a:pt x="158301" y="182896"/>
                  </a:lnTo>
                  <a:lnTo>
                    <a:pt x="144288" y="174014"/>
                  </a:lnTo>
                  <a:lnTo>
                    <a:pt x="130758" y="164481"/>
                  </a:lnTo>
                  <a:lnTo>
                    <a:pt x="117733" y="154315"/>
                  </a:lnTo>
                  <a:lnTo>
                    <a:pt x="105238" y="143536"/>
                  </a:lnTo>
                  <a:lnTo>
                    <a:pt x="93293" y="132164"/>
                  </a:lnTo>
                  <a:lnTo>
                    <a:pt x="93293" y="132164"/>
                  </a:lnTo>
                  <a:lnTo>
                    <a:pt x="93293" y="132164"/>
                  </a:lnTo>
                  <a:lnTo>
                    <a:pt x="93293" y="132164"/>
                  </a:lnTo>
                  <a:lnTo>
                    <a:pt x="81330" y="131308"/>
                  </a:lnTo>
                  <a:lnTo>
                    <a:pt x="69549" y="128750"/>
                  </a:lnTo>
                  <a:lnTo>
                    <a:pt x="58133" y="124515"/>
                  </a:lnTo>
                  <a:lnTo>
                    <a:pt x="47260" y="118647"/>
                  </a:lnTo>
                  <a:lnTo>
                    <a:pt x="37103" y="111206"/>
                  </a:lnTo>
                  <a:lnTo>
                    <a:pt x="27831" y="102268"/>
                  </a:lnTo>
                  <a:lnTo>
                    <a:pt x="19603" y="91926"/>
                  </a:lnTo>
                  <a:lnTo>
                    <a:pt x="12571" y="80287"/>
                  </a:lnTo>
                  <a:lnTo>
                    <a:pt x="6876" y="67472"/>
                  </a:lnTo>
                  <a:lnTo>
                    <a:pt x="2646" y="53618"/>
                  </a:lnTo>
                  <a:lnTo>
                    <a:pt x="0" y="38870"/>
                  </a:lnTo>
                </a:path>
              </a:pathLst>
            </a:custGeom>
            <a:ln w="24933" cap="flat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6338753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5904296" y="587936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717708" y="5879362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5811002" y="5972656"/>
              <a:ext cx="63202" cy="63202"/>
            </a:xfrm>
            <a:prstGeom prst="ellipse">
              <a:avLst/>
            </a:prstGeom>
            <a:solidFill>
              <a:srgbClr val="C3A4FF">
                <a:alpha val="100000"/>
              </a:srgbClr>
            </a:solidFill>
            <a:ln w="9000" cap="rnd">
              <a:solidFill>
                <a:srgbClr val="C3A4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5842603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5842603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5842603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l650"/>
            <p:cNvSpPr/>
            <p:nvPr/>
          </p:nvSpPr>
          <p:spPr>
            <a:xfrm>
              <a:off x="5842603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l651"/>
            <p:cNvSpPr/>
            <p:nvPr/>
          </p:nvSpPr>
          <p:spPr>
            <a:xfrm>
              <a:off x="5842603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l652"/>
            <p:cNvSpPr/>
            <p:nvPr/>
          </p:nvSpPr>
          <p:spPr>
            <a:xfrm>
              <a:off x="5469428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l653"/>
            <p:cNvSpPr/>
            <p:nvPr/>
          </p:nvSpPr>
          <p:spPr>
            <a:xfrm>
              <a:off x="5314853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l654"/>
            <p:cNvSpPr/>
            <p:nvPr/>
          </p:nvSpPr>
          <p:spPr>
            <a:xfrm>
              <a:off x="5469428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tx655"/>
            <p:cNvSpPr/>
            <p:nvPr/>
          </p:nvSpPr>
          <p:spPr>
            <a:xfrm>
              <a:off x="5710618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656" name="tx656"/>
            <p:cNvSpPr/>
            <p:nvPr/>
          </p:nvSpPr>
          <p:spPr>
            <a:xfrm>
              <a:off x="6028420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657" name="tx657"/>
            <p:cNvSpPr/>
            <p:nvPr/>
          </p:nvSpPr>
          <p:spPr>
            <a:xfrm>
              <a:off x="6328320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658" name="tx658"/>
            <p:cNvSpPr/>
            <p:nvPr/>
          </p:nvSpPr>
          <p:spPr>
            <a:xfrm>
              <a:off x="6019354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659" name="tx659"/>
            <p:cNvSpPr/>
            <p:nvPr/>
          </p:nvSpPr>
          <p:spPr>
            <a:xfrm>
              <a:off x="5701552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660" name="tx660"/>
            <p:cNvSpPr/>
            <p:nvPr/>
          </p:nvSpPr>
          <p:spPr>
            <a:xfrm>
              <a:off x="5170748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661" name="tx661"/>
            <p:cNvSpPr/>
            <p:nvPr/>
          </p:nvSpPr>
          <p:spPr>
            <a:xfrm>
              <a:off x="5125938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662" name="tx662"/>
            <p:cNvSpPr/>
            <p:nvPr/>
          </p:nvSpPr>
          <p:spPr>
            <a:xfrm>
              <a:off x="5179814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663" name="tx663"/>
            <p:cNvSpPr/>
            <p:nvPr/>
          </p:nvSpPr>
          <p:spPr>
            <a:xfrm>
              <a:off x="4942355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664" name="tx664"/>
            <p:cNvSpPr/>
            <p:nvPr/>
          </p:nvSpPr>
          <p:spPr>
            <a:xfrm>
              <a:off x="4892913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  <p:sp>
          <p:nvSpPr>
            <p:cNvPr id="665" name="rc665"/>
            <p:cNvSpPr/>
            <p:nvPr/>
          </p:nvSpPr>
          <p:spPr>
            <a:xfrm>
              <a:off x="6823205" y="5108705"/>
              <a:ext cx="2251205" cy="19790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66" name="rc666"/>
            <p:cNvSpPr/>
            <p:nvPr/>
          </p:nvSpPr>
          <p:spPr>
            <a:xfrm>
              <a:off x="6823205" y="5306611"/>
              <a:ext cx="2251205" cy="14817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7" name="rc667"/>
            <p:cNvSpPr/>
            <p:nvPr/>
          </p:nvSpPr>
          <p:spPr>
            <a:xfrm>
              <a:off x="7151165" y="5108705"/>
              <a:ext cx="1885287" cy="19790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8" name="tx668"/>
            <p:cNvSpPr/>
            <p:nvPr/>
          </p:nvSpPr>
          <p:spPr>
            <a:xfrm>
              <a:off x="7710983" y="5148484"/>
              <a:ext cx="765652" cy="1124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Suliformes</a:t>
              </a:r>
            </a:p>
          </p:txBody>
        </p:sp>
        <p:sp>
          <p:nvSpPr>
            <p:cNvPr id="669" name="rc669"/>
            <p:cNvSpPr/>
            <p:nvPr/>
          </p:nvSpPr>
          <p:spPr>
            <a:xfrm>
              <a:off x="7434121" y="5344569"/>
              <a:ext cx="1319376" cy="13193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8093809" y="5410538"/>
              <a:ext cx="0" cy="593719"/>
            </a:xfrm>
            <a:custGeom>
              <a:avLst/>
              <a:pathLst>
                <a:path w="0" h="593719">
                  <a:moveTo>
                    <a:pt x="0" y="593719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8093809" y="5584434"/>
              <a:ext cx="419822" cy="419822"/>
            </a:xfrm>
            <a:custGeom>
              <a:avLst/>
              <a:pathLst>
                <a:path w="419822" h="419822">
                  <a:moveTo>
                    <a:pt x="0" y="419822"/>
                  </a:moveTo>
                  <a:lnTo>
                    <a:pt x="419822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8093809" y="6004257"/>
              <a:ext cx="593719" cy="0"/>
            </a:xfrm>
            <a:custGeom>
              <a:avLst/>
              <a:pathLst>
                <a:path w="593719" h="0">
                  <a:moveTo>
                    <a:pt x="0" y="0"/>
                  </a:moveTo>
                  <a:lnTo>
                    <a:pt x="59371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8093809" y="6004257"/>
              <a:ext cx="419822" cy="419822"/>
            </a:xfrm>
            <a:custGeom>
              <a:avLst/>
              <a:pathLst>
                <a:path w="419822" h="419822">
                  <a:moveTo>
                    <a:pt x="0" y="0"/>
                  </a:moveTo>
                  <a:lnTo>
                    <a:pt x="419822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8093809" y="6004257"/>
              <a:ext cx="0" cy="593719"/>
            </a:xfrm>
            <a:custGeom>
              <a:avLst/>
              <a:pathLst>
                <a:path w="0" h="593719">
                  <a:moveTo>
                    <a:pt x="0" y="0"/>
                  </a:moveTo>
                  <a:lnTo>
                    <a:pt x="0" y="593719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7673986" y="6004257"/>
              <a:ext cx="419822" cy="419822"/>
            </a:xfrm>
            <a:custGeom>
              <a:avLst/>
              <a:pathLst>
                <a:path w="419822" h="419822">
                  <a:moveTo>
                    <a:pt x="419822" y="0"/>
                  </a:moveTo>
                  <a:lnTo>
                    <a:pt x="0" y="419822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6" name="pl676"/>
            <p:cNvSpPr/>
            <p:nvPr/>
          </p:nvSpPr>
          <p:spPr>
            <a:xfrm>
              <a:off x="7500090" y="6004257"/>
              <a:ext cx="593719" cy="0"/>
            </a:xfrm>
            <a:custGeom>
              <a:avLst/>
              <a:pathLst>
                <a:path w="593719" h="0">
                  <a:moveTo>
                    <a:pt x="593719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7" name="pl677"/>
            <p:cNvSpPr/>
            <p:nvPr/>
          </p:nvSpPr>
          <p:spPr>
            <a:xfrm>
              <a:off x="7673986" y="5584434"/>
              <a:ext cx="419822" cy="419822"/>
            </a:xfrm>
            <a:custGeom>
              <a:avLst/>
              <a:pathLst>
                <a:path w="419822" h="419822">
                  <a:moveTo>
                    <a:pt x="419822" y="419822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8" name="pl678"/>
            <p:cNvSpPr/>
            <p:nvPr/>
          </p:nvSpPr>
          <p:spPr>
            <a:xfrm>
              <a:off x="7829967" y="5740382"/>
              <a:ext cx="527683" cy="527617"/>
            </a:xfrm>
            <a:custGeom>
              <a:avLst/>
              <a:pathLst>
                <a:path w="527683" h="527617">
                  <a:moveTo>
                    <a:pt x="263841" y="0"/>
                  </a:moveTo>
                  <a:lnTo>
                    <a:pt x="280577" y="531"/>
                  </a:lnTo>
                  <a:lnTo>
                    <a:pt x="297246" y="2122"/>
                  </a:lnTo>
                  <a:lnTo>
                    <a:pt x="313780" y="4768"/>
                  </a:lnTo>
                  <a:lnTo>
                    <a:pt x="330113" y="8457"/>
                  </a:lnTo>
                  <a:lnTo>
                    <a:pt x="346179" y="13174"/>
                  </a:lnTo>
                  <a:lnTo>
                    <a:pt x="361914" y="18901"/>
                  </a:lnTo>
                  <a:lnTo>
                    <a:pt x="377254" y="25615"/>
                  </a:lnTo>
                  <a:lnTo>
                    <a:pt x="392137" y="33288"/>
                  </a:lnTo>
                  <a:lnTo>
                    <a:pt x="406503" y="41889"/>
                  </a:lnTo>
                  <a:lnTo>
                    <a:pt x="420295" y="51384"/>
                  </a:lnTo>
                  <a:lnTo>
                    <a:pt x="433457" y="61735"/>
                  </a:lnTo>
                  <a:lnTo>
                    <a:pt x="445936" y="72899"/>
                  </a:lnTo>
                  <a:lnTo>
                    <a:pt x="457682" y="84833"/>
                  </a:lnTo>
                  <a:lnTo>
                    <a:pt x="468647" y="97487"/>
                  </a:lnTo>
                  <a:lnTo>
                    <a:pt x="478788" y="110812"/>
                  </a:lnTo>
                  <a:lnTo>
                    <a:pt x="488063" y="124753"/>
                  </a:lnTo>
                  <a:lnTo>
                    <a:pt x="496435" y="139254"/>
                  </a:lnTo>
                  <a:lnTo>
                    <a:pt x="503871" y="154257"/>
                  </a:lnTo>
                  <a:lnTo>
                    <a:pt x="510340" y="169701"/>
                  </a:lnTo>
                  <a:lnTo>
                    <a:pt x="515817" y="185525"/>
                  </a:lnTo>
                  <a:lnTo>
                    <a:pt x="520278" y="201664"/>
                  </a:lnTo>
                  <a:lnTo>
                    <a:pt x="523708" y="218053"/>
                  </a:lnTo>
                  <a:lnTo>
                    <a:pt x="526091" y="234627"/>
                  </a:lnTo>
                  <a:lnTo>
                    <a:pt x="527418" y="251319"/>
                  </a:lnTo>
                  <a:lnTo>
                    <a:pt x="527683" y="268061"/>
                  </a:lnTo>
                  <a:lnTo>
                    <a:pt x="526887" y="284787"/>
                  </a:lnTo>
                  <a:lnTo>
                    <a:pt x="525031" y="301428"/>
                  </a:lnTo>
                  <a:lnTo>
                    <a:pt x="522123" y="317918"/>
                  </a:lnTo>
                  <a:lnTo>
                    <a:pt x="518176" y="334191"/>
                  </a:lnTo>
                  <a:lnTo>
                    <a:pt x="513204" y="350180"/>
                  </a:lnTo>
                  <a:lnTo>
                    <a:pt x="507228" y="365822"/>
                  </a:lnTo>
                  <a:lnTo>
                    <a:pt x="500272" y="381053"/>
                  </a:lnTo>
                  <a:lnTo>
                    <a:pt x="492364" y="395812"/>
                  </a:lnTo>
                  <a:lnTo>
                    <a:pt x="483536" y="410040"/>
                  </a:lnTo>
                  <a:lnTo>
                    <a:pt x="473823" y="423680"/>
                  </a:lnTo>
                  <a:lnTo>
                    <a:pt x="463265" y="436676"/>
                  </a:lnTo>
                  <a:lnTo>
                    <a:pt x="451904" y="448977"/>
                  </a:lnTo>
                  <a:lnTo>
                    <a:pt x="439785" y="460532"/>
                  </a:lnTo>
                  <a:lnTo>
                    <a:pt x="426958" y="471295"/>
                  </a:lnTo>
                  <a:lnTo>
                    <a:pt x="413475" y="481223"/>
                  </a:lnTo>
                  <a:lnTo>
                    <a:pt x="399388" y="490275"/>
                  </a:lnTo>
                  <a:lnTo>
                    <a:pt x="384756" y="498416"/>
                  </a:lnTo>
                  <a:lnTo>
                    <a:pt x="369637" y="505613"/>
                  </a:lnTo>
                  <a:lnTo>
                    <a:pt x="354092" y="511836"/>
                  </a:lnTo>
                  <a:lnTo>
                    <a:pt x="338184" y="517061"/>
                  </a:lnTo>
                  <a:lnTo>
                    <a:pt x="321976" y="521266"/>
                  </a:lnTo>
                  <a:lnTo>
                    <a:pt x="305534" y="524435"/>
                  </a:lnTo>
                  <a:lnTo>
                    <a:pt x="288924" y="526555"/>
                  </a:lnTo>
                  <a:lnTo>
                    <a:pt x="272214" y="527617"/>
                  </a:lnTo>
                  <a:lnTo>
                    <a:pt x="255469" y="527617"/>
                  </a:lnTo>
                  <a:lnTo>
                    <a:pt x="238759" y="526555"/>
                  </a:lnTo>
                  <a:lnTo>
                    <a:pt x="222149" y="524435"/>
                  </a:lnTo>
                  <a:lnTo>
                    <a:pt x="205707" y="521266"/>
                  </a:lnTo>
                  <a:lnTo>
                    <a:pt x="189499" y="517061"/>
                  </a:lnTo>
                  <a:lnTo>
                    <a:pt x="173591" y="511836"/>
                  </a:lnTo>
                  <a:lnTo>
                    <a:pt x="158046" y="505613"/>
                  </a:lnTo>
                  <a:lnTo>
                    <a:pt x="142927" y="498416"/>
                  </a:lnTo>
                  <a:lnTo>
                    <a:pt x="128295" y="490275"/>
                  </a:lnTo>
                  <a:lnTo>
                    <a:pt x="114208" y="481223"/>
                  </a:lnTo>
                  <a:lnTo>
                    <a:pt x="100725" y="471295"/>
                  </a:lnTo>
                  <a:lnTo>
                    <a:pt x="87898" y="460532"/>
                  </a:lnTo>
                  <a:lnTo>
                    <a:pt x="75779" y="448977"/>
                  </a:lnTo>
                  <a:lnTo>
                    <a:pt x="64418" y="436676"/>
                  </a:lnTo>
                  <a:lnTo>
                    <a:pt x="53860" y="423680"/>
                  </a:lnTo>
                  <a:lnTo>
                    <a:pt x="44147" y="410040"/>
                  </a:lnTo>
                  <a:lnTo>
                    <a:pt x="35319" y="395812"/>
                  </a:lnTo>
                  <a:lnTo>
                    <a:pt x="27411" y="381053"/>
                  </a:lnTo>
                  <a:lnTo>
                    <a:pt x="20455" y="365822"/>
                  </a:lnTo>
                  <a:lnTo>
                    <a:pt x="14479" y="350180"/>
                  </a:lnTo>
                  <a:lnTo>
                    <a:pt x="9507" y="334191"/>
                  </a:lnTo>
                  <a:lnTo>
                    <a:pt x="5560" y="317918"/>
                  </a:lnTo>
                  <a:lnTo>
                    <a:pt x="2652" y="301428"/>
                  </a:lnTo>
                  <a:lnTo>
                    <a:pt x="796" y="284787"/>
                  </a:lnTo>
                  <a:lnTo>
                    <a:pt x="0" y="268061"/>
                  </a:lnTo>
                  <a:lnTo>
                    <a:pt x="265" y="251319"/>
                  </a:lnTo>
                  <a:lnTo>
                    <a:pt x="1592" y="234627"/>
                  </a:lnTo>
                  <a:lnTo>
                    <a:pt x="3975" y="218053"/>
                  </a:lnTo>
                  <a:lnTo>
                    <a:pt x="7405" y="201664"/>
                  </a:lnTo>
                  <a:lnTo>
                    <a:pt x="11866" y="185525"/>
                  </a:lnTo>
                  <a:lnTo>
                    <a:pt x="17343" y="169701"/>
                  </a:lnTo>
                  <a:lnTo>
                    <a:pt x="23812" y="154257"/>
                  </a:lnTo>
                  <a:lnTo>
                    <a:pt x="31248" y="139254"/>
                  </a:lnTo>
                  <a:lnTo>
                    <a:pt x="39620" y="124753"/>
                  </a:lnTo>
                  <a:lnTo>
                    <a:pt x="48895" y="110812"/>
                  </a:lnTo>
                  <a:lnTo>
                    <a:pt x="59036" y="97487"/>
                  </a:lnTo>
                  <a:lnTo>
                    <a:pt x="70001" y="84833"/>
                  </a:lnTo>
                  <a:lnTo>
                    <a:pt x="81747" y="72899"/>
                  </a:lnTo>
                  <a:lnTo>
                    <a:pt x="94226" y="61735"/>
                  </a:lnTo>
                  <a:lnTo>
                    <a:pt x="107388" y="51384"/>
                  </a:lnTo>
                  <a:lnTo>
                    <a:pt x="121180" y="41889"/>
                  </a:lnTo>
                  <a:lnTo>
                    <a:pt x="135546" y="33288"/>
                  </a:lnTo>
                  <a:lnTo>
                    <a:pt x="150429" y="25615"/>
                  </a:lnTo>
                  <a:lnTo>
                    <a:pt x="165769" y="18901"/>
                  </a:lnTo>
                  <a:lnTo>
                    <a:pt x="181504" y="13174"/>
                  </a:lnTo>
                  <a:lnTo>
                    <a:pt x="197570" y="8457"/>
                  </a:lnTo>
                  <a:lnTo>
                    <a:pt x="213903" y="4768"/>
                  </a:lnTo>
                  <a:lnTo>
                    <a:pt x="230437" y="2122"/>
                  </a:lnTo>
                  <a:lnTo>
                    <a:pt x="247105" y="531"/>
                  </a:lnTo>
                  <a:lnTo>
                    <a:pt x="263841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79" name="pl679"/>
            <p:cNvSpPr/>
            <p:nvPr/>
          </p:nvSpPr>
          <p:spPr>
            <a:xfrm>
              <a:off x="7566125" y="5476507"/>
              <a:ext cx="1055367" cy="1055235"/>
            </a:xfrm>
            <a:custGeom>
              <a:avLst/>
              <a:pathLst>
                <a:path w="1055367" h="1055235">
                  <a:moveTo>
                    <a:pt x="527683" y="0"/>
                  </a:moveTo>
                  <a:lnTo>
                    <a:pt x="561155" y="1062"/>
                  </a:lnTo>
                  <a:lnTo>
                    <a:pt x="594493" y="4245"/>
                  </a:lnTo>
                  <a:lnTo>
                    <a:pt x="627561" y="9537"/>
                  </a:lnTo>
                  <a:lnTo>
                    <a:pt x="660227" y="16915"/>
                  </a:lnTo>
                  <a:lnTo>
                    <a:pt x="692359" y="26349"/>
                  </a:lnTo>
                  <a:lnTo>
                    <a:pt x="723828" y="37803"/>
                  </a:lnTo>
                  <a:lnTo>
                    <a:pt x="754508" y="51230"/>
                  </a:lnTo>
                  <a:lnTo>
                    <a:pt x="784274" y="66576"/>
                  </a:lnTo>
                  <a:lnTo>
                    <a:pt x="813007" y="83778"/>
                  </a:lnTo>
                  <a:lnTo>
                    <a:pt x="840591" y="102768"/>
                  </a:lnTo>
                  <a:lnTo>
                    <a:pt x="866915" y="123470"/>
                  </a:lnTo>
                  <a:lnTo>
                    <a:pt x="891873" y="145799"/>
                  </a:lnTo>
                  <a:lnTo>
                    <a:pt x="915365" y="169666"/>
                  </a:lnTo>
                  <a:lnTo>
                    <a:pt x="937295" y="194975"/>
                  </a:lnTo>
                  <a:lnTo>
                    <a:pt x="957576" y="221625"/>
                  </a:lnTo>
                  <a:lnTo>
                    <a:pt x="976126" y="249506"/>
                  </a:lnTo>
                  <a:lnTo>
                    <a:pt x="992871" y="278509"/>
                  </a:lnTo>
                  <a:lnTo>
                    <a:pt x="1007742" y="308514"/>
                  </a:lnTo>
                  <a:lnTo>
                    <a:pt x="1020680" y="339403"/>
                  </a:lnTo>
                  <a:lnTo>
                    <a:pt x="1031634" y="371050"/>
                  </a:lnTo>
                  <a:lnTo>
                    <a:pt x="1040557" y="403328"/>
                  </a:lnTo>
                  <a:lnTo>
                    <a:pt x="1047416" y="436107"/>
                  </a:lnTo>
                  <a:lnTo>
                    <a:pt x="1052182" y="469255"/>
                  </a:lnTo>
                  <a:lnTo>
                    <a:pt x="1054836" y="502639"/>
                  </a:lnTo>
                  <a:lnTo>
                    <a:pt x="1055367" y="536123"/>
                  </a:lnTo>
                  <a:lnTo>
                    <a:pt x="1053774" y="569574"/>
                  </a:lnTo>
                  <a:lnTo>
                    <a:pt x="1050062" y="602857"/>
                  </a:lnTo>
                  <a:lnTo>
                    <a:pt x="1044247" y="635837"/>
                  </a:lnTo>
                  <a:lnTo>
                    <a:pt x="1036352" y="668382"/>
                  </a:lnTo>
                  <a:lnTo>
                    <a:pt x="1026408" y="700360"/>
                  </a:lnTo>
                  <a:lnTo>
                    <a:pt x="1014456" y="731644"/>
                  </a:lnTo>
                  <a:lnTo>
                    <a:pt x="1000545" y="762106"/>
                  </a:lnTo>
                  <a:lnTo>
                    <a:pt x="984729" y="791625"/>
                  </a:lnTo>
                  <a:lnTo>
                    <a:pt x="967073" y="820081"/>
                  </a:lnTo>
                  <a:lnTo>
                    <a:pt x="947647" y="847361"/>
                  </a:lnTo>
                  <a:lnTo>
                    <a:pt x="926531" y="873353"/>
                  </a:lnTo>
                  <a:lnTo>
                    <a:pt x="903808" y="897954"/>
                  </a:lnTo>
                  <a:lnTo>
                    <a:pt x="879571" y="921064"/>
                  </a:lnTo>
                  <a:lnTo>
                    <a:pt x="853917" y="942590"/>
                  </a:lnTo>
                  <a:lnTo>
                    <a:pt x="826950" y="962446"/>
                  </a:lnTo>
                  <a:lnTo>
                    <a:pt x="798777" y="980551"/>
                  </a:lnTo>
                  <a:lnTo>
                    <a:pt x="769513" y="996833"/>
                  </a:lnTo>
                  <a:lnTo>
                    <a:pt x="739275" y="1011227"/>
                  </a:lnTo>
                  <a:lnTo>
                    <a:pt x="708185" y="1023673"/>
                  </a:lnTo>
                  <a:lnTo>
                    <a:pt x="676368" y="1034123"/>
                  </a:lnTo>
                  <a:lnTo>
                    <a:pt x="643952" y="1042533"/>
                  </a:lnTo>
                  <a:lnTo>
                    <a:pt x="611069" y="1048871"/>
                  </a:lnTo>
                  <a:lnTo>
                    <a:pt x="577849" y="1053111"/>
                  </a:lnTo>
                  <a:lnTo>
                    <a:pt x="544428" y="1055235"/>
                  </a:lnTo>
                  <a:lnTo>
                    <a:pt x="510939" y="1055235"/>
                  </a:lnTo>
                  <a:lnTo>
                    <a:pt x="477518" y="1053111"/>
                  </a:lnTo>
                  <a:lnTo>
                    <a:pt x="444298" y="1048871"/>
                  </a:lnTo>
                  <a:lnTo>
                    <a:pt x="411415" y="1042533"/>
                  </a:lnTo>
                  <a:lnTo>
                    <a:pt x="378999" y="1034123"/>
                  </a:lnTo>
                  <a:lnTo>
                    <a:pt x="347182" y="1023673"/>
                  </a:lnTo>
                  <a:lnTo>
                    <a:pt x="316092" y="1011227"/>
                  </a:lnTo>
                  <a:lnTo>
                    <a:pt x="285854" y="996833"/>
                  </a:lnTo>
                  <a:lnTo>
                    <a:pt x="256590" y="980551"/>
                  </a:lnTo>
                  <a:lnTo>
                    <a:pt x="228417" y="962446"/>
                  </a:lnTo>
                  <a:lnTo>
                    <a:pt x="201450" y="942590"/>
                  </a:lnTo>
                  <a:lnTo>
                    <a:pt x="175796" y="921064"/>
                  </a:lnTo>
                  <a:lnTo>
                    <a:pt x="151559" y="897954"/>
                  </a:lnTo>
                  <a:lnTo>
                    <a:pt x="128836" y="873353"/>
                  </a:lnTo>
                  <a:lnTo>
                    <a:pt x="107720" y="847361"/>
                  </a:lnTo>
                  <a:lnTo>
                    <a:pt x="88294" y="820081"/>
                  </a:lnTo>
                  <a:lnTo>
                    <a:pt x="70638" y="791625"/>
                  </a:lnTo>
                  <a:lnTo>
                    <a:pt x="54822" y="762106"/>
                  </a:lnTo>
                  <a:lnTo>
                    <a:pt x="40911" y="731644"/>
                  </a:lnTo>
                  <a:lnTo>
                    <a:pt x="28959" y="700360"/>
                  </a:lnTo>
                  <a:lnTo>
                    <a:pt x="19015" y="668382"/>
                  </a:lnTo>
                  <a:lnTo>
                    <a:pt x="11120" y="635837"/>
                  </a:lnTo>
                  <a:lnTo>
                    <a:pt x="5305" y="602857"/>
                  </a:lnTo>
                  <a:lnTo>
                    <a:pt x="1593" y="569574"/>
                  </a:lnTo>
                  <a:lnTo>
                    <a:pt x="0" y="536123"/>
                  </a:lnTo>
                  <a:lnTo>
                    <a:pt x="531" y="502639"/>
                  </a:lnTo>
                  <a:lnTo>
                    <a:pt x="3185" y="469255"/>
                  </a:lnTo>
                  <a:lnTo>
                    <a:pt x="7951" y="436107"/>
                  </a:lnTo>
                  <a:lnTo>
                    <a:pt x="14810" y="403328"/>
                  </a:lnTo>
                  <a:lnTo>
                    <a:pt x="23733" y="371050"/>
                  </a:lnTo>
                  <a:lnTo>
                    <a:pt x="34687" y="339403"/>
                  </a:lnTo>
                  <a:lnTo>
                    <a:pt x="47625" y="308514"/>
                  </a:lnTo>
                  <a:lnTo>
                    <a:pt x="62496" y="278509"/>
                  </a:lnTo>
                  <a:lnTo>
                    <a:pt x="79241" y="249506"/>
                  </a:lnTo>
                  <a:lnTo>
                    <a:pt x="97791" y="221625"/>
                  </a:lnTo>
                  <a:lnTo>
                    <a:pt x="118072" y="194975"/>
                  </a:lnTo>
                  <a:lnTo>
                    <a:pt x="140002" y="169666"/>
                  </a:lnTo>
                  <a:lnTo>
                    <a:pt x="163494" y="145799"/>
                  </a:lnTo>
                  <a:lnTo>
                    <a:pt x="188452" y="123470"/>
                  </a:lnTo>
                  <a:lnTo>
                    <a:pt x="214776" y="102768"/>
                  </a:lnTo>
                  <a:lnTo>
                    <a:pt x="242360" y="83778"/>
                  </a:lnTo>
                  <a:lnTo>
                    <a:pt x="271093" y="66576"/>
                  </a:lnTo>
                  <a:lnTo>
                    <a:pt x="300859" y="51230"/>
                  </a:lnTo>
                  <a:lnTo>
                    <a:pt x="331538" y="37803"/>
                  </a:lnTo>
                  <a:lnTo>
                    <a:pt x="363008" y="26349"/>
                  </a:lnTo>
                  <a:lnTo>
                    <a:pt x="395140" y="16915"/>
                  </a:lnTo>
                  <a:lnTo>
                    <a:pt x="427806" y="9537"/>
                  </a:lnTo>
                  <a:lnTo>
                    <a:pt x="460874" y="4245"/>
                  </a:lnTo>
                  <a:lnTo>
                    <a:pt x="494211" y="1062"/>
                  </a:lnTo>
                  <a:lnTo>
                    <a:pt x="527683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0" name="pl680"/>
            <p:cNvSpPr/>
            <p:nvPr/>
          </p:nvSpPr>
          <p:spPr>
            <a:xfrm>
              <a:off x="7500164" y="5410538"/>
              <a:ext cx="1187288" cy="1187139"/>
            </a:xfrm>
            <a:custGeom>
              <a:avLst/>
              <a:pathLst>
                <a:path w="1187288" h="1187139">
                  <a:moveTo>
                    <a:pt x="593644" y="0"/>
                  </a:moveTo>
                  <a:lnTo>
                    <a:pt x="631300" y="1195"/>
                  </a:lnTo>
                  <a:lnTo>
                    <a:pt x="668804" y="4776"/>
                  </a:lnTo>
                  <a:lnTo>
                    <a:pt x="706006" y="10729"/>
                  </a:lnTo>
                  <a:lnTo>
                    <a:pt x="742755" y="19029"/>
                  </a:lnTo>
                  <a:lnTo>
                    <a:pt x="778904" y="29643"/>
                  </a:lnTo>
                  <a:lnTo>
                    <a:pt x="814307" y="42529"/>
                  </a:lnTo>
                  <a:lnTo>
                    <a:pt x="848821" y="57634"/>
                  </a:lnTo>
                  <a:lnTo>
                    <a:pt x="882308" y="74898"/>
                  </a:lnTo>
                  <a:lnTo>
                    <a:pt x="914633" y="94250"/>
                  </a:lnTo>
                  <a:lnTo>
                    <a:pt x="945665" y="115614"/>
                  </a:lnTo>
                  <a:lnTo>
                    <a:pt x="975279" y="138903"/>
                  </a:lnTo>
                  <a:lnTo>
                    <a:pt x="1003357" y="164024"/>
                  </a:lnTo>
                  <a:lnTo>
                    <a:pt x="1029785" y="190875"/>
                  </a:lnTo>
                  <a:lnTo>
                    <a:pt x="1054457" y="219347"/>
                  </a:lnTo>
                  <a:lnTo>
                    <a:pt x="1077273" y="249328"/>
                  </a:lnTo>
                  <a:lnTo>
                    <a:pt x="1098142" y="280695"/>
                  </a:lnTo>
                  <a:lnTo>
                    <a:pt x="1116980" y="313322"/>
                  </a:lnTo>
                  <a:lnTo>
                    <a:pt x="1133710" y="347079"/>
                  </a:lnTo>
                  <a:lnTo>
                    <a:pt x="1148265" y="381829"/>
                  </a:lnTo>
                  <a:lnTo>
                    <a:pt x="1160588" y="417431"/>
                  </a:lnTo>
                  <a:lnTo>
                    <a:pt x="1170627" y="453744"/>
                  </a:lnTo>
                  <a:lnTo>
                    <a:pt x="1178343" y="490620"/>
                  </a:lnTo>
                  <a:lnTo>
                    <a:pt x="1183705" y="527912"/>
                  </a:lnTo>
                  <a:lnTo>
                    <a:pt x="1186691" y="565468"/>
                  </a:lnTo>
                  <a:lnTo>
                    <a:pt x="1187288" y="603139"/>
                  </a:lnTo>
                  <a:lnTo>
                    <a:pt x="1185496" y="640771"/>
                  </a:lnTo>
                  <a:lnTo>
                    <a:pt x="1181320" y="678214"/>
                  </a:lnTo>
                  <a:lnTo>
                    <a:pt x="1174778" y="715316"/>
                  </a:lnTo>
                  <a:lnTo>
                    <a:pt x="1165896" y="751929"/>
                  </a:lnTo>
                  <a:lnTo>
                    <a:pt x="1154709" y="787905"/>
                  </a:lnTo>
                  <a:lnTo>
                    <a:pt x="1141263" y="823099"/>
                  </a:lnTo>
                  <a:lnTo>
                    <a:pt x="1125613" y="857370"/>
                  </a:lnTo>
                  <a:lnTo>
                    <a:pt x="1107820" y="890578"/>
                  </a:lnTo>
                  <a:lnTo>
                    <a:pt x="1087957" y="922592"/>
                  </a:lnTo>
                  <a:lnTo>
                    <a:pt x="1066103" y="953281"/>
                  </a:lnTo>
                  <a:lnTo>
                    <a:pt x="1042347" y="982522"/>
                  </a:lnTo>
                  <a:lnTo>
                    <a:pt x="1016784" y="1010198"/>
                  </a:lnTo>
                  <a:lnTo>
                    <a:pt x="989518" y="1036197"/>
                  </a:lnTo>
                  <a:lnTo>
                    <a:pt x="960657" y="1060414"/>
                  </a:lnTo>
                  <a:lnTo>
                    <a:pt x="930318" y="1082751"/>
                  </a:lnTo>
                  <a:lnTo>
                    <a:pt x="898624" y="1103120"/>
                  </a:lnTo>
                  <a:lnTo>
                    <a:pt x="865702" y="1121437"/>
                  </a:lnTo>
                  <a:lnTo>
                    <a:pt x="831684" y="1137630"/>
                  </a:lnTo>
                  <a:lnTo>
                    <a:pt x="796708" y="1151632"/>
                  </a:lnTo>
                  <a:lnTo>
                    <a:pt x="760914" y="1163388"/>
                  </a:lnTo>
                  <a:lnTo>
                    <a:pt x="724447" y="1172850"/>
                  </a:lnTo>
                  <a:lnTo>
                    <a:pt x="687452" y="1179980"/>
                  </a:lnTo>
                  <a:lnTo>
                    <a:pt x="650081" y="1184750"/>
                  </a:lnTo>
                  <a:lnTo>
                    <a:pt x="612481" y="1187139"/>
                  </a:lnTo>
                  <a:lnTo>
                    <a:pt x="574806" y="1187139"/>
                  </a:lnTo>
                  <a:lnTo>
                    <a:pt x="537207" y="1184750"/>
                  </a:lnTo>
                  <a:lnTo>
                    <a:pt x="499836" y="1179980"/>
                  </a:lnTo>
                  <a:lnTo>
                    <a:pt x="462841" y="1172850"/>
                  </a:lnTo>
                  <a:lnTo>
                    <a:pt x="426374" y="1163388"/>
                  </a:lnTo>
                  <a:lnTo>
                    <a:pt x="390580" y="1151632"/>
                  </a:lnTo>
                  <a:lnTo>
                    <a:pt x="355604" y="1137630"/>
                  </a:lnTo>
                  <a:lnTo>
                    <a:pt x="321586" y="1121437"/>
                  </a:lnTo>
                  <a:lnTo>
                    <a:pt x="288664" y="1103120"/>
                  </a:lnTo>
                  <a:lnTo>
                    <a:pt x="256970" y="1082751"/>
                  </a:lnTo>
                  <a:lnTo>
                    <a:pt x="226631" y="1060414"/>
                  </a:lnTo>
                  <a:lnTo>
                    <a:pt x="197770" y="1036197"/>
                  </a:lnTo>
                  <a:lnTo>
                    <a:pt x="170504" y="1010198"/>
                  </a:lnTo>
                  <a:lnTo>
                    <a:pt x="144941" y="982522"/>
                  </a:lnTo>
                  <a:lnTo>
                    <a:pt x="121185" y="953281"/>
                  </a:lnTo>
                  <a:lnTo>
                    <a:pt x="99331" y="922592"/>
                  </a:lnTo>
                  <a:lnTo>
                    <a:pt x="79468" y="890578"/>
                  </a:lnTo>
                  <a:lnTo>
                    <a:pt x="61675" y="857370"/>
                  </a:lnTo>
                  <a:lnTo>
                    <a:pt x="46025" y="823099"/>
                  </a:lnTo>
                  <a:lnTo>
                    <a:pt x="32579" y="787905"/>
                  </a:lnTo>
                  <a:lnTo>
                    <a:pt x="21392" y="751929"/>
                  </a:lnTo>
                  <a:lnTo>
                    <a:pt x="12510" y="715316"/>
                  </a:lnTo>
                  <a:lnTo>
                    <a:pt x="5968" y="678214"/>
                  </a:lnTo>
                  <a:lnTo>
                    <a:pt x="1792" y="640771"/>
                  </a:lnTo>
                  <a:lnTo>
                    <a:pt x="0" y="603139"/>
                  </a:lnTo>
                  <a:lnTo>
                    <a:pt x="597" y="565468"/>
                  </a:lnTo>
                  <a:lnTo>
                    <a:pt x="3583" y="527912"/>
                  </a:lnTo>
                  <a:lnTo>
                    <a:pt x="8945" y="490620"/>
                  </a:lnTo>
                  <a:lnTo>
                    <a:pt x="16661" y="453744"/>
                  </a:lnTo>
                  <a:lnTo>
                    <a:pt x="26700" y="417431"/>
                  </a:lnTo>
                  <a:lnTo>
                    <a:pt x="39022" y="381829"/>
                  </a:lnTo>
                  <a:lnTo>
                    <a:pt x="53578" y="347079"/>
                  </a:lnTo>
                  <a:lnTo>
                    <a:pt x="70308" y="313322"/>
                  </a:lnTo>
                  <a:lnTo>
                    <a:pt x="89146" y="280695"/>
                  </a:lnTo>
                  <a:lnTo>
                    <a:pt x="110015" y="249328"/>
                  </a:lnTo>
                  <a:lnTo>
                    <a:pt x="132831" y="219347"/>
                  </a:lnTo>
                  <a:lnTo>
                    <a:pt x="157503" y="190875"/>
                  </a:lnTo>
                  <a:lnTo>
                    <a:pt x="183931" y="164024"/>
                  </a:lnTo>
                  <a:lnTo>
                    <a:pt x="212009" y="138903"/>
                  </a:lnTo>
                  <a:lnTo>
                    <a:pt x="241623" y="115614"/>
                  </a:lnTo>
                  <a:lnTo>
                    <a:pt x="272655" y="94250"/>
                  </a:lnTo>
                  <a:lnTo>
                    <a:pt x="304980" y="74898"/>
                  </a:lnTo>
                  <a:lnTo>
                    <a:pt x="338466" y="57634"/>
                  </a:lnTo>
                  <a:lnTo>
                    <a:pt x="372981" y="42529"/>
                  </a:lnTo>
                  <a:lnTo>
                    <a:pt x="408384" y="29643"/>
                  </a:lnTo>
                  <a:lnTo>
                    <a:pt x="444533" y="19029"/>
                  </a:lnTo>
                  <a:lnTo>
                    <a:pt x="481282" y="10729"/>
                  </a:lnTo>
                  <a:lnTo>
                    <a:pt x="518484" y="4776"/>
                  </a:lnTo>
                  <a:lnTo>
                    <a:pt x="555988" y="1195"/>
                  </a:lnTo>
                  <a:lnTo>
                    <a:pt x="59364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7999632" y="5748142"/>
              <a:ext cx="621926" cy="561778"/>
            </a:xfrm>
            <a:custGeom>
              <a:avLst/>
              <a:pathLst>
                <a:path w="621926" h="561778">
                  <a:moveTo>
                    <a:pt x="621926" y="256114"/>
                  </a:moveTo>
                  <a:lnTo>
                    <a:pt x="611950" y="234120"/>
                  </a:lnTo>
                  <a:lnTo>
                    <a:pt x="601076" y="212971"/>
                  </a:lnTo>
                  <a:lnTo>
                    <a:pt x="589356" y="192704"/>
                  </a:lnTo>
                  <a:lnTo>
                    <a:pt x="576846" y="173352"/>
                  </a:lnTo>
                  <a:lnTo>
                    <a:pt x="563603" y="154945"/>
                  </a:lnTo>
                  <a:lnTo>
                    <a:pt x="549684" y="137509"/>
                  </a:lnTo>
                  <a:lnTo>
                    <a:pt x="535148" y="121068"/>
                  </a:lnTo>
                  <a:lnTo>
                    <a:pt x="520053" y="105642"/>
                  </a:lnTo>
                  <a:lnTo>
                    <a:pt x="504460" y="91249"/>
                  </a:lnTo>
                  <a:lnTo>
                    <a:pt x="488428" y="77901"/>
                  </a:lnTo>
                  <a:lnTo>
                    <a:pt x="472019" y="65610"/>
                  </a:lnTo>
                  <a:lnTo>
                    <a:pt x="455291" y="54383"/>
                  </a:lnTo>
                  <a:lnTo>
                    <a:pt x="438307" y="44224"/>
                  </a:lnTo>
                  <a:lnTo>
                    <a:pt x="421126" y="35135"/>
                  </a:lnTo>
                  <a:lnTo>
                    <a:pt x="403807" y="27112"/>
                  </a:lnTo>
                  <a:lnTo>
                    <a:pt x="386411" y="20151"/>
                  </a:lnTo>
                  <a:lnTo>
                    <a:pt x="368995" y="14243"/>
                  </a:lnTo>
                  <a:lnTo>
                    <a:pt x="351617" y="9377"/>
                  </a:lnTo>
                  <a:lnTo>
                    <a:pt x="334333" y="5539"/>
                  </a:lnTo>
                  <a:lnTo>
                    <a:pt x="317200" y="2710"/>
                  </a:lnTo>
                  <a:lnTo>
                    <a:pt x="300270" y="871"/>
                  </a:lnTo>
                  <a:lnTo>
                    <a:pt x="283598" y="0"/>
                  </a:lnTo>
                  <a:lnTo>
                    <a:pt x="267232" y="69"/>
                  </a:lnTo>
                  <a:lnTo>
                    <a:pt x="251224" y="1052"/>
                  </a:lnTo>
                  <a:lnTo>
                    <a:pt x="235620" y="2919"/>
                  </a:lnTo>
                  <a:lnTo>
                    <a:pt x="220465" y="5634"/>
                  </a:lnTo>
                  <a:lnTo>
                    <a:pt x="205804" y="9165"/>
                  </a:lnTo>
                  <a:lnTo>
                    <a:pt x="191677" y="13473"/>
                  </a:lnTo>
                  <a:lnTo>
                    <a:pt x="178123" y="18520"/>
                  </a:lnTo>
                  <a:lnTo>
                    <a:pt x="165180" y="24263"/>
                  </a:lnTo>
                  <a:lnTo>
                    <a:pt x="152879" y="30661"/>
                  </a:lnTo>
                  <a:lnTo>
                    <a:pt x="141255" y="37668"/>
                  </a:lnTo>
                  <a:lnTo>
                    <a:pt x="130334" y="45239"/>
                  </a:lnTo>
                  <a:lnTo>
                    <a:pt x="120144" y="53326"/>
                  </a:lnTo>
                  <a:lnTo>
                    <a:pt x="110708" y="61882"/>
                  </a:lnTo>
                  <a:lnTo>
                    <a:pt x="102046" y="70856"/>
                  </a:lnTo>
                  <a:lnTo>
                    <a:pt x="94176" y="80198"/>
                  </a:lnTo>
                  <a:lnTo>
                    <a:pt x="103347" y="69428"/>
                  </a:lnTo>
                  <a:lnTo>
                    <a:pt x="113574" y="59161"/>
                  </a:lnTo>
                  <a:lnTo>
                    <a:pt x="124828" y="49474"/>
                  </a:lnTo>
                  <a:lnTo>
                    <a:pt x="137075" y="40444"/>
                  </a:lnTo>
                  <a:lnTo>
                    <a:pt x="150278" y="32143"/>
                  </a:lnTo>
                  <a:lnTo>
                    <a:pt x="164392" y="24644"/>
                  </a:lnTo>
                  <a:lnTo>
                    <a:pt x="179369" y="18016"/>
                  </a:lnTo>
                  <a:lnTo>
                    <a:pt x="195157" y="12326"/>
                  </a:lnTo>
                  <a:lnTo>
                    <a:pt x="211698" y="7635"/>
                  </a:lnTo>
                  <a:lnTo>
                    <a:pt x="228932" y="4004"/>
                  </a:lnTo>
                  <a:lnTo>
                    <a:pt x="246792" y="1489"/>
                  </a:lnTo>
                  <a:lnTo>
                    <a:pt x="265211" y="143"/>
                  </a:lnTo>
                  <a:lnTo>
                    <a:pt x="284114" y="12"/>
                  </a:lnTo>
                  <a:lnTo>
                    <a:pt x="303427" y="1142"/>
                  </a:lnTo>
                  <a:lnTo>
                    <a:pt x="323069" y="3570"/>
                  </a:lnTo>
                  <a:lnTo>
                    <a:pt x="342960" y="7331"/>
                  </a:lnTo>
                  <a:lnTo>
                    <a:pt x="357944" y="32714"/>
                  </a:lnTo>
                  <a:lnTo>
                    <a:pt x="370468" y="58845"/>
                  </a:lnTo>
                  <a:lnTo>
                    <a:pt x="380512" y="85495"/>
                  </a:lnTo>
                  <a:lnTo>
                    <a:pt x="388079" y="112434"/>
                  </a:lnTo>
                  <a:lnTo>
                    <a:pt x="393190" y="139439"/>
                  </a:lnTo>
                  <a:lnTo>
                    <a:pt x="395887" y="166291"/>
                  </a:lnTo>
                  <a:lnTo>
                    <a:pt x="396233" y="192780"/>
                  </a:lnTo>
                  <a:lnTo>
                    <a:pt x="394307" y="218703"/>
                  </a:lnTo>
                  <a:lnTo>
                    <a:pt x="390204" y="243871"/>
                  </a:lnTo>
                  <a:lnTo>
                    <a:pt x="384036" y="268103"/>
                  </a:lnTo>
                  <a:lnTo>
                    <a:pt x="375931" y="291235"/>
                  </a:lnTo>
                  <a:lnTo>
                    <a:pt x="366028" y="313116"/>
                  </a:lnTo>
                  <a:lnTo>
                    <a:pt x="354476" y="333609"/>
                  </a:lnTo>
                  <a:lnTo>
                    <a:pt x="341437" y="352596"/>
                  </a:lnTo>
                  <a:lnTo>
                    <a:pt x="327080" y="369974"/>
                  </a:lnTo>
                  <a:lnTo>
                    <a:pt x="311580" y="385659"/>
                  </a:lnTo>
                  <a:lnTo>
                    <a:pt x="295116" y="399583"/>
                  </a:lnTo>
                  <a:lnTo>
                    <a:pt x="277872" y="411697"/>
                  </a:lnTo>
                  <a:lnTo>
                    <a:pt x="260032" y="421970"/>
                  </a:lnTo>
                  <a:lnTo>
                    <a:pt x="241780" y="430390"/>
                  </a:lnTo>
                  <a:lnTo>
                    <a:pt x="223297" y="436960"/>
                  </a:lnTo>
                  <a:lnTo>
                    <a:pt x="204763" y="441703"/>
                  </a:lnTo>
                  <a:lnTo>
                    <a:pt x="186348" y="444656"/>
                  </a:lnTo>
                  <a:lnTo>
                    <a:pt x="168220" y="445873"/>
                  </a:lnTo>
                  <a:lnTo>
                    <a:pt x="150536" y="445424"/>
                  </a:lnTo>
                  <a:lnTo>
                    <a:pt x="133443" y="443390"/>
                  </a:lnTo>
                  <a:lnTo>
                    <a:pt x="117081" y="439868"/>
                  </a:lnTo>
                  <a:lnTo>
                    <a:pt x="101573" y="434965"/>
                  </a:lnTo>
                  <a:lnTo>
                    <a:pt x="87034" y="428797"/>
                  </a:lnTo>
                  <a:lnTo>
                    <a:pt x="73562" y="421493"/>
                  </a:lnTo>
                  <a:lnTo>
                    <a:pt x="61242" y="413184"/>
                  </a:lnTo>
                  <a:lnTo>
                    <a:pt x="50145" y="404012"/>
                  </a:lnTo>
                  <a:lnTo>
                    <a:pt x="40326" y="394121"/>
                  </a:lnTo>
                  <a:lnTo>
                    <a:pt x="31824" y="383657"/>
                  </a:lnTo>
                  <a:lnTo>
                    <a:pt x="24664" y="372770"/>
                  </a:lnTo>
                  <a:lnTo>
                    <a:pt x="18855" y="361608"/>
                  </a:lnTo>
                  <a:lnTo>
                    <a:pt x="14390" y="350317"/>
                  </a:lnTo>
                  <a:lnTo>
                    <a:pt x="11248" y="339042"/>
                  </a:lnTo>
                  <a:lnTo>
                    <a:pt x="9393" y="327922"/>
                  </a:lnTo>
                  <a:lnTo>
                    <a:pt x="8776" y="317088"/>
                  </a:lnTo>
                  <a:lnTo>
                    <a:pt x="9335" y="306668"/>
                  </a:lnTo>
                  <a:lnTo>
                    <a:pt x="10996" y="296779"/>
                  </a:lnTo>
                  <a:lnTo>
                    <a:pt x="13672" y="287527"/>
                  </a:lnTo>
                  <a:lnTo>
                    <a:pt x="17269" y="279011"/>
                  </a:lnTo>
                  <a:lnTo>
                    <a:pt x="21682" y="271315"/>
                  </a:lnTo>
                  <a:lnTo>
                    <a:pt x="26800" y="264513"/>
                  </a:lnTo>
                  <a:lnTo>
                    <a:pt x="32503" y="258665"/>
                  </a:lnTo>
                  <a:lnTo>
                    <a:pt x="38671" y="253819"/>
                  </a:lnTo>
                  <a:lnTo>
                    <a:pt x="45175" y="250006"/>
                  </a:lnTo>
                  <a:lnTo>
                    <a:pt x="51888" y="247248"/>
                  </a:lnTo>
                  <a:lnTo>
                    <a:pt x="58680" y="245547"/>
                  </a:lnTo>
                  <a:lnTo>
                    <a:pt x="65425" y="244896"/>
                  </a:lnTo>
                  <a:lnTo>
                    <a:pt x="71995" y="245271"/>
                  </a:lnTo>
                  <a:lnTo>
                    <a:pt x="78268" y="246636"/>
                  </a:lnTo>
                  <a:lnTo>
                    <a:pt x="84129" y="248941"/>
                  </a:lnTo>
                  <a:lnTo>
                    <a:pt x="89466" y="252125"/>
                  </a:lnTo>
                  <a:lnTo>
                    <a:pt x="94176" y="256114"/>
                  </a:lnTo>
                  <a:lnTo>
                    <a:pt x="84931" y="256624"/>
                  </a:lnTo>
                  <a:lnTo>
                    <a:pt x="75771" y="258152"/>
                  </a:lnTo>
                  <a:lnTo>
                    <a:pt x="66778" y="260686"/>
                  </a:lnTo>
                  <a:lnTo>
                    <a:pt x="58037" y="264213"/>
                  </a:lnTo>
                  <a:lnTo>
                    <a:pt x="49629" y="268711"/>
                  </a:lnTo>
                  <a:lnTo>
                    <a:pt x="41633" y="274152"/>
                  </a:lnTo>
                  <a:lnTo>
                    <a:pt x="34128" y="280504"/>
                  </a:lnTo>
                  <a:lnTo>
                    <a:pt x="27190" y="287726"/>
                  </a:lnTo>
                  <a:lnTo>
                    <a:pt x="20890" y="295775"/>
                  </a:lnTo>
                  <a:lnTo>
                    <a:pt x="15299" y="304600"/>
                  </a:lnTo>
                  <a:lnTo>
                    <a:pt x="10481" y="314147"/>
                  </a:lnTo>
                  <a:lnTo>
                    <a:pt x="6498" y="324357"/>
                  </a:lnTo>
                  <a:lnTo>
                    <a:pt x="3409" y="335164"/>
                  </a:lnTo>
                  <a:lnTo>
                    <a:pt x="1264" y="346500"/>
                  </a:lnTo>
                  <a:lnTo>
                    <a:pt x="114" y="358293"/>
                  </a:lnTo>
                  <a:lnTo>
                    <a:pt x="0" y="370467"/>
                  </a:lnTo>
                  <a:lnTo>
                    <a:pt x="959" y="382941"/>
                  </a:lnTo>
                  <a:lnTo>
                    <a:pt x="3023" y="395635"/>
                  </a:lnTo>
                  <a:lnTo>
                    <a:pt x="6218" y="408463"/>
                  </a:lnTo>
                  <a:lnTo>
                    <a:pt x="10563" y="421338"/>
                  </a:lnTo>
                  <a:lnTo>
                    <a:pt x="16073" y="434172"/>
                  </a:lnTo>
                  <a:lnTo>
                    <a:pt x="22753" y="446875"/>
                  </a:lnTo>
                  <a:lnTo>
                    <a:pt x="30607" y="459357"/>
                  </a:lnTo>
                  <a:lnTo>
                    <a:pt x="39626" y="471526"/>
                  </a:lnTo>
                  <a:lnTo>
                    <a:pt x="49801" y="483290"/>
                  </a:lnTo>
                  <a:lnTo>
                    <a:pt x="61111" y="494561"/>
                  </a:lnTo>
                  <a:lnTo>
                    <a:pt x="73532" y="505248"/>
                  </a:lnTo>
                  <a:lnTo>
                    <a:pt x="87033" y="515262"/>
                  </a:lnTo>
                  <a:lnTo>
                    <a:pt x="101574" y="524517"/>
                  </a:lnTo>
                  <a:lnTo>
                    <a:pt x="117113" y="532929"/>
                  </a:lnTo>
                  <a:lnTo>
                    <a:pt x="133599" y="540416"/>
                  </a:lnTo>
                  <a:lnTo>
                    <a:pt x="150976" y="546900"/>
                  </a:lnTo>
                  <a:lnTo>
                    <a:pt x="169181" y="552305"/>
                  </a:lnTo>
                  <a:lnTo>
                    <a:pt x="188148" y="556560"/>
                  </a:lnTo>
                  <a:lnTo>
                    <a:pt x="207803" y="559598"/>
                  </a:lnTo>
                  <a:lnTo>
                    <a:pt x="228067" y="561356"/>
                  </a:lnTo>
                  <a:lnTo>
                    <a:pt x="248860" y="561778"/>
                  </a:lnTo>
                  <a:lnTo>
                    <a:pt x="270093" y="560811"/>
                  </a:lnTo>
                  <a:lnTo>
                    <a:pt x="291675" y="558409"/>
                  </a:lnTo>
                  <a:lnTo>
                    <a:pt x="313511" y="554530"/>
                  </a:lnTo>
                  <a:lnTo>
                    <a:pt x="335503" y="549142"/>
                  </a:lnTo>
                  <a:lnTo>
                    <a:pt x="357550" y="542214"/>
                  </a:lnTo>
                  <a:lnTo>
                    <a:pt x="379547" y="533727"/>
                  </a:lnTo>
                  <a:lnTo>
                    <a:pt x="401389" y="523666"/>
                  </a:lnTo>
                  <a:lnTo>
                    <a:pt x="422967" y="512023"/>
                  </a:lnTo>
                  <a:lnTo>
                    <a:pt x="444174" y="498798"/>
                  </a:lnTo>
                  <a:lnTo>
                    <a:pt x="464899" y="483997"/>
                  </a:lnTo>
                  <a:lnTo>
                    <a:pt x="485033" y="467636"/>
                  </a:lnTo>
                  <a:lnTo>
                    <a:pt x="504465" y="449734"/>
                  </a:lnTo>
                  <a:lnTo>
                    <a:pt x="523086" y="430323"/>
                  </a:lnTo>
                  <a:lnTo>
                    <a:pt x="540789" y="409437"/>
                  </a:lnTo>
                  <a:lnTo>
                    <a:pt x="557466" y="387120"/>
                  </a:lnTo>
                  <a:lnTo>
                    <a:pt x="573014" y="363425"/>
                  </a:lnTo>
                  <a:lnTo>
                    <a:pt x="587331" y="338407"/>
                  </a:lnTo>
                  <a:lnTo>
                    <a:pt x="600318" y="312134"/>
                  </a:lnTo>
                  <a:lnTo>
                    <a:pt x="611880" y="284677"/>
                  </a:lnTo>
                  <a:close/>
                </a:path>
              </a:pathLst>
            </a:custGeom>
            <a:solidFill>
              <a:srgbClr val="E2A9E5">
                <a:alpha val="25882"/>
              </a:srgbClr>
            </a:solidFill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2"/>
            <p:cNvSpPr/>
            <p:nvPr/>
          </p:nvSpPr>
          <p:spPr>
            <a:xfrm>
              <a:off x="8093809" y="5748155"/>
              <a:ext cx="527750" cy="357082"/>
            </a:xfrm>
            <a:custGeom>
              <a:avLst/>
              <a:pathLst>
                <a:path w="527750" h="357082">
                  <a:moveTo>
                    <a:pt x="0" y="80185"/>
                  </a:moveTo>
                  <a:lnTo>
                    <a:pt x="9171" y="69415"/>
                  </a:lnTo>
                  <a:lnTo>
                    <a:pt x="19398" y="59148"/>
                  </a:lnTo>
                  <a:lnTo>
                    <a:pt x="30652" y="49461"/>
                  </a:lnTo>
                  <a:lnTo>
                    <a:pt x="42899" y="40431"/>
                  </a:lnTo>
                  <a:lnTo>
                    <a:pt x="56101" y="32130"/>
                  </a:lnTo>
                  <a:lnTo>
                    <a:pt x="70215" y="24631"/>
                  </a:lnTo>
                  <a:lnTo>
                    <a:pt x="85192" y="18004"/>
                  </a:lnTo>
                  <a:lnTo>
                    <a:pt x="100980" y="12313"/>
                  </a:lnTo>
                  <a:lnTo>
                    <a:pt x="117522" y="7622"/>
                  </a:lnTo>
                  <a:lnTo>
                    <a:pt x="134755" y="3991"/>
                  </a:lnTo>
                  <a:lnTo>
                    <a:pt x="152616" y="1477"/>
                  </a:lnTo>
                  <a:lnTo>
                    <a:pt x="171034" y="130"/>
                  </a:lnTo>
                  <a:lnTo>
                    <a:pt x="189938" y="0"/>
                  </a:lnTo>
                  <a:lnTo>
                    <a:pt x="209250" y="1129"/>
                  </a:lnTo>
                  <a:lnTo>
                    <a:pt x="228893" y="3557"/>
                  </a:lnTo>
                  <a:lnTo>
                    <a:pt x="248783" y="7318"/>
                  </a:lnTo>
                  <a:lnTo>
                    <a:pt x="264053" y="11096"/>
                  </a:lnTo>
                  <a:lnTo>
                    <a:pt x="279378" y="15677"/>
                  </a:lnTo>
                  <a:lnTo>
                    <a:pt x="294722" y="21068"/>
                  </a:lnTo>
                  <a:lnTo>
                    <a:pt x="310044" y="27278"/>
                  </a:lnTo>
                  <a:lnTo>
                    <a:pt x="325305" y="34312"/>
                  </a:lnTo>
                  <a:lnTo>
                    <a:pt x="340464" y="42174"/>
                  </a:lnTo>
                  <a:lnTo>
                    <a:pt x="355479" y="50865"/>
                  </a:lnTo>
                  <a:lnTo>
                    <a:pt x="370311" y="60386"/>
                  </a:lnTo>
                  <a:lnTo>
                    <a:pt x="384917" y="70735"/>
                  </a:lnTo>
                  <a:lnTo>
                    <a:pt x="399257" y="81907"/>
                  </a:lnTo>
                  <a:lnTo>
                    <a:pt x="413289" y="93897"/>
                  </a:lnTo>
                  <a:lnTo>
                    <a:pt x="426972" y="106697"/>
                  </a:lnTo>
                  <a:lnTo>
                    <a:pt x="440265" y="120298"/>
                  </a:lnTo>
                  <a:lnTo>
                    <a:pt x="453126" y="134687"/>
                  </a:lnTo>
                  <a:lnTo>
                    <a:pt x="465516" y="149850"/>
                  </a:lnTo>
                  <a:lnTo>
                    <a:pt x="477395" y="165774"/>
                  </a:lnTo>
                  <a:lnTo>
                    <a:pt x="488722" y="182439"/>
                  </a:lnTo>
                  <a:lnTo>
                    <a:pt x="499459" y="199826"/>
                  </a:lnTo>
                  <a:lnTo>
                    <a:pt x="509567" y="217915"/>
                  </a:lnTo>
                  <a:lnTo>
                    <a:pt x="519010" y="236682"/>
                  </a:lnTo>
                  <a:lnTo>
                    <a:pt x="527750" y="256102"/>
                  </a:lnTo>
                  <a:lnTo>
                    <a:pt x="511104" y="268648"/>
                  </a:lnTo>
                  <a:lnTo>
                    <a:pt x="494170" y="280379"/>
                  </a:lnTo>
                  <a:lnTo>
                    <a:pt x="476977" y="291286"/>
                  </a:lnTo>
                  <a:lnTo>
                    <a:pt x="459557" y="301364"/>
                  </a:lnTo>
                  <a:lnTo>
                    <a:pt x="441940" y="310610"/>
                  </a:lnTo>
                  <a:lnTo>
                    <a:pt x="424156" y="319019"/>
                  </a:lnTo>
                  <a:lnTo>
                    <a:pt x="406234" y="326590"/>
                  </a:lnTo>
                  <a:lnTo>
                    <a:pt x="388207" y="333321"/>
                  </a:lnTo>
                  <a:lnTo>
                    <a:pt x="370103" y="339211"/>
                  </a:lnTo>
                  <a:lnTo>
                    <a:pt x="351954" y="344262"/>
                  </a:lnTo>
                  <a:lnTo>
                    <a:pt x="333790" y="348474"/>
                  </a:lnTo>
                  <a:lnTo>
                    <a:pt x="315641" y="351850"/>
                  </a:lnTo>
                  <a:lnTo>
                    <a:pt x="297536" y="354394"/>
                  </a:lnTo>
                  <a:lnTo>
                    <a:pt x="279506" y="356111"/>
                  </a:lnTo>
                  <a:lnTo>
                    <a:pt x="261580" y="357004"/>
                  </a:lnTo>
                  <a:lnTo>
                    <a:pt x="243788" y="357082"/>
                  </a:lnTo>
                  <a:lnTo>
                    <a:pt x="226159" y="356351"/>
                  </a:lnTo>
                  <a:lnTo>
                    <a:pt x="208722" y="354820"/>
                  </a:lnTo>
                  <a:lnTo>
                    <a:pt x="191506" y="352498"/>
                  </a:lnTo>
                  <a:lnTo>
                    <a:pt x="174537" y="349394"/>
                  </a:lnTo>
                  <a:lnTo>
                    <a:pt x="157846" y="345520"/>
                  </a:lnTo>
                  <a:lnTo>
                    <a:pt x="141458" y="340888"/>
                  </a:lnTo>
                  <a:lnTo>
                    <a:pt x="125401" y="335511"/>
                  </a:lnTo>
                  <a:lnTo>
                    <a:pt x="109702" y="329402"/>
                  </a:lnTo>
                  <a:lnTo>
                    <a:pt x="94386" y="322576"/>
                  </a:lnTo>
                  <a:lnTo>
                    <a:pt x="79479" y="315048"/>
                  </a:lnTo>
                  <a:lnTo>
                    <a:pt x="65007" y="306834"/>
                  </a:lnTo>
                  <a:lnTo>
                    <a:pt x="50994" y="297952"/>
                  </a:lnTo>
                  <a:lnTo>
                    <a:pt x="37464" y="288418"/>
                  </a:lnTo>
                  <a:lnTo>
                    <a:pt x="24439" y="278253"/>
                  </a:lnTo>
                  <a:lnTo>
                    <a:pt x="11944" y="267474"/>
                  </a:lnTo>
                  <a:lnTo>
                    <a:pt x="0" y="256102"/>
                  </a:lnTo>
                  <a:lnTo>
                    <a:pt x="0" y="256102"/>
                  </a:lnTo>
                  <a:lnTo>
                    <a:pt x="0" y="256102"/>
                  </a:lnTo>
                  <a:lnTo>
                    <a:pt x="0" y="256102"/>
                  </a:lnTo>
                  <a:lnTo>
                    <a:pt x="0" y="256102"/>
                  </a:lnTo>
                </a:path>
              </a:pathLst>
            </a:custGeom>
            <a:ln w="24933" cap="flat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858995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8062208" y="5796739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8310992" y="5723872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8062208" y="5972656"/>
              <a:ext cx="63202" cy="63202"/>
            </a:xfrm>
            <a:prstGeom prst="ellipse">
              <a:avLst/>
            </a:prstGeom>
            <a:solidFill>
              <a:srgbClr val="E2A9E5">
                <a:alpha val="100000"/>
              </a:srgbClr>
            </a:solidFill>
            <a:ln w="9000" cap="rnd">
              <a:solidFill>
                <a:srgbClr val="E2A9E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l691"/>
            <p:cNvSpPr/>
            <p:nvPr/>
          </p:nvSpPr>
          <p:spPr>
            <a:xfrm>
              <a:off x="8093809" y="5476507"/>
              <a:ext cx="0" cy="527750"/>
            </a:xfrm>
            <a:custGeom>
              <a:avLst/>
              <a:pathLst>
                <a:path w="0" h="527750">
                  <a:moveTo>
                    <a:pt x="0" y="527750"/>
                  </a:moveTo>
                  <a:lnTo>
                    <a:pt x="0" y="509552"/>
                  </a:lnTo>
                  <a:lnTo>
                    <a:pt x="0" y="491353"/>
                  </a:lnTo>
                  <a:lnTo>
                    <a:pt x="0" y="473155"/>
                  </a:lnTo>
                  <a:lnTo>
                    <a:pt x="0" y="454957"/>
                  </a:lnTo>
                  <a:lnTo>
                    <a:pt x="0" y="436758"/>
                  </a:lnTo>
                  <a:lnTo>
                    <a:pt x="0" y="418560"/>
                  </a:lnTo>
                  <a:lnTo>
                    <a:pt x="0" y="400362"/>
                  </a:lnTo>
                  <a:lnTo>
                    <a:pt x="0" y="382164"/>
                  </a:lnTo>
                  <a:lnTo>
                    <a:pt x="0" y="363965"/>
                  </a:lnTo>
                  <a:lnTo>
                    <a:pt x="0" y="345767"/>
                  </a:lnTo>
                  <a:lnTo>
                    <a:pt x="0" y="327569"/>
                  </a:lnTo>
                  <a:lnTo>
                    <a:pt x="0" y="309370"/>
                  </a:lnTo>
                  <a:lnTo>
                    <a:pt x="0" y="291172"/>
                  </a:lnTo>
                  <a:lnTo>
                    <a:pt x="0" y="272974"/>
                  </a:lnTo>
                  <a:lnTo>
                    <a:pt x="0" y="254776"/>
                  </a:lnTo>
                  <a:lnTo>
                    <a:pt x="0" y="236577"/>
                  </a:lnTo>
                  <a:lnTo>
                    <a:pt x="0" y="218379"/>
                  </a:lnTo>
                  <a:lnTo>
                    <a:pt x="0" y="200181"/>
                  </a:lnTo>
                  <a:lnTo>
                    <a:pt x="0" y="181982"/>
                  </a:lnTo>
                  <a:lnTo>
                    <a:pt x="0" y="163784"/>
                  </a:lnTo>
                  <a:lnTo>
                    <a:pt x="0" y="145586"/>
                  </a:lnTo>
                  <a:lnTo>
                    <a:pt x="0" y="127388"/>
                  </a:lnTo>
                  <a:lnTo>
                    <a:pt x="0" y="109189"/>
                  </a:lnTo>
                  <a:lnTo>
                    <a:pt x="0" y="90991"/>
                  </a:lnTo>
                  <a:lnTo>
                    <a:pt x="0" y="72793"/>
                  </a:lnTo>
                  <a:lnTo>
                    <a:pt x="0" y="54594"/>
                  </a:lnTo>
                  <a:lnTo>
                    <a:pt x="0" y="36396"/>
                  </a:lnTo>
                  <a:lnTo>
                    <a:pt x="0" y="1819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l692"/>
            <p:cNvSpPr/>
            <p:nvPr/>
          </p:nvSpPr>
          <p:spPr>
            <a:xfrm>
              <a:off x="8093809" y="5631081"/>
              <a:ext cx="373175" cy="373175"/>
            </a:xfrm>
            <a:custGeom>
              <a:avLst/>
              <a:pathLst>
                <a:path w="373175" h="373175">
                  <a:moveTo>
                    <a:pt x="0" y="373175"/>
                  </a:moveTo>
                  <a:lnTo>
                    <a:pt x="12868" y="360307"/>
                  </a:lnTo>
                  <a:lnTo>
                    <a:pt x="25736" y="347439"/>
                  </a:lnTo>
                  <a:lnTo>
                    <a:pt x="38604" y="334571"/>
                  </a:lnTo>
                  <a:lnTo>
                    <a:pt x="51472" y="321703"/>
                  </a:lnTo>
                  <a:lnTo>
                    <a:pt x="64340" y="308835"/>
                  </a:lnTo>
                  <a:lnTo>
                    <a:pt x="77208" y="295967"/>
                  </a:lnTo>
                  <a:lnTo>
                    <a:pt x="90076" y="283098"/>
                  </a:lnTo>
                  <a:lnTo>
                    <a:pt x="102945" y="270230"/>
                  </a:lnTo>
                  <a:lnTo>
                    <a:pt x="115813" y="257362"/>
                  </a:lnTo>
                  <a:lnTo>
                    <a:pt x="128681" y="244494"/>
                  </a:lnTo>
                  <a:lnTo>
                    <a:pt x="141549" y="231626"/>
                  </a:lnTo>
                  <a:lnTo>
                    <a:pt x="154417" y="218758"/>
                  </a:lnTo>
                  <a:lnTo>
                    <a:pt x="167285" y="205890"/>
                  </a:lnTo>
                  <a:lnTo>
                    <a:pt x="180153" y="193022"/>
                  </a:lnTo>
                  <a:lnTo>
                    <a:pt x="193022" y="180153"/>
                  </a:lnTo>
                  <a:lnTo>
                    <a:pt x="205890" y="167285"/>
                  </a:lnTo>
                  <a:lnTo>
                    <a:pt x="218758" y="154417"/>
                  </a:lnTo>
                  <a:lnTo>
                    <a:pt x="231626" y="141549"/>
                  </a:lnTo>
                  <a:lnTo>
                    <a:pt x="244494" y="128681"/>
                  </a:lnTo>
                  <a:lnTo>
                    <a:pt x="257362" y="115813"/>
                  </a:lnTo>
                  <a:lnTo>
                    <a:pt x="270230" y="102945"/>
                  </a:lnTo>
                  <a:lnTo>
                    <a:pt x="283098" y="90076"/>
                  </a:lnTo>
                  <a:lnTo>
                    <a:pt x="295967" y="77208"/>
                  </a:lnTo>
                  <a:lnTo>
                    <a:pt x="308835" y="64340"/>
                  </a:lnTo>
                  <a:lnTo>
                    <a:pt x="321703" y="51472"/>
                  </a:lnTo>
                  <a:lnTo>
                    <a:pt x="334571" y="38604"/>
                  </a:lnTo>
                  <a:lnTo>
                    <a:pt x="347439" y="25736"/>
                  </a:lnTo>
                  <a:lnTo>
                    <a:pt x="360307" y="12868"/>
                  </a:lnTo>
                  <a:lnTo>
                    <a:pt x="373175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l693"/>
            <p:cNvSpPr/>
            <p:nvPr/>
          </p:nvSpPr>
          <p:spPr>
            <a:xfrm>
              <a:off x="8093809" y="6004257"/>
              <a:ext cx="527750" cy="0"/>
            </a:xfrm>
            <a:custGeom>
              <a:avLst/>
              <a:pathLst>
                <a:path w="527750" h="0">
                  <a:moveTo>
                    <a:pt x="0" y="0"/>
                  </a:moveTo>
                  <a:lnTo>
                    <a:pt x="18198" y="0"/>
                  </a:lnTo>
                  <a:lnTo>
                    <a:pt x="36396" y="0"/>
                  </a:lnTo>
                  <a:lnTo>
                    <a:pt x="54594" y="0"/>
                  </a:lnTo>
                  <a:lnTo>
                    <a:pt x="72793" y="0"/>
                  </a:lnTo>
                  <a:lnTo>
                    <a:pt x="90991" y="0"/>
                  </a:lnTo>
                  <a:lnTo>
                    <a:pt x="109189" y="0"/>
                  </a:lnTo>
                  <a:lnTo>
                    <a:pt x="127388" y="0"/>
                  </a:lnTo>
                  <a:lnTo>
                    <a:pt x="145586" y="0"/>
                  </a:lnTo>
                  <a:lnTo>
                    <a:pt x="163784" y="0"/>
                  </a:lnTo>
                  <a:lnTo>
                    <a:pt x="181982" y="0"/>
                  </a:lnTo>
                  <a:lnTo>
                    <a:pt x="200181" y="0"/>
                  </a:lnTo>
                  <a:lnTo>
                    <a:pt x="218379" y="0"/>
                  </a:lnTo>
                  <a:lnTo>
                    <a:pt x="236577" y="0"/>
                  </a:lnTo>
                  <a:lnTo>
                    <a:pt x="254776" y="0"/>
                  </a:lnTo>
                  <a:lnTo>
                    <a:pt x="272974" y="0"/>
                  </a:lnTo>
                  <a:lnTo>
                    <a:pt x="291172" y="0"/>
                  </a:lnTo>
                  <a:lnTo>
                    <a:pt x="309370" y="0"/>
                  </a:lnTo>
                  <a:lnTo>
                    <a:pt x="327569" y="0"/>
                  </a:lnTo>
                  <a:lnTo>
                    <a:pt x="345767" y="0"/>
                  </a:lnTo>
                  <a:lnTo>
                    <a:pt x="363965" y="0"/>
                  </a:lnTo>
                  <a:lnTo>
                    <a:pt x="382164" y="0"/>
                  </a:lnTo>
                  <a:lnTo>
                    <a:pt x="400362" y="0"/>
                  </a:lnTo>
                  <a:lnTo>
                    <a:pt x="418560" y="0"/>
                  </a:lnTo>
                  <a:lnTo>
                    <a:pt x="436758" y="0"/>
                  </a:lnTo>
                  <a:lnTo>
                    <a:pt x="454957" y="0"/>
                  </a:lnTo>
                  <a:lnTo>
                    <a:pt x="473155" y="0"/>
                  </a:lnTo>
                  <a:lnTo>
                    <a:pt x="491353" y="0"/>
                  </a:lnTo>
                  <a:lnTo>
                    <a:pt x="509552" y="0"/>
                  </a:lnTo>
                  <a:lnTo>
                    <a:pt x="5277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l694"/>
            <p:cNvSpPr/>
            <p:nvPr/>
          </p:nvSpPr>
          <p:spPr>
            <a:xfrm>
              <a:off x="8093809" y="6004257"/>
              <a:ext cx="373175" cy="373175"/>
            </a:xfrm>
            <a:custGeom>
              <a:avLst/>
              <a:pathLst>
                <a:path w="373175" h="373175">
                  <a:moveTo>
                    <a:pt x="0" y="0"/>
                  </a:moveTo>
                  <a:lnTo>
                    <a:pt x="12868" y="12868"/>
                  </a:lnTo>
                  <a:lnTo>
                    <a:pt x="25736" y="25736"/>
                  </a:lnTo>
                  <a:lnTo>
                    <a:pt x="38604" y="38604"/>
                  </a:lnTo>
                  <a:lnTo>
                    <a:pt x="51472" y="51472"/>
                  </a:lnTo>
                  <a:lnTo>
                    <a:pt x="64340" y="64340"/>
                  </a:lnTo>
                  <a:lnTo>
                    <a:pt x="77208" y="77208"/>
                  </a:lnTo>
                  <a:lnTo>
                    <a:pt x="90076" y="90076"/>
                  </a:lnTo>
                  <a:lnTo>
                    <a:pt x="102945" y="102945"/>
                  </a:lnTo>
                  <a:lnTo>
                    <a:pt x="115813" y="115813"/>
                  </a:lnTo>
                  <a:lnTo>
                    <a:pt x="128681" y="128681"/>
                  </a:lnTo>
                  <a:lnTo>
                    <a:pt x="141549" y="141549"/>
                  </a:lnTo>
                  <a:lnTo>
                    <a:pt x="154417" y="154417"/>
                  </a:lnTo>
                  <a:lnTo>
                    <a:pt x="167285" y="167285"/>
                  </a:lnTo>
                  <a:lnTo>
                    <a:pt x="180153" y="180153"/>
                  </a:lnTo>
                  <a:lnTo>
                    <a:pt x="193022" y="193022"/>
                  </a:lnTo>
                  <a:lnTo>
                    <a:pt x="205890" y="205890"/>
                  </a:lnTo>
                  <a:lnTo>
                    <a:pt x="218758" y="218758"/>
                  </a:lnTo>
                  <a:lnTo>
                    <a:pt x="231626" y="231626"/>
                  </a:lnTo>
                  <a:lnTo>
                    <a:pt x="244494" y="244494"/>
                  </a:lnTo>
                  <a:lnTo>
                    <a:pt x="257362" y="257362"/>
                  </a:lnTo>
                  <a:lnTo>
                    <a:pt x="270230" y="270230"/>
                  </a:lnTo>
                  <a:lnTo>
                    <a:pt x="283098" y="283098"/>
                  </a:lnTo>
                  <a:lnTo>
                    <a:pt x="295967" y="295967"/>
                  </a:lnTo>
                  <a:lnTo>
                    <a:pt x="308835" y="308835"/>
                  </a:lnTo>
                  <a:lnTo>
                    <a:pt x="321703" y="321703"/>
                  </a:lnTo>
                  <a:lnTo>
                    <a:pt x="334571" y="334571"/>
                  </a:lnTo>
                  <a:lnTo>
                    <a:pt x="347439" y="347439"/>
                  </a:lnTo>
                  <a:lnTo>
                    <a:pt x="360307" y="360307"/>
                  </a:lnTo>
                  <a:lnTo>
                    <a:pt x="373175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8093809" y="6004257"/>
              <a:ext cx="0" cy="527750"/>
            </a:xfrm>
            <a:custGeom>
              <a:avLst/>
              <a:pathLst>
                <a:path w="0" h="527750">
                  <a:moveTo>
                    <a:pt x="0" y="0"/>
                  </a:moveTo>
                  <a:lnTo>
                    <a:pt x="0" y="18198"/>
                  </a:lnTo>
                  <a:lnTo>
                    <a:pt x="0" y="36396"/>
                  </a:lnTo>
                  <a:lnTo>
                    <a:pt x="0" y="54594"/>
                  </a:lnTo>
                  <a:lnTo>
                    <a:pt x="0" y="72793"/>
                  </a:lnTo>
                  <a:lnTo>
                    <a:pt x="0" y="90991"/>
                  </a:lnTo>
                  <a:lnTo>
                    <a:pt x="0" y="109189"/>
                  </a:lnTo>
                  <a:lnTo>
                    <a:pt x="0" y="127388"/>
                  </a:lnTo>
                  <a:lnTo>
                    <a:pt x="0" y="145586"/>
                  </a:lnTo>
                  <a:lnTo>
                    <a:pt x="0" y="163784"/>
                  </a:lnTo>
                  <a:lnTo>
                    <a:pt x="0" y="181982"/>
                  </a:lnTo>
                  <a:lnTo>
                    <a:pt x="0" y="200181"/>
                  </a:lnTo>
                  <a:lnTo>
                    <a:pt x="0" y="218379"/>
                  </a:lnTo>
                  <a:lnTo>
                    <a:pt x="0" y="236577"/>
                  </a:lnTo>
                  <a:lnTo>
                    <a:pt x="0" y="254776"/>
                  </a:lnTo>
                  <a:lnTo>
                    <a:pt x="0" y="272974"/>
                  </a:lnTo>
                  <a:lnTo>
                    <a:pt x="0" y="291172"/>
                  </a:lnTo>
                  <a:lnTo>
                    <a:pt x="0" y="309370"/>
                  </a:lnTo>
                  <a:lnTo>
                    <a:pt x="0" y="327569"/>
                  </a:lnTo>
                  <a:lnTo>
                    <a:pt x="0" y="345767"/>
                  </a:lnTo>
                  <a:lnTo>
                    <a:pt x="0" y="363965"/>
                  </a:lnTo>
                  <a:lnTo>
                    <a:pt x="0" y="382164"/>
                  </a:lnTo>
                  <a:lnTo>
                    <a:pt x="0" y="400362"/>
                  </a:lnTo>
                  <a:lnTo>
                    <a:pt x="0" y="418560"/>
                  </a:lnTo>
                  <a:lnTo>
                    <a:pt x="0" y="436758"/>
                  </a:lnTo>
                  <a:lnTo>
                    <a:pt x="0" y="454957"/>
                  </a:lnTo>
                  <a:lnTo>
                    <a:pt x="0" y="473155"/>
                  </a:lnTo>
                  <a:lnTo>
                    <a:pt x="0" y="491353"/>
                  </a:lnTo>
                  <a:lnTo>
                    <a:pt x="0" y="509552"/>
                  </a:lnTo>
                  <a:lnTo>
                    <a:pt x="0" y="5277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7720633" y="6004257"/>
              <a:ext cx="373175" cy="373175"/>
            </a:xfrm>
            <a:custGeom>
              <a:avLst/>
              <a:pathLst>
                <a:path w="373175" h="373175">
                  <a:moveTo>
                    <a:pt x="373175" y="0"/>
                  </a:moveTo>
                  <a:lnTo>
                    <a:pt x="360307" y="12868"/>
                  </a:lnTo>
                  <a:lnTo>
                    <a:pt x="347439" y="25736"/>
                  </a:lnTo>
                  <a:lnTo>
                    <a:pt x="334571" y="38604"/>
                  </a:lnTo>
                  <a:lnTo>
                    <a:pt x="321703" y="51472"/>
                  </a:lnTo>
                  <a:lnTo>
                    <a:pt x="308835" y="64340"/>
                  </a:lnTo>
                  <a:lnTo>
                    <a:pt x="295967" y="77208"/>
                  </a:lnTo>
                  <a:lnTo>
                    <a:pt x="283098" y="90076"/>
                  </a:lnTo>
                  <a:lnTo>
                    <a:pt x="270230" y="102945"/>
                  </a:lnTo>
                  <a:lnTo>
                    <a:pt x="257362" y="115813"/>
                  </a:lnTo>
                  <a:lnTo>
                    <a:pt x="244494" y="128681"/>
                  </a:lnTo>
                  <a:lnTo>
                    <a:pt x="231626" y="141549"/>
                  </a:lnTo>
                  <a:lnTo>
                    <a:pt x="218758" y="154417"/>
                  </a:lnTo>
                  <a:lnTo>
                    <a:pt x="205890" y="167285"/>
                  </a:lnTo>
                  <a:lnTo>
                    <a:pt x="193022" y="180153"/>
                  </a:lnTo>
                  <a:lnTo>
                    <a:pt x="180153" y="193022"/>
                  </a:lnTo>
                  <a:lnTo>
                    <a:pt x="167285" y="205890"/>
                  </a:lnTo>
                  <a:lnTo>
                    <a:pt x="154417" y="218758"/>
                  </a:lnTo>
                  <a:lnTo>
                    <a:pt x="141549" y="231626"/>
                  </a:lnTo>
                  <a:lnTo>
                    <a:pt x="128681" y="244494"/>
                  </a:lnTo>
                  <a:lnTo>
                    <a:pt x="115813" y="257362"/>
                  </a:lnTo>
                  <a:lnTo>
                    <a:pt x="102945" y="270230"/>
                  </a:lnTo>
                  <a:lnTo>
                    <a:pt x="90076" y="283098"/>
                  </a:lnTo>
                  <a:lnTo>
                    <a:pt x="77208" y="295967"/>
                  </a:lnTo>
                  <a:lnTo>
                    <a:pt x="64340" y="308835"/>
                  </a:lnTo>
                  <a:lnTo>
                    <a:pt x="51472" y="321703"/>
                  </a:lnTo>
                  <a:lnTo>
                    <a:pt x="38604" y="334571"/>
                  </a:lnTo>
                  <a:lnTo>
                    <a:pt x="25736" y="347439"/>
                  </a:lnTo>
                  <a:lnTo>
                    <a:pt x="12868" y="360307"/>
                  </a:lnTo>
                  <a:lnTo>
                    <a:pt x="0" y="373175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7566058" y="6004257"/>
              <a:ext cx="527750" cy="0"/>
            </a:xfrm>
            <a:custGeom>
              <a:avLst/>
              <a:pathLst>
                <a:path w="527750" h="0">
                  <a:moveTo>
                    <a:pt x="527750" y="0"/>
                  </a:moveTo>
                  <a:lnTo>
                    <a:pt x="509552" y="0"/>
                  </a:lnTo>
                  <a:lnTo>
                    <a:pt x="491353" y="0"/>
                  </a:lnTo>
                  <a:lnTo>
                    <a:pt x="473155" y="0"/>
                  </a:lnTo>
                  <a:lnTo>
                    <a:pt x="454957" y="0"/>
                  </a:lnTo>
                  <a:lnTo>
                    <a:pt x="436758" y="0"/>
                  </a:lnTo>
                  <a:lnTo>
                    <a:pt x="418560" y="0"/>
                  </a:lnTo>
                  <a:lnTo>
                    <a:pt x="400362" y="0"/>
                  </a:lnTo>
                  <a:lnTo>
                    <a:pt x="382164" y="0"/>
                  </a:lnTo>
                  <a:lnTo>
                    <a:pt x="363965" y="0"/>
                  </a:lnTo>
                  <a:lnTo>
                    <a:pt x="345767" y="0"/>
                  </a:lnTo>
                  <a:lnTo>
                    <a:pt x="327569" y="0"/>
                  </a:lnTo>
                  <a:lnTo>
                    <a:pt x="309370" y="0"/>
                  </a:lnTo>
                  <a:lnTo>
                    <a:pt x="291172" y="0"/>
                  </a:lnTo>
                  <a:lnTo>
                    <a:pt x="272974" y="0"/>
                  </a:lnTo>
                  <a:lnTo>
                    <a:pt x="254776" y="0"/>
                  </a:lnTo>
                  <a:lnTo>
                    <a:pt x="236577" y="0"/>
                  </a:lnTo>
                  <a:lnTo>
                    <a:pt x="218379" y="0"/>
                  </a:lnTo>
                  <a:lnTo>
                    <a:pt x="200181" y="0"/>
                  </a:lnTo>
                  <a:lnTo>
                    <a:pt x="181982" y="0"/>
                  </a:lnTo>
                  <a:lnTo>
                    <a:pt x="163784" y="0"/>
                  </a:lnTo>
                  <a:lnTo>
                    <a:pt x="145586" y="0"/>
                  </a:lnTo>
                  <a:lnTo>
                    <a:pt x="127388" y="0"/>
                  </a:lnTo>
                  <a:lnTo>
                    <a:pt x="109189" y="0"/>
                  </a:lnTo>
                  <a:lnTo>
                    <a:pt x="90991" y="0"/>
                  </a:lnTo>
                  <a:lnTo>
                    <a:pt x="72793" y="0"/>
                  </a:lnTo>
                  <a:lnTo>
                    <a:pt x="54594" y="0"/>
                  </a:lnTo>
                  <a:lnTo>
                    <a:pt x="36396" y="0"/>
                  </a:lnTo>
                  <a:lnTo>
                    <a:pt x="18198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7720633" y="5631081"/>
              <a:ext cx="373175" cy="373175"/>
            </a:xfrm>
            <a:custGeom>
              <a:avLst/>
              <a:pathLst>
                <a:path w="373175" h="373175">
                  <a:moveTo>
                    <a:pt x="373175" y="373175"/>
                  </a:moveTo>
                  <a:lnTo>
                    <a:pt x="360307" y="360307"/>
                  </a:lnTo>
                  <a:lnTo>
                    <a:pt x="347439" y="347439"/>
                  </a:lnTo>
                  <a:lnTo>
                    <a:pt x="334571" y="334571"/>
                  </a:lnTo>
                  <a:lnTo>
                    <a:pt x="321703" y="321703"/>
                  </a:lnTo>
                  <a:lnTo>
                    <a:pt x="308835" y="308835"/>
                  </a:lnTo>
                  <a:lnTo>
                    <a:pt x="295967" y="295967"/>
                  </a:lnTo>
                  <a:lnTo>
                    <a:pt x="283098" y="283098"/>
                  </a:lnTo>
                  <a:lnTo>
                    <a:pt x="270230" y="270230"/>
                  </a:lnTo>
                  <a:lnTo>
                    <a:pt x="257362" y="257362"/>
                  </a:lnTo>
                  <a:lnTo>
                    <a:pt x="244494" y="244494"/>
                  </a:lnTo>
                  <a:lnTo>
                    <a:pt x="231626" y="231626"/>
                  </a:lnTo>
                  <a:lnTo>
                    <a:pt x="218758" y="218758"/>
                  </a:lnTo>
                  <a:lnTo>
                    <a:pt x="205890" y="205890"/>
                  </a:lnTo>
                  <a:lnTo>
                    <a:pt x="193022" y="193022"/>
                  </a:lnTo>
                  <a:lnTo>
                    <a:pt x="180153" y="180153"/>
                  </a:lnTo>
                  <a:lnTo>
                    <a:pt x="167285" y="167285"/>
                  </a:lnTo>
                  <a:lnTo>
                    <a:pt x="154417" y="154417"/>
                  </a:lnTo>
                  <a:lnTo>
                    <a:pt x="141549" y="141549"/>
                  </a:lnTo>
                  <a:lnTo>
                    <a:pt x="128681" y="128681"/>
                  </a:lnTo>
                  <a:lnTo>
                    <a:pt x="115813" y="115813"/>
                  </a:lnTo>
                  <a:lnTo>
                    <a:pt x="102945" y="102945"/>
                  </a:lnTo>
                  <a:lnTo>
                    <a:pt x="90076" y="90076"/>
                  </a:lnTo>
                  <a:lnTo>
                    <a:pt x="77208" y="77208"/>
                  </a:lnTo>
                  <a:lnTo>
                    <a:pt x="64340" y="64340"/>
                  </a:lnTo>
                  <a:lnTo>
                    <a:pt x="51472" y="51472"/>
                  </a:lnTo>
                  <a:lnTo>
                    <a:pt x="38604" y="38604"/>
                  </a:lnTo>
                  <a:lnTo>
                    <a:pt x="25736" y="25736"/>
                  </a:lnTo>
                  <a:lnTo>
                    <a:pt x="12868" y="12868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tx699"/>
            <p:cNvSpPr/>
            <p:nvPr/>
          </p:nvSpPr>
          <p:spPr>
            <a:xfrm>
              <a:off x="7961823" y="5369503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8279626" y="5543294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8579525" y="596338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8270560" y="6380990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7952757" y="6554886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7421953" y="6380990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7377144" y="596338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7431019" y="5543294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7193561" y="5708412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7144119" y="5444536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2026-03-19T05:58:16Z</dcterms:modified>
  <cp:category/>
</cp:coreProperties>
</file>