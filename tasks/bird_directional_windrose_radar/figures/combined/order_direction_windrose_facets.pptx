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52678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404045" y="69589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1220480" y="55378"/>
              <a:ext cx="996323" cy="1077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421893" y="190636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718642" y="220311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718642" y="298535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718642" y="487384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718642" y="487384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718642" y="487384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529792" y="487384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451568" y="487384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529792" y="298535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99957" y="368685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81272" y="249986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1601" y="220311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53402" y="377962"/>
              <a:ext cx="302638" cy="254853"/>
            </a:xfrm>
            <a:custGeom>
              <a:avLst/>
              <a:pathLst>
                <a:path w="302638" h="254853">
                  <a:moveTo>
                    <a:pt x="302638" y="109422"/>
                  </a:moveTo>
                  <a:lnTo>
                    <a:pt x="297466" y="99557"/>
                  </a:lnTo>
                  <a:lnTo>
                    <a:pt x="291894" y="90131"/>
                  </a:lnTo>
                  <a:lnTo>
                    <a:pt x="285948" y="81159"/>
                  </a:lnTo>
                  <a:lnTo>
                    <a:pt x="279659" y="72656"/>
                  </a:lnTo>
                  <a:lnTo>
                    <a:pt x="273054" y="64635"/>
                  </a:lnTo>
                  <a:lnTo>
                    <a:pt x="266163" y="57106"/>
                  </a:lnTo>
                  <a:lnTo>
                    <a:pt x="259017" y="50078"/>
                  </a:lnTo>
                  <a:lnTo>
                    <a:pt x="251645" y="43561"/>
                  </a:lnTo>
                  <a:lnTo>
                    <a:pt x="244077" y="37559"/>
                  </a:lnTo>
                  <a:lnTo>
                    <a:pt x="236344" y="32078"/>
                  </a:lnTo>
                  <a:lnTo>
                    <a:pt x="228476" y="27120"/>
                  </a:lnTo>
                  <a:lnTo>
                    <a:pt x="220504" y="22686"/>
                  </a:lnTo>
                  <a:lnTo>
                    <a:pt x="212457" y="18777"/>
                  </a:lnTo>
                  <a:lnTo>
                    <a:pt x="204365" y="15389"/>
                  </a:lnTo>
                  <a:lnTo>
                    <a:pt x="196259" y="12520"/>
                  </a:lnTo>
                  <a:lnTo>
                    <a:pt x="188168" y="10164"/>
                  </a:lnTo>
                  <a:lnTo>
                    <a:pt x="180119" y="8315"/>
                  </a:lnTo>
                  <a:lnTo>
                    <a:pt x="172142" y="6964"/>
                  </a:lnTo>
                  <a:lnTo>
                    <a:pt x="164263" y="6102"/>
                  </a:lnTo>
                  <a:lnTo>
                    <a:pt x="156510" y="5718"/>
                  </a:lnTo>
                  <a:lnTo>
                    <a:pt x="148909" y="5799"/>
                  </a:lnTo>
                  <a:lnTo>
                    <a:pt x="141485" y="6331"/>
                  </a:lnTo>
                  <a:lnTo>
                    <a:pt x="134262" y="7299"/>
                  </a:lnTo>
                  <a:lnTo>
                    <a:pt x="127264" y="8688"/>
                  </a:lnTo>
                  <a:lnTo>
                    <a:pt x="120512" y="10478"/>
                  </a:lnTo>
                  <a:lnTo>
                    <a:pt x="114029" y="12653"/>
                  </a:lnTo>
                  <a:lnTo>
                    <a:pt x="107834" y="15191"/>
                  </a:lnTo>
                  <a:lnTo>
                    <a:pt x="101946" y="18073"/>
                  </a:lnTo>
                  <a:lnTo>
                    <a:pt x="96383" y="21277"/>
                  </a:lnTo>
                  <a:lnTo>
                    <a:pt x="91161" y="24779"/>
                  </a:lnTo>
                  <a:lnTo>
                    <a:pt x="86295" y="28558"/>
                  </a:lnTo>
                  <a:lnTo>
                    <a:pt x="81798" y="32588"/>
                  </a:lnTo>
                  <a:lnTo>
                    <a:pt x="77684" y="36846"/>
                  </a:lnTo>
                  <a:lnTo>
                    <a:pt x="73962" y="41305"/>
                  </a:lnTo>
                  <a:lnTo>
                    <a:pt x="70642" y="45941"/>
                  </a:lnTo>
                  <a:lnTo>
                    <a:pt x="67732" y="50727"/>
                  </a:lnTo>
                  <a:lnTo>
                    <a:pt x="65239" y="55637"/>
                  </a:lnTo>
                  <a:lnTo>
                    <a:pt x="68185" y="49449"/>
                  </a:lnTo>
                  <a:lnTo>
                    <a:pt x="71738" y="43437"/>
                  </a:lnTo>
                  <a:lnTo>
                    <a:pt x="75886" y="37643"/>
                  </a:lnTo>
                  <a:lnTo>
                    <a:pt x="80617" y="32113"/>
                  </a:lnTo>
                  <a:lnTo>
                    <a:pt x="85913" y="26889"/>
                  </a:lnTo>
                  <a:lnTo>
                    <a:pt x="91755" y="22013"/>
                  </a:lnTo>
                  <a:lnTo>
                    <a:pt x="98120" y="17525"/>
                  </a:lnTo>
                  <a:lnTo>
                    <a:pt x="104985" y="13466"/>
                  </a:lnTo>
                  <a:lnTo>
                    <a:pt x="112322" y="9874"/>
                  </a:lnTo>
                  <a:lnTo>
                    <a:pt x="120101" y="6783"/>
                  </a:lnTo>
                  <a:lnTo>
                    <a:pt x="128289" y="4230"/>
                  </a:lnTo>
                  <a:lnTo>
                    <a:pt x="136852" y="2246"/>
                  </a:lnTo>
                  <a:lnTo>
                    <a:pt x="145754" y="861"/>
                  </a:lnTo>
                  <a:lnTo>
                    <a:pt x="154955" y="104"/>
                  </a:lnTo>
                  <a:lnTo>
                    <a:pt x="164414" y="0"/>
                  </a:lnTo>
                  <a:lnTo>
                    <a:pt x="174090" y="571"/>
                  </a:lnTo>
                  <a:lnTo>
                    <a:pt x="179969" y="9186"/>
                  </a:lnTo>
                  <a:lnTo>
                    <a:pt x="185187" y="18094"/>
                  </a:lnTo>
                  <a:lnTo>
                    <a:pt x="189732" y="27245"/>
                  </a:lnTo>
                  <a:lnTo>
                    <a:pt x="193595" y="36591"/>
                  </a:lnTo>
                  <a:lnTo>
                    <a:pt x="196771" y="46080"/>
                  </a:lnTo>
                  <a:lnTo>
                    <a:pt x="199259" y="55663"/>
                  </a:lnTo>
                  <a:lnTo>
                    <a:pt x="201060" y="65291"/>
                  </a:lnTo>
                  <a:lnTo>
                    <a:pt x="202179" y="74916"/>
                  </a:lnTo>
                  <a:lnTo>
                    <a:pt x="202626" y="84490"/>
                  </a:lnTo>
                  <a:lnTo>
                    <a:pt x="202412" y="93967"/>
                  </a:lnTo>
                  <a:lnTo>
                    <a:pt x="201553" y="103300"/>
                  </a:lnTo>
                  <a:lnTo>
                    <a:pt x="200067" y="112448"/>
                  </a:lnTo>
                  <a:lnTo>
                    <a:pt x="197975" y="121369"/>
                  </a:lnTo>
                  <a:lnTo>
                    <a:pt x="195300" y="130022"/>
                  </a:lnTo>
                  <a:lnTo>
                    <a:pt x="192070" y="138371"/>
                  </a:lnTo>
                  <a:lnTo>
                    <a:pt x="188313" y="146380"/>
                  </a:lnTo>
                  <a:lnTo>
                    <a:pt x="184060" y="154016"/>
                  </a:lnTo>
                  <a:lnTo>
                    <a:pt x="179343" y="161251"/>
                  </a:lnTo>
                  <a:lnTo>
                    <a:pt x="174198" y="168056"/>
                  </a:lnTo>
                  <a:lnTo>
                    <a:pt x="168661" y="174407"/>
                  </a:lnTo>
                  <a:lnTo>
                    <a:pt x="162769" y="180282"/>
                  </a:lnTo>
                  <a:lnTo>
                    <a:pt x="156562" y="185664"/>
                  </a:lnTo>
                  <a:lnTo>
                    <a:pt x="150077" y="190536"/>
                  </a:lnTo>
                  <a:lnTo>
                    <a:pt x="143356" y="194885"/>
                  </a:lnTo>
                  <a:lnTo>
                    <a:pt x="136439" y="198704"/>
                  </a:lnTo>
                  <a:lnTo>
                    <a:pt x="129366" y="201984"/>
                  </a:lnTo>
                  <a:lnTo>
                    <a:pt x="122179" y="204724"/>
                  </a:lnTo>
                  <a:lnTo>
                    <a:pt x="114917" y="206922"/>
                  </a:lnTo>
                  <a:lnTo>
                    <a:pt x="107621" y="208581"/>
                  </a:lnTo>
                  <a:lnTo>
                    <a:pt x="100330" y="209707"/>
                  </a:lnTo>
                  <a:lnTo>
                    <a:pt x="93082" y="210308"/>
                  </a:lnTo>
                  <a:lnTo>
                    <a:pt x="85913" y="210395"/>
                  </a:lnTo>
                  <a:lnTo>
                    <a:pt x="78861" y="209981"/>
                  </a:lnTo>
                  <a:lnTo>
                    <a:pt x="71958" y="209084"/>
                  </a:lnTo>
                  <a:lnTo>
                    <a:pt x="65239" y="207720"/>
                  </a:lnTo>
                  <a:lnTo>
                    <a:pt x="58734" y="205912"/>
                  </a:lnTo>
                  <a:lnTo>
                    <a:pt x="52471" y="203680"/>
                  </a:lnTo>
                  <a:lnTo>
                    <a:pt x="46478" y="201050"/>
                  </a:lnTo>
                  <a:lnTo>
                    <a:pt x="40780" y="198048"/>
                  </a:lnTo>
                  <a:lnTo>
                    <a:pt x="35399" y="194702"/>
                  </a:lnTo>
                  <a:lnTo>
                    <a:pt x="30354" y="191039"/>
                  </a:lnTo>
                  <a:lnTo>
                    <a:pt x="25665" y="187091"/>
                  </a:lnTo>
                  <a:lnTo>
                    <a:pt x="21345" y="182889"/>
                  </a:lnTo>
                  <a:lnTo>
                    <a:pt x="17408" y="178463"/>
                  </a:lnTo>
                  <a:lnTo>
                    <a:pt x="13863" y="173846"/>
                  </a:lnTo>
                  <a:lnTo>
                    <a:pt x="10718" y="169070"/>
                  </a:lnTo>
                  <a:lnTo>
                    <a:pt x="7978" y="164169"/>
                  </a:lnTo>
                  <a:lnTo>
                    <a:pt x="5646" y="159174"/>
                  </a:lnTo>
                  <a:lnTo>
                    <a:pt x="3720" y="154119"/>
                  </a:lnTo>
                  <a:lnTo>
                    <a:pt x="2199" y="149033"/>
                  </a:lnTo>
                  <a:lnTo>
                    <a:pt x="1077" y="143949"/>
                  </a:lnTo>
                  <a:lnTo>
                    <a:pt x="347" y="138898"/>
                  </a:lnTo>
                  <a:lnTo>
                    <a:pt x="0" y="133907"/>
                  </a:lnTo>
                  <a:lnTo>
                    <a:pt x="23" y="129006"/>
                  </a:lnTo>
                  <a:lnTo>
                    <a:pt x="403" y="124221"/>
                  </a:lnTo>
                  <a:lnTo>
                    <a:pt x="1125" y="119577"/>
                  </a:lnTo>
                  <a:lnTo>
                    <a:pt x="2170" y="115099"/>
                  </a:lnTo>
                  <a:lnTo>
                    <a:pt x="3520" y="110807"/>
                  </a:lnTo>
                  <a:lnTo>
                    <a:pt x="5155" y="106724"/>
                  </a:lnTo>
                  <a:lnTo>
                    <a:pt x="7052" y="102866"/>
                  </a:lnTo>
                  <a:lnTo>
                    <a:pt x="9189" y="99251"/>
                  </a:lnTo>
                  <a:lnTo>
                    <a:pt x="11542" y="95892"/>
                  </a:lnTo>
                  <a:lnTo>
                    <a:pt x="14086" y="92802"/>
                  </a:lnTo>
                  <a:lnTo>
                    <a:pt x="16795" y="89990"/>
                  </a:lnTo>
                  <a:lnTo>
                    <a:pt x="19644" y="87465"/>
                  </a:lnTo>
                  <a:lnTo>
                    <a:pt x="22607" y="85232"/>
                  </a:lnTo>
                  <a:lnTo>
                    <a:pt x="25658" y="83295"/>
                  </a:lnTo>
                  <a:lnTo>
                    <a:pt x="28770" y="81655"/>
                  </a:lnTo>
                  <a:lnTo>
                    <a:pt x="31918" y="80310"/>
                  </a:lnTo>
                  <a:lnTo>
                    <a:pt x="35076" y="79259"/>
                  </a:lnTo>
                  <a:lnTo>
                    <a:pt x="31929" y="85221"/>
                  </a:lnTo>
                  <a:lnTo>
                    <a:pt x="29875" y="91403"/>
                  </a:lnTo>
                  <a:lnTo>
                    <a:pt x="28903" y="97616"/>
                  </a:lnTo>
                  <a:lnTo>
                    <a:pt x="28969" y="103678"/>
                  </a:lnTo>
                  <a:lnTo>
                    <a:pt x="30000" y="109422"/>
                  </a:lnTo>
                  <a:lnTo>
                    <a:pt x="31900" y="114703"/>
                  </a:lnTo>
                  <a:lnTo>
                    <a:pt x="34547" y="119395"/>
                  </a:lnTo>
                  <a:lnTo>
                    <a:pt x="37807" y="123400"/>
                  </a:lnTo>
                  <a:lnTo>
                    <a:pt x="41532" y="126647"/>
                  </a:lnTo>
                  <a:lnTo>
                    <a:pt x="45567" y="129094"/>
                  </a:lnTo>
                  <a:lnTo>
                    <a:pt x="49759" y="130729"/>
                  </a:lnTo>
                  <a:lnTo>
                    <a:pt x="53956" y="131566"/>
                  </a:lnTo>
                  <a:lnTo>
                    <a:pt x="58018" y="131647"/>
                  </a:lnTo>
                  <a:lnTo>
                    <a:pt x="61815" y="131038"/>
                  </a:lnTo>
                  <a:lnTo>
                    <a:pt x="65239" y="129824"/>
                  </a:lnTo>
                  <a:lnTo>
                    <a:pt x="67739" y="134801"/>
                  </a:lnTo>
                  <a:lnTo>
                    <a:pt x="71209" y="139436"/>
                  </a:lnTo>
                  <a:lnTo>
                    <a:pt x="75603" y="143588"/>
                  </a:lnTo>
                  <a:lnTo>
                    <a:pt x="80854" y="147119"/>
                  </a:lnTo>
                  <a:lnTo>
                    <a:pt x="86878" y="149905"/>
                  </a:lnTo>
                  <a:lnTo>
                    <a:pt x="93575" y="151830"/>
                  </a:lnTo>
                  <a:lnTo>
                    <a:pt x="100831" y="152791"/>
                  </a:lnTo>
                  <a:lnTo>
                    <a:pt x="108517" y="152700"/>
                  </a:lnTo>
                  <a:lnTo>
                    <a:pt x="103920" y="156555"/>
                  </a:lnTo>
                  <a:lnTo>
                    <a:pt x="98985" y="159926"/>
                  </a:lnTo>
                  <a:lnTo>
                    <a:pt x="93763" y="162786"/>
                  </a:lnTo>
                  <a:lnTo>
                    <a:pt x="88306" y="165111"/>
                  </a:lnTo>
                  <a:lnTo>
                    <a:pt x="82669" y="166882"/>
                  </a:lnTo>
                  <a:lnTo>
                    <a:pt x="76908" y="168086"/>
                  </a:lnTo>
                  <a:lnTo>
                    <a:pt x="71079" y="168717"/>
                  </a:lnTo>
                  <a:lnTo>
                    <a:pt x="65239" y="168772"/>
                  </a:lnTo>
                  <a:lnTo>
                    <a:pt x="59445" y="168256"/>
                  </a:lnTo>
                  <a:lnTo>
                    <a:pt x="53751" y="167177"/>
                  </a:lnTo>
                  <a:lnTo>
                    <a:pt x="48213" y="165551"/>
                  </a:lnTo>
                  <a:lnTo>
                    <a:pt x="42882" y="163398"/>
                  </a:lnTo>
                  <a:lnTo>
                    <a:pt x="37808" y="160742"/>
                  </a:lnTo>
                  <a:lnTo>
                    <a:pt x="33039" y="157613"/>
                  </a:lnTo>
                  <a:lnTo>
                    <a:pt x="28618" y="154046"/>
                  </a:lnTo>
                  <a:lnTo>
                    <a:pt x="24584" y="150077"/>
                  </a:lnTo>
                  <a:lnTo>
                    <a:pt x="24016" y="142296"/>
                  </a:lnTo>
                  <a:lnTo>
                    <a:pt x="24633" y="134937"/>
                  </a:lnTo>
                  <a:lnTo>
                    <a:pt x="26328" y="128161"/>
                  </a:lnTo>
                  <a:lnTo>
                    <a:pt x="28977" y="122111"/>
                  </a:lnTo>
                  <a:lnTo>
                    <a:pt x="32434" y="116910"/>
                  </a:lnTo>
                  <a:lnTo>
                    <a:pt x="36541" y="112656"/>
                  </a:lnTo>
                  <a:lnTo>
                    <a:pt x="41128" y="109422"/>
                  </a:lnTo>
                  <a:lnTo>
                    <a:pt x="37611" y="110870"/>
                  </a:lnTo>
                  <a:lnTo>
                    <a:pt x="34190" y="112686"/>
                  </a:lnTo>
                  <a:lnTo>
                    <a:pt x="30892" y="114862"/>
                  </a:lnTo>
                  <a:lnTo>
                    <a:pt x="27747" y="117392"/>
                  </a:lnTo>
                  <a:lnTo>
                    <a:pt x="24781" y="120263"/>
                  </a:lnTo>
                  <a:lnTo>
                    <a:pt x="22023" y="123464"/>
                  </a:lnTo>
                  <a:lnTo>
                    <a:pt x="19499" y="126980"/>
                  </a:lnTo>
                  <a:lnTo>
                    <a:pt x="17233" y="130796"/>
                  </a:lnTo>
                  <a:lnTo>
                    <a:pt x="15250" y="134893"/>
                  </a:lnTo>
                  <a:lnTo>
                    <a:pt x="13573" y="139252"/>
                  </a:lnTo>
                  <a:lnTo>
                    <a:pt x="12224" y="143851"/>
                  </a:lnTo>
                  <a:lnTo>
                    <a:pt x="11222" y="148668"/>
                  </a:lnTo>
                  <a:lnTo>
                    <a:pt x="10588" y="153678"/>
                  </a:lnTo>
                  <a:lnTo>
                    <a:pt x="10337" y="158856"/>
                  </a:lnTo>
                  <a:lnTo>
                    <a:pt x="10486" y="164176"/>
                  </a:lnTo>
                  <a:lnTo>
                    <a:pt x="11048" y="169608"/>
                  </a:lnTo>
                  <a:lnTo>
                    <a:pt x="12035" y="175124"/>
                  </a:lnTo>
                  <a:lnTo>
                    <a:pt x="13457" y="180694"/>
                  </a:lnTo>
                  <a:lnTo>
                    <a:pt x="15322" y="186288"/>
                  </a:lnTo>
                  <a:lnTo>
                    <a:pt x="17636" y="191874"/>
                  </a:lnTo>
                  <a:lnTo>
                    <a:pt x="20402" y="197420"/>
                  </a:lnTo>
                  <a:lnTo>
                    <a:pt x="23623" y="202893"/>
                  </a:lnTo>
                  <a:lnTo>
                    <a:pt x="27298" y="208262"/>
                  </a:lnTo>
                  <a:lnTo>
                    <a:pt x="31425" y="213493"/>
                  </a:lnTo>
                  <a:lnTo>
                    <a:pt x="35998" y="218553"/>
                  </a:lnTo>
                  <a:lnTo>
                    <a:pt x="41010" y="223411"/>
                  </a:lnTo>
                  <a:lnTo>
                    <a:pt x="46453" y="228034"/>
                  </a:lnTo>
                  <a:lnTo>
                    <a:pt x="52315" y="232390"/>
                  </a:lnTo>
                  <a:lnTo>
                    <a:pt x="58582" y="236448"/>
                  </a:lnTo>
                  <a:lnTo>
                    <a:pt x="65239" y="240177"/>
                  </a:lnTo>
                  <a:lnTo>
                    <a:pt x="72268" y="243548"/>
                  </a:lnTo>
                  <a:lnTo>
                    <a:pt x="79650" y="246532"/>
                  </a:lnTo>
                  <a:lnTo>
                    <a:pt x="87362" y="249100"/>
                  </a:lnTo>
                  <a:lnTo>
                    <a:pt x="95381" y="251228"/>
                  </a:lnTo>
                  <a:lnTo>
                    <a:pt x="103681" y="252890"/>
                  </a:lnTo>
                  <a:lnTo>
                    <a:pt x="112236" y="254062"/>
                  </a:lnTo>
                  <a:lnTo>
                    <a:pt x="121015" y="254723"/>
                  </a:lnTo>
                  <a:lnTo>
                    <a:pt x="129989" y="254853"/>
                  </a:lnTo>
                  <a:lnTo>
                    <a:pt x="139125" y="254432"/>
                  </a:lnTo>
                  <a:lnTo>
                    <a:pt x="148391" y="253445"/>
                  </a:lnTo>
                  <a:lnTo>
                    <a:pt x="157750" y="251877"/>
                  </a:lnTo>
                  <a:lnTo>
                    <a:pt x="167168" y="249716"/>
                  </a:lnTo>
                  <a:lnTo>
                    <a:pt x="176608" y="246952"/>
                  </a:lnTo>
                  <a:lnTo>
                    <a:pt x="186032" y="243576"/>
                  </a:lnTo>
                  <a:lnTo>
                    <a:pt x="195401" y="239584"/>
                  </a:lnTo>
                  <a:lnTo>
                    <a:pt x="204677" y="234972"/>
                  </a:lnTo>
                  <a:lnTo>
                    <a:pt x="213819" y="229740"/>
                  </a:lnTo>
                  <a:lnTo>
                    <a:pt x="222788" y="223888"/>
                  </a:lnTo>
                  <a:lnTo>
                    <a:pt x="231544" y="217422"/>
                  </a:lnTo>
                  <a:lnTo>
                    <a:pt x="240047" y="210348"/>
                  </a:lnTo>
                  <a:lnTo>
                    <a:pt x="248257" y="202675"/>
                  </a:lnTo>
                  <a:lnTo>
                    <a:pt x="256134" y="194414"/>
                  </a:lnTo>
                  <a:lnTo>
                    <a:pt x="263639" y="185581"/>
                  </a:lnTo>
                  <a:lnTo>
                    <a:pt x="270734" y="176192"/>
                  </a:lnTo>
                  <a:lnTo>
                    <a:pt x="277380" y="166265"/>
                  </a:lnTo>
                  <a:lnTo>
                    <a:pt x="283542" y="155824"/>
                  </a:lnTo>
                  <a:lnTo>
                    <a:pt x="289182" y="144891"/>
                  </a:lnTo>
                  <a:lnTo>
                    <a:pt x="294267" y="133494"/>
                  </a:lnTo>
                  <a:lnTo>
                    <a:pt x="298763" y="121661"/>
                  </a:lnTo>
                  <a:close/>
                </a:path>
              </a:pathLst>
            </a:custGeom>
            <a:solidFill>
              <a:srgbClr val="00BFC4">
                <a:alpha val="27843"/>
              </a:srgbClr>
            </a:solidFill>
            <a:ln w="2574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77419" y="377962"/>
              <a:ext cx="278621" cy="169420"/>
            </a:xfrm>
            <a:custGeom>
              <a:avLst/>
              <a:pathLst>
                <a:path w="278621" h="169420">
                  <a:moveTo>
                    <a:pt x="41222" y="55637"/>
                  </a:moveTo>
                  <a:lnTo>
                    <a:pt x="44169" y="49449"/>
                  </a:lnTo>
                  <a:lnTo>
                    <a:pt x="47721" y="43437"/>
                  </a:lnTo>
                  <a:lnTo>
                    <a:pt x="51870" y="37643"/>
                  </a:lnTo>
                  <a:lnTo>
                    <a:pt x="56600" y="32113"/>
                  </a:lnTo>
                  <a:lnTo>
                    <a:pt x="61896" y="26889"/>
                  </a:lnTo>
                  <a:lnTo>
                    <a:pt x="67738" y="22013"/>
                  </a:lnTo>
                  <a:lnTo>
                    <a:pt x="74104" y="17525"/>
                  </a:lnTo>
                  <a:lnTo>
                    <a:pt x="80969" y="13466"/>
                  </a:lnTo>
                  <a:lnTo>
                    <a:pt x="88305" y="9874"/>
                  </a:lnTo>
                  <a:lnTo>
                    <a:pt x="96084" y="6783"/>
                  </a:lnTo>
                  <a:lnTo>
                    <a:pt x="104272" y="4230"/>
                  </a:lnTo>
                  <a:lnTo>
                    <a:pt x="112835" y="2246"/>
                  </a:lnTo>
                  <a:lnTo>
                    <a:pt x="121737" y="861"/>
                  </a:lnTo>
                  <a:lnTo>
                    <a:pt x="130938" y="104"/>
                  </a:lnTo>
                  <a:lnTo>
                    <a:pt x="140397" y="0"/>
                  </a:lnTo>
                  <a:lnTo>
                    <a:pt x="150073" y="571"/>
                  </a:lnTo>
                  <a:lnTo>
                    <a:pt x="156980" y="2014"/>
                  </a:lnTo>
                  <a:lnTo>
                    <a:pt x="163928" y="3825"/>
                  </a:lnTo>
                  <a:lnTo>
                    <a:pt x="170898" y="6009"/>
                  </a:lnTo>
                  <a:lnTo>
                    <a:pt x="177872" y="8570"/>
                  </a:lnTo>
                  <a:lnTo>
                    <a:pt x="184831" y="11512"/>
                  </a:lnTo>
                  <a:lnTo>
                    <a:pt x="191756" y="14835"/>
                  </a:lnTo>
                  <a:lnTo>
                    <a:pt x="198630" y="18543"/>
                  </a:lnTo>
                  <a:lnTo>
                    <a:pt x="205432" y="22635"/>
                  </a:lnTo>
                  <a:lnTo>
                    <a:pt x="212143" y="27111"/>
                  </a:lnTo>
                  <a:lnTo>
                    <a:pt x="218743" y="31971"/>
                  </a:lnTo>
                  <a:lnTo>
                    <a:pt x="225215" y="37211"/>
                  </a:lnTo>
                  <a:lnTo>
                    <a:pt x="231538" y="42828"/>
                  </a:lnTo>
                  <a:lnTo>
                    <a:pt x="237692" y="48819"/>
                  </a:lnTo>
                  <a:lnTo>
                    <a:pt x="243660" y="55179"/>
                  </a:lnTo>
                  <a:lnTo>
                    <a:pt x="249421" y="61902"/>
                  </a:lnTo>
                  <a:lnTo>
                    <a:pt x="254957" y="68981"/>
                  </a:lnTo>
                  <a:lnTo>
                    <a:pt x="260250" y="76409"/>
                  </a:lnTo>
                  <a:lnTo>
                    <a:pt x="265280" y="84177"/>
                  </a:lnTo>
                  <a:lnTo>
                    <a:pt x="270031" y="92275"/>
                  </a:lnTo>
                  <a:lnTo>
                    <a:pt x="274484" y="100694"/>
                  </a:lnTo>
                  <a:lnTo>
                    <a:pt x="278621" y="109422"/>
                  </a:lnTo>
                  <a:lnTo>
                    <a:pt x="271157" y="116950"/>
                  </a:lnTo>
                  <a:lnTo>
                    <a:pt x="263461" y="123989"/>
                  </a:lnTo>
                  <a:lnTo>
                    <a:pt x="255560" y="130533"/>
                  </a:lnTo>
                  <a:lnTo>
                    <a:pt x="247476" y="136576"/>
                  </a:lnTo>
                  <a:lnTo>
                    <a:pt x="239233" y="142114"/>
                  </a:lnTo>
                  <a:lnTo>
                    <a:pt x="230857" y="147143"/>
                  </a:lnTo>
                  <a:lnTo>
                    <a:pt x="222372" y="151660"/>
                  </a:lnTo>
                  <a:lnTo>
                    <a:pt x="213802" y="155665"/>
                  </a:lnTo>
                  <a:lnTo>
                    <a:pt x="205171" y="159156"/>
                  </a:lnTo>
                  <a:lnTo>
                    <a:pt x="196504" y="162133"/>
                  </a:lnTo>
                  <a:lnTo>
                    <a:pt x="187825" y="164600"/>
                  </a:lnTo>
                  <a:lnTo>
                    <a:pt x="179159" y="166558"/>
                  </a:lnTo>
                  <a:lnTo>
                    <a:pt x="170529" y="168010"/>
                  </a:lnTo>
                  <a:lnTo>
                    <a:pt x="161958" y="168963"/>
                  </a:lnTo>
                  <a:lnTo>
                    <a:pt x="153471" y="169420"/>
                  </a:lnTo>
                  <a:lnTo>
                    <a:pt x="145090" y="169390"/>
                  </a:lnTo>
                  <a:lnTo>
                    <a:pt x="136838" y="168880"/>
                  </a:lnTo>
                  <a:lnTo>
                    <a:pt x="128737" y="167898"/>
                  </a:lnTo>
                  <a:lnTo>
                    <a:pt x="120809" y="166454"/>
                  </a:lnTo>
                  <a:lnTo>
                    <a:pt x="113076" y="164558"/>
                  </a:lnTo>
                  <a:lnTo>
                    <a:pt x="105559" y="162222"/>
                  </a:lnTo>
                  <a:lnTo>
                    <a:pt x="98277" y="159458"/>
                  </a:lnTo>
                  <a:lnTo>
                    <a:pt x="91251" y="156280"/>
                  </a:lnTo>
                  <a:lnTo>
                    <a:pt x="84500" y="152700"/>
                  </a:lnTo>
                  <a:lnTo>
                    <a:pt x="76814" y="152791"/>
                  </a:lnTo>
                  <a:lnTo>
                    <a:pt x="69558" y="151830"/>
                  </a:lnTo>
                  <a:lnTo>
                    <a:pt x="62861" y="149905"/>
                  </a:lnTo>
                  <a:lnTo>
                    <a:pt x="56837" y="147119"/>
                  </a:lnTo>
                  <a:lnTo>
                    <a:pt x="51586" y="143588"/>
                  </a:lnTo>
                  <a:lnTo>
                    <a:pt x="47192" y="139436"/>
                  </a:lnTo>
                  <a:lnTo>
                    <a:pt x="43722" y="134801"/>
                  </a:lnTo>
                  <a:lnTo>
                    <a:pt x="41222" y="129824"/>
                  </a:lnTo>
                  <a:lnTo>
                    <a:pt x="38768" y="134340"/>
                  </a:lnTo>
                  <a:lnTo>
                    <a:pt x="35433" y="138527"/>
                  </a:lnTo>
                  <a:lnTo>
                    <a:pt x="31262" y="142256"/>
                  </a:lnTo>
                  <a:lnTo>
                    <a:pt x="26317" y="145406"/>
                  </a:lnTo>
                  <a:lnTo>
                    <a:pt x="20676" y="147861"/>
                  </a:lnTo>
                  <a:lnTo>
                    <a:pt x="14432" y="149517"/>
                  </a:lnTo>
                  <a:lnTo>
                    <a:pt x="7689" y="150282"/>
                  </a:lnTo>
                  <a:lnTo>
                    <a:pt x="567" y="150077"/>
                  </a:lnTo>
                  <a:lnTo>
                    <a:pt x="0" y="142296"/>
                  </a:lnTo>
                  <a:lnTo>
                    <a:pt x="616" y="134937"/>
                  </a:lnTo>
                  <a:lnTo>
                    <a:pt x="2312" y="128161"/>
                  </a:lnTo>
                  <a:lnTo>
                    <a:pt x="4960" y="122111"/>
                  </a:lnTo>
                  <a:lnTo>
                    <a:pt x="8417" y="116910"/>
                  </a:lnTo>
                  <a:lnTo>
                    <a:pt x="12524" y="112656"/>
                  </a:lnTo>
                  <a:lnTo>
                    <a:pt x="17111" y="109422"/>
                  </a:lnTo>
                  <a:lnTo>
                    <a:pt x="14253" y="105872"/>
                  </a:lnTo>
                  <a:lnTo>
                    <a:pt x="11961" y="101582"/>
                  </a:lnTo>
                  <a:lnTo>
                    <a:pt x="10379" y="96647"/>
                  </a:lnTo>
                  <a:lnTo>
                    <a:pt x="9634" y="91185"/>
                  </a:lnTo>
                  <a:lnTo>
                    <a:pt x="9832" y="85336"/>
                  </a:lnTo>
                  <a:lnTo>
                    <a:pt x="11059" y="79259"/>
                  </a:lnTo>
                </a:path>
              </a:pathLst>
            </a:custGeom>
            <a:ln w="2574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921729" y="453073"/>
              <a:ext cx="68622" cy="6862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684330" y="399287"/>
              <a:ext cx="68622" cy="6862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93181" y="344222"/>
              <a:ext cx="68622" cy="6862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654167" y="422910"/>
              <a:ext cx="68622" cy="6862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684330" y="473475"/>
              <a:ext cx="68622" cy="6862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727608" y="496351"/>
              <a:ext cx="68622" cy="6862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643675" y="493728"/>
              <a:ext cx="68622" cy="6862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660219" y="453073"/>
              <a:ext cx="68622" cy="6862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718642" y="249986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18642" y="319518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18642" y="487384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718642" y="487384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718642" y="487384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550775" y="487384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81243" y="487384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0775" y="319518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1581997" y="177828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665226" y="255943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873901" y="445065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55840" y="631623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72611" y="709847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68864" y="631623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324282" y="445065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78250" y="255943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76249" y="335801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125394" y="217102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3071196" y="69589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071196" y="152678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405652" y="69589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>
              <a:off x="4161991" y="54249"/>
              <a:ext cx="1116515" cy="108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4423500" y="190636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720249" y="220311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720249" y="298535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4720249" y="487384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720249" y="487384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720249" y="487384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531399" y="487384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453175" y="487384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31399" y="298535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01564" y="368685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482880" y="249986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453209" y="220311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659207" y="402617"/>
              <a:ext cx="298441" cy="224578"/>
            </a:xfrm>
            <a:custGeom>
              <a:avLst/>
              <a:pathLst>
                <a:path w="298441" h="224578">
                  <a:moveTo>
                    <a:pt x="298441" y="84767"/>
                  </a:moveTo>
                  <a:lnTo>
                    <a:pt x="292166" y="75453"/>
                  </a:lnTo>
                  <a:lnTo>
                    <a:pt x="285536" y="66644"/>
                  </a:lnTo>
                  <a:lnTo>
                    <a:pt x="278582" y="58352"/>
                  </a:lnTo>
                  <a:lnTo>
                    <a:pt x="271333" y="50591"/>
                  </a:lnTo>
                  <a:lnTo>
                    <a:pt x="263822" y="43369"/>
                  </a:lnTo>
                  <a:lnTo>
                    <a:pt x="256081" y="36694"/>
                  </a:lnTo>
                  <a:lnTo>
                    <a:pt x="248140" y="30573"/>
                  </a:lnTo>
                  <a:lnTo>
                    <a:pt x="240032" y="25011"/>
                  </a:lnTo>
                  <a:lnTo>
                    <a:pt x="231789" y="20011"/>
                  </a:lnTo>
                  <a:lnTo>
                    <a:pt x="223443" y="15574"/>
                  </a:lnTo>
                  <a:lnTo>
                    <a:pt x="215026" y="11700"/>
                  </a:lnTo>
                  <a:lnTo>
                    <a:pt x="206569" y="8388"/>
                  </a:lnTo>
                  <a:lnTo>
                    <a:pt x="198104" y="5634"/>
                  </a:lnTo>
                  <a:lnTo>
                    <a:pt x="189662" y="3432"/>
                  </a:lnTo>
                  <a:lnTo>
                    <a:pt x="181273" y="1777"/>
                  </a:lnTo>
                  <a:lnTo>
                    <a:pt x="172967" y="660"/>
                  </a:lnTo>
                  <a:lnTo>
                    <a:pt x="164775" y="71"/>
                  </a:lnTo>
                  <a:lnTo>
                    <a:pt x="156724" y="0"/>
                  </a:lnTo>
                  <a:lnTo>
                    <a:pt x="148843" y="432"/>
                  </a:lnTo>
                  <a:lnTo>
                    <a:pt x="141159" y="1355"/>
                  </a:lnTo>
                  <a:lnTo>
                    <a:pt x="133699" y="2753"/>
                  </a:lnTo>
                  <a:lnTo>
                    <a:pt x="126488" y="4609"/>
                  </a:lnTo>
                  <a:lnTo>
                    <a:pt x="119551" y="6905"/>
                  </a:lnTo>
                  <a:lnTo>
                    <a:pt x="112910" y="9622"/>
                  </a:lnTo>
                  <a:lnTo>
                    <a:pt x="106589" y="12739"/>
                  </a:lnTo>
                  <a:lnTo>
                    <a:pt x="100608" y="16235"/>
                  </a:lnTo>
                  <a:lnTo>
                    <a:pt x="94988" y="20088"/>
                  </a:lnTo>
                  <a:lnTo>
                    <a:pt x="89747" y="24273"/>
                  </a:lnTo>
                  <a:lnTo>
                    <a:pt x="84901" y="28766"/>
                  </a:lnTo>
                  <a:lnTo>
                    <a:pt x="80469" y="33542"/>
                  </a:lnTo>
                  <a:lnTo>
                    <a:pt x="76463" y="38576"/>
                  </a:lnTo>
                  <a:lnTo>
                    <a:pt x="72897" y="43839"/>
                  </a:lnTo>
                  <a:lnTo>
                    <a:pt x="69782" y="49305"/>
                  </a:lnTo>
                  <a:lnTo>
                    <a:pt x="67130" y="54946"/>
                  </a:lnTo>
                  <a:lnTo>
                    <a:pt x="64948" y="60733"/>
                  </a:lnTo>
                  <a:lnTo>
                    <a:pt x="63243" y="66638"/>
                  </a:lnTo>
                  <a:lnTo>
                    <a:pt x="62021" y="72632"/>
                  </a:lnTo>
                  <a:lnTo>
                    <a:pt x="61287" y="78684"/>
                  </a:lnTo>
                  <a:lnTo>
                    <a:pt x="61042" y="84767"/>
                  </a:lnTo>
                  <a:lnTo>
                    <a:pt x="61437" y="79746"/>
                  </a:lnTo>
                  <a:lnTo>
                    <a:pt x="62617" y="74819"/>
                  </a:lnTo>
                  <a:lnTo>
                    <a:pt x="64569" y="70077"/>
                  </a:lnTo>
                  <a:lnTo>
                    <a:pt x="67266" y="65610"/>
                  </a:lnTo>
                  <a:lnTo>
                    <a:pt x="70677" y="61505"/>
                  </a:lnTo>
                  <a:lnTo>
                    <a:pt x="74759" y="57845"/>
                  </a:lnTo>
                  <a:lnTo>
                    <a:pt x="79460" y="54711"/>
                  </a:lnTo>
                  <a:lnTo>
                    <a:pt x="84721" y="52175"/>
                  </a:lnTo>
                  <a:lnTo>
                    <a:pt x="90476" y="50304"/>
                  </a:lnTo>
                  <a:lnTo>
                    <a:pt x="96650" y="49159"/>
                  </a:lnTo>
                  <a:lnTo>
                    <a:pt x="100983" y="56800"/>
                  </a:lnTo>
                  <a:lnTo>
                    <a:pt x="103783" y="64836"/>
                  </a:lnTo>
                  <a:lnTo>
                    <a:pt x="105051" y="72974"/>
                  </a:lnTo>
                  <a:lnTo>
                    <a:pt x="104837" y="80935"/>
                  </a:lnTo>
                  <a:lnTo>
                    <a:pt x="103245" y="88459"/>
                  </a:lnTo>
                  <a:lnTo>
                    <a:pt x="100418" y="95317"/>
                  </a:lnTo>
                  <a:lnTo>
                    <a:pt x="96539" y="101319"/>
                  </a:lnTo>
                  <a:lnTo>
                    <a:pt x="91816" y="106315"/>
                  </a:lnTo>
                  <a:lnTo>
                    <a:pt x="86476" y="110201"/>
                  </a:lnTo>
                  <a:lnTo>
                    <a:pt x="80756" y="112922"/>
                  </a:lnTo>
                  <a:lnTo>
                    <a:pt x="74892" y="114468"/>
                  </a:lnTo>
                  <a:lnTo>
                    <a:pt x="69110" y="114878"/>
                  </a:lnTo>
                  <a:lnTo>
                    <a:pt x="63619" y="114229"/>
                  </a:lnTo>
                  <a:lnTo>
                    <a:pt x="58604" y="112636"/>
                  </a:lnTo>
                  <a:lnTo>
                    <a:pt x="54215" y="110245"/>
                  </a:lnTo>
                  <a:lnTo>
                    <a:pt x="50570" y="107224"/>
                  </a:lnTo>
                  <a:lnTo>
                    <a:pt x="47746" y="103755"/>
                  </a:lnTo>
                  <a:lnTo>
                    <a:pt x="45781" y="100027"/>
                  </a:lnTo>
                  <a:lnTo>
                    <a:pt x="44673" y="96228"/>
                  </a:lnTo>
                  <a:lnTo>
                    <a:pt x="44380" y="92536"/>
                  </a:lnTo>
                  <a:lnTo>
                    <a:pt x="44828" y="89111"/>
                  </a:lnTo>
                  <a:lnTo>
                    <a:pt x="45912" y="86090"/>
                  </a:lnTo>
                  <a:lnTo>
                    <a:pt x="47505" y="83582"/>
                  </a:lnTo>
                  <a:lnTo>
                    <a:pt x="49461" y="81663"/>
                  </a:lnTo>
                  <a:lnTo>
                    <a:pt x="51624" y="80375"/>
                  </a:lnTo>
                  <a:lnTo>
                    <a:pt x="53839" y="79723"/>
                  </a:lnTo>
                  <a:lnTo>
                    <a:pt x="55955" y="79680"/>
                  </a:lnTo>
                  <a:lnTo>
                    <a:pt x="53111" y="80528"/>
                  </a:lnTo>
                  <a:lnTo>
                    <a:pt x="50458" y="82661"/>
                  </a:lnTo>
                  <a:lnTo>
                    <a:pt x="48513" y="86001"/>
                  </a:lnTo>
                  <a:lnTo>
                    <a:pt x="47749" y="90273"/>
                  </a:lnTo>
                  <a:lnTo>
                    <a:pt x="48530" y="95035"/>
                  </a:lnTo>
                  <a:lnTo>
                    <a:pt x="51050" y="99720"/>
                  </a:lnTo>
                  <a:lnTo>
                    <a:pt x="55299" y="103698"/>
                  </a:lnTo>
                  <a:lnTo>
                    <a:pt x="61042" y="106348"/>
                  </a:lnTo>
                  <a:lnTo>
                    <a:pt x="62432" y="113058"/>
                  </a:lnTo>
                  <a:lnTo>
                    <a:pt x="64479" y="119668"/>
                  </a:lnTo>
                  <a:lnTo>
                    <a:pt x="67177" y="126129"/>
                  </a:lnTo>
                  <a:lnTo>
                    <a:pt x="70515" y="132392"/>
                  </a:lnTo>
                  <a:lnTo>
                    <a:pt x="74479" y="138412"/>
                  </a:lnTo>
                  <a:lnTo>
                    <a:pt x="79053" y="144142"/>
                  </a:lnTo>
                  <a:lnTo>
                    <a:pt x="84217" y="149537"/>
                  </a:lnTo>
                  <a:lnTo>
                    <a:pt x="89948" y="154553"/>
                  </a:lnTo>
                  <a:lnTo>
                    <a:pt x="96221" y="159147"/>
                  </a:lnTo>
                  <a:lnTo>
                    <a:pt x="103008" y="163279"/>
                  </a:lnTo>
                  <a:lnTo>
                    <a:pt x="110277" y="166910"/>
                  </a:lnTo>
                  <a:lnTo>
                    <a:pt x="117995" y="170003"/>
                  </a:lnTo>
                  <a:lnTo>
                    <a:pt x="126126" y="172523"/>
                  </a:lnTo>
                  <a:lnTo>
                    <a:pt x="134633" y="174437"/>
                  </a:lnTo>
                  <a:lnTo>
                    <a:pt x="143473" y="175715"/>
                  </a:lnTo>
                  <a:lnTo>
                    <a:pt x="152605" y="176330"/>
                  </a:lnTo>
                  <a:lnTo>
                    <a:pt x="145809" y="180449"/>
                  </a:lnTo>
                  <a:lnTo>
                    <a:pt x="138853" y="184086"/>
                  </a:lnTo>
                  <a:lnTo>
                    <a:pt x="131772" y="187236"/>
                  </a:lnTo>
                  <a:lnTo>
                    <a:pt x="124597" y="189899"/>
                  </a:lnTo>
                  <a:lnTo>
                    <a:pt x="117361" y="192075"/>
                  </a:lnTo>
                  <a:lnTo>
                    <a:pt x="110098" y="193766"/>
                  </a:lnTo>
                  <a:lnTo>
                    <a:pt x="102839" y="194976"/>
                  </a:lnTo>
                  <a:lnTo>
                    <a:pt x="95614" y="195714"/>
                  </a:lnTo>
                  <a:lnTo>
                    <a:pt x="88455" y="195987"/>
                  </a:lnTo>
                  <a:lnTo>
                    <a:pt x="81391" y="195806"/>
                  </a:lnTo>
                  <a:lnTo>
                    <a:pt x="74449" y="195184"/>
                  </a:lnTo>
                  <a:lnTo>
                    <a:pt x="67657" y="194135"/>
                  </a:lnTo>
                  <a:lnTo>
                    <a:pt x="61042" y="192675"/>
                  </a:lnTo>
                  <a:lnTo>
                    <a:pt x="54627" y="190821"/>
                  </a:lnTo>
                  <a:lnTo>
                    <a:pt x="48435" y="188592"/>
                  </a:lnTo>
                  <a:lnTo>
                    <a:pt x="42488" y="186009"/>
                  </a:lnTo>
                  <a:lnTo>
                    <a:pt x="36807" y="183092"/>
                  </a:lnTo>
                  <a:lnTo>
                    <a:pt x="31408" y="179864"/>
                  </a:lnTo>
                  <a:lnTo>
                    <a:pt x="26309" y="176349"/>
                  </a:lnTo>
                  <a:lnTo>
                    <a:pt x="21524" y="172571"/>
                  </a:lnTo>
                  <a:lnTo>
                    <a:pt x="17066" y="168555"/>
                  </a:lnTo>
                  <a:lnTo>
                    <a:pt x="12946" y="164326"/>
                  </a:lnTo>
                  <a:lnTo>
                    <a:pt x="9173" y="159911"/>
                  </a:lnTo>
                  <a:lnTo>
                    <a:pt x="5755" y="155335"/>
                  </a:lnTo>
                  <a:lnTo>
                    <a:pt x="2696" y="150626"/>
                  </a:lnTo>
                  <a:lnTo>
                    <a:pt x="0" y="145809"/>
                  </a:lnTo>
                  <a:lnTo>
                    <a:pt x="982" y="137975"/>
                  </a:lnTo>
                  <a:lnTo>
                    <a:pt x="2670" y="130498"/>
                  </a:lnTo>
                  <a:lnTo>
                    <a:pt x="5025" y="123432"/>
                  </a:lnTo>
                  <a:lnTo>
                    <a:pt x="8002" y="116830"/>
                  </a:lnTo>
                  <a:lnTo>
                    <a:pt x="11553" y="110740"/>
                  </a:lnTo>
                  <a:lnTo>
                    <a:pt x="15626" y="105207"/>
                  </a:lnTo>
                  <a:lnTo>
                    <a:pt x="20166" y="100269"/>
                  </a:lnTo>
                  <a:lnTo>
                    <a:pt x="25116" y="95962"/>
                  </a:lnTo>
                  <a:lnTo>
                    <a:pt x="30416" y="92315"/>
                  </a:lnTo>
                  <a:lnTo>
                    <a:pt x="36003" y="89355"/>
                  </a:lnTo>
                  <a:lnTo>
                    <a:pt x="41815" y="87101"/>
                  </a:lnTo>
                  <a:lnTo>
                    <a:pt x="47785" y="85568"/>
                  </a:lnTo>
                  <a:lnTo>
                    <a:pt x="53848" y="84767"/>
                  </a:lnTo>
                  <a:lnTo>
                    <a:pt x="49895" y="85371"/>
                  </a:lnTo>
                  <a:lnTo>
                    <a:pt x="45999" y="86403"/>
                  </a:lnTo>
                  <a:lnTo>
                    <a:pt x="42192" y="87857"/>
                  </a:lnTo>
                  <a:lnTo>
                    <a:pt x="38511" y="89726"/>
                  </a:lnTo>
                  <a:lnTo>
                    <a:pt x="34988" y="92000"/>
                  </a:lnTo>
                  <a:lnTo>
                    <a:pt x="31657" y="94668"/>
                  </a:lnTo>
                  <a:lnTo>
                    <a:pt x="28549" y="97713"/>
                  </a:lnTo>
                  <a:lnTo>
                    <a:pt x="25695" y="101120"/>
                  </a:lnTo>
                  <a:lnTo>
                    <a:pt x="23126" y="104869"/>
                  </a:lnTo>
                  <a:lnTo>
                    <a:pt x="20869" y="108938"/>
                  </a:lnTo>
                  <a:lnTo>
                    <a:pt x="18951" y="113305"/>
                  </a:lnTo>
                  <a:lnTo>
                    <a:pt x="17398" y="117944"/>
                  </a:lnTo>
                  <a:lnTo>
                    <a:pt x="16233" y="122827"/>
                  </a:lnTo>
                  <a:lnTo>
                    <a:pt x="15478" y="127927"/>
                  </a:lnTo>
                  <a:lnTo>
                    <a:pt x="15152" y="133212"/>
                  </a:lnTo>
                  <a:lnTo>
                    <a:pt x="15272" y="138650"/>
                  </a:lnTo>
                  <a:lnTo>
                    <a:pt x="15855" y="144209"/>
                  </a:lnTo>
                  <a:lnTo>
                    <a:pt x="16912" y="149853"/>
                  </a:lnTo>
                  <a:lnTo>
                    <a:pt x="18454" y="155548"/>
                  </a:lnTo>
                  <a:lnTo>
                    <a:pt x="20489" y="161257"/>
                  </a:lnTo>
                  <a:lnTo>
                    <a:pt x="23023" y="166942"/>
                  </a:lnTo>
                  <a:lnTo>
                    <a:pt x="26059" y="172567"/>
                  </a:lnTo>
                  <a:lnTo>
                    <a:pt x="29596" y="178093"/>
                  </a:lnTo>
                  <a:lnTo>
                    <a:pt x="33633" y="183483"/>
                  </a:lnTo>
                  <a:lnTo>
                    <a:pt x="38165" y="188699"/>
                  </a:lnTo>
                  <a:lnTo>
                    <a:pt x="43183" y="193702"/>
                  </a:lnTo>
                  <a:lnTo>
                    <a:pt x="48678" y="198455"/>
                  </a:lnTo>
                  <a:lnTo>
                    <a:pt x="54636" y="202920"/>
                  </a:lnTo>
                  <a:lnTo>
                    <a:pt x="61042" y="207063"/>
                  </a:lnTo>
                  <a:lnTo>
                    <a:pt x="67878" y="210847"/>
                  </a:lnTo>
                  <a:lnTo>
                    <a:pt x="75123" y="214238"/>
                  </a:lnTo>
                  <a:lnTo>
                    <a:pt x="82754" y="217202"/>
                  </a:lnTo>
                  <a:lnTo>
                    <a:pt x="90745" y="219709"/>
                  </a:lnTo>
                  <a:lnTo>
                    <a:pt x="99069" y="221727"/>
                  </a:lnTo>
                  <a:lnTo>
                    <a:pt x="107695" y="223229"/>
                  </a:lnTo>
                  <a:lnTo>
                    <a:pt x="116592" y="224187"/>
                  </a:lnTo>
                  <a:lnTo>
                    <a:pt x="125725" y="224578"/>
                  </a:lnTo>
                  <a:lnTo>
                    <a:pt x="135059" y="224377"/>
                  </a:lnTo>
                  <a:lnTo>
                    <a:pt x="144555" y="223566"/>
                  </a:lnTo>
                  <a:lnTo>
                    <a:pt x="154174" y="222127"/>
                  </a:lnTo>
                  <a:lnTo>
                    <a:pt x="163876" y="220043"/>
                  </a:lnTo>
                  <a:lnTo>
                    <a:pt x="173618" y="217302"/>
                  </a:lnTo>
                  <a:lnTo>
                    <a:pt x="183358" y="213894"/>
                  </a:lnTo>
                  <a:lnTo>
                    <a:pt x="193051" y="209812"/>
                  </a:lnTo>
                  <a:lnTo>
                    <a:pt x="202652" y="205052"/>
                  </a:lnTo>
                  <a:lnTo>
                    <a:pt x="212117" y="199611"/>
                  </a:lnTo>
                  <a:lnTo>
                    <a:pt x="221398" y="193491"/>
                  </a:lnTo>
                  <a:lnTo>
                    <a:pt x="230450" y="186696"/>
                  </a:lnTo>
                  <a:lnTo>
                    <a:pt x="239226" y="179234"/>
                  </a:lnTo>
                  <a:lnTo>
                    <a:pt x="247682" y="171115"/>
                  </a:lnTo>
                  <a:lnTo>
                    <a:pt x="255770" y="162353"/>
                  </a:lnTo>
                  <a:lnTo>
                    <a:pt x="263446" y="152964"/>
                  </a:lnTo>
                  <a:lnTo>
                    <a:pt x="270666" y="142968"/>
                  </a:lnTo>
                  <a:lnTo>
                    <a:pt x="277385" y="132387"/>
                  </a:lnTo>
                  <a:lnTo>
                    <a:pt x="283563" y="121247"/>
                  </a:lnTo>
                  <a:lnTo>
                    <a:pt x="289158" y="109576"/>
                  </a:lnTo>
                  <a:lnTo>
                    <a:pt x="294129" y="97404"/>
                  </a:lnTo>
                  <a:close/>
                </a:path>
              </a:pathLst>
            </a:custGeom>
            <a:solidFill>
              <a:srgbClr val="BE84DB">
                <a:alpha val="27843"/>
              </a:srgbClr>
            </a:solidFill>
            <a:ln w="2574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659207" y="430557"/>
              <a:ext cx="298441" cy="148398"/>
            </a:xfrm>
            <a:custGeom>
              <a:avLst/>
              <a:pathLst>
                <a:path w="298441" h="148398">
                  <a:moveTo>
                    <a:pt x="61042" y="56827"/>
                  </a:moveTo>
                  <a:lnTo>
                    <a:pt x="61437" y="51807"/>
                  </a:lnTo>
                  <a:lnTo>
                    <a:pt x="62617" y="46880"/>
                  </a:lnTo>
                  <a:lnTo>
                    <a:pt x="64569" y="42138"/>
                  </a:lnTo>
                  <a:lnTo>
                    <a:pt x="67266" y="37670"/>
                  </a:lnTo>
                  <a:lnTo>
                    <a:pt x="70677" y="33565"/>
                  </a:lnTo>
                  <a:lnTo>
                    <a:pt x="74759" y="29906"/>
                  </a:lnTo>
                  <a:lnTo>
                    <a:pt x="79460" y="26772"/>
                  </a:lnTo>
                  <a:lnTo>
                    <a:pt x="84721" y="24235"/>
                  </a:lnTo>
                  <a:lnTo>
                    <a:pt x="90476" y="22364"/>
                  </a:lnTo>
                  <a:lnTo>
                    <a:pt x="96650" y="21219"/>
                  </a:lnTo>
                  <a:lnTo>
                    <a:pt x="103205" y="17234"/>
                  </a:lnTo>
                  <a:lnTo>
                    <a:pt x="110040" y="13630"/>
                  </a:lnTo>
                  <a:lnTo>
                    <a:pt x="117137" y="10421"/>
                  </a:lnTo>
                  <a:lnTo>
                    <a:pt x="124479" y="7621"/>
                  </a:lnTo>
                  <a:lnTo>
                    <a:pt x="132046" y="5240"/>
                  </a:lnTo>
                  <a:lnTo>
                    <a:pt x="139819" y="3290"/>
                  </a:lnTo>
                  <a:lnTo>
                    <a:pt x="147779" y="1782"/>
                  </a:lnTo>
                  <a:lnTo>
                    <a:pt x="155905" y="726"/>
                  </a:lnTo>
                  <a:lnTo>
                    <a:pt x="164176" y="129"/>
                  </a:lnTo>
                  <a:lnTo>
                    <a:pt x="172573" y="0"/>
                  </a:lnTo>
                  <a:lnTo>
                    <a:pt x="181072" y="345"/>
                  </a:lnTo>
                  <a:lnTo>
                    <a:pt x="189653" y="1172"/>
                  </a:lnTo>
                  <a:lnTo>
                    <a:pt x="198294" y="2485"/>
                  </a:lnTo>
                  <a:lnTo>
                    <a:pt x="206973" y="4289"/>
                  </a:lnTo>
                  <a:lnTo>
                    <a:pt x="215667" y="6587"/>
                  </a:lnTo>
                  <a:lnTo>
                    <a:pt x="224353" y="9381"/>
                  </a:lnTo>
                  <a:lnTo>
                    <a:pt x="233010" y="12673"/>
                  </a:lnTo>
                  <a:lnTo>
                    <a:pt x="241613" y="16465"/>
                  </a:lnTo>
                  <a:lnTo>
                    <a:pt x="250141" y="20755"/>
                  </a:lnTo>
                  <a:lnTo>
                    <a:pt x="258570" y="25542"/>
                  </a:lnTo>
                  <a:lnTo>
                    <a:pt x="266878" y="30824"/>
                  </a:lnTo>
                  <a:lnTo>
                    <a:pt x="275042" y="36598"/>
                  </a:lnTo>
                  <a:lnTo>
                    <a:pt x="283038" y="42860"/>
                  </a:lnTo>
                  <a:lnTo>
                    <a:pt x="290846" y="49605"/>
                  </a:lnTo>
                  <a:lnTo>
                    <a:pt x="298441" y="56827"/>
                  </a:lnTo>
                  <a:lnTo>
                    <a:pt x="293140" y="65512"/>
                  </a:lnTo>
                  <a:lnTo>
                    <a:pt x="287529" y="73800"/>
                  </a:lnTo>
                  <a:lnTo>
                    <a:pt x="281629" y="81682"/>
                  </a:lnTo>
                  <a:lnTo>
                    <a:pt x="275465" y="89146"/>
                  </a:lnTo>
                  <a:lnTo>
                    <a:pt x="269057" y="96186"/>
                  </a:lnTo>
                  <a:lnTo>
                    <a:pt x="262431" y="102793"/>
                  </a:lnTo>
                  <a:lnTo>
                    <a:pt x="255608" y="108961"/>
                  </a:lnTo>
                  <a:lnTo>
                    <a:pt x="248612" y="114685"/>
                  </a:lnTo>
                  <a:lnTo>
                    <a:pt x="241467" y="119961"/>
                  </a:lnTo>
                  <a:lnTo>
                    <a:pt x="234197" y="124786"/>
                  </a:lnTo>
                  <a:lnTo>
                    <a:pt x="226825" y="129158"/>
                  </a:lnTo>
                  <a:lnTo>
                    <a:pt x="219375" y="133077"/>
                  </a:lnTo>
                  <a:lnTo>
                    <a:pt x="211870" y="136543"/>
                  </a:lnTo>
                  <a:lnTo>
                    <a:pt x="204334" y="139557"/>
                  </a:lnTo>
                  <a:lnTo>
                    <a:pt x="196790" y="142123"/>
                  </a:lnTo>
                  <a:lnTo>
                    <a:pt x="189260" y="144245"/>
                  </a:lnTo>
                  <a:lnTo>
                    <a:pt x="181767" y="145927"/>
                  </a:lnTo>
                  <a:lnTo>
                    <a:pt x="174334" y="147175"/>
                  </a:lnTo>
                  <a:lnTo>
                    <a:pt x="166982" y="147996"/>
                  </a:lnTo>
                  <a:lnTo>
                    <a:pt x="159732" y="148398"/>
                  </a:lnTo>
                  <a:lnTo>
                    <a:pt x="152605" y="148391"/>
                  </a:lnTo>
                  <a:lnTo>
                    <a:pt x="143473" y="147776"/>
                  </a:lnTo>
                  <a:lnTo>
                    <a:pt x="134633" y="146498"/>
                  </a:lnTo>
                  <a:lnTo>
                    <a:pt x="126126" y="144584"/>
                  </a:lnTo>
                  <a:lnTo>
                    <a:pt x="117995" y="142064"/>
                  </a:lnTo>
                  <a:lnTo>
                    <a:pt x="110277" y="138971"/>
                  </a:lnTo>
                  <a:lnTo>
                    <a:pt x="103008" y="135340"/>
                  </a:lnTo>
                  <a:lnTo>
                    <a:pt x="96221" y="131208"/>
                  </a:lnTo>
                  <a:lnTo>
                    <a:pt x="89948" y="126613"/>
                  </a:lnTo>
                  <a:lnTo>
                    <a:pt x="84217" y="121598"/>
                  </a:lnTo>
                  <a:lnTo>
                    <a:pt x="79053" y="116203"/>
                  </a:lnTo>
                  <a:lnTo>
                    <a:pt x="74479" y="110473"/>
                  </a:lnTo>
                  <a:lnTo>
                    <a:pt x="70515" y="104453"/>
                  </a:lnTo>
                  <a:lnTo>
                    <a:pt x="67177" y="98189"/>
                  </a:lnTo>
                  <a:lnTo>
                    <a:pt x="64479" y="91729"/>
                  </a:lnTo>
                  <a:lnTo>
                    <a:pt x="62432" y="85119"/>
                  </a:lnTo>
                  <a:lnTo>
                    <a:pt x="61042" y="78409"/>
                  </a:lnTo>
                  <a:lnTo>
                    <a:pt x="59082" y="84225"/>
                  </a:lnTo>
                  <a:lnTo>
                    <a:pt x="56295" y="89841"/>
                  </a:lnTo>
                  <a:lnTo>
                    <a:pt x="52701" y="95170"/>
                  </a:lnTo>
                  <a:lnTo>
                    <a:pt x="48329" y="100125"/>
                  </a:lnTo>
                  <a:lnTo>
                    <a:pt x="43215" y="104622"/>
                  </a:lnTo>
                  <a:lnTo>
                    <a:pt x="37406" y="108583"/>
                  </a:lnTo>
                  <a:lnTo>
                    <a:pt x="30953" y="111931"/>
                  </a:lnTo>
                  <a:lnTo>
                    <a:pt x="23916" y="114595"/>
                  </a:lnTo>
                  <a:lnTo>
                    <a:pt x="16363" y="116512"/>
                  </a:lnTo>
                  <a:lnTo>
                    <a:pt x="8364" y="117621"/>
                  </a:lnTo>
                  <a:lnTo>
                    <a:pt x="0" y="117870"/>
                  </a:lnTo>
                  <a:lnTo>
                    <a:pt x="982" y="110036"/>
                  </a:lnTo>
                  <a:lnTo>
                    <a:pt x="2670" y="102559"/>
                  </a:lnTo>
                  <a:lnTo>
                    <a:pt x="5025" y="95493"/>
                  </a:lnTo>
                  <a:lnTo>
                    <a:pt x="8002" y="88891"/>
                  </a:lnTo>
                  <a:lnTo>
                    <a:pt x="11553" y="82801"/>
                  </a:lnTo>
                  <a:lnTo>
                    <a:pt x="15626" y="77267"/>
                  </a:lnTo>
                  <a:lnTo>
                    <a:pt x="20166" y="72329"/>
                  </a:lnTo>
                  <a:lnTo>
                    <a:pt x="25116" y="68022"/>
                  </a:lnTo>
                  <a:lnTo>
                    <a:pt x="30416" y="64376"/>
                  </a:lnTo>
                  <a:lnTo>
                    <a:pt x="36003" y="61416"/>
                  </a:lnTo>
                  <a:lnTo>
                    <a:pt x="41815" y="59162"/>
                  </a:lnTo>
                  <a:lnTo>
                    <a:pt x="47785" y="57629"/>
                  </a:lnTo>
                  <a:lnTo>
                    <a:pt x="53848" y="56827"/>
                  </a:lnTo>
                  <a:lnTo>
                    <a:pt x="55955" y="51740"/>
                  </a:lnTo>
                </a:path>
              </a:pathLst>
            </a:custGeom>
            <a:ln w="2574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923336" y="453073"/>
              <a:ext cx="68622" cy="6862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685937" y="453073"/>
              <a:ext cx="68622" cy="6862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721545" y="417465"/>
              <a:ext cx="68622" cy="6862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80851" y="447986"/>
              <a:ext cx="68622" cy="6862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685937" y="474655"/>
              <a:ext cx="68622" cy="6862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77501" y="544637"/>
              <a:ext cx="68622" cy="6862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624895" y="514115"/>
              <a:ext cx="68622" cy="6862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678744" y="453073"/>
              <a:ext cx="68622" cy="6862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720249" y="249986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720249" y="319518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4720249" y="487384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4720249" y="487384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4720249" y="487384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4552382" y="487384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482850" y="487384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552382" y="319518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4583605" y="177828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4666834" y="255943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875508" y="445065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4657448" y="631623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574219" y="709847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270471" y="631623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4325890" y="445065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4279857" y="255943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177856" y="335801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4127002" y="217102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93" name="rc93"/>
            <p:cNvSpPr/>
            <p:nvPr/>
          </p:nvSpPr>
          <p:spPr>
            <a:xfrm>
              <a:off x="6072803" y="69589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072803" y="152678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407259" y="69589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7191723" y="27783"/>
              <a:ext cx="1060265" cy="1353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97" name="rc97"/>
            <p:cNvSpPr/>
            <p:nvPr/>
          </p:nvSpPr>
          <p:spPr>
            <a:xfrm>
              <a:off x="7425107" y="190636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7721856" y="220311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7721856" y="298535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7721856" y="487384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7721856" y="487384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7721856" y="487384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7533006" y="487384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7454782" y="487384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533006" y="298535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7603172" y="368685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7484487" y="249986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7454816" y="220311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7653316" y="349877"/>
              <a:ext cx="305938" cy="281488"/>
            </a:xfrm>
            <a:custGeom>
              <a:avLst/>
              <a:pathLst>
                <a:path w="305938" h="281488">
                  <a:moveTo>
                    <a:pt x="305938" y="137507"/>
                  </a:moveTo>
                  <a:lnTo>
                    <a:pt x="302615" y="127826"/>
                  </a:lnTo>
                  <a:lnTo>
                    <a:pt x="298902" y="118419"/>
                  </a:lnTo>
                  <a:lnTo>
                    <a:pt x="294816" y="109302"/>
                  </a:lnTo>
                  <a:lnTo>
                    <a:pt x="290376" y="100489"/>
                  </a:lnTo>
                  <a:lnTo>
                    <a:pt x="285600" y="91994"/>
                  </a:lnTo>
                  <a:lnTo>
                    <a:pt x="280506" y="83830"/>
                  </a:lnTo>
                  <a:lnTo>
                    <a:pt x="275112" y="76008"/>
                  </a:lnTo>
                  <a:lnTo>
                    <a:pt x="269440" y="68538"/>
                  </a:lnTo>
                  <a:lnTo>
                    <a:pt x="263508" y="61430"/>
                  </a:lnTo>
                  <a:lnTo>
                    <a:pt x="257337" y="54693"/>
                  </a:lnTo>
                  <a:lnTo>
                    <a:pt x="250948" y="48333"/>
                  </a:lnTo>
                  <a:lnTo>
                    <a:pt x="244359" y="42358"/>
                  </a:lnTo>
                  <a:lnTo>
                    <a:pt x="237594" y="36773"/>
                  </a:lnTo>
                  <a:lnTo>
                    <a:pt x="230671" y="31581"/>
                  </a:lnTo>
                  <a:lnTo>
                    <a:pt x="223613" y="26786"/>
                  </a:lnTo>
                  <a:lnTo>
                    <a:pt x="216440" y="22391"/>
                  </a:lnTo>
                  <a:lnTo>
                    <a:pt x="209173" y="18396"/>
                  </a:lnTo>
                  <a:lnTo>
                    <a:pt x="201833" y="14802"/>
                  </a:lnTo>
                  <a:lnTo>
                    <a:pt x="194439" y="11607"/>
                  </a:lnTo>
                  <a:lnTo>
                    <a:pt x="187013" y="8810"/>
                  </a:lnTo>
                  <a:lnTo>
                    <a:pt x="179575" y="6408"/>
                  </a:lnTo>
                  <a:lnTo>
                    <a:pt x="172144" y="4396"/>
                  </a:lnTo>
                  <a:lnTo>
                    <a:pt x="164739" y="2771"/>
                  </a:lnTo>
                  <a:lnTo>
                    <a:pt x="157381" y="1525"/>
                  </a:lnTo>
                  <a:lnTo>
                    <a:pt x="150086" y="654"/>
                  </a:lnTo>
                  <a:lnTo>
                    <a:pt x="142875" y="148"/>
                  </a:lnTo>
                  <a:lnTo>
                    <a:pt x="135763" y="0"/>
                  </a:lnTo>
                  <a:lnTo>
                    <a:pt x="128768" y="200"/>
                  </a:lnTo>
                  <a:lnTo>
                    <a:pt x="121907" y="738"/>
                  </a:lnTo>
                  <a:lnTo>
                    <a:pt x="115195" y="1604"/>
                  </a:lnTo>
                  <a:lnTo>
                    <a:pt x="108648" y="2786"/>
                  </a:lnTo>
                  <a:lnTo>
                    <a:pt x="102279" y="4271"/>
                  </a:lnTo>
                  <a:lnTo>
                    <a:pt x="96104" y="6048"/>
                  </a:lnTo>
                  <a:lnTo>
                    <a:pt x="90133" y="8102"/>
                  </a:lnTo>
                  <a:lnTo>
                    <a:pt x="84381" y="10420"/>
                  </a:lnTo>
                  <a:lnTo>
                    <a:pt x="78858" y="12987"/>
                  </a:lnTo>
                  <a:lnTo>
                    <a:pt x="73574" y="15788"/>
                  </a:lnTo>
                  <a:lnTo>
                    <a:pt x="68540" y="18808"/>
                  </a:lnTo>
                  <a:lnTo>
                    <a:pt x="74183" y="15447"/>
                  </a:lnTo>
                  <a:lnTo>
                    <a:pt x="80136" y="12361"/>
                  </a:lnTo>
                  <a:lnTo>
                    <a:pt x="86386" y="9573"/>
                  </a:lnTo>
                  <a:lnTo>
                    <a:pt x="92916" y="7102"/>
                  </a:lnTo>
                  <a:lnTo>
                    <a:pt x="99712" y="4968"/>
                  </a:lnTo>
                  <a:lnTo>
                    <a:pt x="106756" y="3192"/>
                  </a:lnTo>
                  <a:lnTo>
                    <a:pt x="114027" y="1790"/>
                  </a:lnTo>
                  <a:lnTo>
                    <a:pt x="121508" y="780"/>
                  </a:lnTo>
                  <a:lnTo>
                    <a:pt x="129176" y="178"/>
                  </a:lnTo>
                  <a:lnTo>
                    <a:pt x="137010" y="0"/>
                  </a:lnTo>
                  <a:lnTo>
                    <a:pt x="144986" y="259"/>
                  </a:lnTo>
                  <a:lnTo>
                    <a:pt x="153081" y="968"/>
                  </a:lnTo>
                  <a:lnTo>
                    <a:pt x="161270" y="2138"/>
                  </a:lnTo>
                  <a:lnTo>
                    <a:pt x="169526" y="3779"/>
                  </a:lnTo>
                  <a:lnTo>
                    <a:pt x="177825" y="5900"/>
                  </a:lnTo>
                  <a:lnTo>
                    <a:pt x="186138" y="8507"/>
                  </a:lnTo>
                  <a:lnTo>
                    <a:pt x="194439" y="11607"/>
                  </a:lnTo>
                  <a:lnTo>
                    <a:pt x="200633" y="20857"/>
                  </a:lnTo>
                  <a:lnTo>
                    <a:pt x="206169" y="30385"/>
                  </a:lnTo>
                  <a:lnTo>
                    <a:pt x="211038" y="40147"/>
                  </a:lnTo>
                  <a:lnTo>
                    <a:pt x="215232" y="50097"/>
                  </a:lnTo>
                  <a:lnTo>
                    <a:pt x="218746" y="60189"/>
                  </a:lnTo>
                  <a:lnTo>
                    <a:pt x="221580" y="70377"/>
                  </a:lnTo>
                  <a:lnTo>
                    <a:pt x="223735" y="80617"/>
                  </a:lnTo>
                  <a:lnTo>
                    <a:pt x="225216" y="90863"/>
                  </a:lnTo>
                  <a:lnTo>
                    <a:pt x="226030" y="101071"/>
                  </a:lnTo>
                  <a:lnTo>
                    <a:pt x="226187" y="111200"/>
                  </a:lnTo>
                  <a:lnTo>
                    <a:pt x="225702" y="121208"/>
                  </a:lnTo>
                  <a:lnTo>
                    <a:pt x="224590" y="131053"/>
                  </a:lnTo>
                  <a:lnTo>
                    <a:pt x="222868" y="140697"/>
                  </a:lnTo>
                  <a:lnTo>
                    <a:pt x="220558" y="150104"/>
                  </a:lnTo>
                  <a:lnTo>
                    <a:pt x="217682" y="159237"/>
                  </a:lnTo>
                  <a:lnTo>
                    <a:pt x="214265" y="168063"/>
                  </a:lnTo>
                  <a:lnTo>
                    <a:pt x="210335" y="176550"/>
                  </a:lnTo>
                  <a:lnTo>
                    <a:pt x="205920" y="184670"/>
                  </a:lnTo>
                  <a:lnTo>
                    <a:pt x="201050" y="192395"/>
                  </a:lnTo>
                  <a:lnTo>
                    <a:pt x="195757" y="199700"/>
                  </a:lnTo>
                  <a:lnTo>
                    <a:pt x="190075" y="206564"/>
                  </a:lnTo>
                  <a:lnTo>
                    <a:pt x="184037" y="212965"/>
                  </a:lnTo>
                  <a:lnTo>
                    <a:pt x="177678" y="218888"/>
                  </a:lnTo>
                  <a:lnTo>
                    <a:pt x="171035" y="224317"/>
                  </a:lnTo>
                  <a:lnTo>
                    <a:pt x="164144" y="229239"/>
                  </a:lnTo>
                  <a:lnTo>
                    <a:pt x="157042" y="233647"/>
                  </a:lnTo>
                  <a:lnTo>
                    <a:pt x="149766" y="237532"/>
                  </a:lnTo>
                  <a:lnTo>
                    <a:pt x="142353" y="240890"/>
                  </a:lnTo>
                  <a:lnTo>
                    <a:pt x="134840" y="243719"/>
                  </a:lnTo>
                  <a:lnTo>
                    <a:pt x="127264" y="246021"/>
                  </a:lnTo>
                  <a:lnTo>
                    <a:pt x="119661" y="247798"/>
                  </a:lnTo>
                  <a:lnTo>
                    <a:pt x="112066" y="249056"/>
                  </a:lnTo>
                  <a:lnTo>
                    <a:pt x="104514" y="249804"/>
                  </a:lnTo>
                  <a:lnTo>
                    <a:pt x="97039" y="250051"/>
                  </a:lnTo>
                  <a:lnTo>
                    <a:pt x="89674" y="249810"/>
                  </a:lnTo>
                  <a:lnTo>
                    <a:pt x="82449" y="249096"/>
                  </a:lnTo>
                  <a:lnTo>
                    <a:pt x="75395" y="247924"/>
                  </a:lnTo>
                  <a:lnTo>
                    <a:pt x="68540" y="246315"/>
                  </a:lnTo>
                  <a:lnTo>
                    <a:pt x="61910" y="244287"/>
                  </a:lnTo>
                  <a:lnTo>
                    <a:pt x="55532" y="241863"/>
                  </a:lnTo>
                  <a:lnTo>
                    <a:pt x="49427" y="239066"/>
                  </a:lnTo>
                  <a:lnTo>
                    <a:pt x="43618" y="235920"/>
                  </a:lnTo>
                  <a:lnTo>
                    <a:pt x="38124" y="232451"/>
                  </a:lnTo>
                  <a:lnTo>
                    <a:pt x="32961" y="228687"/>
                  </a:lnTo>
                  <a:lnTo>
                    <a:pt x="28146" y="224654"/>
                  </a:lnTo>
                  <a:lnTo>
                    <a:pt x="23691" y="220381"/>
                  </a:lnTo>
                  <a:lnTo>
                    <a:pt x="19606" y="215896"/>
                  </a:lnTo>
                  <a:lnTo>
                    <a:pt x="15902" y="211231"/>
                  </a:lnTo>
                  <a:lnTo>
                    <a:pt x="12583" y="206413"/>
                  </a:lnTo>
                  <a:lnTo>
                    <a:pt x="9655" y="201472"/>
                  </a:lnTo>
                  <a:lnTo>
                    <a:pt x="7120" y="196439"/>
                  </a:lnTo>
                  <a:lnTo>
                    <a:pt x="4976" y="191342"/>
                  </a:lnTo>
                  <a:lnTo>
                    <a:pt x="3223" y="186211"/>
                  </a:lnTo>
                  <a:lnTo>
                    <a:pt x="1856" y="181073"/>
                  </a:lnTo>
                  <a:lnTo>
                    <a:pt x="869" y="175957"/>
                  </a:lnTo>
                  <a:lnTo>
                    <a:pt x="253" y="170890"/>
                  </a:lnTo>
                  <a:lnTo>
                    <a:pt x="0" y="165897"/>
                  </a:lnTo>
                  <a:lnTo>
                    <a:pt x="95" y="161004"/>
                  </a:lnTo>
                  <a:lnTo>
                    <a:pt x="528" y="156234"/>
                  </a:lnTo>
                  <a:lnTo>
                    <a:pt x="1281" y="151610"/>
                  </a:lnTo>
                  <a:lnTo>
                    <a:pt x="2340" y="147152"/>
                  </a:lnTo>
                  <a:lnTo>
                    <a:pt x="3685" y="142881"/>
                  </a:lnTo>
                  <a:lnTo>
                    <a:pt x="5299" y="138814"/>
                  </a:lnTo>
                  <a:lnTo>
                    <a:pt x="7160" y="134968"/>
                  </a:lnTo>
                  <a:lnTo>
                    <a:pt x="9247" y="131358"/>
                  </a:lnTo>
                  <a:lnTo>
                    <a:pt x="11540" y="127995"/>
                  </a:lnTo>
                  <a:lnTo>
                    <a:pt x="14014" y="124892"/>
                  </a:lnTo>
                  <a:lnTo>
                    <a:pt x="16647" y="122058"/>
                  </a:lnTo>
                  <a:lnTo>
                    <a:pt x="19415" y="119499"/>
                  </a:lnTo>
                  <a:lnTo>
                    <a:pt x="22294" y="117222"/>
                  </a:lnTo>
                  <a:lnTo>
                    <a:pt x="25260" y="115229"/>
                  </a:lnTo>
                  <a:lnTo>
                    <a:pt x="28288" y="113523"/>
                  </a:lnTo>
                  <a:lnTo>
                    <a:pt x="31357" y="112103"/>
                  </a:lnTo>
                  <a:lnTo>
                    <a:pt x="34440" y="110966"/>
                  </a:lnTo>
                  <a:lnTo>
                    <a:pt x="37516" y="110111"/>
                  </a:lnTo>
                  <a:lnTo>
                    <a:pt x="40562" y="109529"/>
                  </a:lnTo>
                  <a:lnTo>
                    <a:pt x="38383" y="117357"/>
                  </a:lnTo>
                  <a:lnTo>
                    <a:pt x="38077" y="124889"/>
                  </a:lnTo>
                  <a:lnTo>
                    <a:pt x="39435" y="131718"/>
                  </a:lnTo>
                  <a:lnTo>
                    <a:pt x="42162" y="137507"/>
                  </a:lnTo>
                  <a:lnTo>
                    <a:pt x="45903" y="142010"/>
                  </a:lnTo>
                  <a:lnTo>
                    <a:pt x="50262" y="145078"/>
                  </a:lnTo>
                  <a:lnTo>
                    <a:pt x="54832" y="146666"/>
                  </a:lnTo>
                  <a:lnTo>
                    <a:pt x="59214" y="146833"/>
                  </a:lnTo>
                  <a:lnTo>
                    <a:pt x="63044" y="145732"/>
                  </a:lnTo>
                  <a:lnTo>
                    <a:pt x="66016" y="143600"/>
                  </a:lnTo>
                  <a:lnTo>
                    <a:pt x="67896" y="140741"/>
                  </a:lnTo>
                  <a:lnTo>
                    <a:pt x="68540" y="137507"/>
                  </a:lnTo>
                  <a:lnTo>
                    <a:pt x="68856" y="143151"/>
                  </a:lnTo>
                  <a:lnTo>
                    <a:pt x="69805" y="148741"/>
                  </a:lnTo>
                  <a:lnTo>
                    <a:pt x="71380" y="154225"/>
                  </a:lnTo>
                  <a:lnTo>
                    <a:pt x="73571" y="159550"/>
                  </a:lnTo>
                  <a:lnTo>
                    <a:pt x="76363" y="164664"/>
                  </a:lnTo>
                  <a:lnTo>
                    <a:pt x="79741" y="169518"/>
                  </a:lnTo>
                  <a:lnTo>
                    <a:pt x="83681" y="174062"/>
                  </a:lnTo>
                  <a:lnTo>
                    <a:pt x="88159" y="178248"/>
                  </a:lnTo>
                  <a:lnTo>
                    <a:pt x="93147" y="182031"/>
                  </a:lnTo>
                  <a:lnTo>
                    <a:pt x="98612" y="185367"/>
                  </a:lnTo>
                  <a:lnTo>
                    <a:pt x="104519" y="188215"/>
                  </a:lnTo>
                  <a:lnTo>
                    <a:pt x="110830" y="190537"/>
                  </a:lnTo>
                  <a:lnTo>
                    <a:pt x="117503" y="192297"/>
                  </a:lnTo>
                  <a:lnTo>
                    <a:pt x="124495" y="193463"/>
                  </a:lnTo>
                  <a:lnTo>
                    <a:pt x="118699" y="197285"/>
                  </a:lnTo>
                  <a:lnTo>
                    <a:pt x="112668" y="200528"/>
                  </a:lnTo>
                  <a:lnTo>
                    <a:pt x="106457" y="203183"/>
                  </a:lnTo>
                  <a:lnTo>
                    <a:pt x="100125" y="205242"/>
                  </a:lnTo>
                  <a:lnTo>
                    <a:pt x="93725" y="206704"/>
                  </a:lnTo>
                  <a:lnTo>
                    <a:pt x="87314" y="207574"/>
                  </a:lnTo>
                  <a:lnTo>
                    <a:pt x="80945" y="207861"/>
                  </a:lnTo>
                  <a:lnTo>
                    <a:pt x="74670" y="207580"/>
                  </a:lnTo>
                  <a:lnTo>
                    <a:pt x="68540" y="206748"/>
                  </a:lnTo>
                  <a:lnTo>
                    <a:pt x="62601" y="205390"/>
                  </a:lnTo>
                  <a:lnTo>
                    <a:pt x="56898" y="203532"/>
                  </a:lnTo>
                  <a:lnTo>
                    <a:pt x="51472" y="201204"/>
                  </a:lnTo>
                  <a:lnTo>
                    <a:pt x="46361" y="198442"/>
                  </a:lnTo>
                  <a:lnTo>
                    <a:pt x="41599" y="195281"/>
                  </a:lnTo>
                  <a:lnTo>
                    <a:pt x="37216" y="191761"/>
                  </a:lnTo>
                  <a:lnTo>
                    <a:pt x="33237" y="187924"/>
                  </a:lnTo>
                  <a:lnTo>
                    <a:pt x="29684" y="183814"/>
                  </a:lnTo>
                  <a:lnTo>
                    <a:pt x="26573" y="179474"/>
                  </a:lnTo>
                  <a:lnTo>
                    <a:pt x="26485" y="172021"/>
                  </a:lnTo>
                  <a:lnTo>
                    <a:pt x="27417" y="164985"/>
                  </a:lnTo>
                  <a:lnTo>
                    <a:pt x="29283" y="158490"/>
                  </a:lnTo>
                  <a:lnTo>
                    <a:pt x="31985" y="152649"/>
                  </a:lnTo>
                  <a:lnTo>
                    <a:pt x="35410" y="147557"/>
                  </a:lnTo>
                  <a:lnTo>
                    <a:pt x="39435" y="143296"/>
                  </a:lnTo>
                  <a:lnTo>
                    <a:pt x="43930" y="139931"/>
                  </a:lnTo>
                  <a:lnTo>
                    <a:pt x="48756" y="137507"/>
                  </a:lnTo>
                  <a:lnTo>
                    <a:pt x="45161" y="138732"/>
                  </a:lnTo>
                  <a:lnTo>
                    <a:pt x="41651" y="140333"/>
                  </a:lnTo>
                  <a:lnTo>
                    <a:pt x="38253" y="142304"/>
                  </a:lnTo>
                  <a:lnTo>
                    <a:pt x="34998" y="144637"/>
                  </a:lnTo>
                  <a:lnTo>
                    <a:pt x="31914" y="147321"/>
                  </a:lnTo>
                  <a:lnTo>
                    <a:pt x="29028" y="150345"/>
                  </a:lnTo>
                  <a:lnTo>
                    <a:pt x="26368" y="153695"/>
                  </a:lnTo>
                  <a:lnTo>
                    <a:pt x="23960" y="157355"/>
                  </a:lnTo>
                  <a:lnTo>
                    <a:pt x="21828" y="161308"/>
                  </a:lnTo>
                  <a:lnTo>
                    <a:pt x="19997" y="165533"/>
                  </a:lnTo>
                  <a:lnTo>
                    <a:pt x="18488" y="170011"/>
                  </a:lnTo>
                  <a:lnTo>
                    <a:pt x="17324" y="174718"/>
                  </a:lnTo>
                  <a:lnTo>
                    <a:pt x="16523" y="179630"/>
                  </a:lnTo>
                  <a:lnTo>
                    <a:pt x="16103" y="184721"/>
                  </a:lnTo>
                  <a:lnTo>
                    <a:pt x="16081" y="189965"/>
                  </a:lnTo>
                  <a:lnTo>
                    <a:pt x="16472" y="195334"/>
                  </a:lnTo>
                  <a:lnTo>
                    <a:pt x="17287" y="200799"/>
                  </a:lnTo>
                  <a:lnTo>
                    <a:pt x="18538" y="206328"/>
                  </a:lnTo>
                  <a:lnTo>
                    <a:pt x="20233" y="211893"/>
                  </a:lnTo>
                  <a:lnTo>
                    <a:pt x="22379" y="217460"/>
                  </a:lnTo>
                  <a:lnTo>
                    <a:pt x="24980" y="222998"/>
                  </a:lnTo>
                  <a:lnTo>
                    <a:pt x="28038" y="228474"/>
                  </a:lnTo>
                  <a:lnTo>
                    <a:pt x="31555" y="233855"/>
                  </a:lnTo>
                  <a:lnTo>
                    <a:pt x="35527" y="239108"/>
                  </a:lnTo>
                  <a:lnTo>
                    <a:pt x="39951" y="244200"/>
                  </a:lnTo>
                  <a:lnTo>
                    <a:pt x="44820" y="249097"/>
                  </a:lnTo>
                  <a:lnTo>
                    <a:pt x="50126" y="253768"/>
                  </a:lnTo>
                  <a:lnTo>
                    <a:pt x="55856" y="258180"/>
                  </a:lnTo>
                  <a:lnTo>
                    <a:pt x="61999" y="262300"/>
                  </a:lnTo>
                  <a:lnTo>
                    <a:pt x="68540" y="266098"/>
                  </a:lnTo>
                  <a:lnTo>
                    <a:pt x="75459" y="269544"/>
                  </a:lnTo>
                  <a:lnTo>
                    <a:pt x="82739" y="272608"/>
                  </a:lnTo>
                  <a:lnTo>
                    <a:pt x="90358" y="275262"/>
                  </a:lnTo>
                  <a:lnTo>
                    <a:pt x="98291" y="277479"/>
                  </a:lnTo>
                  <a:lnTo>
                    <a:pt x="106515" y="279233"/>
                  </a:lnTo>
                  <a:lnTo>
                    <a:pt x="115001" y="280501"/>
                  </a:lnTo>
                  <a:lnTo>
                    <a:pt x="123721" y="281259"/>
                  </a:lnTo>
                  <a:lnTo>
                    <a:pt x="132644" y="281488"/>
                  </a:lnTo>
                  <a:lnTo>
                    <a:pt x="141738" y="281167"/>
                  </a:lnTo>
                  <a:lnTo>
                    <a:pt x="150970" y="280280"/>
                  </a:lnTo>
                  <a:lnTo>
                    <a:pt x="160304" y="278812"/>
                  </a:lnTo>
                  <a:lnTo>
                    <a:pt x="169706" y="276750"/>
                  </a:lnTo>
                  <a:lnTo>
                    <a:pt x="179137" y="274084"/>
                  </a:lnTo>
                  <a:lnTo>
                    <a:pt x="188560" y="270804"/>
                  </a:lnTo>
                  <a:lnTo>
                    <a:pt x="197937" y="266904"/>
                  </a:lnTo>
                  <a:lnTo>
                    <a:pt x="207227" y="262382"/>
                  </a:lnTo>
                  <a:lnTo>
                    <a:pt x="216391" y="257235"/>
                  </a:lnTo>
                  <a:lnTo>
                    <a:pt x="225388" y="251464"/>
                  </a:lnTo>
                  <a:lnTo>
                    <a:pt x="234179" y="245075"/>
                  </a:lnTo>
                  <a:lnTo>
                    <a:pt x="242723" y="238072"/>
                  </a:lnTo>
                  <a:lnTo>
                    <a:pt x="250979" y="230465"/>
                  </a:lnTo>
                  <a:lnTo>
                    <a:pt x="258907" y="222264"/>
                  </a:lnTo>
                  <a:lnTo>
                    <a:pt x="266468" y="213485"/>
                  </a:lnTo>
                  <a:lnTo>
                    <a:pt x="273623" y="204143"/>
                  </a:lnTo>
                  <a:lnTo>
                    <a:pt x="280333" y="194257"/>
                  </a:lnTo>
                  <a:lnTo>
                    <a:pt x="286560" y="183849"/>
                  </a:lnTo>
                  <a:lnTo>
                    <a:pt x="292269" y="172942"/>
                  </a:lnTo>
                  <a:lnTo>
                    <a:pt x="297424" y="161564"/>
                  </a:lnTo>
                  <a:lnTo>
                    <a:pt x="301991" y="149742"/>
                  </a:lnTo>
                  <a:close/>
                </a:path>
              </a:pathLst>
            </a:custGeom>
            <a:solidFill>
              <a:srgbClr val="F8766D">
                <a:alpha val="27843"/>
              </a:srgbClr>
            </a:solidFill>
            <a:ln w="2574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7679801" y="349877"/>
              <a:ext cx="279453" cy="203650"/>
            </a:xfrm>
            <a:custGeom>
              <a:avLst/>
              <a:pathLst>
                <a:path w="279453" h="203650">
                  <a:moveTo>
                    <a:pt x="42054" y="18807"/>
                  </a:moveTo>
                  <a:lnTo>
                    <a:pt x="47697" y="15446"/>
                  </a:lnTo>
                  <a:lnTo>
                    <a:pt x="53651" y="12361"/>
                  </a:lnTo>
                  <a:lnTo>
                    <a:pt x="59900" y="9572"/>
                  </a:lnTo>
                  <a:lnTo>
                    <a:pt x="66431" y="7101"/>
                  </a:lnTo>
                  <a:lnTo>
                    <a:pt x="73227" y="4968"/>
                  </a:lnTo>
                  <a:lnTo>
                    <a:pt x="80270" y="3191"/>
                  </a:lnTo>
                  <a:lnTo>
                    <a:pt x="87542" y="1789"/>
                  </a:lnTo>
                  <a:lnTo>
                    <a:pt x="95023" y="779"/>
                  </a:lnTo>
                  <a:lnTo>
                    <a:pt x="102691" y="178"/>
                  </a:lnTo>
                  <a:lnTo>
                    <a:pt x="110525" y="0"/>
                  </a:lnTo>
                  <a:lnTo>
                    <a:pt x="118501" y="258"/>
                  </a:lnTo>
                  <a:lnTo>
                    <a:pt x="126596" y="967"/>
                  </a:lnTo>
                  <a:lnTo>
                    <a:pt x="134784" y="2137"/>
                  </a:lnTo>
                  <a:lnTo>
                    <a:pt x="143041" y="3778"/>
                  </a:lnTo>
                  <a:lnTo>
                    <a:pt x="151340" y="5899"/>
                  </a:lnTo>
                  <a:lnTo>
                    <a:pt x="159653" y="8507"/>
                  </a:lnTo>
                  <a:lnTo>
                    <a:pt x="167954" y="11607"/>
                  </a:lnTo>
                  <a:lnTo>
                    <a:pt x="174645" y="14480"/>
                  </a:lnTo>
                  <a:lnTo>
                    <a:pt x="181295" y="17680"/>
                  </a:lnTo>
                  <a:lnTo>
                    <a:pt x="187888" y="21208"/>
                  </a:lnTo>
                  <a:lnTo>
                    <a:pt x="194408" y="25064"/>
                  </a:lnTo>
                  <a:lnTo>
                    <a:pt x="200841" y="29248"/>
                  </a:lnTo>
                  <a:lnTo>
                    <a:pt x="207171" y="33757"/>
                  </a:lnTo>
                  <a:lnTo>
                    <a:pt x="213382" y="38590"/>
                  </a:lnTo>
                  <a:lnTo>
                    <a:pt x="219460" y="43745"/>
                  </a:lnTo>
                  <a:lnTo>
                    <a:pt x="225388" y="49218"/>
                  </a:lnTo>
                  <a:lnTo>
                    <a:pt x="231151" y="55004"/>
                  </a:lnTo>
                  <a:lnTo>
                    <a:pt x="236735" y="61100"/>
                  </a:lnTo>
                  <a:lnTo>
                    <a:pt x="242123" y="67499"/>
                  </a:lnTo>
                  <a:lnTo>
                    <a:pt x="247301" y="74196"/>
                  </a:lnTo>
                  <a:lnTo>
                    <a:pt x="252255" y="81183"/>
                  </a:lnTo>
                  <a:lnTo>
                    <a:pt x="256969" y="88454"/>
                  </a:lnTo>
                  <a:lnTo>
                    <a:pt x="261430" y="95998"/>
                  </a:lnTo>
                  <a:lnTo>
                    <a:pt x="265623" y="103809"/>
                  </a:lnTo>
                  <a:lnTo>
                    <a:pt x="269535" y="111876"/>
                  </a:lnTo>
                  <a:lnTo>
                    <a:pt x="273153" y="120188"/>
                  </a:lnTo>
                  <a:lnTo>
                    <a:pt x="276463" y="128736"/>
                  </a:lnTo>
                  <a:lnTo>
                    <a:pt x="279453" y="137506"/>
                  </a:lnTo>
                  <a:lnTo>
                    <a:pt x="272438" y="145377"/>
                  </a:lnTo>
                  <a:lnTo>
                    <a:pt x="265170" y="152768"/>
                  </a:lnTo>
                  <a:lnTo>
                    <a:pt x="257673" y="159673"/>
                  </a:lnTo>
                  <a:lnTo>
                    <a:pt x="249974" y="166084"/>
                  </a:lnTo>
                  <a:lnTo>
                    <a:pt x="242096" y="171997"/>
                  </a:lnTo>
                  <a:lnTo>
                    <a:pt x="234065" y="177407"/>
                  </a:lnTo>
                  <a:lnTo>
                    <a:pt x="225905" y="182310"/>
                  </a:lnTo>
                  <a:lnTo>
                    <a:pt x="217642" y="186704"/>
                  </a:lnTo>
                  <a:lnTo>
                    <a:pt x="209301" y="190588"/>
                  </a:lnTo>
                  <a:lnTo>
                    <a:pt x="200908" y="193963"/>
                  </a:lnTo>
                  <a:lnTo>
                    <a:pt x="192486" y="196829"/>
                  </a:lnTo>
                  <a:lnTo>
                    <a:pt x="184062" y="199189"/>
                  </a:lnTo>
                  <a:lnTo>
                    <a:pt x="175659" y="201046"/>
                  </a:lnTo>
                  <a:lnTo>
                    <a:pt x="167302" y="202405"/>
                  </a:lnTo>
                  <a:lnTo>
                    <a:pt x="159015" y="203270"/>
                  </a:lnTo>
                  <a:lnTo>
                    <a:pt x="150823" y="203650"/>
                  </a:lnTo>
                  <a:lnTo>
                    <a:pt x="142747" y="203551"/>
                  </a:lnTo>
                  <a:lnTo>
                    <a:pt x="134812" y="202982"/>
                  </a:lnTo>
                  <a:lnTo>
                    <a:pt x="127040" y="201953"/>
                  </a:lnTo>
                  <a:lnTo>
                    <a:pt x="119452" y="200474"/>
                  </a:lnTo>
                  <a:lnTo>
                    <a:pt x="112071" y="198558"/>
                  </a:lnTo>
                  <a:lnTo>
                    <a:pt x="104916" y="196216"/>
                  </a:lnTo>
                  <a:lnTo>
                    <a:pt x="98010" y="193462"/>
                  </a:lnTo>
                  <a:lnTo>
                    <a:pt x="91018" y="192297"/>
                  </a:lnTo>
                  <a:lnTo>
                    <a:pt x="84345" y="190537"/>
                  </a:lnTo>
                  <a:lnTo>
                    <a:pt x="78034" y="188215"/>
                  </a:lnTo>
                  <a:lnTo>
                    <a:pt x="72127" y="185366"/>
                  </a:lnTo>
                  <a:lnTo>
                    <a:pt x="66662" y="182030"/>
                  </a:lnTo>
                  <a:lnTo>
                    <a:pt x="61674" y="178247"/>
                  </a:lnTo>
                  <a:lnTo>
                    <a:pt x="57196" y="174061"/>
                  </a:lnTo>
                  <a:lnTo>
                    <a:pt x="53255" y="169517"/>
                  </a:lnTo>
                  <a:lnTo>
                    <a:pt x="49878" y="164664"/>
                  </a:lnTo>
                  <a:lnTo>
                    <a:pt x="47085" y="159549"/>
                  </a:lnTo>
                  <a:lnTo>
                    <a:pt x="44895" y="154224"/>
                  </a:lnTo>
                  <a:lnTo>
                    <a:pt x="43320" y="148740"/>
                  </a:lnTo>
                  <a:lnTo>
                    <a:pt x="42371" y="143150"/>
                  </a:lnTo>
                  <a:lnTo>
                    <a:pt x="42054" y="137506"/>
                  </a:lnTo>
                  <a:lnTo>
                    <a:pt x="41669" y="142888"/>
                  </a:lnTo>
                  <a:lnTo>
                    <a:pt x="40519" y="148188"/>
                  </a:lnTo>
                  <a:lnTo>
                    <a:pt x="38614" y="153323"/>
                  </a:lnTo>
                  <a:lnTo>
                    <a:pt x="35974" y="158214"/>
                  </a:lnTo>
                  <a:lnTo>
                    <a:pt x="32627" y="162783"/>
                  </a:lnTo>
                  <a:lnTo>
                    <a:pt x="28606" y="166954"/>
                  </a:lnTo>
                  <a:lnTo>
                    <a:pt x="23954" y="170655"/>
                  </a:lnTo>
                  <a:lnTo>
                    <a:pt x="18718" y="173818"/>
                  </a:lnTo>
                  <a:lnTo>
                    <a:pt x="12954" y="176380"/>
                  </a:lnTo>
                  <a:lnTo>
                    <a:pt x="6722" y="178282"/>
                  </a:lnTo>
                  <a:lnTo>
                    <a:pt x="88" y="179473"/>
                  </a:lnTo>
                  <a:lnTo>
                    <a:pt x="0" y="172020"/>
                  </a:lnTo>
                  <a:lnTo>
                    <a:pt x="931" y="164984"/>
                  </a:lnTo>
                  <a:lnTo>
                    <a:pt x="2798" y="158489"/>
                  </a:lnTo>
                  <a:lnTo>
                    <a:pt x="5500" y="152648"/>
                  </a:lnTo>
                  <a:lnTo>
                    <a:pt x="8924" y="147556"/>
                  </a:lnTo>
                  <a:lnTo>
                    <a:pt x="12950" y="143296"/>
                  </a:lnTo>
                  <a:lnTo>
                    <a:pt x="17444" y="139930"/>
                  </a:lnTo>
                  <a:lnTo>
                    <a:pt x="22271" y="137506"/>
                  </a:lnTo>
                  <a:lnTo>
                    <a:pt x="18607" y="133793"/>
                  </a:lnTo>
                  <a:lnTo>
                    <a:pt x="15713" y="128948"/>
                  </a:lnTo>
                  <a:lnTo>
                    <a:pt x="13851" y="123136"/>
                  </a:lnTo>
                  <a:lnTo>
                    <a:pt x="13245" y="116576"/>
                  </a:lnTo>
                  <a:lnTo>
                    <a:pt x="14077" y="109529"/>
                  </a:lnTo>
                </a:path>
              </a:pathLst>
            </a:custGeom>
            <a:ln w="2574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924944" y="453073"/>
              <a:ext cx="68622" cy="6862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687545" y="334374"/>
              <a:ext cx="68622" cy="6862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7813445" y="327173"/>
              <a:ext cx="68622" cy="6862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7659567" y="425095"/>
              <a:ext cx="68622" cy="6862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7687545" y="453073"/>
              <a:ext cx="68622" cy="6862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7743500" y="509029"/>
              <a:ext cx="68622" cy="6862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7645578" y="495040"/>
              <a:ext cx="68622" cy="6862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7667762" y="453073"/>
              <a:ext cx="68622" cy="6862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721856" y="249986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721856" y="319518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721856" y="487384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721856" y="487384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721856" y="487384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553990" y="487384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484457" y="487384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553990" y="319518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tx127"/>
            <p:cNvSpPr/>
            <p:nvPr/>
          </p:nvSpPr>
          <p:spPr>
            <a:xfrm>
              <a:off x="7585212" y="177828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7668441" y="255943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877115" y="445065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7659055" y="631623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7575826" y="709847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7272078" y="631623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327497" y="445065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281465" y="255943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7179463" y="335801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7128609" y="217102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37" name="rc137"/>
            <p:cNvSpPr/>
            <p:nvPr/>
          </p:nvSpPr>
          <p:spPr>
            <a:xfrm>
              <a:off x="69589" y="909441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9589" y="992531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04045" y="909441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40"/>
            <p:cNvSpPr/>
            <p:nvPr/>
          </p:nvSpPr>
          <p:spPr>
            <a:xfrm>
              <a:off x="1252733" y="895231"/>
              <a:ext cx="931817" cy="1077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141" name="rc141"/>
            <p:cNvSpPr/>
            <p:nvPr/>
          </p:nvSpPr>
          <p:spPr>
            <a:xfrm>
              <a:off x="1421893" y="1030489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718642" y="1060163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718642" y="1138388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718642" y="1327237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1718642" y="1327237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1718642" y="1327237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1529792" y="1327237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1451568" y="1327237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1529792" y="1138388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1599957" y="1208538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1481272" y="1089838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1451601" y="1060163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1660542" y="1237890"/>
              <a:ext cx="295498" cy="236703"/>
            </a:xfrm>
            <a:custGeom>
              <a:avLst/>
              <a:pathLst>
                <a:path w="295498" h="236703">
                  <a:moveTo>
                    <a:pt x="295498" y="89347"/>
                  </a:moveTo>
                  <a:lnTo>
                    <a:pt x="289274" y="79526"/>
                  </a:lnTo>
                  <a:lnTo>
                    <a:pt x="282656" y="70234"/>
                  </a:lnTo>
                  <a:lnTo>
                    <a:pt x="275676" y="61485"/>
                  </a:lnTo>
                  <a:lnTo>
                    <a:pt x="268369" y="53292"/>
                  </a:lnTo>
                  <a:lnTo>
                    <a:pt x="260769" y="45668"/>
                  </a:lnTo>
                  <a:lnTo>
                    <a:pt x="252911" y="38621"/>
                  </a:lnTo>
                  <a:lnTo>
                    <a:pt x="244831" y="32160"/>
                  </a:lnTo>
                  <a:lnTo>
                    <a:pt x="236564" y="26291"/>
                  </a:lnTo>
                  <a:lnTo>
                    <a:pt x="228146" y="21016"/>
                  </a:lnTo>
                  <a:lnTo>
                    <a:pt x="219612" y="16338"/>
                  </a:lnTo>
                  <a:lnTo>
                    <a:pt x="210996" y="12257"/>
                  </a:lnTo>
                  <a:lnTo>
                    <a:pt x="202336" y="8771"/>
                  </a:lnTo>
                  <a:lnTo>
                    <a:pt x="193664" y="5876"/>
                  </a:lnTo>
                  <a:lnTo>
                    <a:pt x="185015" y="3566"/>
                  </a:lnTo>
                  <a:lnTo>
                    <a:pt x="176424" y="1834"/>
                  </a:lnTo>
                  <a:lnTo>
                    <a:pt x="167923" y="670"/>
                  </a:lnTo>
                  <a:lnTo>
                    <a:pt x="159546" y="62"/>
                  </a:lnTo>
                  <a:lnTo>
                    <a:pt x="151322" y="0"/>
                  </a:lnTo>
                  <a:lnTo>
                    <a:pt x="143284" y="466"/>
                  </a:lnTo>
                  <a:lnTo>
                    <a:pt x="135461" y="1446"/>
                  </a:lnTo>
                  <a:lnTo>
                    <a:pt x="127882" y="2922"/>
                  </a:lnTo>
                  <a:lnTo>
                    <a:pt x="120574" y="4875"/>
                  </a:lnTo>
                  <a:lnTo>
                    <a:pt x="113564" y="7283"/>
                  </a:lnTo>
                  <a:lnTo>
                    <a:pt x="106878" y="10125"/>
                  </a:lnTo>
                  <a:lnTo>
                    <a:pt x="100538" y="13377"/>
                  </a:lnTo>
                  <a:lnTo>
                    <a:pt x="94567" y="17016"/>
                  </a:lnTo>
                  <a:lnTo>
                    <a:pt x="88987" y="21014"/>
                  </a:lnTo>
                  <a:lnTo>
                    <a:pt x="83816" y="25346"/>
                  </a:lnTo>
                  <a:lnTo>
                    <a:pt x="79073" y="29984"/>
                  </a:lnTo>
                  <a:lnTo>
                    <a:pt x="74773" y="34899"/>
                  </a:lnTo>
                  <a:lnTo>
                    <a:pt x="70932" y="40061"/>
                  </a:lnTo>
                  <a:lnTo>
                    <a:pt x="67561" y="45441"/>
                  </a:lnTo>
                  <a:lnTo>
                    <a:pt x="64673" y="51008"/>
                  </a:lnTo>
                  <a:lnTo>
                    <a:pt x="62276" y="56730"/>
                  </a:lnTo>
                  <a:lnTo>
                    <a:pt x="60378" y="62576"/>
                  </a:lnTo>
                  <a:lnTo>
                    <a:pt x="58984" y="68513"/>
                  </a:lnTo>
                  <a:lnTo>
                    <a:pt x="58099" y="74509"/>
                  </a:lnTo>
                  <a:lnTo>
                    <a:pt x="61717" y="71156"/>
                  </a:lnTo>
                  <a:lnTo>
                    <a:pt x="66616" y="68785"/>
                  </a:lnTo>
                  <a:lnTo>
                    <a:pt x="72525" y="67757"/>
                  </a:lnTo>
                  <a:lnTo>
                    <a:pt x="79082" y="68363"/>
                  </a:lnTo>
                  <a:lnTo>
                    <a:pt x="82634" y="76232"/>
                  </a:lnTo>
                  <a:lnTo>
                    <a:pt x="83566" y="84281"/>
                  </a:lnTo>
                  <a:lnTo>
                    <a:pt x="82094" y="91710"/>
                  </a:lnTo>
                  <a:lnTo>
                    <a:pt x="78661" y="97864"/>
                  </a:lnTo>
                  <a:lnTo>
                    <a:pt x="73870" y="102289"/>
                  </a:lnTo>
                  <a:lnTo>
                    <a:pt x="68403" y="104768"/>
                  </a:lnTo>
                  <a:lnTo>
                    <a:pt x="62944" y="105320"/>
                  </a:lnTo>
                  <a:lnTo>
                    <a:pt x="58099" y="104184"/>
                  </a:lnTo>
                  <a:lnTo>
                    <a:pt x="54330" y="101770"/>
                  </a:lnTo>
                  <a:lnTo>
                    <a:pt x="51917" y="98599"/>
                  </a:lnTo>
                  <a:lnTo>
                    <a:pt x="50931" y="95230"/>
                  </a:lnTo>
                  <a:lnTo>
                    <a:pt x="51245" y="92186"/>
                  </a:lnTo>
                  <a:lnTo>
                    <a:pt x="52562" y="89892"/>
                  </a:lnTo>
                  <a:lnTo>
                    <a:pt x="54461" y="88623"/>
                  </a:lnTo>
                  <a:lnTo>
                    <a:pt x="56463" y="88472"/>
                  </a:lnTo>
                  <a:lnTo>
                    <a:pt x="58099" y="89347"/>
                  </a:lnTo>
                  <a:lnTo>
                    <a:pt x="55120" y="87137"/>
                  </a:lnTo>
                  <a:lnTo>
                    <a:pt x="51556" y="85849"/>
                  </a:lnTo>
                  <a:lnTo>
                    <a:pt x="47621" y="85598"/>
                  </a:lnTo>
                  <a:lnTo>
                    <a:pt x="43547" y="86452"/>
                  </a:lnTo>
                  <a:lnTo>
                    <a:pt x="39575" y="88437"/>
                  </a:lnTo>
                  <a:lnTo>
                    <a:pt x="35950" y="91528"/>
                  </a:lnTo>
                  <a:lnTo>
                    <a:pt x="32912" y="95656"/>
                  </a:lnTo>
                  <a:lnTo>
                    <a:pt x="30683" y="100703"/>
                  </a:lnTo>
                  <a:lnTo>
                    <a:pt x="29464" y="106510"/>
                  </a:lnTo>
                  <a:lnTo>
                    <a:pt x="29425" y="112879"/>
                  </a:lnTo>
                  <a:lnTo>
                    <a:pt x="30697" y="119580"/>
                  </a:lnTo>
                  <a:lnTo>
                    <a:pt x="33369" y="126357"/>
                  </a:lnTo>
                  <a:lnTo>
                    <a:pt x="37482" y="132938"/>
                  </a:lnTo>
                  <a:lnTo>
                    <a:pt x="43024" y="139042"/>
                  </a:lnTo>
                  <a:lnTo>
                    <a:pt x="49935" y="144385"/>
                  </a:lnTo>
                  <a:lnTo>
                    <a:pt x="58099" y="148696"/>
                  </a:lnTo>
                  <a:lnTo>
                    <a:pt x="61958" y="153145"/>
                  </a:lnTo>
                  <a:lnTo>
                    <a:pt x="66353" y="157328"/>
                  </a:lnTo>
                  <a:lnTo>
                    <a:pt x="71266" y="161196"/>
                  </a:lnTo>
                  <a:lnTo>
                    <a:pt x="76673" y="164703"/>
                  </a:lnTo>
                  <a:lnTo>
                    <a:pt x="82547" y="167802"/>
                  </a:lnTo>
                  <a:lnTo>
                    <a:pt x="88858" y="170452"/>
                  </a:lnTo>
                  <a:lnTo>
                    <a:pt x="95573" y="172610"/>
                  </a:lnTo>
                  <a:lnTo>
                    <a:pt x="102653" y="174238"/>
                  </a:lnTo>
                  <a:lnTo>
                    <a:pt x="110059" y="175300"/>
                  </a:lnTo>
                  <a:lnTo>
                    <a:pt x="117748" y="175763"/>
                  </a:lnTo>
                  <a:lnTo>
                    <a:pt x="125672" y="175597"/>
                  </a:lnTo>
                  <a:lnTo>
                    <a:pt x="133784" y="174777"/>
                  </a:lnTo>
                  <a:lnTo>
                    <a:pt x="142032" y="173280"/>
                  </a:lnTo>
                  <a:lnTo>
                    <a:pt x="133622" y="176505"/>
                  </a:lnTo>
                  <a:lnTo>
                    <a:pt x="125191" y="178971"/>
                  </a:lnTo>
                  <a:lnTo>
                    <a:pt x="116803" y="180692"/>
                  </a:lnTo>
                  <a:lnTo>
                    <a:pt x="108521" y="181688"/>
                  </a:lnTo>
                  <a:lnTo>
                    <a:pt x="100404" y="181982"/>
                  </a:lnTo>
                  <a:lnTo>
                    <a:pt x="92510" y="181605"/>
                  </a:lnTo>
                  <a:lnTo>
                    <a:pt x="84890" y="180589"/>
                  </a:lnTo>
                  <a:lnTo>
                    <a:pt x="77596" y="178973"/>
                  </a:lnTo>
                  <a:lnTo>
                    <a:pt x="70673" y="176798"/>
                  </a:lnTo>
                  <a:lnTo>
                    <a:pt x="64161" y="174108"/>
                  </a:lnTo>
                  <a:lnTo>
                    <a:pt x="58099" y="170953"/>
                  </a:lnTo>
                  <a:lnTo>
                    <a:pt x="52518" y="167381"/>
                  </a:lnTo>
                  <a:lnTo>
                    <a:pt x="47445" y="163446"/>
                  </a:lnTo>
                  <a:lnTo>
                    <a:pt x="42903" y="159202"/>
                  </a:lnTo>
                  <a:lnTo>
                    <a:pt x="38908" y="154705"/>
                  </a:lnTo>
                  <a:lnTo>
                    <a:pt x="35473" y="150010"/>
                  </a:lnTo>
                  <a:lnTo>
                    <a:pt x="32604" y="145173"/>
                  </a:lnTo>
                  <a:lnTo>
                    <a:pt x="30302" y="140253"/>
                  </a:lnTo>
                  <a:lnTo>
                    <a:pt x="28564" y="135303"/>
                  </a:lnTo>
                  <a:lnTo>
                    <a:pt x="27382" y="130380"/>
                  </a:lnTo>
                  <a:lnTo>
                    <a:pt x="26741" y="125535"/>
                  </a:lnTo>
                  <a:lnTo>
                    <a:pt x="26624" y="120822"/>
                  </a:lnTo>
                  <a:lnTo>
                    <a:pt x="24747" y="114939"/>
                  </a:lnTo>
                  <a:lnTo>
                    <a:pt x="23833" y="109130"/>
                  </a:lnTo>
                  <a:lnTo>
                    <a:pt x="23829" y="103542"/>
                  </a:lnTo>
                  <a:lnTo>
                    <a:pt x="24658" y="98307"/>
                  </a:lnTo>
                  <a:lnTo>
                    <a:pt x="26226" y="93543"/>
                  </a:lnTo>
                  <a:lnTo>
                    <a:pt x="28424" y="89347"/>
                  </a:lnTo>
                  <a:lnTo>
                    <a:pt x="25063" y="91050"/>
                  </a:lnTo>
                  <a:lnTo>
                    <a:pt x="21807" y="93098"/>
                  </a:lnTo>
                  <a:lnTo>
                    <a:pt x="18683" y="95485"/>
                  </a:lnTo>
                  <a:lnTo>
                    <a:pt x="15718" y="98203"/>
                  </a:lnTo>
                  <a:lnTo>
                    <a:pt x="12937" y="101240"/>
                  </a:lnTo>
                  <a:lnTo>
                    <a:pt x="10366" y="104585"/>
                  </a:lnTo>
                  <a:lnTo>
                    <a:pt x="8027" y="108223"/>
                  </a:lnTo>
                  <a:lnTo>
                    <a:pt x="5945" y="112139"/>
                  </a:lnTo>
                  <a:lnTo>
                    <a:pt x="4141" y="116317"/>
                  </a:lnTo>
                  <a:lnTo>
                    <a:pt x="2637" y="120736"/>
                  </a:lnTo>
                  <a:lnTo>
                    <a:pt x="1454" y="125377"/>
                  </a:lnTo>
                  <a:lnTo>
                    <a:pt x="608" y="130218"/>
                  </a:lnTo>
                  <a:lnTo>
                    <a:pt x="118" y="135237"/>
                  </a:lnTo>
                  <a:lnTo>
                    <a:pt x="0" y="140409"/>
                  </a:lnTo>
                  <a:lnTo>
                    <a:pt x="266" y="145709"/>
                  </a:lnTo>
                  <a:lnTo>
                    <a:pt x="931" y="151110"/>
                  </a:lnTo>
                  <a:lnTo>
                    <a:pt x="2005" y="156586"/>
                  </a:lnTo>
                  <a:lnTo>
                    <a:pt x="3497" y="162108"/>
                  </a:lnTo>
                  <a:lnTo>
                    <a:pt x="5414" y="167648"/>
                  </a:lnTo>
                  <a:lnTo>
                    <a:pt x="7762" y="173176"/>
                  </a:lnTo>
                  <a:lnTo>
                    <a:pt x="10544" y="178662"/>
                  </a:lnTo>
                  <a:lnTo>
                    <a:pt x="13761" y="184076"/>
                  </a:lnTo>
                  <a:lnTo>
                    <a:pt x="17413" y="189387"/>
                  </a:lnTo>
                  <a:lnTo>
                    <a:pt x="21499" y="194565"/>
                  </a:lnTo>
                  <a:lnTo>
                    <a:pt x="26012" y="199579"/>
                  </a:lnTo>
                  <a:lnTo>
                    <a:pt x="30947" y="204399"/>
                  </a:lnTo>
                  <a:lnTo>
                    <a:pt x="36295" y="208994"/>
                  </a:lnTo>
                  <a:lnTo>
                    <a:pt x="42046" y="213335"/>
                  </a:lnTo>
                  <a:lnTo>
                    <a:pt x="48187" y="217393"/>
                  </a:lnTo>
                  <a:lnTo>
                    <a:pt x="54705" y="221137"/>
                  </a:lnTo>
                  <a:lnTo>
                    <a:pt x="61581" y="224541"/>
                  </a:lnTo>
                  <a:lnTo>
                    <a:pt x="68799" y="227578"/>
                  </a:lnTo>
                  <a:lnTo>
                    <a:pt x="76338" y="230221"/>
                  </a:lnTo>
                  <a:lnTo>
                    <a:pt x="84176" y="232445"/>
                  </a:lnTo>
                  <a:lnTo>
                    <a:pt x="92290" y="234228"/>
                  </a:lnTo>
                  <a:lnTo>
                    <a:pt x="100655" y="235545"/>
                  </a:lnTo>
                  <a:lnTo>
                    <a:pt x="109244" y="236377"/>
                  </a:lnTo>
                  <a:lnTo>
                    <a:pt x="118028" y="236703"/>
                  </a:lnTo>
                  <a:lnTo>
                    <a:pt x="126977" y="236507"/>
                  </a:lnTo>
                  <a:lnTo>
                    <a:pt x="136062" y="235772"/>
                  </a:lnTo>
                  <a:lnTo>
                    <a:pt x="145250" y="234484"/>
                  </a:lnTo>
                  <a:lnTo>
                    <a:pt x="154507" y="232630"/>
                  </a:lnTo>
                  <a:lnTo>
                    <a:pt x="163799" y="230201"/>
                  </a:lnTo>
                  <a:lnTo>
                    <a:pt x="173091" y="227188"/>
                  </a:lnTo>
                  <a:lnTo>
                    <a:pt x="182348" y="223584"/>
                  </a:lnTo>
                  <a:lnTo>
                    <a:pt x="191532" y="219387"/>
                  </a:lnTo>
                  <a:lnTo>
                    <a:pt x="200607" y="214594"/>
                  </a:lnTo>
                  <a:lnTo>
                    <a:pt x="209536" y="209205"/>
                  </a:lnTo>
                  <a:lnTo>
                    <a:pt x="218281" y="203223"/>
                  </a:lnTo>
                  <a:lnTo>
                    <a:pt x="226804" y="196654"/>
                  </a:lnTo>
                  <a:lnTo>
                    <a:pt x="235068" y="189504"/>
                  </a:lnTo>
                  <a:lnTo>
                    <a:pt x="243035" y="181784"/>
                  </a:lnTo>
                  <a:lnTo>
                    <a:pt x="250669" y="173505"/>
                  </a:lnTo>
                  <a:lnTo>
                    <a:pt x="257932" y="164681"/>
                  </a:lnTo>
                  <a:lnTo>
                    <a:pt x="264789" y="155330"/>
                  </a:lnTo>
                  <a:lnTo>
                    <a:pt x="271205" y="145469"/>
                  </a:lnTo>
                  <a:lnTo>
                    <a:pt x="277145" y="135121"/>
                  </a:lnTo>
                  <a:lnTo>
                    <a:pt x="282576" y="124308"/>
                  </a:lnTo>
                  <a:lnTo>
                    <a:pt x="287465" y="113056"/>
                  </a:lnTo>
                  <a:lnTo>
                    <a:pt x="291782" y="101392"/>
                  </a:lnTo>
                  <a:close/>
                </a:path>
              </a:pathLst>
            </a:custGeom>
            <a:solidFill>
              <a:srgbClr val="7AD151">
                <a:alpha val="27843"/>
              </a:srgbClr>
            </a:solidFill>
            <a:ln w="2574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1684372" y="1275679"/>
              <a:ext cx="271668" cy="137974"/>
            </a:xfrm>
            <a:custGeom>
              <a:avLst/>
              <a:pathLst>
                <a:path w="271668" h="137974">
                  <a:moveTo>
                    <a:pt x="34270" y="36720"/>
                  </a:moveTo>
                  <a:lnTo>
                    <a:pt x="37888" y="33367"/>
                  </a:lnTo>
                  <a:lnTo>
                    <a:pt x="42787" y="30996"/>
                  </a:lnTo>
                  <a:lnTo>
                    <a:pt x="48695" y="29968"/>
                  </a:lnTo>
                  <a:lnTo>
                    <a:pt x="55253" y="30574"/>
                  </a:lnTo>
                  <a:lnTo>
                    <a:pt x="61450" y="25914"/>
                  </a:lnTo>
                  <a:lnTo>
                    <a:pt x="67932" y="21601"/>
                  </a:lnTo>
                  <a:lnTo>
                    <a:pt x="74682" y="17647"/>
                  </a:lnTo>
                  <a:lnTo>
                    <a:pt x="81686" y="14065"/>
                  </a:lnTo>
                  <a:lnTo>
                    <a:pt x="88928" y="10866"/>
                  </a:lnTo>
                  <a:lnTo>
                    <a:pt x="96391" y="8060"/>
                  </a:lnTo>
                  <a:lnTo>
                    <a:pt x="104057" y="5657"/>
                  </a:lnTo>
                  <a:lnTo>
                    <a:pt x="111911" y="3668"/>
                  </a:lnTo>
                  <a:lnTo>
                    <a:pt x="119933" y="2099"/>
                  </a:lnTo>
                  <a:lnTo>
                    <a:pt x="128108" y="961"/>
                  </a:lnTo>
                  <a:lnTo>
                    <a:pt x="136415" y="258"/>
                  </a:lnTo>
                  <a:lnTo>
                    <a:pt x="144836" y="0"/>
                  </a:lnTo>
                  <a:lnTo>
                    <a:pt x="153353" y="190"/>
                  </a:lnTo>
                  <a:lnTo>
                    <a:pt x="161947" y="835"/>
                  </a:lnTo>
                  <a:lnTo>
                    <a:pt x="170597" y="1938"/>
                  </a:lnTo>
                  <a:lnTo>
                    <a:pt x="179286" y="3504"/>
                  </a:lnTo>
                  <a:lnTo>
                    <a:pt x="187992" y="5536"/>
                  </a:lnTo>
                  <a:lnTo>
                    <a:pt x="196697" y="8035"/>
                  </a:lnTo>
                  <a:lnTo>
                    <a:pt x="205380" y="11003"/>
                  </a:lnTo>
                  <a:lnTo>
                    <a:pt x="214022" y="14442"/>
                  </a:lnTo>
                  <a:lnTo>
                    <a:pt x="222602" y="18349"/>
                  </a:lnTo>
                  <a:lnTo>
                    <a:pt x="231101" y="22726"/>
                  </a:lnTo>
                  <a:lnTo>
                    <a:pt x="239497" y="27570"/>
                  </a:lnTo>
                  <a:lnTo>
                    <a:pt x="247772" y="32878"/>
                  </a:lnTo>
                  <a:lnTo>
                    <a:pt x="255906" y="38649"/>
                  </a:lnTo>
                  <a:lnTo>
                    <a:pt x="263878" y="44877"/>
                  </a:lnTo>
                  <a:lnTo>
                    <a:pt x="271668" y="51558"/>
                  </a:lnTo>
                  <a:lnTo>
                    <a:pt x="266125" y="59838"/>
                  </a:lnTo>
                  <a:lnTo>
                    <a:pt x="260300" y="67724"/>
                  </a:lnTo>
                  <a:lnTo>
                    <a:pt x="254215" y="75204"/>
                  </a:lnTo>
                  <a:lnTo>
                    <a:pt x="247890" y="82272"/>
                  </a:lnTo>
                  <a:lnTo>
                    <a:pt x="241348" y="88919"/>
                  </a:lnTo>
                  <a:lnTo>
                    <a:pt x="234610" y="95139"/>
                  </a:lnTo>
                  <a:lnTo>
                    <a:pt x="227699" y="100928"/>
                  </a:lnTo>
                  <a:lnTo>
                    <a:pt x="220637" y="106280"/>
                  </a:lnTo>
                  <a:lnTo>
                    <a:pt x="213446" y="111193"/>
                  </a:lnTo>
                  <a:lnTo>
                    <a:pt x="206148" y="115665"/>
                  </a:lnTo>
                  <a:lnTo>
                    <a:pt x="198766" y="119694"/>
                  </a:lnTo>
                  <a:lnTo>
                    <a:pt x="191321" y="123280"/>
                  </a:lnTo>
                  <a:lnTo>
                    <a:pt x="183836" y="126425"/>
                  </a:lnTo>
                  <a:lnTo>
                    <a:pt x="176333" y="129130"/>
                  </a:lnTo>
                  <a:lnTo>
                    <a:pt x="168834" y="131398"/>
                  </a:lnTo>
                  <a:lnTo>
                    <a:pt x="161359" y="133233"/>
                  </a:lnTo>
                  <a:lnTo>
                    <a:pt x="153931" y="134640"/>
                  </a:lnTo>
                  <a:lnTo>
                    <a:pt x="146570" y="135625"/>
                  </a:lnTo>
                  <a:lnTo>
                    <a:pt x="139297" y="136194"/>
                  </a:lnTo>
                  <a:lnTo>
                    <a:pt x="132132" y="136356"/>
                  </a:lnTo>
                  <a:lnTo>
                    <a:pt x="125094" y="136118"/>
                  </a:lnTo>
                  <a:lnTo>
                    <a:pt x="118203" y="135491"/>
                  </a:lnTo>
                  <a:lnTo>
                    <a:pt x="109954" y="136988"/>
                  </a:lnTo>
                  <a:lnTo>
                    <a:pt x="101843" y="137808"/>
                  </a:lnTo>
                  <a:lnTo>
                    <a:pt x="93918" y="137974"/>
                  </a:lnTo>
                  <a:lnTo>
                    <a:pt x="86230" y="137510"/>
                  </a:lnTo>
                  <a:lnTo>
                    <a:pt x="78824" y="136449"/>
                  </a:lnTo>
                  <a:lnTo>
                    <a:pt x="71743" y="134821"/>
                  </a:lnTo>
                  <a:lnTo>
                    <a:pt x="65029" y="132663"/>
                  </a:lnTo>
                  <a:lnTo>
                    <a:pt x="58717" y="130013"/>
                  </a:lnTo>
                  <a:lnTo>
                    <a:pt x="52843" y="126913"/>
                  </a:lnTo>
                  <a:lnTo>
                    <a:pt x="47436" y="123407"/>
                  </a:lnTo>
                  <a:lnTo>
                    <a:pt x="42524" y="119539"/>
                  </a:lnTo>
                  <a:lnTo>
                    <a:pt x="38129" y="115356"/>
                  </a:lnTo>
                  <a:lnTo>
                    <a:pt x="34270" y="110907"/>
                  </a:lnTo>
                  <a:lnTo>
                    <a:pt x="27862" y="108428"/>
                  </a:lnTo>
                  <a:lnTo>
                    <a:pt x="22006" y="105286"/>
                  </a:lnTo>
                  <a:lnTo>
                    <a:pt x="16768" y="101575"/>
                  </a:lnTo>
                  <a:lnTo>
                    <a:pt x="12197" y="97391"/>
                  </a:lnTo>
                  <a:lnTo>
                    <a:pt x="8332" y="92837"/>
                  </a:lnTo>
                  <a:lnTo>
                    <a:pt x="5195" y="88016"/>
                  </a:lnTo>
                  <a:lnTo>
                    <a:pt x="2795" y="83032"/>
                  </a:lnTo>
                  <a:lnTo>
                    <a:pt x="917" y="77149"/>
                  </a:lnTo>
                  <a:lnTo>
                    <a:pt x="4" y="71341"/>
                  </a:lnTo>
                  <a:lnTo>
                    <a:pt x="0" y="65753"/>
                  </a:lnTo>
                  <a:lnTo>
                    <a:pt x="828" y="60518"/>
                  </a:lnTo>
                  <a:lnTo>
                    <a:pt x="2397" y="55754"/>
                  </a:lnTo>
                  <a:lnTo>
                    <a:pt x="4595" y="51558"/>
                  </a:lnTo>
                  <a:lnTo>
                    <a:pt x="9752" y="48330"/>
                  </a:lnTo>
                  <a:lnTo>
                    <a:pt x="15160" y="46437"/>
                  </a:lnTo>
                  <a:lnTo>
                    <a:pt x="20562" y="45879"/>
                  </a:lnTo>
                  <a:lnTo>
                    <a:pt x="25703" y="46612"/>
                  </a:lnTo>
                  <a:lnTo>
                    <a:pt x="30346" y="48547"/>
                  </a:lnTo>
                  <a:lnTo>
                    <a:pt x="34270" y="51558"/>
                  </a:lnTo>
                </a:path>
              </a:pathLst>
            </a:custGeom>
            <a:ln w="2574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21729" y="1292926"/>
              <a:ext cx="68622" cy="6862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684330" y="1278088"/>
              <a:ext cx="68622" cy="6862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705313" y="1271943"/>
              <a:ext cx="68622" cy="6862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684330" y="1292926"/>
              <a:ext cx="68622" cy="6862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684330" y="1352276"/>
              <a:ext cx="68622" cy="6862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768263" y="1376859"/>
              <a:ext cx="68622" cy="6862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1652855" y="1324401"/>
              <a:ext cx="68622" cy="6862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1654655" y="1292926"/>
              <a:ext cx="68622" cy="6862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1718642" y="1089838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1718642" y="1159371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1718642" y="1327237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718642" y="1327237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718642" y="1327237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550775" y="1327237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481243" y="1327237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550775" y="1159371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1581997" y="1017680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665226" y="1095795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873901" y="1284918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655840" y="1471476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572611" y="1549700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268864" y="1471476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324282" y="1284918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278250" y="1095795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176249" y="1175654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125394" y="1056955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81" name="rc181"/>
            <p:cNvSpPr/>
            <p:nvPr/>
          </p:nvSpPr>
          <p:spPr>
            <a:xfrm>
              <a:off x="3071196" y="909441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3071196" y="992531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3405652" y="909441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tx184"/>
            <p:cNvSpPr/>
            <p:nvPr/>
          </p:nvSpPr>
          <p:spPr>
            <a:xfrm>
              <a:off x="4185987" y="895231"/>
              <a:ext cx="1068523" cy="1077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185" name="rc185"/>
            <p:cNvSpPr/>
            <p:nvPr/>
          </p:nvSpPr>
          <p:spPr>
            <a:xfrm>
              <a:off x="4423500" y="1030489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4720249" y="1060163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4720249" y="1138388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4720249" y="1327237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4720249" y="1327237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4720249" y="1327237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4531399" y="1327237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453175" y="1327237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4531399" y="1138388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4601564" y="1208538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4482880" y="1089838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4453209" y="1060163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4605046" y="1178753"/>
              <a:ext cx="352601" cy="314139"/>
            </a:xfrm>
            <a:custGeom>
              <a:avLst/>
              <a:pathLst>
                <a:path w="352601" h="314139">
                  <a:moveTo>
                    <a:pt x="352601" y="148484"/>
                  </a:moveTo>
                  <a:lnTo>
                    <a:pt x="349277" y="138802"/>
                  </a:lnTo>
                  <a:lnTo>
                    <a:pt x="345564" y="129395"/>
                  </a:lnTo>
                  <a:lnTo>
                    <a:pt x="341479" y="120278"/>
                  </a:lnTo>
                  <a:lnTo>
                    <a:pt x="337039" y="111466"/>
                  </a:lnTo>
                  <a:lnTo>
                    <a:pt x="332263" y="102971"/>
                  </a:lnTo>
                  <a:lnTo>
                    <a:pt x="327168" y="94807"/>
                  </a:lnTo>
                  <a:lnTo>
                    <a:pt x="321775" y="86984"/>
                  </a:lnTo>
                  <a:lnTo>
                    <a:pt x="316103" y="79514"/>
                  </a:lnTo>
                  <a:lnTo>
                    <a:pt x="310171" y="72407"/>
                  </a:lnTo>
                  <a:lnTo>
                    <a:pt x="304000" y="65669"/>
                  </a:lnTo>
                  <a:lnTo>
                    <a:pt x="297610" y="59310"/>
                  </a:lnTo>
                  <a:lnTo>
                    <a:pt x="291022" y="53335"/>
                  </a:lnTo>
                  <a:lnTo>
                    <a:pt x="284257" y="47749"/>
                  </a:lnTo>
                  <a:lnTo>
                    <a:pt x="277334" y="42558"/>
                  </a:lnTo>
                  <a:lnTo>
                    <a:pt x="270276" y="37763"/>
                  </a:lnTo>
                  <a:lnTo>
                    <a:pt x="263103" y="33368"/>
                  </a:lnTo>
                  <a:lnTo>
                    <a:pt x="255836" y="29373"/>
                  </a:lnTo>
                  <a:lnTo>
                    <a:pt x="248496" y="25779"/>
                  </a:lnTo>
                  <a:lnTo>
                    <a:pt x="241102" y="22584"/>
                  </a:lnTo>
                  <a:lnTo>
                    <a:pt x="233676" y="19787"/>
                  </a:lnTo>
                  <a:lnTo>
                    <a:pt x="226238" y="17384"/>
                  </a:lnTo>
                  <a:lnTo>
                    <a:pt x="218807" y="15373"/>
                  </a:lnTo>
                  <a:lnTo>
                    <a:pt x="211402" y="13747"/>
                  </a:lnTo>
                  <a:lnTo>
                    <a:pt x="204044" y="12502"/>
                  </a:lnTo>
                  <a:lnTo>
                    <a:pt x="196749" y="11630"/>
                  </a:lnTo>
                  <a:lnTo>
                    <a:pt x="189537" y="11124"/>
                  </a:lnTo>
                  <a:lnTo>
                    <a:pt x="182426" y="10976"/>
                  </a:lnTo>
                  <a:lnTo>
                    <a:pt x="175431" y="11176"/>
                  </a:lnTo>
                  <a:lnTo>
                    <a:pt x="168570" y="11714"/>
                  </a:lnTo>
                  <a:lnTo>
                    <a:pt x="161858" y="12580"/>
                  </a:lnTo>
                  <a:lnTo>
                    <a:pt x="155311" y="13762"/>
                  </a:lnTo>
                  <a:lnTo>
                    <a:pt x="148942" y="15248"/>
                  </a:lnTo>
                  <a:lnTo>
                    <a:pt x="142766" y="17025"/>
                  </a:lnTo>
                  <a:lnTo>
                    <a:pt x="136796" y="19079"/>
                  </a:lnTo>
                  <a:lnTo>
                    <a:pt x="131044" y="21397"/>
                  </a:lnTo>
                  <a:lnTo>
                    <a:pt x="125520" y="23964"/>
                  </a:lnTo>
                  <a:lnTo>
                    <a:pt x="120237" y="26765"/>
                  </a:lnTo>
                  <a:lnTo>
                    <a:pt x="115202" y="29784"/>
                  </a:lnTo>
                  <a:lnTo>
                    <a:pt x="120572" y="25505"/>
                  </a:lnTo>
                  <a:lnTo>
                    <a:pt x="126314" y="21477"/>
                  </a:lnTo>
                  <a:lnTo>
                    <a:pt x="132417" y="17724"/>
                  </a:lnTo>
                  <a:lnTo>
                    <a:pt x="138868" y="14270"/>
                  </a:lnTo>
                  <a:lnTo>
                    <a:pt x="145651" y="11138"/>
                  </a:lnTo>
                  <a:lnTo>
                    <a:pt x="152751" y="8350"/>
                  </a:lnTo>
                  <a:lnTo>
                    <a:pt x="160150" y="5928"/>
                  </a:lnTo>
                  <a:lnTo>
                    <a:pt x="167829" y="3893"/>
                  </a:lnTo>
                  <a:lnTo>
                    <a:pt x="175768" y="2265"/>
                  </a:lnTo>
                  <a:lnTo>
                    <a:pt x="183946" y="1062"/>
                  </a:lnTo>
                  <a:lnTo>
                    <a:pt x="192341" y="301"/>
                  </a:lnTo>
                  <a:lnTo>
                    <a:pt x="200930" y="0"/>
                  </a:lnTo>
                  <a:lnTo>
                    <a:pt x="209687" y="172"/>
                  </a:lnTo>
                  <a:lnTo>
                    <a:pt x="218588" y="834"/>
                  </a:lnTo>
                  <a:lnTo>
                    <a:pt x="227606" y="1996"/>
                  </a:lnTo>
                  <a:lnTo>
                    <a:pt x="236715" y="3671"/>
                  </a:lnTo>
                  <a:lnTo>
                    <a:pt x="245886" y="5868"/>
                  </a:lnTo>
                  <a:lnTo>
                    <a:pt x="255091" y="8595"/>
                  </a:lnTo>
                  <a:lnTo>
                    <a:pt x="261529" y="18264"/>
                  </a:lnTo>
                  <a:lnTo>
                    <a:pt x="267320" y="28205"/>
                  </a:lnTo>
                  <a:lnTo>
                    <a:pt x="272456" y="38374"/>
                  </a:lnTo>
                  <a:lnTo>
                    <a:pt x="276929" y="48729"/>
                  </a:lnTo>
                  <a:lnTo>
                    <a:pt x="280736" y="59229"/>
                  </a:lnTo>
                  <a:lnTo>
                    <a:pt x="283874" y="69831"/>
                  </a:lnTo>
                  <a:lnTo>
                    <a:pt x="286346" y="80492"/>
                  </a:lnTo>
                  <a:lnTo>
                    <a:pt x="288156" y="91173"/>
                  </a:lnTo>
                  <a:lnTo>
                    <a:pt x="289308" y="101832"/>
                  </a:lnTo>
                  <a:lnTo>
                    <a:pt x="289812" y="112430"/>
                  </a:lnTo>
                  <a:lnTo>
                    <a:pt x="289680" y="122926"/>
                  </a:lnTo>
                  <a:lnTo>
                    <a:pt x="288924" y="133285"/>
                  </a:lnTo>
                  <a:lnTo>
                    <a:pt x="287561" y="143469"/>
                  </a:lnTo>
                  <a:lnTo>
                    <a:pt x="285608" y="153442"/>
                  </a:lnTo>
                  <a:lnTo>
                    <a:pt x="283085" y="163172"/>
                  </a:lnTo>
                  <a:lnTo>
                    <a:pt x="280014" y="172625"/>
                  </a:lnTo>
                  <a:lnTo>
                    <a:pt x="276418" y="181772"/>
                  </a:lnTo>
                  <a:lnTo>
                    <a:pt x="272322" y="190584"/>
                  </a:lnTo>
                  <a:lnTo>
                    <a:pt x="267754" y="199034"/>
                  </a:lnTo>
                  <a:lnTo>
                    <a:pt x="262740" y="207097"/>
                  </a:lnTo>
                  <a:lnTo>
                    <a:pt x="257312" y="214750"/>
                  </a:lnTo>
                  <a:lnTo>
                    <a:pt x="251499" y="221974"/>
                  </a:lnTo>
                  <a:lnTo>
                    <a:pt x="245332" y="228749"/>
                  </a:lnTo>
                  <a:lnTo>
                    <a:pt x="238844" y="235059"/>
                  </a:lnTo>
                  <a:lnTo>
                    <a:pt x="232068" y="240889"/>
                  </a:lnTo>
                  <a:lnTo>
                    <a:pt x="225038" y="246229"/>
                  </a:lnTo>
                  <a:lnTo>
                    <a:pt x="217787" y="251069"/>
                  </a:lnTo>
                  <a:lnTo>
                    <a:pt x="210350" y="255400"/>
                  </a:lnTo>
                  <a:lnTo>
                    <a:pt x="202761" y="259219"/>
                  </a:lnTo>
                  <a:lnTo>
                    <a:pt x="195053" y="262522"/>
                  </a:lnTo>
                  <a:lnTo>
                    <a:pt x="187261" y="265309"/>
                  </a:lnTo>
                  <a:lnTo>
                    <a:pt x="179419" y="267582"/>
                  </a:lnTo>
                  <a:lnTo>
                    <a:pt x="171560" y="269343"/>
                  </a:lnTo>
                  <a:lnTo>
                    <a:pt x="163716" y="270600"/>
                  </a:lnTo>
                  <a:lnTo>
                    <a:pt x="155919" y="271359"/>
                  </a:lnTo>
                  <a:lnTo>
                    <a:pt x="148200" y="271632"/>
                  </a:lnTo>
                  <a:lnTo>
                    <a:pt x="140588" y="271428"/>
                  </a:lnTo>
                  <a:lnTo>
                    <a:pt x="133114" y="270763"/>
                  </a:lnTo>
                  <a:lnTo>
                    <a:pt x="125803" y="269651"/>
                  </a:lnTo>
                  <a:lnTo>
                    <a:pt x="118683" y="268109"/>
                  </a:lnTo>
                  <a:lnTo>
                    <a:pt x="111778" y="266156"/>
                  </a:lnTo>
                  <a:lnTo>
                    <a:pt x="105112" y="263812"/>
                  </a:lnTo>
                  <a:lnTo>
                    <a:pt x="98707" y="261097"/>
                  </a:lnTo>
                  <a:lnTo>
                    <a:pt x="92582" y="258034"/>
                  </a:lnTo>
                  <a:lnTo>
                    <a:pt x="86756" y="254646"/>
                  </a:lnTo>
                  <a:lnTo>
                    <a:pt x="81246" y="250957"/>
                  </a:lnTo>
                  <a:lnTo>
                    <a:pt x="76067" y="246994"/>
                  </a:lnTo>
                  <a:lnTo>
                    <a:pt x="71231" y="242781"/>
                  </a:lnTo>
                  <a:lnTo>
                    <a:pt x="66750" y="238345"/>
                  </a:lnTo>
                  <a:lnTo>
                    <a:pt x="62633" y="233712"/>
                  </a:lnTo>
                  <a:lnTo>
                    <a:pt x="58887" y="228911"/>
                  </a:lnTo>
                  <a:lnTo>
                    <a:pt x="55517" y="223968"/>
                  </a:lnTo>
                  <a:lnTo>
                    <a:pt x="52528" y="218910"/>
                  </a:lnTo>
                  <a:lnTo>
                    <a:pt x="49921" y="213765"/>
                  </a:lnTo>
                  <a:lnTo>
                    <a:pt x="47695" y="208560"/>
                  </a:lnTo>
                  <a:lnTo>
                    <a:pt x="45849" y="203321"/>
                  </a:lnTo>
                  <a:lnTo>
                    <a:pt x="44378" y="198075"/>
                  </a:lnTo>
                  <a:lnTo>
                    <a:pt x="43278" y="192847"/>
                  </a:lnTo>
                  <a:lnTo>
                    <a:pt x="42540" y="187663"/>
                  </a:lnTo>
                  <a:lnTo>
                    <a:pt x="42155" y="182546"/>
                  </a:lnTo>
                  <a:lnTo>
                    <a:pt x="42114" y="177520"/>
                  </a:lnTo>
                  <a:lnTo>
                    <a:pt x="42404" y="172606"/>
                  </a:lnTo>
                  <a:lnTo>
                    <a:pt x="43012" y="167827"/>
                  </a:lnTo>
                  <a:lnTo>
                    <a:pt x="43923" y="163202"/>
                  </a:lnTo>
                  <a:lnTo>
                    <a:pt x="45121" y="158749"/>
                  </a:lnTo>
                  <a:lnTo>
                    <a:pt x="46589" y="154487"/>
                  </a:lnTo>
                  <a:lnTo>
                    <a:pt x="48310" y="150430"/>
                  </a:lnTo>
                  <a:lnTo>
                    <a:pt x="50263" y="146594"/>
                  </a:lnTo>
                  <a:lnTo>
                    <a:pt x="52429" y="142992"/>
                  </a:lnTo>
                  <a:lnTo>
                    <a:pt x="54788" y="139634"/>
                  </a:lnTo>
                  <a:lnTo>
                    <a:pt x="57318" y="136532"/>
                  </a:lnTo>
                  <a:lnTo>
                    <a:pt x="59998" y="133692"/>
                  </a:lnTo>
                  <a:lnTo>
                    <a:pt x="62806" y="131122"/>
                  </a:lnTo>
                  <a:lnTo>
                    <a:pt x="65720" y="128826"/>
                  </a:lnTo>
                  <a:lnTo>
                    <a:pt x="68718" y="126808"/>
                  </a:lnTo>
                  <a:lnTo>
                    <a:pt x="71777" y="125069"/>
                  </a:lnTo>
                  <a:lnTo>
                    <a:pt x="74875" y="123609"/>
                  </a:lnTo>
                  <a:lnTo>
                    <a:pt x="77990" y="122427"/>
                  </a:lnTo>
                  <a:lnTo>
                    <a:pt x="81100" y="121519"/>
                  </a:lnTo>
                  <a:lnTo>
                    <a:pt x="84186" y="120881"/>
                  </a:lnTo>
                  <a:lnTo>
                    <a:pt x="87225" y="120506"/>
                  </a:lnTo>
                  <a:lnTo>
                    <a:pt x="85046" y="128334"/>
                  </a:lnTo>
                  <a:lnTo>
                    <a:pt x="84740" y="135866"/>
                  </a:lnTo>
                  <a:lnTo>
                    <a:pt x="86098" y="142694"/>
                  </a:lnTo>
                  <a:lnTo>
                    <a:pt x="88825" y="148484"/>
                  </a:lnTo>
                  <a:lnTo>
                    <a:pt x="92565" y="152986"/>
                  </a:lnTo>
                  <a:lnTo>
                    <a:pt x="96925" y="156054"/>
                  </a:lnTo>
                  <a:lnTo>
                    <a:pt x="101495" y="157643"/>
                  </a:lnTo>
                  <a:lnTo>
                    <a:pt x="105876" y="157810"/>
                  </a:lnTo>
                  <a:lnTo>
                    <a:pt x="109707" y="156708"/>
                  </a:lnTo>
                  <a:lnTo>
                    <a:pt x="112679" y="154576"/>
                  </a:lnTo>
                  <a:lnTo>
                    <a:pt x="114559" y="151718"/>
                  </a:lnTo>
                  <a:lnTo>
                    <a:pt x="115202" y="148484"/>
                  </a:lnTo>
                  <a:lnTo>
                    <a:pt x="115687" y="153406"/>
                  </a:lnTo>
                  <a:lnTo>
                    <a:pt x="117132" y="158185"/>
                  </a:lnTo>
                  <a:lnTo>
                    <a:pt x="119509" y="162682"/>
                  </a:lnTo>
                  <a:lnTo>
                    <a:pt x="122773" y="166761"/>
                  </a:lnTo>
                  <a:lnTo>
                    <a:pt x="126860" y="170293"/>
                  </a:lnTo>
                  <a:lnTo>
                    <a:pt x="131689" y="173157"/>
                  </a:lnTo>
                  <a:lnTo>
                    <a:pt x="137165" y="175246"/>
                  </a:lnTo>
                  <a:lnTo>
                    <a:pt x="143180" y="176461"/>
                  </a:lnTo>
                  <a:lnTo>
                    <a:pt x="144429" y="181325"/>
                  </a:lnTo>
                  <a:lnTo>
                    <a:pt x="145196" y="186417"/>
                  </a:lnTo>
                  <a:lnTo>
                    <a:pt x="145462" y="191698"/>
                  </a:lnTo>
                  <a:lnTo>
                    <a:pt x="145206" y="197126"/>
                  </a:lnTo>
                  <a:lnTo>
                    <a:pt x="144413" y="202658"/>
                  </a:lnTo>
                  <a:lnTo>
                    <a:pt x="143072" y="208249"/>
                  </a:lnTo>
                  <a:lnTo>
                    <a:pt x="141172" y="213854"/>
                  </a:lnTo>
                  <a:lnTo>
                    <a:pt x="138710" y="219427"/>
                  </a:lnTo>
                  <a:lnTo>
                    <a:pt x="135683" y="224920"/>
                  </a:lnTo>
                  <a:lnTo>
                    <a:pt x="132093" y="230287"/>
                  </a:lnTo>
                  <a:lnTo>
                    <a:pt x="127946" y="235481"/>
                  </a:lnTo>
                  <a:lnTo>
                    <a:pt x="123249" y="240454"/>
                  </a:lnTo>
                  <a:lnTo>
                    <a:pt x="118015" y="245161"/>
                  </a:lnTo>
                  <a:lnTo>
                    <a:pt x="112261" y="249555"/>
                  </a:lnTo>
                  <a:lnTo>
                    <a:pt x="106007" y="253593"/>
                  </a:lnTo>
                  <a:lnTo>
                    <a:pt x="99273" y="257230"/>
                  </a:lnTo>
                  <a:lnTo>
                    <a:pt x="92088" y="260425"/>
                  </a:lnTo>
                  <a:lnTo>
                    <a:pt x="84481" y="263139"/>
                  </a:lnTo>
                  <a:lnTo>
                    <a:pt x="76483" y="265331"/>
                  </a:lnTo>
                  <a:lnTo>
                    <a:pt x="68132" y="266968"/>
                  </a:lnTo>
                  <a:lnTo>
                    <a:pt x="59464" y="268015"/>
                  </a:lnTo>
                  <a:lnTo>
                    <a:pt x="50522" y="268442"/>
                  </a:lnTo>
                  <a:lnTo>
                    <a:pt x="41348" y="268220"/>
                  </a:lnTo>
                  <a:lnTo>
                    <a:pt x="31990" y="267324"/>
                  </a:lnTo>
                  <a:lnTo>
                    <a:pt x="22494" y="265733"/>
                  </a:lnTo>
                  <a:lnTo>
                    <a:pt x="12910" y="263428"/>
                  </a:lnTo>
                  <a:lnTo>
                    <a:pt x="3291" y="260395"/>
                  </a:lnTo>
                  <a:lnTo>
                    <a:pt x="1600" y="251447"/>
                  </a:lnTo>
                  <a:lnTo>
                    <a:pt x="507" y="242611"/>
                  </a:lnTo>
                  <a:lnTo>
                    <a:pt x="0" y="233924"/>
                  </a:lnTo>
                  <a:lnTo>
                    <a:pt x="58" y="225421"/>
                  </a:lnTo>
                  <a:lnTo>
                    <a:pt x="664" y="217135"/>
                  </a:lnTo>
                  <a:lnTo>
                    <a:pt x="1795" y="209101"/>
                  </a:lnTo>
                  <a:lnTo>
                    <a:pt x="3428" y="201349"/>
                  </a:lnTo>
                  <a:lnTo>
                    <a:pt x="5538" y="193908"/>
                  </a:lnTo>
                  <a:lnTo>
                    <a:pt x="8098" y="186806"/>
                  </a:lnTo>
                  <a:lnTo>
                    <a:pt x="11080" y="180069"/>
                  </a:lnTo>
                  <a:lnTo>
                    <a:pt x="14453" y="173720"/>
                  </a:lnTo>
                  <a:lnTo>
                    <a:pt x="18187" y="167781"/>
                  </a:lnTo>
                  <a:lnTo>
                    <a:pt x="22249" y="162272"/>
                  </a:lnTo>
                  <a:lnTo>
                    <a:pt x="26606" y="157210"/>
                  </a:lnTo>
                  <a:lnTo>
                    <a:pt x="31225" y="152609"/>
                  </a:lnTo>
                  <a:lnTo>
                    <a:pt x="36069" y="148484"/>
                  </a:lnTo>
                  <a:lnTo>
                    <a:pt x="33829" y="152246"/>
                  </a:lnTo>
                  <a:lnTo>
                    <a:pt x="31772" y="156215"/>
                  </a:lnTo>
                  <a:lnTo>
                    <a:pt x="29913" y="160381"/>
                  </a:lnTo>
                  <a:lnTo>
                    <a:pt x="28266" y="164735"/>
                  </a:lnTo>
                  <a:lnTo>
                    <a:pt x="26843" y="169266"/>
                  </a:lnTo>
                  <a:lnTo>
                    <a:pt x="25659" y="173961"/>
                  </a:lnTo>
                  <a:lnTo>
                    <a:pt x="24724" y="178809"/>
                  </a:lnTo>
                  <a:lnTo>
                    <a:pt x="24051" y="183796"/>
                  </a:lnTo>
                  <a:lnTo>
                    <a:pt x="23650" y="188908"/>
                  </a:lnTo>
                  <a:lnTo>
                    <a:pt x="23531" y="194131"/>
                  </a:lnTo>
                  <a:lnTo>
                    <a:pt x="23704" y="199448"/>
                  </a:lnTo>
                  <a:lnTo>
                    <a:pt x="24176" y="204845"/>
                  </a:lnTo>
                  <a:lnTo>
                    <a:pt x="24956" y="210304"/>
                  </a:lnTo>
                  <a:lnTo>
                    <a:pt x="26050" y="215808"/>
                  </a:lnTo>
                  <a:lnTo>
                    <a:pt x="27464" y="221341"/>
                  </a:lnTo>
                  <a:lnTo>
                    <a:pt x="29202" y="226883"/>
                  </a:lnTo>
                  <a:lnTo>
                    <a:pt x="31269" y="232417"/>
                  </a:lnTo>
                  <a:lnTo>
                    <a:pt x="33667" y="237924"/>
                  </a:lnTo>
                  <a:lnTo>
                    <a:pt x="36398" y="243384"/>
                  </a:lnTo>
                  <a:lnTo>
                    <a:pt x="39462" y="248780"/>
                  </a:lnTo>
                  <a:lnTo>
                    <a:pt x="42860" y="254091"/>
                  </a:lnTo>
                  <a:lnTo>
                    <a:pt x="46589" y="259298"/>
                  </a:lnTo>
                  <a:lnTo>
                    <a:pt x="50647" y="264382"/>
                  </a:lnTo>
                  <a:lnTo>
                    <a:pt x="55031" y="269323"/>
                  </a:lnTo>
                  <a:lnTo>
                    <a:pt x="59736" y="274102"/>
                  </a:lnTo>
                  <a:lnTo>
                    <a:pt x="64756" y="278700"/>
                  </a:lnTo>
                  <a:lnTo>
                    <a:pt x="70084" y="283098"/>
                  </a:lnTo>
                  <a:lnTo>
                    <a:pt x="75712" y="287276"/>
                  </a:lnTo>
                  <a:lnTo>
                    <a:pt x="81632" y="291218"/>
                  </a:lnTo>
                  <a:lnTo>
                    <a:pt x="87832" y="294904"/>
                  </a:lnTo>
                  <a:lnTo>
                    <a:pt x="94302" y="298317"/>
                  </a:lnTo>
                  <a:lnTo>
                    <a:pt x="101029" y="301439"/>
                  </a:lnTo>
                  <a:lnTo>
                    <a:pt x="108001" y="304256"/>
                  </a:lnTo>
                  <a:lnTo>
                    <a:pt x="115202" y="306750"/>
                  </a:lnTo>
                  <a:lnTo>
                    <a:pt x="122619" y="308906"/>
                  </a:lnTo>
                  <a:lnTo>
                    <a:pt x="130235" y="310710"/>
                  </a:lnTo>
                  <a:lnTo>
                    <a:pt x="138032" y="312147"/>
                  </a:lnTo>
                  <a:lnTo>
                    <a:pt x="145994" y="313206"/>
                  </a:lnTo>
                  <a:lnTo>
                    <a:pt x="154102" y="313874"/>
                  </a:lnTo>
                  <a:lnTo>
                    <a:pt x="162336" y="314139"/>
                  </a:lnTo>
                  <a:lnTo>
                    <a:pt x="170675" y="313993"/>
                  </a:lnTo>
                  <a:lnTo>
                    <a:pt x="179101" y="313424"/>
                  </a:lnTo>
                  <a:lnTo>
                    <a:pt x="187590" y="312427"/>
                  </a:lnTo>
                  <a:lnTo>
                    <a:pt x="196122" y="310992"/>
                  </a:lnTo>
                  <a:lnTo>
                    <a:pt x="204673" y="309115"/>
                  </a:lnTo>
                  <a:lnTo>
                    <a:pt x="213222" y="306790"/>
                  </a:lnTo>
                  <a:lnTo>
                    <a:pt x="221743" y="304014"/>
                  </a:lnTo>
                  <a:lnTo>
                    <a:pt x="230215" y="300785"/>
                  </a:lnTo>
                  <a:lnTo>
                    <a:pt x="238613" y="297102"/>
                  </a:lnTo>
                  <a:lnTo>
                    <a:pt x="246913" y="292964"/>
                  </a:lnTo>
                  <a:lnTo>
                    <a:pt x="255091" y="288372"/>
                  </a:lnTo>
                  <a:lnTo>
                    <a:pt x="263122" y="283331"/>
                  </a:lnTo>
                  <a:lnTo>
                    <a:pt x="270983" y="277842"/>
                  </a:lnTo>
                  <a:lnTo>
                    <a:pt x="278648" y="271912"/>
                  </a:lnTo>
                  <a:lnTo>
                    <a:pt x="286094" y="265547"/>
                  </a:lnTo>
                  <a:lnTo>
                    <a:pt x="293297" y="258755"/>
                  </a:lnTo>
                  <a:lnTo>
                    <a:pt x="300233" y="251545"/>
                  </a:lnTo>
                  <a:lnTo>
                    <a:pt x="306879" y="243927"/>
                  </a:lnTo>
                  <a:lnTo>
                    <a:pt x="313211" y="235913"/>
                  </a:lnTo>
                  <a:lnTo>
                    <a:pt x="319208" y="227516"/>
                  </a:lnTo>
                  <a:lnTo>
                    <a:pt x="324847" y="218750"/>
                  </a:lnTo>
                  <a:lnTo>
                    <a:pt x="330107" y="209629"/>
                  </a:lnTo>
                  <a:lnTo>
                    <a:pt x="334967" y="200172"/>
                  </a:lnTo>
                  <a:lnTo>
                    <a:pt x="339408" y="190395"/>
                  </a:lnTo>
                  <a:lnTo>
                    <a:pt x="343409" y="180317"/>
                  </a:lnTo>
                  <a:lnTo>
                    <a:pt x="346954" y="169959"/>
                  </a:lnTo>
                  <a:lnTo>
                    <a:pt x="350023" y="159340"/>
                  </a:lnTo>
                  <a:close/>
                </a:path>
              </a:pathLst>
            </a:custGeom>
            <a:solidFill>
              <a:srgbClr val="F1B722">
                <a:alpha val="27843"/>
              </a:srgbClr>
            </a:solidFill>
            <a:ln w="2574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4605046" y="1178753"/>
              <a:ext cx="352601" cy="260395"/>
            </a:xfrm>
            <a:custGeom>
              <a:avLst/>
              <a:pathLst>
                <a:path w="352601" h="260395">
                  <a:moveTo>
                    <a:pt x="115202" y="29784"/>
                  </a:moveTo>
                  <a:lnTo>
                    <a:pt x="120572" y="25505"/>
                  </a:lnTo>
                  <a:lnTo>
                    <a:pt x="126314" y="21477"/>
                  </a:lnTo>
                  <a:lnTo>
                    <a:pt x="132417" y="17724"/>
                  </a:lnTo>
                  <a:lnTo>
                    <a:pt x="138868" y="14270"/>
                  </a:lnTo>
                  <a:lnTo>
                    <a:pt x="145651" y="11138"/>
                  </a:lnTo>
                  <a:lnTo>
                    <a:pt x="152751" y="8350"/>
                  </a:lnTo>
                  <a:lnTo>
                    <a:pt x="160150" y="5928"/>
                  </a:lnTo>
                  <a:lnTo>
                    <a:pt x="167829" y="3893"/>
                  </a:lnTo>
                  <a:lnTo>
                    <a:pt x="175768" y="2265"/>
                  </a:lnTo>
                  <a:lnTo>
                    <a:pt x="183946" y="1062"/>
                  </a:lnTo>
                  <a:lnTo>
                    <a:pt x="192341" y="301"/>
                  </a:lnTo>
                  <a:lnTo>
                    <a:pt x="200930" y="0"/>
                  </a:lnTo>
                  <a:lnTo>
                    <a:pt x="209687" y="172"/>
                  </a:lnTo>
                  <a:lnTo>
                    <a:pt x="218588" y="834"/>
                  </a:lnTo>
                  <a:lnTo>
                    <a:pt x="227606" y="1996"/>
                  </a:lnTo>
                  <a:lnTo>
                    <a:pt x="236715" y="3671"/>
                  </a:lnTo>
                  <a:lnTo>
                    <a:pt x="245886" y="5868"/>
                  </a:lnTo>
                  <a:lnTo>
                    <a:pt x="255091" y="8595"/>
                  </a:lnTo>
                  <a:lnTo>
                    <a:pt x="261311" y="12452"/>
                  </a:lnTo>
                  <a:lnTo>
                    <a:pt x="267433" y="16575"/>
                  </a:lnTo>
                  <a:lnTo>
                    <a:pt x="273444" y="20965"/>
                  </a:lnTo>
                  <a:lnTo>
                    <a:pt x="279334" y="25616"/>
                  </a:lnTo>
                  <a:lnTo>
                    <a:pt x="285093" y="30527"/>
                  </a:lnTo>
                  <a:lnTo>
                    <a:pt x="290707" y="35693"/>
                  </a:lnTo>
                  <a:lnTo>
                    <a:pt x="296168" y="41112"/>
                  </a:lnTo>
                  <a:lnTo>
                    <a:pt x="301464" y="46777"/>
                  </a:lnTo>
                  <a:lnTo>
                    <a:pt x="306583" y="52685"/>
                  </a:lnTo>
                  <a:lnTo>
                    <a:pt x="311517" y="58830"/>
                  </a:lnTo>
                  <a:lnTo>
                    <a:pt x="316253" y="65206"/>
                  </a:lnTo>
                  <a:lnTo>
                    <a:pt x="320782" y="71806"/>
                  </a:lnTo>
                  <a:lnTo>
                    <a:pt x="325095" y="78625"/>
                  </a:lnTo>
                  <a:lnTo>
                    <a:pt x="329180" y="85654"/>
                  </a:lnTo>
                  <a:lnTo>
                    <a:pt x="333029" y="92887"/>
                  </a:lnTo>
                  <a:lnTo>
                    <a:pt x="336632" y="100315"/>
                  </a:lnTo>
                  <a:lnTo>
                    <a:pt x="339980" y="107929"/>
                  </a:lnTo>
                  <a:lnTo>
                    <a:pt x="343064" y="115722"/>
                  </a:lnTo>
                  <a:lnTo>
                    <a:pt x="345877" y="123684"/>
                  </a:lnTo>
                  <a:lnTo>
                    <a:pt x="348409" y="131804"/>
                  </a:lnTo>
                  <a:lnTo>
                    <a:pt x="350653" y="140075"/>
                  </a:lnTo>
                  <a:lnTo>
                    <a:pt x="352601" y="148484"/>
                  </a:lnTo>
                  <a:lnTo>
                    <a:pt x="344888" y="155424"/>
                  </a:lnTo>
                  <a:lnTo>
                    <a:pt x="336978" y="161899"/>
                  </a:lnTo>
                  <a:lnTo>
                    <a:pt x="328894" y="167902"/>
                  </a:lnTo>
                  <a:lnTo>
                    <a:pt x="320657" y="173430"/>
                  </a:lnTo>
                  <a:lnTo>
                    <a:pt x="312287" y="178479"/>
                  </a:lnTo>
                  <a:lnTo>
                    <a:pt x="303807" y="183047"/>
                  </a:lnTo>
                  <a:lnTo>
                    <a:pt x="295237" y="187130"/>
                  </a:lnTo>
                  <a:lnTo>
                    <a:pt x="286600" y="190729"/>
                  </a:lnTo>
                  <a:lnTo>
                    <a:pt x="277917" y="193844"/>
                  </a:lnTo>
                  <a:lnTo>
                    <a:pt x="269208" y="196474"/>
                  </a:lnTo>
                  <a:lnTo>
                    <a:pt x="260495" y="198621"/>
                  </a:lnTo>
                  <a:lnTo>
                    <a:pt x="251800" y="200289"/>
                  </a:lnTo>
                  <a:lnTo>
                    <a:pt x="243144" y="201479"/>
                  </a:lnTo>
                  <a:lnTo>
                    <a:pt x="234546" y="202196"/>
                  </a:lnTo>
                  <a:lnTo>
                    <a:pt x="226028" y="202445"/>
                  </a:lnTo>
                  <a:lnTo>
                    <a:pt x="217611" y="202232"/>
                  </a:lnTo>
                  <a:lnTo>
                    <a:pt x="209313" y="201562"/>
                  </a:lnTo>
                  <a:lnTo>
                    <a:pt x="201155" y="200444"/>
                  </a:lnTo>
                  <a:lnTo>
                    <a:pt x="193157" y="198885"/>
                  </a:lnTo>
                  <a:lnTo>
                    <a:pt x="185337" y="196894"/>
                  </a:lnTo>
                  <a:lnTo>
                    <a:pt x="177714" y="194481"/>
                  </a:lnTo>
                  <a:lnTo>
                    <a:pt x="170307" y="191655"/>
                  </a:lnTo>
                  <a:lnTo>
                    <a:pt x="163133" y="188429"/>
                  </a:lnTo>
                  <a:lnTo>
                    <a:pt x="156209" y="184812"/>
                  </a:lnTo>
                  <a:lnTo>
                    <a:pt x="149553" y="180819"/>
                  </a:lnTo>
                  <a:lnTo>
                    <a:pt x="143180" y="176461"/>
                  </a:lnTo>
                  <a:lnTo>
                    <a:pt x="137165" y="175246"/>
                  </a:lnTo>
                  <a:lnTo>
                    <a:pt x="131689" y="173157"/>
                  </a:lnTo>
                  <a:lnTo>
                    <a:pt x="126860" y="170293"/>
                  </a:lnTo>
                  <a:lnTo>
                    <a:pt x="122773" y="166761"/>
                  </a:lnTo>
                  <a:lnTo>
                    <a:pt x="119509" y="162682"/>
                  </a:lnTo>
                  <a:lnTo>
                    <a:pt x="117132" y="158185"/>
                  </a:lnTo>
                  <a:lnTo>
                    <a:pt x="115687" y="153406"/>
                  </a:lnTo>
                  <a:lnTo>
                    <a:pt x="115202" y="148484"/>
                  </a:lnTo>
                  <a:lnTo>
                    <a:pt x="114967" y="155361"/>
                  </a:lnTo>
                  <a:lnTo>
                    <a:pt x="114263" y="162214"/>
                  </a:lnTo>
                  <a:lnTo>
                    <a:pt x="113091" y="169019"/>
                  </a:lnTo>
                  <a:lnTo>
                    <a:pt x="111454" y="175752"/>
                  </a:lnTo>
                  <a:lnTo>
                    <a:pt x="109356" y="182389"/>
                  </a:lnTo>
                  <a:lnTo>
                    <a:pt x="106802" y="188907"/>
                  </a:lnTo>
                  <a:lnTo>
                    <a:pt x="103798" y="195282"/>
                  </a:lnTo>
                  <a:lnTo>
                    <a:pt x="100350" y="201491"/>
                  </a:lnTo>
                  <a:lnTo>
                    <a:pt x="96468" y="207512"/>
                  </a:lnTo>
                  <a:lnTo>
                    <a:pt x="92159" y="213322"/>
                  </a:lnTo>
                  <a:lnTo>
                    <a:pt x="87434" y="218899"/>
                  </a:lnTo>
                  <a:lnTo>
                    <a:pt x="82305" y="224221"/>
                  </a:lnTo>
                  <a:lnTo>
                    <a:pt x="76783" y="229268"/>
                  </a:lnTo>
                  <a:lnTo>
                    <a:pt x="70882" y="234019"/>
                  </a:lnTo>
                  <a:lnTo>
                    <a:pt x="64615" y="238454"/>
                  </a:lnTo>
                  <a:lnTo>
                    <a:pt x="57997" y="242554"/>
                  </a:lnTo>
                  <a:lnTo>
                    <a:pt x="51045" y="246300"/>
                  </a:lnTo>
                  <a:lnTo>
                    <a:pt x="43775" y="249674"/>
                  </a:lnTo>
                  <a:lnTo>
                    <a:pt x="36204" y="252659"/>
                  </a:lnTo>
                  <a:lnTo>
                    <a:pt x="28350" y="255239"/>
                  </a:lnTo>
                  <a:lnTo>
                    <a:pt x="20234" y="257398"/>
                  </a:lnTo>
                  <a:lnTo>
                    <a:pt x="11874" y="259121"/>
                  </a:lnTo>
                  <a:lnTo>
                    <a:pt x="3291" y="260395"/>
                  </a:lnTo>
                  <a:lnTo>
                    <a:pt x="1600" y="251447"/>
                  </a:lnTo>
                  <a:lnTo>
                    <a:pt x="507" y="242611"/>
                  </a:lnTo>
                  <a:lnTo>
                    <a:pt x="0" y="233924"/>
                  </a:lnTo>
                  <a:lnTo>
                    <a:pt x="58" y="225421"/>
                  </a:lnTo>
                  <a:lnTo>
                    <a:pt x="664" y="217135"/>
                  </a:lnTo>
                  <a:lnTo>
                    <a:pt x="1795" y="209101"/>
                  </a:lnTo>
                  <a:lnTo>
                    <a:pt x="3428" y="201349"/>
                  </a:lnTo>
                  <a:lnTo>
                    <a:pt x="5538" y="193908"/>
                  </a:lnTo>
                  <a:lnTo>
                    <a:pt x="8098" y="186806"/>
                  </a:lnTo>
                  <a:lnTo>
                    <a:pt x="11080" y="180069"/>
                  </a:lnTo>
                  <a:lnTo>
                    <a:pt x="14453" y="173720"/>
                  </a:lnTo>
                  <a:lnTo>
                    <a:pt x="18187" y="167781"/>
                  </a:lnTo>
                  <a:lnTo>
                    <a:pt x="22249" y="162272"/>
                  </a:lnTo>
                  <a:lnTo>
                    <a:pt x="26606" y="157210"/>
                  </a:lnTo>
                  <a:lnTo>
                    <a:pt x="31225" y="152609"/>
                  </a:lnTo>
                  <a:lnTo>
                    <a:pt x="36069" y="148484"/>
                  </a:lnTo>
                  <a:lnTo>
                    <a:pt x="40750" y="141970"/>
                  </a:lnTo>
                  <a:lnTo>
                    <a:pt x="45931" y="136269"/>
                  </a:lnTo>
                  <a:lnTo>
                    <a:pt x="51505" y="131416"/>
                  </a:lnTo>
                  <a:lnTo>
                    <a:pt x="57366" y="127433"/>
                  </a:lnTo>
                  <a:lnTo>
                    <a:pt x="63405" y="124330"/>
                  </a:lnTo>
                  <a:lnTo>
                    <a:pt x="69515" y="122106"/>
                  </a:lnTo>
                  <a:lnTo>
                    <a:pt x="75589" y="120746"/>
                  </a:lnTo>
                  <a:lnTo>
                    <a:pt x="81525" y="120225"/>
                  </a:lnTo>
                  <a:lnTo>
                    <a:pt x="87225" y="120506"/>
                  </a:lnTo>
                </a:path>
              </a:pathLst>
            </a:custGeom>
            <a:ln w="2574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923336" y="1292926"/>
              <a:ext cx="68622" cy="6862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685937" y="1174226"/>
              <a:ext cx="68622" cy="6862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825826" y="1153037"/>
              <a:ext cx="68622" cy="6862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657960" y="1264948"/>
              <a:ext cx="68622" cy="6862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685937" y="1292926"/>
              <a:ext cx="68622" cy="6862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713915" y="1320904"/>
              <a:ext cx="68622" cy="6862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74027" y="1404837"/>
              <a:ext cx="68622" cy="6862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606804" y="1292926"/>
              <a:ext cx="68622" cy="6862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4720249" y="1089838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4720249" y="1159371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4720249" y="1327237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4720249" y="1327237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4720249" y="1327237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4552382" y="1327237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4482850" y="1327237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4552382" y="1159371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4583605" y="1017680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4666834" y="1095795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4875508" y="1284918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4657448" y="1471476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4574219" y="1549700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4270471" y="1471476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325890" y="1284918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279857" y="1095795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177856" y="1175654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4127002" y="1056955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25" name="rc225"/>
            <p:cNvSpPr/>
            <p:nvPr/>
          </p:nvSpPr>
          <p:spPr>
            <a:xfrm>
              <a:off x="6072803" y="909441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072803" y="992531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407259" y="909441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" name="tx228"/>
            <p:cNvSpPr/>
            <p:nvPr/>
          </p:nvSpPr>
          <p:spPr>
            <a:xfrm>
              <a:off x="7191829" y="894102"/>
              <a:ext cx="1060054" cy="108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229" name="rc229"/>
            <p:cNvSpPr/>
            <p:nvPr/>
          </p:nvSpPr>
          <p:spPr>
            <a:xfrm>
              <a:off x="7425107" y="1030489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721856" y="1060163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721856" y="1138388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7721856" y="1327237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721856" y="1327237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7721856" y="1327237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533006" y="1327237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7454782" y="1327237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7533006" y="1138388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7603172" y="1208538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7484487" y="1089838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7454816" y="1060163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7562348" y="1157513"/>
              <a:ext cx="396907" cy="360700"/>
            </a:xfrm>
            <a:custGeom>
              <a:avLst/>
              <a:pathLst>
                <a:path w="396907" h="360700">
                  <a:moveTo>
                    <a:pt x="396907" y="169724"/>
                  </a:moveTo>
                  <a:lnTo>
                    <a:pt x="392847" y="159812"/>
                  </a:lnTo>
                  <a:lnTo>
                    <a:pt x="388380" y="150244"/>
                  </a:lnTo>
                  <a:lnTo>
                    <a:pt x="383528" y="141037"/>
                  </a:lnTo>
                  <a:lnTo>
                    <a:pt x="378315" y="132206"/>
                  </a:lnTo>
                  <a:lnTo>
                    <a:pt x="372762" y="123764"/>
                  </a:lnTo>
                  <a:lnTo>
                    <a:pt x="366894" y="115725"/>
                  </a:lnTo>
                  <a:lnTo>
                    <a:pt x="360734" y="108099"/>
                  </a:lnTo>
                  <a:lnTo>
                    <a:pt x="354308" y="100897"/>
                  </a:lnTo>
                  <a:lnTo>
                    <a:pt x="347639" y="94127"/>
                  </a:lnTo>
                  <a:lnTo>
                    <a:pt x="340753" y="87796"/>
                  </a:lnTo>
                  <a:lnTo>
                    <a:pt x="333675" y="81911"/>
                  </a:lnTo>
                  <a:lnTo>
                    <a:pt x="326430" y="76476"/>
                  </a:lnTo>
                  <a:lnTo>
                    <a:pt x="319044" y="71494"/>
                  </a:lnTo>
                  <a:lnTo>
                    <a:pt x="311542" y="66967"/>
                  </a:lnTo>
                  <a:lnTo>
                    <a:pt x="303949" y="62896"/>
                  </a:lnTo>
                  <a:lnTo>
                    <a:pt x="296289" y="59281"/>
                  </a:lnTo>
                  <a:lnTo>
                    <a:pt x="288589" y="56119"/>
                  </a:lnTo>
                  <a:lnTo>
                    <a:pt x="280872" y="53406"/>
                  </a:lnTo>
                  <a:lnTo>
                    <a:pt x="273162" y="51140"/>
                  </a:lnTo>
                  <a:lnTo>
                    <a:pt x="265483" y="49313"/>
                  </a:lnTo>
                  <a:lnTo>
                    <a:pt x="257859" y="47919"/>
                  </a:lnTo>
                  <a:lnTo>
                    <a:pt x="250312" y="46950"/>
                  </a:lnTo>
                  <a:lnTo>
                    <a:pt x="242863" y="46396"/>
                  </a:lnTo>
                  <a:lnTo>
                    <a:pt x="235536" y="46247"/>
                  </a:lnTo>
                  <a:lnTo>
                    <a:pt x="228349" y="46493"/>
                  </a:lnTo>
                  <a:lnTo>
                    <a:pt x="221324" y="47120"/>
                  </a:lnTo>
                  <a:lnTo>
                    <a:pt x="214479" y="48115"/>
                  </a:lnTo>
                  <a:lnTo>
                    <a:pt x="207833" y="49463"/>
                  </a:lnTo>
                  <a:lnTo>
                    <a:pt x="201403" y="51150"/>
                  </a:lnTo>
                  <a:lnTo>
                    <a:pt x="195205" y="53160"/>
                  </a:lnTo>
                  <a:lnTo>
                    <a:pt x="189256" y="55476"/>
                  </a:lnTo>
                  <a:lnTo>
                    <a:pt x="183569" y="58079"/>
                  </a:lnTo>
                  <a:lnTo>
                    <a:pt x="178159" y="60953"/>
                  </a:lnTo>
                  <a:lnTo>
                    <a:pt x="173036" y="64078"/>
                  </a:lnTo>
                  <a:lnTo>
                    <a:pt x="168214" y="67435"/>
                  </a:lnTo>
                  <a:lnTo>
                    <a:pt x="163702" y="71004"/>
                  </a:lnTo>
                  <a:lnTo>
                    <a:pt x="159508" y="74765"/>
                  </a:lnTo>
                  <a:lnTo>
                    <a:pt x="163128" y="68355"/>
                  </a:lnTo>
                  <a:lnTo>
                    <a:pt x="167206" y="62091"/>
                  </a:lnTo>
                  <a:lnTo>
                    <a:pt x="171735" y="55996"/>
                  </a:lnTo>
                  <a:lnTo>
                    <a:pt x="176708" y="50097"/>
                  </a:lnTo>
                  <a:lnTo>
                    <a:pt x="182116" y="44415"/>
                  </a:lnTo>
                  <a:lnTo>
                    <a:pt x="187951" y="38975"/>
                  </a:lnTo>
                  <a:lnTo>
                    <a:pt x="194200" y="33801"/>
                  </a:lnTo>
                  <a:lnTo>
                    <a:pt x="200854" y="28913"/>
                  </a:lnTo>
                  <a:lnTo>
                    <a:pt x="207898" y="24335"/>
                  </a:lnTo>
                  <a:lnTo>
                    <a:pt x="215319" y="20089"/>
                  </a:lnTo>
                  <a:lnTo>
                    <a:pt x="223102" y="16195"/>
                  </a:lnTo>
                  <a:lnTo>
                    <a:pt x="231231" y="12673"/>
                  </a:lnTo>
                  <a:lnTo>
                    <a:pt x="239689" y="9543"/>
                  </a:lnTo>
                  <a:lnTo>
                    <a:pt x="248458" y="6825"/>
                  </a:lnTo>
                  <a:lnTo>
                    <a:pt x="257519" y="4535"/>
                  </a:lnTo>
                  <a:lnTo>
                    <a:pt x="266853" y="2692"/>
                  </a:lnTo>
                  <a:lnTo>
                    <a:pt x="276439" y="1311"/>
                  </a:lnTo>
                  <a:lnTo>
                    <a:pt x="286256" y="409"/>
                  </a:lnTo>
                  <a:lnTo>
                    <a:pt x="296281" y="0"/>
                  </a:lnTo>
                  <a:lnTo>
                    <a:pt x="306491" y="96"/>
                  </a:lnTo>
                  <a:lnTo>
                    <a:pt x="316864" y="712"/>
                  </a:lnTo>
                  <a:lnTo>
                    <a:pt x="327374" y="1858"/>
                  </a:lnTo>
                  <a:lnTo>
                    <a:pt x="333401" y="9304"/>
                  </a:lnTo>
                  <a:lnTo>
                    <a:pt x="339101" y="16961"/>
                  </a:lnTo>
                  <a:lnTo>
                    <a:pt x="344468" y="24817"/>
                  </a:lnTo>
                  <a:lnTo>
                    <a:pt x="349494" y="32857"/>
                  </a:lnTo>
                  <a:lnTo>
                    <a:pt x="354174" y="41065"/>
                  </a:lnTo>
                  <a:lnTo>
                    <a:pt x="358502" y="49428"/>
                  </a:lnTo>
                  <a:lnTo>
                    <a:pt x="362474" y="57930"/>
                  </a:lnTo>
                  <a:lnTo>
                    <a:pt x="366084" y="66556"/>
                  </a:lnTo>
                  <a:lnTo>
                    <a:pt x="369331" y="75291"/>
                  </a:lnTo>
                  <a:lnTo>
                    <a:pt x="372210" y="84119"/>
                  </a:lnTo>
                  <a:lnTo>
                    <a:pt x="374720" y="93025"/>
                  </a:lnTo>
                  <a:lnTo>
                    <a:pt x="376859" y="101995"/>
                  </a:lnTo>
                  <a:lnTo>
                    <a:pt x="378626" y="111012"/>
                  </a:lnTo>
                  <a:lnTo>
                    <a:pt x="380021" y="120061"/>
                  </a:lnTo>
                  <a:lnTo>
                    <a:pt x="381043" y="129126"/>
                  </a:lnTo>
                  <a:lnTo>
                    <a:pt x="381695" y="138194"/>
                  </a:lnTo>
                  <a:lnTo>
                    <a:pt x="381977" y="147247"/>
                  </a:lnTo>
                  <a:lnTo>
                    <a:pt x="381891" y="156272"/>
                  </a:lnTo>
                  <a:lnTo>
                    <a:pt x="381441" y="165254"/>
                  </a:lnTo>
                  <a:lnTo>
                    <a:pt x="380630" y="174178"/>
                  </a:lnTo>
                  <a:lnTo>
                    <a:pt x="379461" y="183029"/>
                  </a:lnTo>
                  <a:lnTo>
                    <a:pt x="377939" y="191793"/>
                  </a:lnTo>
                  <a:lnTo>
                    <a:pt x="376070" y="200457"/>
                  </a:lnTo>
                  <a:lnTo>
                    <a:pt x="373858" y="209005"/>
                  </a:lnTo>
                  <a:lnTo>
                    <a:pt x="371311" y="217426"/>
                  </a:lnTo>
                  <a:lnTo>
                    <a:pt x="368435" y="225706"/>
                  </a:lnTo>
                  <a:lnTo>
                    <a:pt x="365236" y="233832"/>
                  </a:lnTo>
                  <a:lnTo>
                    <a:pt x="361723" y="241791"/>
                  </a:lnTo>
                  <a:lnTo>
                    <a:pt x="357905" y="249572"/>
                  </a:lnTo>
                  <a:lnTo>
                    <a:pt x="353789" y="257163"/>
                  </a:lnTo>
                  <a:lnTo>
                    <a:pt x="349384" y="264552"/>
                  </a:lnTo>
                  <a:lnTo>
                    <a:pt x="344701" y="271729"/>
                  </a:lnTo>
                  <a:lnTo>
                    <a:pt x="339749" y="278684"/>
                  </a:lnTo>
                  <a:lnTo>
                    <a:pt x="334538" y="285405"/>
                  </a:lnTo>
                  <a:lnTo>
                    <a:pt x="329080" y="291885"/>
                  </a:lnTo>
                  <a:lnTo>
                    <a:pt x="323384" y="298113"/>
                  </a:lnTo>
                  <a:lnTo>
                    <a:pt x="317463" y="304082"/>
                  </a:lnTo>
                  <a:lnTo>
                    <a:pt x="311329" y="309783"/>
                  </a:lnTo>
                  <a:lnTo>
                    <a:pt x="304992" y="315208"/>
                  </a:lnTo>
                  <a:lnTo>
                    <a:pt x="298466" y="320352"/>
                  </a:lnTo>
                  <a:lnTo>
                    <a:pt x="291762" y="325207"/>
                  </a:lnTo>
                  <a:lnTo>
                    <a:pt x="284894" y="329767"/>
                  </a:lnTo>
                  <a:lnTo>
                    <a:pt x="277873" y="334028"/>
                  </a:lnTo>
                  <a:lnTo>
                    <a:pt x="270714" y="337983"/>
                  </a:lnTo>
                  <a:lnTo>
                    <a:pt x="263429" y="341630"/>
                  </a:lnTo>
                  <a:lnTo>
                    <a:pt x="256031" y="344964"/>
                  </a:lnTo>
                  <a:lnTo>
                    <a:pt x="248534" y="347983"/>
                  </a:lnTo>
                  <a:lnTo>
                    <a:pt x="240951" y="350683"/>
                  </a:lnTo>
                  <a:lnTo>
                    <a:pt x="233295" y="353062"/>
                  </a:lnTo>
                  <a:lnTo>
                    <a:pt x="225581" y="355120"/>
                  </a:lnTo>
                  <a:lnTo>
                    <a:pt x="217820" y="356855"/>
                  </a:lnTo>
                  <a:lnTo>
                    <a:pt x="210028" y="358268"/>
                  </a:lnTo>
                  <a:lnTo>
                    <a:pt x="202217" y="359357"/>
                  </a:lnTo>
                  <a:lnTo>
                    <a:pt x="194400" y="360125"/>
                  </a:lnTo>
                  <a:lnTo>
                    <a:pt x="186591" y="360572"/>
                  </a:lnTo>
                  <a:lnTo>
                    <a:pt x="178803" y="360700"/>
                  </a:lnTo>
                  <a:lnTo>
                    <a:pt x="171049" y="360512"/>
                  </a:lnTo>
                  <a:lnTo>
                    <a:pt x="163341" y="360011"/>
                  </a:lnTo>
                  <a:lnTo>
                    <a:pt x="155692" y="359199"/>
                  </a:lnTo>
                  <a:lnTo>
                    <a:pt x="148114" y="358082"/>
                  </a:lnTo>
                  <a:lnTo>
                    <a:pt x="140621" y="356663"/>
                  </a:lnTo>
                  <a:lnTo>
                    <a:pt x="133223" y="354947"/>
                  </a:lnTo>
                  <a:lnTo>
                    <a:pt x="125932" y="352940"/>
                  </a:lnTo>
                  <a:lnTo>
                    <a:pt x="118761" y="350648"/>
                  </a:lnTo>
                  <a:lnTo>
                    <a:pt x="111719" y="348076"/>
                  </a:lnTo>
                  <a:lnTo>
                    <a:pt x="104817" y="345232"/>
                  </a:lnTo>
                  <a:lnTo>
                    <a:pt x="98067" y="342123"/>
                  </a:lnTo>
                  <a:lnTo>
                    <a:pt x="91478" y="338757"/>
                  </a:lnTo>
                  <a:lnTo>
                    <a:pt x="85060" y="335140"/>
                  </a:lnTo>
                  <a:lnTo>
                    <a:pt x="78823" y="331282"/>
                  </a:lnTo>
                  <a:lnTo>
                    <a:pt x="72774" y="327191"/>
                  </a:lnTo>
                  <a:lnTo>
                    <a:pt x="66924" y="322877"/>
                  </a:lnTo>
                  <a:lnTo>
                    <a:pt x="61280" y="318347"/>
                  </a:lnTo>
                  <a:lnTo>
                    <a:pt x="55849" y="313613"/>
                  </a:lnTo>
                  <a:lnTo>
                    <a:pt x="50640" y="308684"/>
                  </a:lnTo>
                  <a:lnTo>
                    <a:pt x="45659" y="303569"/>
                  </a:lnTo>
                  <a:lnTo>
                    <a:pt x="40912" y="298280"/>
                  </a:lnTo>
                  <a:lnTo>
                    <a:pt x="36406" y="292826"/>
                  </a:lnTo>
                  <a:lnTo>
                    <a:pt x="32146" y="287219"/>
                  </a:lnTo>
                  <a:lnTo>
                    <a:pt x="28136" y="281470"/>
                  </a:lnTo>
                  <a:lnTo>
                    <a:pt x="24382" y="275589"/>
                  </a:lnTo>
                  <a:lnTo>
                    <a:pt x="20887" y="269587"/>
                  </a:lnTo>
                  <a:lnTo>
                    <a:pt x="17656" y="263477"/>
                  </a:lnTo>
                  <a:lnTo>
                    <a:pt x="14690" y="257270"/>
                  </a:lnTo>
                  <a:lnTo>
                    <a:pt x="11994" y="250976"/>
                  </a:lnTo>
                  <a:lnTo>
                    <a:pt x="9568" y="244607"/>
                  </a:lnTo>
                  <a:lnTo>
                    <a:pt x="7414" y="238176"/>
                  </a:lnTo>
                  <a:lnTo>
                    <a:pt x="5534" y="231693"/>
                  </a:lnTo>
                  <a:lnTo>
                    <a:pt x="3928" y="225171"/>
                  </a:lnTo>
                  <a:lnTo>
                    <a:pt x="2597" y="218620"/>
                  </a:lnTo>
                  <a:lnTo>
                    <a:pt x="1539" y="212052"/>
                  </a:lnTo>
                  <a:lnTo>
                    <a:pt x="755" y="205478"/>
                  </a:lnTo>
                  <a:lnTo>
                    <a:pt x="242" y="198911"/>
                  </a:lnTo>
                  <a:lnTo>
                    <a:pt x="0" y="192360"/>
                  </a:lnTo>
                  <a:lnTo>
                    <a:pt x="25" y="185837"/>
                  </a:lnTo>
                  <a:lnTo>
                    <a:pt x="316" y="179354"/>
                  </a:lnTo>
                  <a:lnTo>
                    <a:pt x="868" y="172919"/>
                  </a:lnTo>
                  <a:lnTo>
                    <a:pt x="1680" y="166545"/>
                  </a:lnTo>
                  <a:lnTo>
                    <a:pt x="2746" y="160242"/>
                  </a:lnTo>
                  <a:lnTo>
                    <a:pt x="4062" y="154019"/>
                  </a:lnTo>
                  <a:lnTo>
                    <a:pt x="5624" y="147887"/>
                  </a:lnTo>
                  <a:lnTo>
                    <a:pt x="7427" y="141854"/>
                  </a:lnTo>
                  <a:lnTo>
                    <a:pt x="9464" y="135932"/>
                  </a:lnTo>
                  <a:lnTo>
                    <a:pt x="11731" y="130127"/>
                  </a:lnTo>
                  <a:lnTo>
                    <a:pt x="14220" y="124451"/>
                  </a:lnTo>
                  <a:lnTo>
                    <a:pt x="16925" y="118910"/>
                  </a:lnTo>
                  <a:lnTo>
                    <a:pt x="19840" y="113513"/>
                  </a:lnTo>
                  <a:lnTo>
                    <a:pt x="22957" y="108267"/>
                  </a:lnTo>
                  <a:lnTo>
                    <a:pt x="26268" y="103181"/>
                  </a:lnTo>
                  <a:lnTo>
                    <a:pt x="29766" y="98262"/>
                  </a:lnTo>
                  <a:lnTo>
                    <a:pt x="33444" y="93516"/>
                  </a:lnTo>
                  <a:lnTo>
                    <a:pt x="37292" y="88949"/>
                  </a:lnTo>
                  <a:lnTo>
                    <a:pt x="41302" y="84568"/>
                  </a:lnTo>
                  <a:lnTo>
                    <a:pt x="45465" y="80378"/>
                  </a:lnTo>
                  <a:lnTo>
                    <a:pt x="49774" y="76384"/>
                  </a:lnTo>
                  <a:lnTo>
                    <a:pt x="54218" y="72591"/>
                  </a:lnTo>
                  <a:lnTo>
                    <a:pt x="58788" y="69004"/>
                  </a:lnTo>
                  <a:lnTo>
                    <a:pt x="55022" y="79594"/>
                  </a:lnTo>
                  <a:lnTo>
                    <a:pt x="52250" y="90176"/>
                  </a:lnTo>
                  <a:lnTo>
                    <a:pt x="50450" y="100664"/>
                  </a:lnTo>
                  <a:lnTo>
                    <a:pt x="49590" y="110972"/>
                  </a:lnTo>
                  <a:lnTo>
                    <a:pt x="49635" y="121021"/>
                  </a:lnTo>
                  <a:lnTo>
                    <a:pt x="50541" y="130735"/>
                  </a:lnTo>
                  <a:lnTo>
                    <a:pt x="52258" y="140044"/>
                  </a:lnTo>
                  <a:lnTo>
                    <a:pt x="54731" y="148883"/>
                  </a:lnTo>
                  <a:lnTo>
                    <a:pt x="57900" y="157192"/>
                  </a:lnTo>
                  <a:lnTo>
                    <a:pt x="61699" y="164919"/>
                  </a:lnTo>
                  <a:lnTo>
                    <a:pt x="66060" y="172018"/>
                  </a:lnTo>
                  <a:lnTo>
                    <a:pt x="70912" y="178450"/>
                  </a:lnTo>
                  <a:lnTo>
                    <a:pt x="76180" y="184183"/>
                  </a:lnTo>
                  <a:lnTo>
                    <a:pt x="81787" y="189192"/>
                  </a:lnTo>
                  <a:lnTo>
                    <a:pt x="87656" y="193461"/>
                  </a:lnTo>
                  <a:lnTo>
                    <a:pt x="93710" y="196979"/>
                  </a:lnTo>
                  <a:lnTo>
                    <a:pt x="99869" y="199744"/>
                  </a:lnTo>
                  <a:lnTo>
                    <a:pt x="106057" y="201762"/>
                  </a:lnTo>
                  <a:lnTo>
                    <a:pt x="112198" y="203044"/>
                  </a:lnTo>
                  <a:lnTo>
                    <a:pt x="118218" y="203610"/>
                  </a:lnTo>
                  <a:lnTo>
                    <a:pt x="124046" y="203487"/>
                  </a:lnTo>
                  <a:lnTo>
                    <a:pt x="129615" y="202706"/>
                  </a:lnTo>
                  <a:lnTo>
                    <a:pt x="134861" y="201306"/>
                  </a:lnTo>
                  <a:lnTo>
                    <a:pt x="139724" y="199333"/>
                  </a:lnTo>
                  <a:lnTo>
                    <a:pt x="144150" y="196835"/>
                  </a:lnTo>
                  <a:lnTo>
                    <a:pt x="148089" y="193867"/>
                  </a:lnTo>
                  <a:lnTo>
                    <a:pt x="151498" y="190489"/>
                  </a:lnTo>
                  <a:lnTo>
                    <a:pt x="154340" y="186762"/>
                  </a:lnTo>
                  <a:lnTo>
                    <a:pt x="156582" y="182753"/>
                  </a:lnTo>
                  <a:lnTo>
                    <a:pt x="158202" y="178530"/>
                  </a:lnTo>
                  <a:lnTo>
                    <a:pt x="159181" y="174163"/>
                  </a:lnTo>
                  <a:lnTo>
                    <a:pt x="159508" y="169724"/>
                  </a:lnTo>
                  <a:lnTo>
                    <a:pt x="162095" y="173180"/>
                  </a:lnTo>
                  <a:lnTo>
                    <a:pt x="163645" y="177301"/>
                  </a:lnTo>
                  <a:lnTo>
                    <a:pt x="164033" y="181857"/>
                  </a:lnTo>
                  <a:lnTo>
                    <a:pt x="163178" y="186595"/>
                  </a:lnTo>
                  <a:lnTo>
                    <a:pt x="161048" y="191251"/>
                  </a:lnTo>
                  <a:lnTo>
                    <a:pt x="157660" y="195556"/>
                  </a:lnTo>
                  <a:lnTo>
                    <a:pt x="153085" y="199248"/>
                  </a:lnTo>
                  <a:lnTo>
                    <a:pt x="147441" y="202078"/>
                  </a:lnTo>
                  <a:lnTo>
                    <a:pt x="140891" y="203819"/>
                  </a:lnTo>
                  <a:lnTo>
                    <a:pt x="133641" y="204278"/>
                  </a:lnTo>
                  <a:lnTo>
                    <a:pt x="125935" y="203297"/>
                  </a:lnTo>
                  <a:lnTo>
                    <a:pt x="127178" y="196853"/>
                  </a:lnTo>
                  <a:lnTo>
                    <a:pt x="129258" y="190906"/>
                  </a:lnTo>
                  <a:lnTo>
                    <a:pt x="132096" y="185551"/>
                  </a:lnTo>
                  <a:lnTo>
                    <a:pt x="135602" y="180872"/>
                  </a:lnTo>
                  <a:lnTo>
                    <a:pt x="139678" y="176942"/>
                  </a:lnTo>
                  <a:lnTo>
                    <a:pt x="144221" y="173820"/>
                  </a:lnTo>
                  <a:lnTo>
                    <a:pt x="149117" y="171556"/>
                  </a:lnTo>
                  <a:lnTo>
                    <a:pt x="154253" y="170184"/>
                  </a:lnTo>
                  <a:lnTo>
                    <a:pt x="159508" y="169724"/>
                  </a:lnTo>
                  <a:lnTo>
                    <a:pt x="155349" y="169954"/>
                  </a:lnTo>
                  <a:lnTo>
                    <a:pt x="151229" y="170641"/>
                  </a:lnTo>
                  <a:lnTo>
                    <a:pt x="147184" y="171781"/>
                  </a:lnTo>
                  <a:lnTo>
                    <a:pt x="143252" y="173367"/>
                  </a:lnTo>
                  <a:lnTo>
                    <a:pt x="139469" y="175391"/>
                  </a:lnTo>
                  <a:lnTo>
                    <a:pt x="135873" y="177838"/>
                  </a:lnTo>
                  <a:lnTo>
                    <a:pt x="132497" y="180695"/>
                  </a:lnTo>
                  <a:lnTo>
                    <a:pt x="129376" y="183944"/>
                  </a:lnTo>
                  <a:lnTo>
                    <a:pt x="126542" y="187565"/>
                  </a:lnTo>
                  <a:lnTo>
                    <a:pt x="124026" y="191535"/>
                  </a:lnTo>
                  <a:lnTo>
                    <a:pt x="121859" y="195829"/>
                  </a:lnTo>
                  <a:lnTo>
                    <a:pt x="120068" y="200422"/>
                  </a:lnTo>
                  <a:lnTo>
                    <a:pt x="118678" y="205283"/>
                  </a:lnTo>
                  <a:lnTo>
                    <a:pt x="117713" y="210383"/>
                  </a:lnTo>
                  <a:lnTo>
                    <a:pt x="117196" y="215687"/>
                  </a:lnTo>
                  <a:lnTo>
                    <a:pt x="117144" y="221163"/>
                  </a:lnTo>
                  <a:lnTo>
                    <a:pt x="117576" y="226775"/>
                  </a:lnTo>
                  <a:lnTo>
                    <a:pt x="118504" y="232485"/>
                  </a:lnTo>
                  <a:lnTo>
                    <a:pt x="119942" y="238255"/>
                  </a:lnTo>
                  <a:lnTo>
                    <a:pt x="121896" y="244047"/>
                  </a:lnTo>
                  <a:lnTo>
                    <a:pt x="124375" y="249820"/>
                  </a:lnTo>
                  <a:lnTo>
                    <a:pt x="127380" y="255535"/>
                  </a:lnTo>
                  <a:lnTo>
                    <a:pt x="130913" y="261149"/>
                  </a:lnTo>
                  <a:lnTo>
                    <a:pt x="134970" y="266623"/>
                  </a:lnTo>
                  <a:lnTo>
                    <a:pt x="139547" y="271915"/>
                  </a:lnTo>
                  <a:lnTo>
                    <a:pt x="144634" y="276985"/>
                  </a:lnTo>
                  <a:lnTo>
                    <a:pt x="150222" y="281792"/>
                  </a:lnTo>
                  <a:lnTo>
                    <a:pt x="156295" y="286297"/>
                  </a:lnTo>
                  <a:lnTo>
                    <a:pt x="162836" y="290460"/>
                  </a:lnTo>
                  <a:lnTo>
                    <a:pt x="169826" y="294244"/>
                  </a:lnTo>
                  <a:lnTo>
                    <a:pt x="177242" y="297612"/>
                  </a:lnTo>
                  <a:lnTo>
                    <a:pt x="185059" y="300529"/>
                  </a:lnTo>
                  <a:lnTo>
                    <a:pt x="193248" y="302960"/>
                  </a:lnTo>
                  <a:lnTo>
                    <a:pt x="201780" y="304874"/>
                  </a:lnTo>
                  <a:lnTo>
                    <a:pt x="210621" y="306241"/>
                  </a:lnTo>
                  <a:lnTo>
                    <a:pt x="219737" y="307032"/>
                  </a:lnTo>
                  <a:lnTo>
                    <a:pt x="229090" y="307222"/>
                  </a:lnTo>
                  <a:lnTo>
                    <a:pt x="238641" y="306787"/>
                  </a:lnTo>
                  <a:lnTo>
                    <a:pt x="248349" y="305706"/>
                  </a:lnTo>
                  <a:lnTo>
                    <a:pt x="258172" y="303961"/>
                  </a:lnTo>
                  <a:lnTo>
                    <a:pt x="268065" y="301537"/>
                  </a:lnTo>
                  <a:lnTo>
                    <a:pt x="277982" y="298421"/>
                  </a:lnTo>
                  <a:lnTo>
                    <a:pt x="287877" y="294603"/>
                  </a:lnTo>
                  <a:lnTo>
                    <a:pt x="297702" y="290077"/>
                  </a:lnTo>
                  <a:lnTo>
                    <a:pt x="307409" y="284840"/>
                  </a:lnTo>
                  <a:lnTo>
                    <a:pt x="316948" y="278891"/>
                  </a:lnTo>
                  <a:lnTo>
                    <a:pt x="326271" y="272233"/>
                  </a:lnTo>
                  <a:lnTo>
                    <a:pt x="335328" y="264873"/>
                  </a:lnTo>
                  <a:lnTo>
                    <a:pt x="344069" y="256821"/>
                  </a:lnTo>
                  <a:lnTo>
                    <a:pt x="352445" y="248089"/>
                  </a:lnTo>
                  <a:lnTo>
                    <a:pt x="360409" y="238693"/>
                  </a:lnTo>
                  <a:lnTo>
                    <a:pt x="367911" y="228655"/>
                  </a:lnTo>
                  <a:lnTo>
                    <a:pt x="374905" y="217996"/>
                  </a:lnTo>
                  <a:lnTo>
                    <a:pt x="381345" y="206742"/>
                  </a:lnTo>
                  <a:lnTo>
                    <a:pt x="387187" y="194924"/>
                  </a:lnTo>
                  <a:lnTo>
                    <a:pt x="392388" y="182573"/>
                  </a:lnTo>
                  <a:close/>
                </a:path>
              </a:pathLst>
            </a:custGeom>
            <a:solidFill>
              <a:srgbClr val="619CFF">
                <a:alpha val="27843"/>
              </a:srgbClr>
            </a:solidFill>
            <a:ln w="2574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7621136" y="1157513"/>
              <a:ext cx="338118" cy="215148"/>
            </a:xfrm>
            <a:custGeom>
              <a:avLst/>
              <a:pathLst>
                <a:path w="338118" h="215148">
                  <a:moveTo>
                    <a:pt x="100719" y="74765"/>
                  </a:moveTo>
                  <a:lnTo>
                    <a:pt x="104340" y="68355"/>
                  </a:lnTo>
                  <a:lnTo>
                    <a:pt x="108417" y="62091"/>
                  </a:lnTo>
                  <a:lnTo>
                    <a:pt x="112946" y="55996"/>
                  </a:lnTo>
                  <a:lnTo>
                    <a:pt x="117919" y="50097"/>
                  </a:lnTo>
                  <a:lnTo>
                    <a:pt x="123328" y="44415"/>
                  </a:lnTo>
                  <a:lnTo>
                    <a:pt x="129162" y="38975"/>
                  </a:lnTo>
                  <a:lnTo>
                    <a:pt x="135412" y="33801"/>
                  </a:lnTo>
                  <a:lnTo>
                    <a:pt x="142065" y="28913"/>
                  </a:lnTo>
                  <a:lnTo>
                    <a:pt x="149109" y="24335"/>
                  </a:lnTo>
                  <a:lnTo>
                    <a:pt x="156530" y="20089"/>
                  </a:lnTo>
                  <a:lnTo>
                    <a:pt x="164313" y="16195"/>
                  </a:lnTo>
                  <a:lnTo>
                    <a:pt x="172442" y="12673"/>
                  </a:lnTo>
                  <a:lnTo>
                    <a:pt x="180900" y="9543"/>
                  </a:lnTo>
                  <a:lnTo>
                    <a:pt x="189669" y="6825"/>
                  </a:lnTo>
                  <a:lnTo>
                    <a:pt x="198731" y="4535"/>
                  </a:lnTo>
                  <a:lnTo>
                    <a:pt x="208065" y="2692"/>
                  </a:lnTo>
                  <a:lnTo>
                    <a:pt x="217650" y="1311"/>
                  </a:lnTo>
                  <a:lnTo>
                    <a:pt x="227467" y="409"/>
                  </a:lnTo>
                  <a:lnTo>
                    <a:pt x="237492" y="0"/>
                  </a:lnTo>
                  <a:lnTo>
                    <a:pt x="247703" y="96"/>
                  </a:lnTo>
                  <a:lnTo>
                    <a:pt x="258075" y="712"/>
                  </a:lnTo>
                  <a:lnTo>
                    <a:pt x="268586" y="1858"/>
                  </a:lnTo>
                  <a:lnTo>
                    <a:pt x="274219" y="7687"/>
                  </a:lnTo>
                  <a:lnTo>
                    <a:pt x="279650" y="13705"/>
                  </a:lnTo>
                  <a:lnTo>
                    <a:pt x="284872" y="19905"/>
                  </a:lnTo>
                  <a:lnTo>
                    <a:pt x="289880" y="26279"/>
                  </a:lnTo>
                  <a:lnTo>
                    <a:pt x="294667" y="32821"/>
                  </a:lnTo>
                  <a:lnTo>
                    <a:pt x="299228" y="39522"/>
                  </a:lnTo>
                  <a:lnTo>
                    <a:pt x="303558" y="46376"/>
                  </a:lnTo>
                  <a:lnTo>
                    <a:pt x="307651" y="53373"/>
                  </a:lnTo>
                  <a:lnTo>
                    <a:pt x="311502" y="60505"/>
                  </a:lnTo>
                  <a:lnTo>
                    <a:pt x="315108" y="67765"/>
                  </a:lnTo>
                  <a:lnTo>
                    <a:pt x="318464" y="75144"/>
                  </a:lnTo>
                  <a:lnTo>
                    <a:pt x="321566" y="82633"/>
                  </a:lnTo>
                  <a:lnTo>
                    <a:pt x="324411" y="90224"/>
                  </a:lnTo>
                  <a:lnTo>
                    <a:pt x="326995" y="97908"/>
                  </a:lnTo>
                  <a:lnTo>
                    <a:pt x="329315" y="105675"/>
                  </a:lnTo>
                  <a:lnTo>
                    <a:pt x="331368" y="113517"/>
                  </a:lnTo>
                  <a:lnTo>
                    <a:pt x="333153" y="121424"/>
                  </a:lnTo>
                  <a:lnTo>
                    <a:pt x="334666" y="129388"/>
                  </a:lnTo>
                  <a:lnTo>
                    <a:pt x="335907" y="137398"/>
                  </a:lnTo>
                  <a:lnTo>
                    <a:pt x="336874" y="145447"/>
                  </a:lnTo>
                  <a:lnTo>
                    <a:pt x="337565" y="153524"/>
                  </a:lnTo>
                  <a:lnTo>
                    <a:pt x="337980" y="161619"/>
                  </a:lnTo>
                  <a:lnTo>
                    <a:pt x="338118" y="169724"/>
                  </a:lnTo>
                  <a:lnTo>
                    <a:pt x="330630" y="175368"/>
                  </a:lnTo>
                  <a:lnTo>
                    <a:pt x="323013" y="180645"/>
                  </a:lnTo>
                  <a:lnTo>
                    <a:pt x="315279" y="185551"/>
                  </a:lnTo>
                  <a:lnTo>
                    <a:pt x="307443" y="190085"/>
                  </a:lnTo>
                  <a:lnTo>
                    <a:pt x="299518" y="194244"/>
                  </a:lnTo>
                  <a:lnTo>
                    <a:pt x="291518" y="198027"/>
                  </a:lnTo>
                  <a:lnTo>
                    <a:pt x="283457" y="201432"/>
                  </a:lnTo>
                  <a:lnTo>
                    <a:pt x="275347" y="204460"/>
                  </a:lnTo>
                  <a:lnTo>
                    <a:pt x="267204" y="207110"/>
                  </a:lnTo>
                  <a:lnTo>
                    <a:pt x="259040" y="209381"/>
                  </a:lnTo>
                  <a:lnTo>
                    <a:pt x="250869" y="211276"/>
                  </a:lnTo>
                  <a:lnTo>
                    <a:pt x="242705" y="212795"/>
                  </a:lnTo>
                  <a:lnTo>
                    <a:pt x="234561" y="213939"/>
                  </a:lnTo>
                  <a:lnTo>
                    <a:pt x="226450" y="214711"/>
                  </a:lnTo>
                  <a:lnTo>
                    <a:pt x="218387" y="215113"/>
                  </a:lnTo>
                  <a:lnTo>
                    <a:pt x="210383" y="215148"/>
                  </a:lnTo>
                  <a:lnTo>
                    <a:pt x="202453" y="214820"/>
                  </a:lnTo>
                  <a:lnTo>
                    <a:pt x="194609" y="214131"/>
                  </a:lnTo>
                  <a:lnTo>
                    <a:pt x="186865" y="213086"/>
                  </a:lnTo>
                  <a:lnTo>
                    <a:pt x="179232" y="211690"/>
                  </a:lnTo>
                  <a:lnTo>
                    <a:pt x="171724" y="209948"/>
                  </a:lnTo>
                  <a:lnTo>
                    <a:pt x="164352" y="207864"/>
                  </a:lnTo>
                  <a:lnTo>
                    <a:pt x="157129" y="205445"/>
                  </a:lnTo>
                  <a:lnTo>
                    <a:pt x="150067" y="202697"/>
                  </a:lnTo>
                  <a:lnTo>
                    <a:pt x="143177" y="199626"/>
                  </a:lnTo>
                  <a:lnTo>
                    <a:pt x="136472" y="196240"/>
                  </a:lnTo>
                  <a:lnTo>
                    <a:pt x="129962" y="192545"/>
                  </a:lnTo>
                  <a:lnTo>
                    <a:pt x="123658" y="188550"/>
                  </a:lnTo>
                  <a:lnTo>
                    <a:pt x="117572" y="184261"/>
                  </a:lnTo>
                  <a:lnTo>
                    <a:pt x="111713" y="179688"/>
                  </a:lnTo>
                  <a:lnTo>
                    <a:pt x="106092" y="174840"/>
                  </a:lnTo>
                  <a:lnTo>
                    <a:pt x="100719" y="169724"/>
                  </a:lnTo>
                  <a:lnTo>
                    <a:pt x="100719" y="169724"/>
                  </a:lnTo>
                  <a:lnTo>
                    <a:pt x="100260" y="174980"/>
                  </a:lnTo>
                  <a:lnTo>
                    <a:pt x="98887" y="180115"/>
                  </a:lnTo>
                  <a:lnTo>
                    <a:pt x="96623" y="185011"/>
                  </a:lnTo>
                  <a:lnTo>
                    <a:pt x="93502" y="189554"/>
                  </a:lnTo>
                  <a:lnTo>
                    <a:pt x="89572" y="193630"/>
                  </a:lnTo>
                  <a:lnTo>
                    <a:pt x="84893" y="197137"/>
                  </a:lnTo>
                  <a:lnTo>
                    <a:pt x="79538" y="199974"/>
                  </a:lnTo>
                  <a:lnTo>
                    <a:pt x="73591" y="202055"/>
                  </a:lnTo>
                  <a:lnTo>
                    <a:pt x="67146" y="203297"/>
                  </a:lnTo>
                  <a:lnTo>
                    <a:pt x="68389" y="196853"/>
                  </a:lnTo>
                  <a:lnTo>
                    <a:pt x="70469" y="190906"/>
                  </a:lnTo>
                  <a:lnTo>
                    <a:pt x="73307" y="185551"/>
                  </a:lnTo>
                  <a:lnTo>
                    <a:pt x="76813" y="180872"/>
                  </a:lnTo>
                  <a:lnTo>
                    <a:pt x="80890" y="176942"/>
                  </a:lnTo>
                  <a:lnTo>
                    <a:pt x="85432" y="173820"/>
                  </a:lnTo>
                  <a:lnTo>
                    <a:pt x="90329" y="171556"/>
                  </a:lnTo>
                  <a:lnTo>
                    <a:pt x="95464" y="170184"/>
                  </a:lnTo>
                  <a:lnTo>
                    <a:pt x="100719" y="169724"/>
                  </a:lnTo>
                  <a:lnTo>
                    <a:pt x="94249" y="169493"/>
                  </a:lnTo>
                  <a:lnTo>
                    <a:pt x="87803" y="168800"/>
                  </a:lnTo>
                  <a:lnTo>
                    <a:pt x="81407" y="167648"/>
                  </a:lnTo>
                  <a:lnTo>
                    <a:pt x="75085" y="166039"/>
                  </a:lnTo>
                  <a:lnTo>
                    <a:pt x="68861" y="163976"/>
                  </a:lnTo>
                  <a:lnTo>
                    <a:pt x="62760" y="161467"/>
                  </a:lnTo>
                  <a:lnTo>
                    <a:pt x="56806" y="158516"/>
                  </a:lnTo>
                  <a:lnTo>
                    <a:pt x="51021" y="155132"/>
                  </a:lnTo>
                  <a:lnTo>
                    <a:pt x="45431" y="151322"/>
                  </a:lnTo>
                  <a:lnTo>
                    <a:pt x="40056" y="147098"/>
                  </a:lnTo>
                  <a:lnTo>
                    <a:pt x="34921" y="142470"/>
                  </a:lnTo>
                  <a:lnTo>
                    <a:pt x="30046" y="137449"/>
                  </a:lnTo>
                  <a:lnTo>
                    <a:pt x="25454" y="132049"/>
                  </a:lnTo>
                  <a:lnTo>
                    <a:pt x="21164" y="126284"/>
                  </a:lnTo>
                  <a:lnTo>
                    <a:pt x="17197" y="120168"/>
                  </a:lnTo>
                  <a:lnTo>
                    <a:pt x="13572" y="113718"/>
                  </a:lnTo>
                  <a:lnTo>
                    <a:pt x="10308" y="106951"/>
                  </a:lnTo>
                  <a:lnTo>
                    <a:pt x="7423" y="99884"/>
                  </a:lnTo>
                  <a:lnTo>
                    <a:pt x="4934" y="92536"/>
                  </a:lnTo>
                  <a:lnTo>
                    <a:pt x="2857" y="84926"/>
                  </a:lnTo>
                  <a:lnTo>
                    <a:pt x="1207" y="77075"/>
                  </a:lnTo>
                  <a:lnTo>
                    <a:pt x="0" y="69004"/>
                  </a:lnTo>
                </a:path>
              </a:pathLst>
            </a:custGeom>
            <a:ln w="2574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7924944" y="1292926"/>
              <a:ext cx="68622" cy="6862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7687545" y="1197966"/>
              <a:ext cx="68622" cy="6862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7855411" y="1125059"/>
              <a:ext cx="68622" cy="6862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7586825" y="1192206"/>
              <a:ext cx="68622" cy="6862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7687545" y="1292926"/>
              <a:ext cx="68622" cy="6862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7687545" y="1292926"/>
              <a:ext cx="68622" cy="6862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7653971" y="1326499"/>
              <a:ext cx="68622" cy="6862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7687545" y="1292926"/>
              <a:ext cx="68622" cy="6862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721856" y="1089838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721856" y="1159371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721856" y="1327237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721856" y="1327237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721856" y="1327237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553990" y="1327237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484457" y="1327237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553990" y="1159371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tx259"/>
            <p:cNvSpPr/>
            <p:nvPr/>
          </p:nvSpPr>
          <p:spPr>
            <a:xfrm>
              <a:off x="7585212" y="1017680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7668441" y="1095795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7877115" y="1284918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7659055" y="1471476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7575826" y="1549700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7272078" y="1471476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7327497" y="1284918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7281465" y="1095795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7179463" y="1175654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7128609" y="1056955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69" name="rc269"/>
            <p:cNvSpPr/>
            <p:nvPr/>
          </p:nvSpPr>
          <p:spPr>
            <a:xfrm>
              <a:off x="69589" y="1749294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69589" y="1832384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404045" y="1749294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" name="tx272"/>
            <p:cNvSpPr/>
            <p:nvPr/>
          </p:nvSpPr>
          <p:spPr>
            <a:xfrm>
              <a:off x="1329096" y="1733390"/>
              <a:ext cx="779090" cy="109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273" name="rc273"/>
            <p:cNvSpPr/>
            <p:nvPr/>
          </p:nvSpPr>
          <p:spPr>
            <a:xfrm>
              <a:off x="1421893" y="1870341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1718642" y="1900016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1718642" y="1978240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1718642" y="2167090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1718642" y="2167090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1718642" y="2167090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1529792" y="2167090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1451568" y="2167090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1529792" y="1978240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1599957" y="2048390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1481272" y="1929691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1451601" y="1900016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1550775" y="2029583"/>
              <a:ext cx="345915" cy="317420"/>
            </a:xfrm>
            <a:custGeom>
              <a:avLst/>
              <a:pathLst>
                <a:path w="345915" h="317420">
                  <a:moveTo>
                    <a:pt x="345915" y="137506"/>
                  </a:moveTo>
                  <a:lnTo>
                    <a:pt x="343917" y="129120"/>
                  </a:lnTo>
                  <a:lnTo>
                    <a:pt x="341528" y="120924"/>
                  </a:lnTo>
                  <a:lnTo>
                    <a:pt x="338762" y="112935"/>
                  </a:lnTo>
                  <a:lnTo>
                    <a:pt x="335634" y="105172"/>
                  </a:lnTo>
                  <a:lnTo>
                    <a:pt x="332157" y="97650"/>
                  </a:lnTo>
                  <a:lnTo>
                    <a:pt x="328349" y="90384"/>
                  </a:lnTo>
                  <a:lnTo>
                    <a:pt x="324226" y="83390"/>
                  </a:lnTo>
                  <a:lnTo>
                    <a:pt x="319804" y="76680"/>
                  </a:lnTo>
                  <a:lnTo>
                    <a:pt x="315102" y="70266"/>
                  </a:lnTo>
                  <a:lnTo>
                    <a:pt x="310137" y="64161"/>
                  </a:lnTo>
                  <a:lnTo>
                    <a:pt x="304928" y="58374"/>
                  </a:lnTo>
                  <a:lnTo>
                    <a:pt x="299495" y="52914"/>
                  </a:lnTo>
                  <a:lnTo>
                    <a:pt x="293856" y="47790"/>
                  </a:lnTo>
                  <a:lnTo>
                    <a:pt x="288030" y="43008"/>
                  </a:lnTo>
                  <a:lnTo>
                    <a:pt x="282039" y="38575"/>
                  </a:lnTo>
                  <a:lnTo>
                    <a:pt x="275900" y="34496"/>
                  </a:lnTo>
                  <a:lnTo>
                    <a:pt x="269635" y="30774"/>
                  </a:lnTo>
                  <a:lnTo>
                    <a:pt x="263264" y="27411"/>
                  </a:lnTo>
                  <a:lnTo>
                    <a:pt x="256805" y="24411"/>
                  </a:lnTo>
                  <a:lnTo>
                    <a:pt x="250280" y="21772"/>
                  </a:lnTo>
                  <a:lnTo>
                    <a:pt x="243708" y="19494"/>
                  </a:lnTo>
                  <a:lnTo>
                    <a:pt x="237107" y="17577"/>
                  </a:lnTo>
                  <a:lnTo>
                    <a:pt x="230498" y="16017"/>
                  </a:lnTo>
                  <a:lnTo>
                    <a:pt x="223899" y="14810"/>
                  </a:lnTo>
                  <a:lnTo>
                    <a:pt x="217329" y="13953"/>
                  </a:lnTo>
                  <a:lnTo>
                    <a:pt x="210806" y="13438"/>
                  </a:lnTo>
                  <a:lnTo>
                    <a:pt x="204348" y="13261"/>
                  </a:lnTo>
                  <a:lnTo>
                    <a:pt x="197970" y="13414"/>
                  </a:lnTo>
                  <a:lnTo>
                    <a:pt x="191691" y="13888"/>
                  </a:lnTo>
                  <a:lnTo>
                    <a:pt x="185526" y="14675"/>
                  </a:lnTo>
                  <a:lnTo>
                    <a:pt x="179491" y="15764"/>
                  </a:lnTo>
                  <a:lnTo>
                    <a:pt x="173599" y="17145"/>
                  </a:lnTo>
                  <a:lnTo>
                    <a:pt x="167866" y="18807"/>
                  </a:lnTo>
                  <a:lnTo>
                    <a:pt x="173509" y="15446"/>
                  </a:lnTo>
                  <a:lnTo>
                    <a:pt x="179462" y="12361"/>
                  </a:lnTo>
                  <a:lnTo>
                    <a:pt x="185712" y="9572"/>
                  </a:lnTo>
                  <a:lnTo>
                    <a:pt x="192243" y="7101"/>
                  </a:lnTo>
                  <a:lnTo>
                    <a:pt x="199039" y="4968"/>
                  </a:lnTo>
                  <a:lnTo>
                    <a:pt x="206082" y="3191"/>
                  </a:lnTo>
                  <a:lnTo>
                    <a:pt x="213354" y="1789"/>
                  </a:lnTo>
                  <a:lnTo>
                    <a:pt x="220834" y="779"/>
                  </a:lnTo>
                  <a:lnTo>
                    <a:pt x="228502" y="178"/>
                  </a:lnTo>
                  <a:lnTo>
                    <a:pt x="236336" y="0"/>
                  </a:lnTo>
                  <a:lnTo>
                    <a:pt x="244313" y="258"/>
                  </a:lnTo>
                  <a:lnTo>
                    <a:pt x="252407" y="967"/>
                  </a:lnTo>
                  <a:lnTo>
                    <a:pt x="260596" y="2137"/>
                  </a:lnTo>
                  <a:lnTo>
                    <a:pt x="268853" y="3778"/>
                  </a:lnTo>
                  <a:lnTo>
                    <a:pt x="277151" y="5899"/>
                  </a:lnTo>
                  <a:lnTo>
                    <a:pt x="285465" y="8507"/>
                  </a:lnTo>
                  <a:lnTo>
                    <a:pt x="293766" y="11607"/>
                  </a:lnTo>
                  <a:lnTo>
                    <a:pt x="299778" y="20114"/>
                  </a:lnTo>
                  <a:lnTo>
                    <a:pt x="305231" y="28892"/>
                  </a:lnTo>
                  <a:lnTo>
                    <a:pt x="310114" y="37903"/>
                  </a:lnTo>
                  <a:lnTo>
                    <a:pt x="314418" y="47112"/>
                  </a:lnTo>
                  <a:lnTo>
                    <a:pt x="318136" y="56482"/>
                  </a:lnTo>
                  <a:lnTo>
                    <a:pt x="321265" y="65976"/>
                  </a:lnTo>
                  <a:lnTo>
                    <a:pt x="323802" y="75557"/>
                  </a:lnTo>
                  <a:lnTo>
                    <a:pt x="325749" y="85190"/>
                  </a:lnTo>
                  <a:lnTo>
                    <a:pt x="327109" y="94837"/>
                  </a:lnTo>
                  <a:lnTo>
                    <a:pt x="327885" y="104465"/>
                  </a:lnTo>
                  <a:lnTo>
                    <a:pt x="328086" y="114038"/>
                  </a:lnTo>
                  <a:lnTo>
                    <a:pt x="327719" y="123521"/>
                  </a:lnTo>
                  <a:lnTo>
                    <a:pt x="326797" y="132882"/>
                  </a:lnTo>
                  <a:lnTo>
                    <a:pt x="325332" y="142088"/>
                  </a:lnTo>
                  <a:lnTo>
                    <a:pt x="323340" y="151109"/>
                  </a:lnTo>
                  <a:lnTo>
                    <a:pt x="320836" y="159913"/>
                  </a:lnTo>
                  <a:lnTo>
                    <a:pt x="317839" y="168473"/>
                  </a:lnTo>
                  <a:lnTo>
                    <a:pt x="314369" y="176762"/>
                  </a:lnTo>
                  <a:lnTo>
                    <a:pt x="310448" y="184753"/>
                  </a:lnTo>
                  <a:lnTo>
                    <a:pt x="306098" y="192422"/>
                  </a:lnTo>
                  <a:lnTo>
                    <a:pt x="301343" y="199748"/>
                  </a:lnTo>
                  <a:lnTo>
                    <a:pt x="296208" y="206708"/>
                  </a:lnTo>
                  <a:lnTo>
                    <a:pt x="290720" y="213284"/>
                  </a:lnTo>
                  <a:lnTo>
                    <a:pt x="284905" y="219459"/>
                  </a:lnTo>
                  <a:lnTo>
                    <a:pt x="278793" y="225216"/>
                  </a:lnTo>
                  <a:lnTo>
                    <a:pt x="272411" y="230543"/>
                  </a:lnTo>
                  <a:lnTo>
                    <a:pt x="265788" y="235429"/>
                  </a:lnTo>
                  <a:lnTo>
                    <a:pt x="258954" y="239862"/>
                  </a:lnTo>
                  <a:lnTo>
                    <a:pt x="251940" y="243835"/>
                  </a:lnTo>
                  <a:lnTo>
                    <a:pt x="244775" y="247344"/>
                  </a:lnTo>
                  <a:lnTo>
                    <a:pt x="237489" y="250382"/>
                  </a:lnTo>
                  <a:lnTo>
                    <a:pt x="230112" y="252950"/>
                  </a:lnTo>
                  <a:lnTo>
                    <a:pt x="222675" y="255046"/>
                  </a:lnTo>
                  <a:lnTo>
                    <a:pt x="215207" y="256672"/>
                  </a:lnTo>
                  <a:lnTo>
                    <a:pt x="207737" y="257832"/>
                  </a:lnTo>
                  <a:lnTo>
                    <a:pt x="200294" y="258531"/>
                  </a:lnTo>
                  <a:lnTo>
                    <a:pt x="192906" y="258777"/>
                  </a:lnTo>
                  <a:lnTo>
                    <a:pt x="185600" y="258578"/>
                  </a:lnTo>
                  <a:lnTo>
                    <a:pt x="178403" y="257944"/>
                  </a:lnTo>
                  <a:lnTo>
                    <a:pt x="171340" y="256888"/>
                  </a:lnTo>
                  <a:lnTo>
                    <a:pt x="164435" y="255423"/>
                  </a:lnTo>
                  <a:lnTo>
                    <a:pt x="157712" y="253564"/>
                  </a:lnTo>
                  <a:lnTo>
                    <a:pt x="151194" y="251328"/>
                  </a:lnTo>
                  <a:lnTo>
                    <a:pt x="144900" y="248731"/>
                  </a:lnTo>
                  <a:lnTo>
                    <a:pt x="138851" y="245792"/>
                  </a:lnTo>
                  <a:lnTo>
                    <a:pt x="133065" y="242530"/>
                  </a:lnTo>
                  <a:lnTo>
                    <a:pt x="127558" y="238967"/>
                  </a:lnTo>
                  <a:lnTo>
                    <a:pt x="122346" y="235124"/>
                  </a:lnTo>
                  <a:lnTo>
                    <a:pt x="117443" y="231022"/>
                  </a:lnTo>
                  <a:lnTo>
                    <a:pt x="112860" y="226685"/>
                  </a:lnTo>
                  <a:lnTo>
                    <a:pt x="108608" y="222135"/>
                  </a:lnTo>
                  <a:lnTo>
                    <a:pt x="104697" y="217397"/>
                  </a:lnTo>
                  <a:lnTo>
                    <a:pt x="101133" y="212494"/>
                  </a:lnTo>
                  <a:lnTo>
                    <a:pt x="97922" y="207451"/>
                  </a:lnTo>
                  <a:lnTo>
                    <a:pt x="95068" y="202291"/>
                  </a:lnTo>
                  <a:lnTo>
                    <a:pt x="92573" y="197040"/>
                  </a:lnTo>
                  <a:lnTo>
                    <a:pt x="90440" y="191721"/>
                  </a:lnTo>
                  <a:lnTo>
                    <a:pt x="88666" y="186358"/>
                  </a:lnTo>
                  <a:lnTo>
                    <a:pt x="87249" y="180975"/>
                  </a:lnTo>
                  <a:lnTo>
                    <a:pt x="86186" y="175594"/>
                  </a:lnTo>
                  <a:lnTo>
                    <a:pt x="85472" y="170240"/>
                  </a:lnTo>
                  <a:lnTo>
                    <a:pt x="85099" y="164933"/>
                  </a:lnTo>
                  <a:lnTo>
                    <a:pt x="85060" y="159694"/>
                  </a:lnTo>
                  <a:lnTo>
                    <a:pt x="85345" y="154546"/>
                  </a:lnTo>
                  <a:lnTo>
                    <a:pt x="85944" y="149506"/>
                  </a:lnTo>
                  <a:lnTo>
                    <a:pt x="86844" y="144595"/>
                  </a:lnTo>
                  <a:lnTo>
                    <a:pt x="88034" y="139829"/>
                  </a:lnTo>
                  <a:lnTo>
                    <a:pt x="89499" y="135226"/>
                  </a:lnTo>
                  <a:lnTo>
                    <a:pt x="91224" y="130801"/>
                  </a:lnTo>
                  <a:lnTo>
                    <a:pt x="93193" y="126569"/>
                  </a:lnTo>
                  <a:lnTo>
                    <a:pt x="95391" y="122542"/>
                  </a:lnTo>
                  <a:lnTo>
                    <a:pt x="97799" y="118732"/>
                  </a:lnTo>
                  <a:lnTo>
                    <a:pt x="100400" y="115151"/>
                  </a:lnTo>
                  <a:lnTo>
                    <a:pt x="103176" y="111807"/>
                  </a:lnTo>
                  <a:lnTo>
                    <a:pt x="106108" y="108708"/>
                  </a:lnTo>
                  <a:lnTo>
                    <a:pt x="109177" y="105862"/>
                  </a:lnTo>
                  <a:lnTo>
                    <a:pt x="112363" y="103272"/>
                  </a:lnTo>
                  <a:lnTo>
                    <a:pt x="115648" y="100943"/>
                  </a:lnTo>
                  <a:lnTo>
                    <a:pt x="119012" y="98878"/>
                  </a:lnTo>
                  <a:lnTo>
                    <a:pt x="122435" y="97077"/>
                  </a:lnTo>
                  <a:lnTo>
                    <a:pt x="125899" y="95540"/>
                  </a:lnTo>
                  <a:lnTo>
                    <a:pt x="121988" y="99855"/>
                  </a:lnTo>
                  <a:lnTo>
                    <a:pt x="118518" y="104534"/>
                  </a:lnTo>
                  <a:lnTo>
                    <a:pt x="115524" y="109529"/>
                  </a:lnTo>
                  <a:lnTo>
                    <a:pt x="113034" y="114794"/>
                  </a:lnTo>
                  <a:lnTo>
                    <a:pt x="111072" y="120278"/>
                  </a:lnTo>
                  <a:lnTo>
                    <a:pt x="109657" y="125928"/>
                  </a:lnTo>
                  <a:lnTo>
                    <a:pt x="108802" y="131689"/>
                  </a:lnTo>
                  <a:lnTo>
                    <a:pt x="108516" y="137506"/>
                  </a:lnTo>
                  <a:lnTo>
                    <a:pt x="108802" y="143324"/>
                  </a:lnTo>
                  <a:lnTo>
                    <a:pt x="109657" y="149085"/>
                  </a:lnTo>
                  <a:lnTo>
                    <a:pt x="111072" y="154735"/>
                  </a:lnTo>
                  <a:lnTo>
                    <a:pt x="113034" y="160219"/>
                  </a:lnTo>
                  <a:lnTo>
                    <a:pt x="115524" y="165484"/>
                  </a:lnTo>
                  <a:lnTo>
                    <a:pt x="118518" y="170479"/>
                  </a:lnTo>
                  <a:lnTo>
                    <a:pt x="121988" y="175158"/>
                  </a:lnTo>
                  <a:lnTo>
                    <a:pt x="125899" y="179473"/>
                  </a:lnTo>
                  <a:lnTo>
                    <a:pt x="130215" y="183384"/>
                  </a:lnTo>
                  <a:lnTo>
                    <a:pt x="134893" y="186854"/>
                  </a:lnTo>
                  <a:lnTo>
                    <a:pt x="139889" y="189848"/>
                  </a:lnTo>
                  <a:lnTo>
                    <a:pt x="145154" y="192338"/>
                  </a:lnTo>
                  <a:lnTo>
                    <a:pt x="150638" y="194301"/>
                  </a:lnTo>
                  <a:lnTo>
                    <a:pt x="156287" y="195716"/>
                  </a:lnTo>
                  <a:lnTo>
                    <a:pt x="162049" y="196570"/>
                  </a:lnTo>
                  <a:lnTo>
                    <a:pt x="167866" y="196856"/>
                  </a:lnTo>
                  <a:lnTo>
                    <a:pt x="173683" y="196570"/>
                  </a:lnTo>
                  <a:lnTo>
                    <a:pt x="179444" y="195716"/>
                  </a:lnTo>
                  <a:lnTo>
                    <a:pt x="185094" y="194301"/>
                  </a:lnTo>
                  <a:lnTo>
                    <a:pt x="190578" y="192338"/>
                  </a:lnTo>
                  <a:lnTo>
                    <a:pt x="195843" y="189848"/>
                  </a:lnTo>
                  <a:lnTo>
                    <a:pt x="200839" y="186854"/>
                  </a:lnTo>
                  <a:lnTo>
                    <a:pt x="205517" y="183384"/>
                  </a:lnTo>
                  <a:lnTo>
                    <a:pt x="209832" y="179473"/>
                  </a:lnTo>
                  <a:lnTo>
                    <a:pt x="211269" y="184760"/>
                  </a:lnTo>
                  <a:lnTo>
                    <a:pt x="212326" y="190239"/>
                  </a:lnTo>
                  <a:lnTo>
                    <a:pt x="212991" y="195886"/>
                  </a:lnTo>
                  <a:lnTo>
                    <a:pt x="213251" y="201677"/>
                  </a:lnTo>
                  <a:lnTo>
                    <a:pt x="213096" y="207589"/>
                  </a:lnTo>
                  <a:lnTo>
                    <a:pt x="212517" y="213595"/>
                  </a:lnTo>
                  <a:lnTo>
                    <a:pt x="211504" y="219672"/>
                  </a:lnTo>
                  <a:lnTo>
                    <a:pt x="210053" y="225792"/>
                  </a:lnTo>
                  <a:lnTo>
                    <a:pt x="208156" y="231929"/>
                  </a:lnTo>
                  <a:lnTo>
                    <a:pt x="205812" y="238056"/>
                  </a:lnTo>
                  <a:lnTo>
                    <a:pt x="203016" y="244146"/>
                  </a:lnTo>
                  <a:lnTo>
                    <a:pt x="199770" y="250172"/>
                  </a:lnTo>
                  <a:lnTo>
                    <a:pt x="196073" y="256106"/>
                  </a:lnTo>
                  <a:lnTo>
                    <a:pt x="191928" y="261921"/>
                  </a:lnTo>
                  <a:lnTo>
                    <a:pt x="187338" y="267589"/>
                  </a:lnTo>
                  <a:lnTo>
                    <a:pt x="182310" y="273083"/>
                  </a:lnTo>
                  <a:lnTo>
                    <a:pt x="176849" y="278376"/>
                  </a:lnTo>
                  <a:lnTo>
                    <a:pt x="170964" y="283442"/>
                  </a:lnTo>
                  <a:lnTo>
                    <a:pt x="164666" y="288253"/>
                  </a:lnTo>
                  <a:lnTo>
                    <a:pt x="157964" y="292784"/>
                  </a:lnTo>
                  <a:lnTo>
                    <a:pt x="150873" y="297009"/>
                  </a:lnTo>
                  <a:lnTo>
                    <a:pt x="143407" y="300903"/>
                  </a:lnTo>
                  <a:lnTo>
                    <a:pt x="135580" y="304442"/>
                  </a:lnTo>
                  <a:lnTo>
                    <a:pt x="127411" y="307603"/>
                  </a:lnTo>
                  <a:lnTo>
                    <a:pt x="118917" y="310363"/>
                  </a:lnTo>
                  <a:lnTo>
                    <a:pt x="110119" y="312700"/>
                  </a:lnTo>
                  <a:lnTo>
                    <a:pt x="101036" y="314593"/>
                  </a:lnTo>
                  <a:lnTo>
                    <a:pt x="91692" y="316024"/>
                  </a:lnTo>
                  <a:lnTo>
                    <a:pt x="82109" y="316972"/>
                  </a:lnTo>
                  <a:lnTo>
                    <a:pt x="72313" y="317420"/>
                  </a:lnTo>
                  <a:lnTo>
                    <a:pt x="62328" y="317353"/>
                  </a:lnTo>
                  <a:lnTo>
                    <a:pt x="52180" y="316755"/>
                  </a:lnTo>
                  <a:lnTo>
                    <a:pt x="41898" y="315613"/>
                  </a:lnTo>
                  <a:lnTo>
                    <a:pt x="31510" y="313913"/>
                  </a:lnTo>
                  <a:lnTo>
                    <a:pt x="21044" y="311646"/>
                  </a:lnTo>
                  <a:lnTo>
                    <a:pt x="10530" y="308802"/>
                  </a:lnTo>
                  <a:lnTo>
                    <a:pt x="0" y="305373"/>
                  </a:lnTo>
                  <a:lnTo>
                    <a:pt x="1303" y="296087"/>
                  </a:lnTo>
                  <a:lnTo>
                    <a:pt x="2959" y="286970"/>
                  </a:lnTo>
                  <a:lnTo>
                    <a:pt x="4958" y="278032"/>
                  </a:lnTo>
                  <a:lnTo>
                    <a:pt x="7293" y="269285"/>
                  </a:lnTo>
                  <a:lnTo>
                    <a:pt x="9956" y="260741"/>
                  </a:lnTo>
                  <a:lnTo>
                    <a:pt x="12938" y="252409"/>
                  </a:lnTo>
                  <a:lnTo>
                    <a:pt x="16230" y="244300"/>
                  </a:lnTo>
                  <a:lnTo>
                    <a:pt x="19823" y="236425"/>
                  </a:lnTo>
                  <a:lnTo>
                    <a:pt x="23708" y="228793"/>
                  </a:lnTo>
                  <a:lnTo>
                    <a:pt x="27874" y="221414"/>
                  </a:lnTo>
                  <a:lnTo>
                    <a:pt x="32312" y="214297"/>
                  </a:lnTo>
                  <a:lnTo>
                    <a:pt x="37011" y="207450"/>
                  </a:lnTo>
                  <a:lnTo>
                    <a:pt x="41961" y="200882"/>
                  </a:lnTo>
                  <a:lnTo>
                    <a:pt x="47150" y="194601"/>
                  </a:lnTo>
                  <a:lnTo>
                    <a:pt x="52567" y="188615"/>
                  </a:lnTo>
                  <a:lnTo>
                    <a:pt x="58202" y="182931"/>
                  </a:lnTo>
                  <a:lnTo>
                    <a:pt x="64042" y="177556"/>
                  </a:lnTo>
                  <a:lnTo>
                    <a:pt x="70075" y="172497"/>
                  </a:lnTo>
                  <a:lnTo>
                    <a:pt x="76290" y="167759"/>
                  </a:lnTo>
                  <a:lnTo>
                    <a:pt x="82675" y="163349"/>
                  </a:lnTo>
                  <a:lnTo>
                    <a:pt x="89216" y="159272"/>
                  </a:lnTo>
                  <a:lnTo>
                    <a:pt x="95902" y="155533"/>
                  </a:lnTo>
                  <a:lnTo>
                    <a:pt x="102720" y="152136"/>
                  </a:lnTo>
                  <a:lnTo>
                    <a:pt x="109657" y="149085"/>
                  </a:lnTo>
                  <a:lnTo>
                    <a:pt x="116699" y="146385"/>
                  </a:lnTo>
                  <a:lnTo>
                    <a:pt x="123835" y="144038"/>
                  </a:lnTo>
                  <a:lnTo>
                    <a:pt x="131051" y="142047"/>
                  </a:lnTo>
                  <a:lnTo>
                    <a:pt x="138334" y="140415"/>
                  </a:lnTo>
                  <a:lnTo>
                    <a:pt x="145670" y="139144"/>
                  </a:lnTo>
                  <a:lnTo>
                    <a:pt x="153046" y="138235"/>
                  </a:lnTo>
                  <a:lnTo>
                    <a:pt x="160449" y="137689"/>
                  </a:lnTo>
                  <a:lnTo>
                    <a:pt x="167866" y="137506"/>
                  </a:lnTo>
                  <a:lnTo>
                    <a:pt x="164004" y="137771"/>
                  </a:lnTo>
                  <a:lnTo>
                    <a:pt x="160197" y="138561"/>
                  </a:lnTo>
                  <a:lnTo>
                    <a:pt x="156497" y="139869"/>
                  </a:lnTo>
                  <a:lnTo>
                    <a:pt x="152957" y="141684"/>
                  </a:lnTo>
                  <a:lnTo>
                    <a:pt x="149630" y="143987"/>
                  </a:lnTo>
                  <a:lnTo>
                    <a:pt x="146565" y="146759"/>
                  </a:lnTo>
                  <a:lnTo>
                    <a:pt x="143809" y="149972"/>
                  </a:lnTo>
                  <a:lnTo>
                    <a:pt x="141409" y="153595"/>
                  </a:lnTo>
                  <a:lnTo>
                    <a:pt x="139406" y="157596"/>
                  </a:lnTo>
                  <a:lnTo>
                    <a:pt x="137841" y="161934"/>
                  </a:lnTo>
                  <a:lnTo>
                    <a:pt x="136749" y="166568"/>
                  </a:lnTo>
                  <a:lnTo>
                    <a:pt x="136163" y="171452"/>
                  </a:lnTo>
                  <a:lnTo>
                    <a:pt x="136111" y="176539"/>
                  </a:lnTo>
                  <a:lnTo>
                    <a:pt x="136616" y="181777"/>
                  </a:lnTo>
                  <a:lnTo>
                    <a:pt x="137699" y="187114"/>
                  </a:lnTo>
                  <a:lnTo>
                    <a:pt x="139374" y="192493"/>
                  </a:lnTo>
                  <a:lnTo>
                    <a:pt x="141651" y="197860"/>
                  </a:lnTo>
                  <a:lnTo>
                    <a:pt x="144534" y="203155"/>
                  </a:lnTo>
                  <a:lnTo>
                    <a:pt x="148024" y="208321"/>
                  </a:lnTo>
                  <a:lnTo>
                    <a:pt x="152116" y="213300"/>
                  </a:lnTo>
                  <a:lnTo>
                    <a:pt x="156798" y="218033"/>
                  </a:lnTo>
                  <a:lnTo>
                    <a:pt x="162055" y="222462"/>
                  </a:lnTo>
                  <a:lnTo>
                    <a:pt x="167866" y="226531"/>
                  </a:lnTo>
                  <a:lnTo>
                    <a:pt x="174205" y="230185"/>
                  </a:lnTo>
                  <a:lnTo>
                    <a:pt x="181042" y="233371"/>
                  </a:lnTo>
                  <a:lnTo>
                    <a:pt x="188341" y="236038"/>
                  </a:lnTo>
                  <a:lnTo>
                    <a:pt x="196062" y="238138"/>
                  </a:lnTo>
                  <a:lnTo>
                    <a:pt x="204159" y="239627"/>
                  </a:lnTo>
                  <a:lnTo>
                    <a:pt x="212586" y="240462"/>
                  </a:lnTo>
                  <a:lnTo>
                    <a:pt x="221288" y="240607"/>
                  </a:lnTo>
                  <a:lnTo>
                    <a:pt x="230211" y="240028"/>
                  </a:lnTo>
                  <a:lnTo>
                    <a:pt x="239294" y="238697"/>
                  </a:lnTo>
                  <a:lnTo>
                    <a:pt x="248475" y="236589"/>
                  </a:lnTo>
                  <a:lnTo>
                    <a:pt x="257691" y="233686"/>
                  </a:lnTo>
                  <a:lnTo>
                    <a:pt x="266874" y="229973"/>
                  </a:lnTo>
                  <a:lnTo>
                    <a:pt x="275956" y="225444"/>
                  </a:lnTo>
                  <a:lnTo>
                    <a:pt x="284867" y="220095"/>
                  </a:lnTo>
                  <a:lnTo>
                    <a:pt x="293537" y="213929"/>
                  </a:lnTo>
                  <a:lnTo>
                    <a:pt x="301896" y="206955"/>
                  </a:lnTo>
                  <a:lnTo>
                    <a:pt x="309873" y="199189"/>
                  </a:lnTo>
                  <a:lnTo>
                    <a:pt x="317399" y="190651"/>
                  </a:lnTo>
                  <a:lnTo>
                    <a:pt x="324404" y="181366"/>
                  </a:lnTo>
                  <a:lnTo>
                    <a:pt x="330822" y="171369"/>
                  </a:lnTo>
                  <a:lnTo>
                    <a:pt x="336588" y="160697"/>
                  </a:lnTo>
                  <a:lnTo>
                    <a:pt x="341638" y="149393"/>
                  </a:lnTo>
                  <a:close/>
                </a:path>
              </a:pathLst>
            </a:custGeom>
            <a:solidFill>
              <a:srgbClr val="ED90A4">
                <a:alpha val="27843"/>
              </a:srgbClr>
            </a:solidFill>
            <a:ln w="25746" cap="flat">
              <a:solidFill>
                <a:srgbClr val="ED9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1550775" y="2029583"/>
              <a:ext cx="345915" cy="305373"/>
            </a:xfrm>
            <a:custGeom>
              <a:avLst/>
              <a:pathLst>
                <a:path w="345915" h="305373">
                  <a:moveTo>
                    <a:pt x="167866" y="18807"/>
                  </a:moveTo>
                  <a:lnTo>
                    <a:pt x="173509" y="15446"/>
                  </a:lnTo>
                  <a:lnTo>
                    <a:pt x="179462" y="12361"/>
                  </a:lnTo>
                  <a:lnTo>
                    <a:pt x="185712" y="9572"/>
                  </a:lnTo>
                  <a:lnTo>
                    <a:pt x="192243" y="7101"/>
                  </a:lnTo>
                  <a:lnTo>
                    <a:pt x="199039" y="4968"/>
                  </a:lnTo>
                  <a:lnTo>
                    <a:pt x="206082" y="3191"/>
                  </a:lnTo>
                  <a:lnTo>
                    <a:pt x="213354" y="1789"/>
                  </a:lnTo>
                  <a:lnTo>
                    <a:pt x="220834" y="779"/>
                  </a:lnTo>
                  <a:lnTo>
                    <a:pt x="228502" y="178"/>
                  </a:lnTo>
                  <a:lnTo>
                    <a:pt x="236336" y="0"/>
                  </a:lnTo>
                  <a:lnTo>
                    <a:pt x="244313" y="258"/>
                  </a:lnTo>
                  <a:lnTo>
                    <a:pt x="252407" y="967"/>
                  </a:lnTo>
                  <a:lnTo>
                    <a:pt x="260596" y="2137"/>
                  </a:lnTo>
                  <a:lnTo>
                    <a:pt x="268853" y="3778"/>
                  </a:lnTo>
                  <a:lnTo>
                    <a:pt x="277151" y="5899"/>
                  </a:lnTo>
                  <a:lnTo>
                    <a:pt x="285465" y="8507"/>
                  </a:lnTo>
                  <a:lnTo>
                    <a:pt x="293766" y="11607"/>
                  </a:lnTo>
                  <a:lnTo>
                    <a:pt x="299138" y="17218"/>
                  </a:lnTo>
                  <a:lnTo>
                    <a:pt x="304259" y="23059"/>
                  </a:lnTo>
                  <a:lnTo>
                    <a:pt x="309122" y="29117"/>
                  </a:lnTo>
                  <a:lnTo>
                    <a:pt x="313715" y="35382"/>
                  </a:lnTo>
                  <a:lnTo>
                    <a:pt x="318031" y="41841"/>
                  </a:lnTo>
                  <a:lnTo>
                    <a:pt x="322061" y="48482"/>
                  </a:lnTo>
                  <a:lnTo>
                    <a:pt x="325797" y="55293"/>
                  </a:lnTo>
                  <a:lnTo>
                    <a:pt x="329233" y="62260"/>
                  </a:lnTo>
                  <a:lnTo>
                    <a:pt x="332362" y="69370"/>
                  </a:lnTo>
                  <a:lnTo>
                    <a:pt x="335177" y="76610"/>
                  </a:lnTo>
                  <a:lnTo>
                    <a:pt x="337674" y="83966"/>
                  </a:lnTo>
                  <a:lnTo>
                    <a:pt x="339848" y="91424"/>
                  </a:lnTo>
                  <a:lnTo>
                    <a:pt x="341695" y="98970"/>
                  </a:lnTo>
                  <a:lnTo>
                    <a:pt x="343210" y="106589"/>
                  </a:lnTo>
                  <a:lnTo>
                    <a:pt x="344392" y="114266"/>
                  </a:lnTo>
                  <a:lnTo>
                    <a:pt x="345238" y="121988"/>
                  </a:lnTo>
                  <a:lnTo>
                    <a:pt x="345746" y="129740"/>
                  </a:lnTo>
                  <a:lnTo>
                    <a:pt x="345915" y="137506"/>
                  </a:lnTo>
                  <a:lnTo>
                    <a:pt x="339521" y="144606"/>
                  </a:lnTo>
                  <a:lnTo>
                    <a:pt x="332855" y="151178"/>
                  </a:lnTo>
                  <a:lnTo>
                    <a:pt x="325950" y="157212"/>
                  </a:lnTo>
                  <a:lnTo>
                    <a:pt x="318838" y="162699"/>
                  </a:lnTo>
                  <a:lnTo>
                    <a:pt x="311554" y="167635"/>
                  </a:lnTo>
                  <a:lnTo>
                    <a:pt x="304130" y="172013"/>
                  </a:lnTo>
                  <a:lnTo>
                    <a:pt x="296600" y="175832"/>
                  </a:lnTo>
                  <a:lnTo>
                    <a:pt x="288997" y="179091"/>
                  </a:lnTo>
                  <a:lnTo>
                    <a:pt x="281355" y="181790"/>
                  </a:lnTo>
                  <a:lnTo>
                    <a:pt x="273707" y="183933"/>
                  </a:lnTo>
                  <a:lnTo>
                    <a:pt x="266086" y="185523"/>
                  </a:lnTo>
                  <a:lnTo>
                    <a:pt x="258523" y="186568"/>
                  </a:lnTo>
                  <a:lnTo>
                    <a:pt x="251051" y="187074"/>
                  </a:lnTo>
                  <a:lnTo>
                    <a:pt x="243702" y="187053"/>
                  </a:lnTo>
                  <a:lnTo>
                    <a:pt x="236505" y="186514"/>
                  </a:lnTo>
                  <a:lnTo>
                    <a:pt x="229491" y="185471"/>
                  </a:lnTo>
                  <a:lnTo>
                    <a:pt x="222689" y="183939"/>
                  </a:lnTo>
                  <a:lnTo>
                    <a:pt x="216127" y="181934"/>
                  </a:lnTo>
                  <a:lnTo>
                    <a:pt x="209832" y="179473"/>
                  </a:lnTo>
                  <a:lnTo>
                    <a:pt x="205517" y="183384"/>
                  </a:lnTo>
                  <a:lnTo>
                    <a:pt x="200839" y="186854"/>
                  </a:lnTo>
                  <a:lnTo>
                    <a:pt x="195843" y="189848"/>
                  </a:lnTo>
                  <a:lnTo>
                    <a:pt x="190578" y="192338"/>
                  </a:lnTo>
                  <a:lnTo>
                    <a:pt x="185094" y="194301"/>
                  </a:lnTo>
                  <a:lnTo>
                    <a:pt x="179444" y="195716"/>
                  </a:lnTo>
                  <a:lnTo>
                    <a:pt x="173683" y="196570"/>
                  </a:lnTo>
                  <a:lnTo>
                    <a:pt x="167866" y="196856"/>
                  </a:lnTo>
                  <a:lnTo>
                    <a:pt x="165681" y="204239"/>
                  </a:lnTo>
                  <a:lnTo>
                    <a:pt x="163014" y="211535"/>
                  </a:lnTo>
                  <a:lnTo>
                    <a:pt x="159867" y="218719"/>
                  </a:lnTo>
                  <a:lnTo>
                    <a:pt x="156246" y="225769"/>
                  </a:lnTo>
                  <a:lnTo>
                    <a:pt x="152156" y="232662"/>
                  </a:lnTo>
                  <a:lnTo>
                    <a:pt x="147603" y="239373"/>
                  </a:lnTo>
                  <a:lnTo>
                    <a:pt x="142597" y="245880"/>
                  </a:lnTo>
                  <a:lnTo>
                    <a:pt x="137144" y="252161"/>
                  </a:lnTo>
                  <a:lnTo>
                    <a:pt x="131256" y="258194"/>
                  </a:lnTo>
                  <a:lnTo>
                    <a:pt x="124942" y="263957"/>
                  </a:lnTo>
                  <a:lnTo>
                    <a:pt x="118214" y="269428"/>
                  </a:lnTo>
                  <a:lnTo>
                    <a:pt x="111085" y="274586"/>
                  </a:lnTo>
                  <a:lnTo>
                    <a:pt x="103569" y="279413"/>
                  </a:lnTo>
                  <a:lnTo>
                    <a:pt x="95679" y="283887"/>
                  </a:lnTo>
                  <a:lnTo>
                    <a:pt x="87431" y="287989"/>
                  </a:lnTo>
                  <a:lnTo>
                    <a:pt x="78841" y="291702"/>
                  </a:lnTo>
                  <a:lnTo>
                    <a:pt x="69926" y="295006"/>
                  </a:lnTo>
                  <a:lnTo>
                    <a:pt x="60704" y="297886"/>
                  </a:lnTo>
                  <a:lnTo>
                    <a:pt x="51192" y="300324"/>
                  </a:lnTo>
                  <a:lnTo>
                    <a:pt x="41411" y="302305"/>
                  </a:lnTo>
                  <a:lnTo>
                    <a:pt x="31381" y="303814"/>
                  </a:lnTo>
                  <a:lnTo>
                    <a:pt x="21121" y="304837"/>
                  </a:lnTo>
                  <a:lnTo>
                    <a:pt x="10653" y="305361"/>
                  </a:lnTo>
                  <a:lnTo>
                    <a:pt x="0" y="305373"/>
                  </a:lnTo>
                  <a:lnTo>
                    <a:pt x="1303" y="296087"/>
                  </a:lnTo>
                  <a:lnTo>
                    <a:pt x="2959" y="286970"/>
                  </a:lnTo>
                  <a:lnTo>
                    <a:pt x="4958" y="278032"/>
                  </a:lnTo>
                  <a:lnTo>
                    <a:pt x="7293" y="269285"/>
                  </a:lnTo>
                  <a:lnTo>
                    <a:pt x="9956" y="260741"/>
                  </a:lnTo>
                  <a:lnTo>
                    <a:pt x="12938" y="252409"/>
                  </a:lnTo>
                  <a:lnTo>
                    <a:pt x="16230" y="244300"/>
                  </a:lnTo>
                  <a:lnTo>
                    <a:pt x="19823" y="236425"/>
                  </a:lnTo>
                  <a:lnTo>
                    <a:pt x="23708" y="228793"/>
                  </a:lnTo>
                  <a:lnTo>
                    <a:pt x="27874" y="221414"/>
                  </a:lnTo>
                  <a:lnTo>
                    <a:pt x="32312" y="214297"/>
                  </a:lnTo>
                  <a:lnTo>
                    <a:pt x="37011" y="207450"/>
                  </a:lnTo>
                  <a:lnTo>
                    <a:pt x="41961" y="200882"/>
                  </a:lnTo>
                  <a:lnTo>
                    <a:pt x="47150" y="194601"/>
                  </a:lnTo>
                  <a:lnTo>
                    <a:pt x="52567" y="188615"/>
                  </a:lnTo>
                  <a:lnTo>
                    <a:pt x="58202" y="182931"/>
                  </a:lnTo>
                  <a:lnTo>
                    <a:pt x="64042" y="177556"/>
                  </a:lnTo>
                  <a:lnTo>
                    <a:pt x="70075" y="172497"/>
                  </a:lnTo>
                  <a:lnTo>
                    <a:pt x="76290" y="167759"/>
                  </a:lnTo>
                  <a:lnTo>
                    <a:pt x="82675" y="163349"/>
                  </a:lnTo>
                  <a:lnTo>
                    <a:pt x="89216" y="159272"/>
                  </a:lnTo>
                  <a:lnTo>
                    <a:pt x="95902" y="155533"/>
                  </a:lnTo>
                  <a:lnTo>
                    <a:pt x="102720" y="152136"/>
                  </a:lnTo>
                  <a:lnTo>
                    <a:pt x="109657" y="149085"/>
                  </a:lnTo>
                  <a:lnTo>
                    <a:pt x="116699" y="146385"/>
                  </a:lnTo>
                  <a:lnTo>
                    <a:pt x="123835" y="144038"/>
                  </a:lnTo>
                  <a:lnTo>
                    <a:pt x="131051" y="142047"/>
                  </a:lnTo>
                  <a:lnTo>
                    <a:pt x="138334" y="140415"/>
                  </a:lnTo>
                  <a:lnTo>
                    <a:pt x="145670" y="139144"/>
                  </a:lnTo>
                  <a:lnTo>
                    <a:pt x="153046" y="138235"/>
                  </a:lnTo>
                  <a:lnTo>
                    <a:pt x="160449" y="137689"/>
                  </a:lnTo>
                  <a:lnTo>
                    <a:pt x="167866" y="137506"/>
                  </a:lnTo>
                  <a:lnTo>
                    <a:pt x="162484" y="137122"/>
                  </a:lnTo>
                  <a:lnTo>
                    <a:pt x="157185" y="135971"/>
                  </a:lnTo>
                  <a:lnTo>
                    <a:pt x="152050" y="134066"/>
                  </a:lnTo>
                  <a:lnTo>
                    <a:pt x="147158" y="131426"/>
                  </a:lnTo>
                  <a:lnTo>
                    <a:pt x="142590" y="128079"/>
                  </a:lnTo>
                  <a:lnTo>
                    <a:pt x="138419" y="124058"/>
                  </a:lnTo>
                  <a:lnTo>
                    <a:pt x="134718" y="119406"/>
                  </a:lnTo>
                  <a:lnTo>
                    <a:pt x="131554" y="114171"/>
                  </a:lnTo>
                  <a:lnTo>
                    <a:pt x="128993" y="108406"/>
                  </a:lnTo>
                  <a:lnTo>
                    <a:pt x="127090" y="102174"/>
                  </a:lnTo>
                  <a:lnTo>
                    <a:pt x="125899" y="95540"/>
                  </a:lnTo>
                </a:path>
              </a:pathLst>
            </a:custGeom>
            <a:ln w="25746" cap="flat">
              <a:solidFill>
                <a:srgbClr val="ED9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1862379" y="2132779"/>
              <a:ext cx="68622" cy="68622"/>
            </a:xfrm>
            <a:prstGeom prst="ellipse">
              <a:avLst/>
            </a:prstGeom>
            <a:solidFill>
              <a:srgbClr val="ED90A4">
                <a:alpha val="100000"/>
              </a:srgbClr>
            </a:solidFill>
            <a:ln w="9000" cap="rnd">
              <a:solidFill>
                <a:srgbClr val="ED9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684330" y="2014079"/>
              <a:ext cx="68622" cy="68622"/>
            </a:xfrm>
            <a:prstGeom prst="ellipse">
              <a:avLst/>
            </a:prstGeom>
            <a:solidFill>
              <a:srgbClr val="ED90A4">
                <a:alpha val="100000"/>
              </a:srgbClr>
            </a:solidFill>
            <a:ln w="9000" cap="rnd">
              <a:solidFill>
                <a:srgbClr val="ED9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810230" y="2006879"/>
              <a:ext cx="68622" cy="68622"/>
            </a:xfrm>
            <a:prstGeom prst="ellipse">
              <a:avLst/>
            </a:prstGeom>
            <a:solidFill>
              <a:srgbClr val="ED90A4">
                <a:alpha val="100000"/>
              </a:srgbClr>
            </a:solidFill>
            <a:ln w="9000" cap="rnd">
              <a:solidFill>
                <a:srgbClr val="ED9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642364" y="2090812"/>
              <a:ext cx="68622" cy="68622"/>
            </a:xfrm>
            <a:prstGeom prst="ellipse">
              <a:avLst/>
            </a:prstGeom>
            <a:solidFill>
              <a:srgbClr val="ED90A4">
                <a:alpha val="100000"/>
              </a:srgbClr>
            </a:solidFill>
            <a:ln w="9000" cap="rnd">
              <a:solidFill>
                <a:srgbClr val="ED9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1684330" y="2192128"/>
              <a:ext cx="68622" cy="68622"/>
            </a:xfrm>
            <a:prstGeom prst="ellipse">
              <a:avLst/>
            </a:prstGeom>
            <a:solidFill>
              <a:srgbClr val="ED90A4">
                <a:alpha val="100000"/>
              </a:srgbClr>
            </a:solidFill>
            <a:ln w="9000" cap="rnd">
              <a:solidFill>
                <a:srgbClr val="ED9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1726297" y="2174745"/>
              <a:ext cx="68622" cy="68622"/>
            </a:xfrm>
            <a:prstGeom prst="ellipse">
              <a:avLst/>
            </a:prstGeom>
            <a:solidFill>
              <a:srgbClr val="ED90A4">
                <a:alpha val="100000"/>
              </a:srgbClr>
            </a:solidFill>
            <a:ln w="9000" cap="rnd">
              <a:solidFill>
                <a:srgbClr val="ED9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516464" y="2300645"/>
              <a:ext cx="68622" cy="68622"/>
            </a:xfrm>
            <a:prstGeom prst="ellipse">
              <a:avLst/>
            </a:prstGeom>
            <a:solidFill>
              <a:srgbClr val="ED90A4">
                <a:alpha val="100000"/>
              </a:srgbClr>
            </a:solidFill>
            <a:ln w="9000" cap="rnd">
              <a:solidFill>
                <a:srgbClr val="ED9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684330" y="2132779"/>
              <a:ext cx="68622" cy="68622"/>
            </a:xfrm>
            <a:prstGeom prst="ellipse">
              <a:avLst/>
            </a:prstGeom>
            <a:solidFill>
              <a:srgbClr val="ED90A4">
                <a:alpha val="100000"/>
              </a:srgbClr>
            </a:solidFill>
            <a:ln w="9000" cap="rnd">
              <a:solidFill>
                <a:srgbClr val="ED9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1718642" y="1929691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1718642" y="1999224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1718642" y="2167090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1718642" y="2167090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1718642" y="2167090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1550775" y="2167090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1481243" y="2167090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1550775" y="1999224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3"/>
            <p:cNvSpPr/>
            <p:nvPr/>
          </p:nvSpPr>
          <p:spPr>
            <a:xfrm>
              <a:off x="1581997" y="1857533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1665226" y="1935648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1873901" y="2124771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1655840" y="2311328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1572611" y="2389553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1268864" y="2311328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1324282" y="2124771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1278250" y="1935648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1176249" y="2015507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1125394" y="1896807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13" name="rc313"/>
            <p:cNvSpPr/>
            <p:nvPr/>
          </p:nvSpPr>
          <p:spPr>
            <a:xfrm>
              <a:off x="3071196" y="1749294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3071196" y="1832384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3405652" y="1749294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6" name="tx316"/>
            <p:cNvSpPr/>
            <p:nvPr/>
          </p:nvSpPr>
          <p:spPr>
            <a:xfrm>
              <a:off x="4234261" y="1733954"/>
              <a:ext cx="971975" cy="108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317" name="rc317"/>
            <p:cNvSpPr/>
            <p:nvPr/>
          </p:nvSpPr>
          <p:spPr>
            <a:xfrm>
              <a:off x="4423500" y="1870341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4720249" y="1900016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4720249" y="1978240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4720249" y="2167090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4720249" y="2167090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4720249" y="2167090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4531399" y="2167090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4453175" y="2167090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4531399" y="1978240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4601564" y="2048390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4482880" y="1929691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4453209" y="1900016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600084" y="1975024"/>
              <a:ext cx="331173" cy="344989"/>
            </a:xfrm>
            <a:custGeom>
              <a:avLst/>
              <a:pathLst>
                <a:path w="331173" h="344989">
                  <a:moveTo>
                    <a:pt x="298213" y="192065"/>
                  </a:moveTo>
                  <a:lnTo>
                    <a:pt x="298053" y="184509"/>
                  </a:lnTo>
                  <a:lnTo>
                    <a:pt x="297572" y="176966"/>
                  </a:lnTo>
                  <a:lnTo>
                    <a:pt x="296771" y="169450"/>
                  </a:lnTo>
                  <a:lnTo>
                    <a:pt x="295652" y="161975"/>
                  </a:lnTo>
                  <a:lnTo>
                    <a:pt x="294217" y="154554"/>
                  </a:lnTo>
                  <a:lnTo>
                    <a:pt x="292468" y="147201"/>
                  </a:lnTo>
                  <a:lnTo>
                    <a:pt x="290409" y="139929"/>
                  </a:lnTo>
                  <a:lnTo>
                    <a:pt x="288042" y="132750"/>
                  </a:lnTo>
                  <a:lnTo>
                    <a:pt x="285374" y="125679"/>
                  </a:lnTo>
                  <a:lnTo>
                    <a:pt x="282407" y="118727"/>
                  </a:lnTo>
                  <a:lnTo>
                    <a:pt x="279149" y="111907"/>
                  </a:lnTo>
                  <a:lnTo>
                    <a:pt x="275603" y="105232"/>
                  </a:lnTo>
                  <a:lnTo>
                    <a:pt x="271778" y="98713"/>
                  </a:lnTo>
                  <a:lnTo>
                    <a:pt x="267679" y="92362"/>
                  </a:lnTo>
                  <a:lnTo>
                    <a:pt x="263315" y="86191"/>
                  </a:lnTo>
                  <a:lnTo>
                    <a:pt x="258692" y="80211"/>
                  </a:lnTo>
                  <a:lnTo>
                    <a:pt x="253820" y="74433"/>
                  </a:lnTo>
                  <a:lnTo>
                    <a:pt x="248708" y="68866"/>
                  </a:lnTo>
                  <a:lnTo>
                    <a:pt x="243363" y="63522"/>
                  </a:lnTo>
                  <a:lnTo>
                    <a:pt x="237796" y="58409"/>
                  </a:lnTo>
                  <a:lnTo>
                    <a:pt x="232018" y="53537"/>
                  </a:lnTo>
                  <a:lnTo>
                    <a:pt x="226038" y="48914"/>
                  </a:lnTo>
                  <a:lnTo>
                    <a:pt x="219867" y="44550"/>
                  </a:lnTo>
                  <a:lnTo>
                    <a:pt x="213516" y="40451"/>
                  </a:lnTo>
                  <a:lnTo>
                    <a:pt x="206998" y="36626"/>
                  </a:lnTo>
                  <a:lnTo>
                    <a:pt x="200322" y="33081"/>
                  </a:lnTo>
                  <a:lnTo>
                    <a:pt x="193503" y="29822"/>
                  </a:lnTo>
                  <a:lnTo>
                    <a:pt x="186551" y="26856"/>
                  </a:lnTo>
                  <a:lnTo>
                    <a:pt x="179479" y="24187"/>
                  </a:lnTo>
                  <a:lnTo>
                    <a:pt x="172301" y="21821"/>
                  </a:lnTo>
                  <a:lnTo>
                    <a:pt x="165028" y="19761"/>
                  </a:lnTo>
                  <a:lnTo>
                    <a:pt x="157675" y="18012"/>
                  </a:lnTo>
                  <a:lnTo>
                    <a:pt x="150254" y="16577"/>
                  </a:lnTo>
                  <a:lnTo>
                    <a:pt x="142779" y="15458"/>
                  </a:lnTo>
                  <a:lnTo>
                    <a:pt x="135263" y="14658"/>
                  </a:lnTo>
                  <a:lnTo>
                    <a:pt x="127720" y="14177"/>
                  </a:lnTo>
                  <a:lnTo>
                    <a:pt x="120164" y="14016"/>
                  </a:lnTo>
                  <a:lnTo>
                    <a:pt x="126927" y="11317"/>
                  </a:lnTo>
                  <a:lnTo>
                    <a:pt x="133892" y="8878"/>
                  </a:lnTo>
                  <a:lnTo>
                    <a:pt x="141048" y="6711"/>
                  </a:lnTo>
                  <a:lnTo>
                    <a:pt x="148386" y="4826"/>
                  </a:lnTo>
                  <a:lnTo>
                    <a:pt x="155892" y="3236"/>
                  </a:lnTo>
                  <a:lnTo>
                    <a:pt x="163557" y="1948"/>
                  </a:lnTo>
                  <a:lnTo>
                    <a:pt x="171367" y="974"/>
                  </a:lnTo>
                  <a:lnTo>
                    <a:pt x="179309" y="321"/>
                  </a:lnTo>
                  <a:lnTo>
                    <a:pt x="187371" y="0"/>
                  </a:lnTo>
                  <a:lnTo>
                    <a:pt x="195538" y="16"/>
                  </a:lnTo>
                  <a:lnTo>
                    <a:pt x="203796" y="378"/>
                  </a:lnTo>
                  <a:lnTo>
                    <a:pt x="212131" y="1093"/>
                  </a:lnTo>
                  <a:lnTo>
                    <a:pt x="220528" y="2167"/>
                  </a:lnTo>
                  <a:lnTo>
                    <a:pt x="228972" y="3605"/>
                  </a:lnTo>
                  <a:lnTo>
                    <a:pt x="237446" y="5412"/>
                  </a:lnTo>
                  <a:lnTo>
                    <a:pt x="245935" y="7593"/>
                  </a:lnTo>
                  <a:lnTo>
                    <a:pt x="254423" y="10151"/>
                  </a:lnTo>
                  <a:lnTo>
                    <a:pt x="262893" y="13088"/>
                  </a:lnTo>
                  <a:lnTo>
                    <a:pt x="271329" y="16408"/>
                  </a:lnTo>
                  <a:lnTo>
                    <a:pt x="279714" y="20111"/>
                  </a:lnTo>
                  <a:lnTo>
                    <a:pt x="288030" y="24199"/>
                  </a:lnTo>
                  <a:lnTo>
                    <a:pt x="294691" y="33884"/>
                  </a:lnTo>
                  <a:lnTo>
                    <a:pt x="300808" y="43814"/>
                  </a:lnTo>
                  <a:lnTo>
                    <a:pt x="306375" y="53962"/>
                  </a:lnTo>
                  <a:lnTo>
                    <a:pt x="311385" y="64295"/>
                  </a:lnTo>
                  <a:lnTo>
                    <a:pt x="315834" y="74785"/>
                  </a:lnTo>
                  <a:lnTo>
                    <a:pt x="319717" y="85402"/>
                  </a:lnTo>
                  <a:lnTo>
                    <a:pt x="323034" y="96115"/>
                  </a:lnTo>
                  <a:lnTo>
                    <a:pt x="325784" y="106895"/>
                  </a:lnTo>
                  <a:lnTo>
                    <a:pt x="327969" y="117712"/>
                  </a:lnTo>
                  <a:lnTo>
                    <a:pt x="329592" y="128536"/>
                  </a:lnTo>
                  <a:lnTo>
                    <a:pt x="330658" y="139339"/>
                  </a:lnTo>
                  <a:lnTo>
                    <a:pt x="331173" y="150093"/>
                  </a:lnTo>
                  <a:lnTo>
                    <a:pt x="331143" y="160770"/>
                  </a:lnTo>
                  <a:lnTo>
                    <a:pt x="330579" y="171341"/>
                  </a:lnTo>
                  <a:lnTo>
                    <a:pt x="329490" y="181782"/>
                  </a:lnTo>
                  <a:lnTo>
                    <a:pt x="327888" y="192065"/>
                  </a:lnTo>
                  <a:lnTo>
                    <a:pt x="325785" y="202167"/>
                  </a:lnTo>
                  <a:lnTo>
                    <a:pt x="323196" y="212062"/>
                  </a:lnTo>
                  <a:lnTo>
                    <a:pt x="320136" y="221728"/>
                  </a:lnTo>
                  <a:lnTo>
                    <a:pt x="316620" y="231143"/>
                  </a:lnTo>
                  <a:lnTo>
                    <a:pt x="312667" y="240285"/>
                  </a:lnTo>
                  <a:lnTo>
                    <a:pt x="308294" y="249134"/>
                  </a:lnTo>
                  <a:lnTo>
                    <a:pt x="303521" y="257672"/>
                  </a:lnTo>
                  <a:lnTo>
                    <a:pt x="298368" y="265880"/>
                  </a:lnTo>
                  <a:lnTo>
                    <a:pt x="292855" y="273742"/>
                  </a:lnTo>
                  <a:lnTo>
                    <a:pt x="287003" y="281243"/>
                  </a:lnTo>
                  <a:lnTo>
                    <a:pt x="280836" y="288368"/>
                  </a:lnTo>
                  <a:lnTo>
                    <a:pt x="274375" y="295106"/>
                  </a:lnTo>
                  <a:lnTo>
                    <a:pt x="267643" y="301444"/>
                  </a:lnTo>
                  <a:lnTo>
                    <a:pt x="260665" y="307372"/>
                  </a:lnTo>
                  <a:lnTo>
                    <a:pt x="253464" y="312881"/>
                  </a:lnTo>
                  <a:lnTo>
                    <a:pt x="246064" y="317965"/>
                  </a:lnTo>
                  <a:lnTo>
                    <a:pt x="238489" y="322617"/>
                  </a:lnTo>
                  <a:lnTo>
                    <a:pt x="230764" y="326832"/>
                  </a:lnTo>
                  <a:lnTo>
                    <a:pt x="222913" y="330607"/>
                  </a:lnTo>
                  <a:lnTo>
                    <a:pt x="214961" y="333939"/>
                  </a:lnTo>
                  <a:lnTo>
                    <a:pt x="206932" y="336829"/>
                  </a:lnTo>
                  <a:lnTo>
                    <a:pt x="198850" y="339277"/>
                  </a:lnTo>
                  <a:lnTo>
                    <a:pt x="190739" y="341284"/>
                  </a:lnTo>
                  <a:lnTo>
                    <a:pt x="182622" y="342853"/>
                  </a:lnTo>
                  <a:lnTo>
                    <a:pt x="174523" y="343990"/>
                  </a:lnTo>
                  <a:lnTo>
                    <a:pt x="166465" y="344700"/>
                  </a:lnTo>
                  <a:lnTo>
                    <a:pt x="158469" y="344989"/>
                  </a:lnTo>
                  <a:lnTo>
                    <a:pt x="150558" y="344865"/>
                  </a:lnTo>
                  <a:lnTo>
                    <a:pt x="142751" y="344338"/>
                  </a:lnTo>
                  <a:lnTo>
                    <a:pt x="135071" y="343417"/>
                  </a:lnTo>
                  <a:lnTo>
                    <a:pt x="127535" y="342113"/>
                  </a:lnTo>
                  <a:lnTo>
                    <a:pt x="120164" y="340440"/>
                  </a:lnTo>
                  <a:lnTo>
                    <a:pt x="112974" y="338409"/>
                  </a:lnTo>
                  <a:lnTo>
                    <a:pt x="105984" y="336034"/>
                  </a:lnTo>
                  <a:lnTo>
                    <a:pt x="99209" y="333330"/>
                  </a:lnTo>
                  <a:lnTo>
                    <a:pt x="92665" y="330313"/>
                  </a:lnTo>
                  <a:lnTo>
                    <a:pt x="86365" y="326998"/>
                  </a:lnTo>
                  <a:lnTo>
                    <a:pt x="80323" y="323402"/>
                  </a:lnTo>
                  <a:lnTo>
                    <a:pt x="74552" y="319543"/>
                  </a:lnTo>
                  <a:lnTo>
                    <a:pt x="69061" y="315437"/>
                  </a:lnTo>
                  <a:lnTo>
                    <a:pt x="63862" y="311105"/>
                  </a:lnTo>
                  <a:lnTo>
                    <a:pt x="58964" y="306563"/>
                  </a:lnTo>
                  <a:lnTo>
                    <a:pt x="54373" y="301831"/>
                  </a:lnTo>
                  <a:lnTo>
                    <a:pt x="50096" y="296929"/>
                  </a:lnTo>
                  <a:lnTo>
                    <a:pt x="46140" y="291875"/>
                  </a:lnTo>
                  <a:lnTo>
                    <a:pt x="42509" y="286689"/>
                  </a:lnTo>
                  <a:lnTo>
                    <a:pt x="39205" y="281390"/>
                  </a:lnTo>
                  <a:lnTo>
                    <a:pt x="36231" y="275999"/>
                  </a:lnTo>
                  <a:lnTo>
                    <a:pt x="33588" y="270534"/>
                  </a:lnTo>
                  <a:lnTo>
                    <a:pt x="31275" y="265014"/>
                  </a:lnTo>
                  <a:lnTo>
                    <a:pt x="29293" y="259460"/>
                  </a:lnTo>
                  <a:lnTo>
                    <a:pt x="27637" y="253890"/>
                  </a:lnTo>
                  <a:lnTo>
                    <a:pt x="26306" y="248322"/>
                  </a:lnTo>
                  <a:lnTo>
                    <a:pt x="25294" y="242774"/>
                  </a:lnTo>
                  <a:lnTo>
                    <a:pt x="24597" y="237265"/>
                  </a:lnTo>
                  <a:lnTo>
                    <a:pt x="24208" y="231812"/>
                  </a:lnTo>
                  <a:lnTo>
                    <a:pt x="24119" y="226431"/>
                  </a:lnTo>
                  <a:lnTo>
                    <a:pt x="24324" y="221138"/>
                  </a:lnTo>
                  <a:lnTo>
                    <a:pt x="24812" y="215950"/>
                  </a:lnTo>
                  <a:lnTo>
                    <a:pt x="25574" y="210881"/>
                  </a:lnTo>
                  <a:lnTo>
                    <a:pt x="26599" y="205944"/>
                  </a:lnTo>
                  <a:lnTo>
                    <a:pt x="27876" y="201155"/>
                  </a:lnTo>
                  <a:lnTo>
                    <a:pt x="29394" y="196525"/>
                  </a:lnTo>
                  <a:lnTo>
                    <a:pt x="31139" y="192065"/>
                  </a:lnTo>
                  <a:lnTo>
                    <a:pt x="33099" y="187788"/>
                  </a:lnTo>
                  <a:lnTo>
                    <a:pt x="35259" y="183703"/>
                  </a:lnTo>
                  <a:lnTo>
                    <a:pt x="37607" y="179819"/>
                  </a:lnTo>
                  <a:lnTo>
                    <a:pt x="40126" y="176145"/>
                  </a:lnTo>
                  <a:lnTo>
                    <a:pt x="42803" y="172687"/>
                  </a:lnTo>
                  <a:lnTo>
                    <a:pt x="45622" y="169453"/>
                  </a:lnTo>
                  <a:lnTo>
                    <a:pt x="48567" y="166448"/>
                  </a:lnTo>
                  <a:lnTo>
                    <a:pt x="51624" y="163675"/>
                  </a:lnTo>
                  <a:lnTo>
                    <a:pt x="54776" y="161139"/>
                  </a:lnTo>
                  <a:lnTo>
                    <a:pt x="58008" y="158842"/>
                  </a:lnTo>
                  <a:lnTo>
                    <a:pt x="61304" y="156786"/>
                  </a:lnTo>
                  <a:lnTo>
                    <a:pt x="64648" y="154971"/>
                  </a:lnTo>
                  <a:lnTo>
                    <a:pt x="68025" y="153396"/>
                  </a:lnTo>
                  <a:lnTo>
                    <a:pt x="71419" y="152061"/>
                  </a:lnTo>
                  <a:lnTo>
                    <a:pt x="74814" y="150963"/>
                  </a:lnTo>
                  <a:lnTo>
                    <a:pt x="78197" y="150099"/>
                  </a:lnTo>
                  <a:lnTo>
                    <a:pt x="75473" y="158920"/>
                  </a:lnTo>
                  <a:lnTo>
                    <a:pt x="74365" y="167585"/>
                  </a:lnTo>
                  <a:lnTo>
                    <a:pt x="74761" y="175820"/>
                  </a:lnTo>
                  <a:lnTo>
                    <a:pt x="76507" y="183381"/>
                  </a:lnTo>
                  <a:lnTo>
                    <a:pt x="79410" y="190063"/>
                  </a:lnTo>
                  <a:lnTo>
                    <a:pt x="83249" y="195701"/>
                  </a:lnTo>
                  <a:lnTo>
                    <a:pt x="87780" y="200177"/>
                  </a:lnTo>
                  <a:lnTo>
                    <a:pt x="92748" y="203421"/>
                  </a:lnTo>
                  <a:lnTo>
                    <a:pt x="97892" y="205414"/>
                  </a:lnTo>
                  <a:lnTo>
                    <a:pt x="102960" y="206185"/>
                  </a:lnTo>
                  <a:lnTo>
                    <a:pt x="107709" y="205808"/>
                  </a:lnTo>
                  <a:lnTo>
                    <a:pt x="111921" y="204402"/>
                  </a:lnTo>
                  <a:lnTo>
                    <a:pt x="115406" y="202125"/>
                  </a:lnTo>
                  <a:lnTo>
                    <a:pt x="118010" y="199165"/>
                  </a:lnTo>
                  <a:lnTo>
                    <a:pt x="119620" y="195735"/>
                  </a:lnTo>
                  <a:lnTo>
                    <a:pt x="120164" y="192065"/>
                  </a:lnTo>
                  <a:lnTo>
                    <a:pt x="115568" y="196297"/>
                  </a:lnTo>
                  <a:lnTo>
                    <a:pt x="110629" y="200141"/>
                  </a:lnTo>
                  <a:lnTo>
                    <a:pt x="105374" y="203577"/>
                  </a:lnTo>
                  <a:lnTo>
                    <a:pt x="99826" y="206586"/>
                  </a:lnTo>
                  <a:lnTo>
                    <a:pt x="94014" y="209150"/>
                  </a:lnTo>
                  <a:lnTo>
                    <a:pt x="87963" y="211253"/>
                  </a:lnTo>
                  <a:lnTo>
                    <a:pt x="81703" y="212879"/>
                  </a:lnTo>
                  <a:lnTo>
                    <a:pt x="75263" y="214016"/>
                  </a:lnTo>
                  <a:lnTo>
                    <a:pt x="68674" y="214651"/>
                  </a:lnTo>
                  <a:lnTo>
                    <a:pt x="61964" y="214775"/>
                  </a:lnTo>
                  <a:lnTo>
                    <a:pt x="55167" y="214379"/>
                  </a:lnTo>
                  <a:lnTo>
                    <a:pt x="48312" y="213457"/>
                  </a:lnTo>
                  <a:lnTo>
                    <a:pt x="41434" y="212003"/>
                  </a:lnTo>
                  <a:lnTo>
                    <a:pt x="34563" y="210014"/>
                  </a:lnTo>
                  <a:lnTo>
                    <a:pt x="27732" y="207490"/>
                  </a:lnTo>
                  <a:lnTo>
                    <a:pt x="20974" y="204429"/>
                  </a:lnTo>
                  <a:lnTo>
                    <a:pt x="14322" y="200836"/>
                  </a:lnTo>
                  <a:lnTo>
                    <a:pt x="7808" y="196712"/>
                  </a:lnTo>
                  <a:lnTo>
                    <a:pt x="1464" y="192065"/>
                  </a:lnTo>
                  <a:lnTo>
                    <a:pt x="691" y="197844"/>
                  </a:lnTo>
                  <a:lnTo>
                    <a:pt x="201" y="203698"/>
                  </a:lnTo>
                  <a:lnTo>
                    <a:pt x="0" y="209612"/>
                  </a:lnTo>
                  <a:lnTo>
                    <a:pt x="91" y="215572"/>
                  </a:lnTo>
                  <a:lnTo>
                    <a:pt x="481" y="221565"/>
                  </a:lnTo>
                  <a:lnTo>
                    <a:pt x="1171" y="227574"/>
                  </a:lnTo>
                  <a:lnTo>
                    <a:pt x="2164" y="233584"/>
                  </a:lnTo>
                  <a:lnTo>
                    <a:pt x="3462" y="239581"/>
                  </a:lnTo>
                  <a:lnTo>
                    <a:pt x="5066" y="245548"/>
                  </a:lnTo>
                  <a:lnTo>
                    <a:pt x="6976" y="251471"/>
                  </a:lnTo>
                  <a:lnTo>
                    <a:pt x="9191" y="257333"/>
                  </a:lnTo>
                  <a:lnTo>
                    <a:pt x="11710" y="263119"/>
                  </a:lnTo>
                  <a:lnTo>
                    <a:pt x="14531" y="268812"/>
                  </a:lnTo>
                  <a:lnTo>
                    <a:pt x="17650" y="274398"/>
                  </a:lnTo>
                  <a:lnTo>
                    <a:pt x="21064" y="279860"/>
                  </a:lnTo>
                  <a:lnTo>
                    <a:pt x="24768" y="285183"/>
                  </a:lnTo>
                  <a:lnTo>
                    <a:pt x="28757" y="290352"/>
                  </a:lnTo>
                  <a:lnTo>
                    <a:pt x="33023" y="295351"/>
                  </a:lnTo>
                  <a:lnTo>
                    <a:pt x="37561" y="300166"/>
                  </a:lnTo>
                  <a:lnTo>
                    <a:pt x="42361" y="304782"/>
                  </a:lnTo>
                  <a:lnTo>
                    <a:pt x="47416" y="309185"/>
                  </a:lnTo>
                  <a:lnTo>
                    <a:pt x="52716" y="313361"/>
                  </a:lnTo>
                  <a:lnTo>
                    <a:pt x="58250" y="317296"/>
                  </a:lnTo>
                  <a:lnTo>
                    <a:pt x="64008" y="320978"/>
                  </a:lnTo>
                  <a:lnTo>
                    <a:pt x="69978" y="324395"/>
                  </a:lnTo>
                  <a:lnTo>
                    <a:pt x="76148" y="327533"/>
                  </a:lnTo>
                  <a:lnTo>
                    <a:pt x="82504" y="330383"/>
                  </a:lnTo>
                  <a:lnTo>
                    <a:pt x="89034" y="332932"/>
                  </a:lnTo>
                  <a:lnTo>
                    <a:pt x="95722" y="335172"/>
                  </a:lnTo>
                  <a:lnTo>
                    <a:pt x="102554" y="337092"/>
                  </a:lnTo>
                  <a:lnTo>
                    <a:pt x="109516" y="338684"/>
                  </a:lnTo>
                  <a:lnTo>
                    <a:pt x="116590" y="339940"/>
                  </a:lnTo>
                  <a:lnTo>
                    <a:pt x="123760" y="340853"/>
                  </a:lnTo>
                  <a:lnTo>
                    <a:pt x="131011" y="341416"/>
                  </a:lnTo>
                  <a:lnTo>
                    <a:pt x="138324" y="341624"/>
                  </a:lnTo>
                  <a:lnTo>
                    <a:pt x="145682" y="341472"/>
                  </a:lnTo>
                  <a:lnTo>
                    <a:pt x="153067" y="340956"/>
                  </a:lnTo>
                  <a:lnTo>
                    <a:pt x="160462" y="340074"/>
                  </a:lnTo>
                  <a:lnTo>
                    <a:pt x="167848" y="338822"/>
                  </a:lnTo>
                  <a:lnTo>
                    <a:pt x="175206" y="337201"/>
                  </a:lnTo>
                  <a:lnTo>
                    <a:pt x="182519" y="335209"/>
                  </a:lnTo>
                  <a:lnTo>
                    <a:pt x="189766" y="332848"/>
                  </a:lnTo>
                  <a:lnTo>
                    <a:pt x="196931" y="330119"/>
                  </a:lnTo>
                  <a:lnTo>
                    <a:pt x="203993" y="327024"/>
                  </a:lnTo>
                  <a:lnTo>
                    <a:pt x="210934" y="323568"/>
                  </a:lnTo>
                  <a:lnTo>
                    <a:pt x="217735" y="319755"/>
                  </a:lnTo>
                  <a:lnTo>
                    <a:pt x="224379" y="315589"/>
                  </a:lnTo>
                  <a:lnTo>
                    <a:pt x="230847" y="311079"/>
                  </a:lnTo>
                  <a:lnTo>
                    <a:pt x="237121" y="306230"/>
                  </a:lnTo>
                  <a:lnTo>
                    <a:pt x="243184" y="301052"/>
                  </a:lnTo>
                  <a:lnTo>
                    <a:pt x="249018" y="295553"/>
                  </a:lnTo>
                  <a:lnTo>
                    <a:pt x="254606" y="289743"/>
                  </a:lnTo>
                  <a:lnTo>
                    <a:pt x="259932" y="283634"/>
                  </a:lnTo>
                  <a:lnTo>
                    <a:pt x="264979" y="277237"/>
                  </a:lnTo>
                  <a:lnTo>
                    <a:pt x="269734" y="270566"/>
                  </a:lnTo>
                  <a:lnTo>
                    <a:pt x="274180" y="263633"/>
                  </a:lnTo>
                  <a:lnTo>
                    <a:pt x="278303" y="256452"/>
                  </a:lnTo>
                  <a:lnTo>
                    <a:pt x="282091" y="249040"/>
                  </a:lnTo>
                  <a:lnTo>
                    <a:pt x="285529" y="241411"/>
                  </a:lnTo>
                  <a:lnTo>
                    <a:pt x="288607" y="233583"/>
                  </a:lnTo>
                  <a:lnTo>
                    <a:pt x="291312" y="225572"/>
                  </a:lnTo>
                  <a:lnTo>
                    <a:pt x="293634" y="217396"/>
                  </a:lnTo>
                  <a:lnTo>
                    <a:pt x="295564" y="209073"/>
                  </a:lnTo>
                  <a:lnTo>
                    <a:pt x="297093" y="200623"/>
                  </a:lnTo>
                  <a:close/>
                </a:path>
              </a:pathLst>
            </a:custGeom>
            <a:solidFill>
              <a:srgbClr val="E79788">
                <a:alpha val="27843"/>
              </a:srgbClr>
            </a:solidFill>
            <a:ln w="25746" cap="flat">
              <a:solidFill>
                <a:srgbClr val="E797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4601549" y="1975024"/>
              <a:ext cx="310765" cy="226134"/>
            </a:xfrm>
            <a:custGeom>
              <a:avLst/>
              <a:pathLst>
                <a:path w="310765" h="226134">
                  <a:moveTo>
                    <a:pt x="118699" y="14016"/>
                  </a:moveTo>
                  <a:lnTo>
                    <a:pt x="125462" y="11317"/>
                  </a:lnTo>
                  <a:lnTo>
                    <a:pt x="132427" y="8878"/>
                  </a:lnTo>
                  <a:lnTo>
                    <a:pt x="139583" y="6711"/>
                  </a:lnTo>
                  <a:lnTo>
                    <a:pt x="146921" y="4826"/>
                  </a:lnTo>
                  <a:lnTo>
                    <a:pt x="154427" y="3236"/>
                  </a:lnTo>
                  <a:lnTo>
                    <a:pt x="162092" y="1948"/>
                  </a:lnTo>
                  <a:lnTo>
                    <a:pt x="169902" y="974"/>
                  </a:lnTo>
                  <a:lnTo>
                    <a:pt x="177844" y="321"/>
                  </a:lnTo>
                  <a:lnTo>
                    <a:pt x="185906" y="0"/>
                  </a:lnTo>
                  <a:lnTo>
                    <a:pt x="194073" y="16"/>
                  </a:lnTo>
                  <a:lnTo>
                    <a:pt x="202331" y="378"/>
                  </a:lnTo>
                  <a:lnTo>
                    <a:pt x="210666" y="1093"/>
                  </a:lnTo>
                  <a:lnTo>
                    <a:pt x="219063" y="2167"/>
                  </a:lnTo>
                  <a:lnTo>
                    <a:pt x="227507" y="3605"/>
                  </a:lnTo>
                  <a:lnTo>
                    <a:pt x="235981" y="5412"/>
                  </a:lnTo>
                  <a:lnTo>
                    <a:pt x="244470" y="7593"/>
                  </a:lnTo>
                  <a:lnTo>
                    <a:pt x="252958" y="10151"/>
                  </a:lnTo>
                  <a:lnTo>
                    <a:pt x="261428" y="13088"/>
                  </a:lnTo>
                  <a:lnTo>
                    <a:pt x="269864" y="16408"/>
                  </a:lnTo>
                  <a:lnTo>
                    <a:pt x="278249" y="20111"/>
                  </a:lnTo>
                  <a:lnTo>
                    <a:pt x="286565" y="24199"/>
                  </a:lnTo>
                  <a:lnTo>
                    <a:pt x="290653" y="32515"/>
                  </a:lnTo>
                  <a:lnTo>
                    <a:pt x="294356" y="40900"/>
                  </a:lnTo>
                  <a:lnTo>
                    <a:pt x="297676" y="49336"/>
                  </a:lnTo>
                  <a:lnTo>
                    <a:pt x="300614" y="57806"/>
                  </a:lnTo>
                  <a:lnTo>
                    <a:pt x="303172" y="66294"/>
                  </a:lnTo>
                  <a:lnTo>
                    <a:pt x="305352" y="74783"/>
                  </a:lnTo>
                  <a:lnTo>
                    <a:pt x="307160" y="83258"/>
                  </a:lnTo>
                  <a:lnTo>
                    <a:pt x="308598" y="91701"/>
                  </a:lnTo>
                  <a:lnTo>
                    <a:pt x="309671" y="100098"/>
                  </a:lnTo>
                  <a:lnTo>
                    <a:pt x="310386" y="108433"/>
                  </a:lnTo>
                  <a:lnTo>
                    <a:pt x="310748" y="116692"/>
                  </a:lnTo>
                  <a:lnTo>
                    <a:pt x="310765" y="124859"/>
                  </a:lnTo>
                  <a:lnTo>
                    <a:pt x="310443" y="132920"/>
                  </a:lnTo>
                  <a:lnTo>
                    <a:pt x="309790" y="140863"/>
                  </a:lnTo>
                  <a:lnTo>
                    <a:pt x="308816" y="148672"/>
                  </a:lnTo>
                  <a:lnTo>
                    <a:pt x="307529" y="156337"/>
                  </a:lnTo>
                  <a:lnTo>
                    <a:pt x="305938" y="163844"/>
                  </a:lnTo>
                  <a:lnTo>
                    <a:pt x="304054" y="171181"/>
                  </a:lnTo>
                  <a:lnTo>
                    <a:pt x="301887" y="178337"/>
                  </a:lnTo>
                  <a:lnTo>
                    <a:pt x="299448" y="185302"/>
                  </a:lnTo>
                  <a:lnTo>
                    <a:pt x="296748" y="192065"/>
                  </a:lnTo>
                  <a:lnTo>
                    <a:pt x="289822" y="197236"/>
                  </a:lnTo>
                  <a:lnTo>
                    <a:pt x="282752" y="201989"/>
                  </a:lnTo>
                  <a:lnTo>
                    <a:pt x="275558" y="206319"/>
                  </a:lnTo>
                  <a:lnTo>
                    <a:pt x="268258" y="210225"/>
                  </a:lnTo>
                  <a:lnTo>
                    <a:pt x="260871" y="213704"/>
                  </a:lnTo>
                  <a:lnTo>
                    <a:pt x="253416" y="216753"/>
                  </a:lnTo>
                  <a:lnTo>
                    <a:pt x="245914" y="219374"/>
                  </a:lnTo>
                  <a:lnTo>
                    <a:pt x="238382" y="221565"/>
                  </a:lnTo>
                  <a:lnTo>
                    <a:pt x="230840" y="223327"/>
                  </a:lnTo>
                  <a:lnTo>
                    <a:pt x="223307" y="224662"/>
                  </a:lnTo>
                  <a:lnTo>
                    <a:pt x="215801" y="225573"/>
                  </a:lnTo>
                  <a:lnTo>
                    <a:pt x="208341" y="226062"/>
                  </a:lnTo>
                  <a:lnTo>
                    <a:pt x="200947" y="226134"/>
                  </a:lnTo>
                  <a:lnTo>
                    <a:pt x="193636" y="225792"/>
                  </a:lnTo>
                  <a:lnTo>
                    <a:pt x="186426" y="225042"/>
                  </a:lnTo>
                  <a:lnTo>
                    <a:pt x="179335" y="223890"/>
                  </a:lnTo>
                  <a:lnTo>
                    <a:pt x="172382" y="222343"/>
                  </a:lnTo>
                  <a:lnTo>
                    <a:pt x="165582" y="220407"/>
                  </a:lnTo>
                  <a:lnTo>
                    <a:pt x="158954" y="218092"/>
                  </a:lnTo>
                  <a:lnTo>
                    <a:pt x="152514" y="215406"/>
                  </a:lnTo>
                  <a:lnTo>
                    <a:pt x="146278" y="212358"/>
                  </a:lnTo>
                  <a:lnTo>
                    <a:pt x="140262" y="208959"/>
                  </a:lnTo>
                  <a:lnTo>
                    <a:pt x="134481" y="205218"/>
                  </a:lnTo>
                  <a:lnTo>
                    <a:pt x="128951" y="201148"/>
                  </a:lnTo>
                  <a:lnTo>
                    <a:pt x="123685" y="196759"/>
                  </a:lnTo>
                  <a:lnTo>
                    <a:pt x="118699" y="192065"/>
                  </a:lnTo>
                  <a:lnTo>
                    <a:pt x="118699" y="192065"/>
                  </a:lnTo>
                  <a:lnTo>
                    <a:pt x="118699" y="192065"/>
                  </a:lnTo>
                  <a:lnTo>
                    <a:pt x="114103" y="196297"/>
                  </a:lnTo>
                  <a:lnTo>
                    <a:pt x="109164" y="200141"/>
                  </a:lnTo>
                  <a:lnTo>
                    <a:pt x="103909" y="203577"/>
                  </a:lnTo>
                  <a:lnTo>
                    <a:pt x="98361" y="206586"/>
                  </a:lnTo>
                  <a:lnTo>
                    <a:pt x="92549" y="209150"/>
                  </a:lnTo>
                  <a:lnTo>
                    <a:pt x="86498" y="211253"/>
                  </a:lnTo>
                  <a:lnTo>
                    <a:pt x="80238" y="212879"/>
                  </a:lnTo>
                  <a:lnTo>
                    <a:pt x="73799" y="214016"/>
                  </a:lnTo>
                  <a:lnTo>
                    <a:pt x="67209" y="214651"/>
                  </a:lnTo>
                  <a:lnTo>
                    <a:pt x="60499" y="214775"/>
                  </a:lnTo>
                  <a:lnTo>
                    <a:pt x="53702" y="214379"/>
                  </a:lnTo>
                  <a:lnTo>
                    <a:pt x="46847" y="213457"/>
                  </a:lnTo>
                  <a:lnTo>
                    <a:pt x="39969" y="212003"/>
                  </a:lnTo>
                  <a:lnTo>
                    <a:pt x="33098" y="210014"/>
                  </a:lnTo>
                  <a:lnTo>
                    <a:pt x="26267" y="207490"/>
                  </a:lnTo>
                  <a:lnTo>
                    <a:pt x="19509" y="204429"/>
                  </a:lnTo>
                  <a:lnTo>
                    <a:pt x="12857" y="200836"/>
                  </a:lnTo>
                  <a:lnTo>
                    <a:pt x="6343" y="196712"/>
                  </a:lnTo>
                  <a:lnTo>
                    <a:pt x="0" y="192065"/>
                  </a:lnTo>
                  <a:lnTo>
                    <a:pt x="4773" y="185174"/>
                  </a:lnTo>
                  <a:lnTo>
                    <a:pt x="9929" y="178858"/>
                  </a:lnTo>
                  <a:lnTo>
                    <a:pt x="15416" y="173138"/>
                  </a:lnTo>
                  <a:lnTo>
                    <a:pt x="21180" y="168029"/>
                  </a:lnTo>
                  <a:lnTo>
                    <a:pt x="27167" y="163543"/>
                  </a:lnTo>
                  <a:lnTo>
                    <a:pt x="33325" y="159687"/>
                  </a:lnTo>
                  <a:lnTo>
                    <a:pt x="39599" y="156465"/>
                  </a:lnTo>
                  <a:lnTo>
                    <a:pt x="45935" y="153876"/>
                  </a:lnTo>
                  <a:lnTo>
                    <a:pt x="52281" y="151914"/>
                  </a:lnTo>
                  <a:lnTo>
                    <a:pt x="58583" y="150571"/>
                  </a:lnTo>
                  <a:lnTo>
                    <a:pt x="64792" y="149832"/>
                  </a:lnTo>
                  <a:lnTo>
                    <a:pt x="70858" y="149682"/>
                  </a:lnTo>
                  <a:lnTo>
                    <a:pt x="76732" y="150099"/>
                  </a:lnTo>
                </a:path>
              </a:pathLst>
            </a:custGeom>
            <a:ln w="25746" cap="flat">
              <a:solidFill>
                <a:srgbClr val="E797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863987" y="2132779"/>
              <a:ext cx="68622" cy="68622"/>
            </a:xfrm>
            <a:prstGeom prst="ellipse">
              <a:avLst/>
            </a:prstGeom>
            <a:solidFill>
              <a:srgbClr val="E79788">
                <a:alpha val="100000"/>
              </a:srgbClr>
            </a:solidFill>
            <a:ln w="9000" cap="rnd">
              <a:solidFill>
                <a:srgbClr val="E797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685937" y="1954729"/>
              <a:ext cx="68622" cy="68622"/>
            </a:xfrm>
            <a:prstGeom prst="ellipse">
              <a:avLst/>
            </a:prstGeom>
            <a:solidFill>
              <a:srgbClr val="E79788">
                <a:alpha val="100000"/>
              </a:srgbClr>
            </a:solidFill>
            <a:ln w="9000" cap="rnd">
              <a:solidFill>
                <a:srgbClr val="E797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53804" y="1964912"/>
              <a:ext cx="68622" cy="68622"/>
            </a:xfrm>
            <a:prstGeom prst="ellipse">
              <a:avLst/>
            </a:prstGeom>
            <a:solidFill>
              <a:srgbClr val="E79788">
                <a:alpha val="100000"/>
              </a:srgbClr>
            </a:solidFill>
            <a:ln w="9000" cap="rnd">
              <a:solidFill>
                <a:srgbClr val="E797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643971" y="2090812"/>
              <a:ext cx="68622" cy="68622"/>
            </a:xfrm>
            <a:prstGeom prst="ellipse">
              <a:avLst/>
            </a:prstGeom>
            <a:solidFill>
              <a:srgbClr val="E79788">
                <a:alpha val="100000"/>
              </a:srgbClr>
            </a:solidFill>
            <a:ln w="9000" cap="rnd">
              <a:solidFill>
                <a:srgbClr val="E797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685937" y="2132779"/>
              <a:ext cx="68622" cy="68622"/>
            </a:xfrm>
            <a:prstGeom prst="ellipse">
              <a:avLst/>
            </a:prstGeom>
            <a:solidFill>
              <a:srgbClr val="E79788">
                <a:alpha val="100000"/>
              </a:srgbClr>
            </a:solidFill>
            <a:ln w="9000" cap="rnd">
              <a:solidFill>
                <a:srgbClr val="E797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685937" y="2132779"/>
              <a:ext cx="68622" cy="68622"/>
            </a:xfrm>
            <a:prstGeom prst="ellipse">
              <a:avLst/>
            </a:prstGeom>
            <a:solidFill>
              <a:srgbClr val="E79788">
                <a:alpha val="100000"/>
              </a:srgbClr>
            </a:solidFill>
            <a:ln w="9000" cap="rnd">
              <a:solidFill>
                <a:srgbClr val="E797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685937" y="2132779"/>
              <a:ext cx="68622" cy="68622"/>
            </a:xfrm>
            <a:prstGeom prst="ellipse">
              <a:avLst/>
            </a:prstGeom>
            <a:solidFill>
              <a:srgbClr val="E79788">
                <a:alpha val="100000"/>
              </a:srgbClr>
            </a:solidFill>
            <a:ln w="9000" cap="rnd">
              <a:solidFill>
                <a:srgbClr val="E797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567238" y="2132779"/>
              <a:ext cx="68622" cy="68622"/>
            </a:xfrm>
            <a:prstGeom prst="ellipse">
              <a:avLst/>
            </a:prstGeom>
            <a:solidFill>
              <a:srgbClr val="E79788">
                <a:alpha val="100000"/>
              </a:srgbClr>
            </a:solidFill>
            <a:ln w="9000" cap="rnd">
              <a:solidFill>
                <a:srgbClr val="E797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4720249" y="1929691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4720249" y="1999224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4720249" y="2167090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4720249" y="2167090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4720249" y="2167090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4552382" y="2167090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4482850" y="2167090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4552382" y="1999224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4583605" y="1857533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4666834" y="1935648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4875508" y="2124771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4657448" y="2311328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574219" y="2389553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270471" y="2311328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325890" y="2124771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4279857" y="1935648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4177856" y="2015507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4127002" y="1896807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57" name="rc357"/>
            <p:cNvSpPr/>
            <p:nvPr/>
          </p:nvSpPr>
          <p:spPr>
            <a:xfrm>
              <a:off x="6072803" y="1749294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6072803" y="1832384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6407259" y="1749294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0" name="tx360"/>
            <p:cNvSpPr/>
            <p:nvPr/>
          </p:nvSpPr>
          <p:spPr>
            <a:xfrm>
              <a:off x="7296176" y="1704312"/>
              <a:ext cx="851360" cy="1385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361" name="rc361"/>
            <p:cNvSpPr/>
            <p:nvPr/>
          </p:nvSpPr>
          <p:spPr>
            <a:xfrm>
              <a:off x="7425107" y="1870341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721856" y="1900016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721856" y="1978240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721856" y="2167090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721856" y="2167090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721856" y="2167090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533006" y="2167090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454782" y="2167090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533006" y="1978240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603172" y="2048390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484487" y="1929691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454816" y="1900016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7635440" y="1985203"/>
              <a:ext cx="323815" cy="339933"/>
            </a:xfrm>
            <a:custGeom>
              <a:avLst/>
              <a:pathLst>
                <a:path w="323815" h="339933">
                  <a:moveTo>
                    <a:pt x="323815" y="181887"/>
                  </a:moveTo>
                  <a:lnTo>
                    <a:pt x="322236" y="173063"/>
                  </a:lnTo>
                  <a:lnTo>
                    <a:pt x="320332" y="164357"/>
                  </a:lnTo>
                  <a:lnTo>
                    <a:pt x="318109" y="155781"/>
                  </a:lnTo>
                  <a:lnTo>
                    <a:pt x="315574" y="147347"/>
                  </a:lnTo>
                  <a:lnTo>
                    <a:pt x="312734" y="139065"/>
                  </a:lnTo>
                  <a:lnTo>
                    <a:pt x="309596" y="130947"/>
                  </a:lnTo>
                  <a:lnTo>
                    <a:pt x="306171" y="123004"/>
                  </a:lnTo>
                  <a:lnTo>
                    <a:pt x="302465" y="115244"/>
                  </a:lnTo>
                  <a:lnTo>
                    <a:pt x="298488" y="107679"/>
                  </a:lnTo>
                  <a:lnTo>
                    <a:pt x="294250" y="100318"/>
                  </a:lnTo>
                  <a:lnTo>
                    <a:pt x="289759" y="93169"/>
                  </a:lnTo>
                  <a:lnTo>
                    <a:pt x="285027" y="86241"/>
                  </a:lnTo>
                  <a:lnTo>
                    <a:pt x="280062" y="79542"/>
                  </a:lnTo>
                  <a:lnTo>
                    <a:pt x="274876" y="73079"/>
                  </a:lnTo>
                  <a:lnTo>
                    <a:pt x="269480" y="66860"/>
                  </a:lnTo>
                  <a:lnTo>
                    <a:pt x="263883" y="60892"/>
                  </a:lnTo>
                  <a:lnTo>
                    <a:pt x="258098" y="55180"/>
                  </a:lnTo>
                  <a:lnTo>
                    <a:pt x="252135" y="49730"/>
                  </a:lnTo>
                  <a:lnTo>
                    <a:pt x="246007" y="44548"/>
                  </a:lnTo>
                  <a:lnTo>
                    <a:pt x="239724" y="39638"/>
                  </a:lnTo>
                  <a:lnTo>
                    <a:pt x="233299" y="35004"/>
                  </a:lnTo>
                  <a:lnTo>
                    <a:pt x="226743" y="30650"/>
                  </a:lnTo>
                  <a:lnTo>
                    <a:pt x="220068" y="26580"/>
                  </a:lnTo>
                  <a:lnTo>
                    <a:pt x="213286" y="22796"/>
                  </a:lnTo>
                  <a:lnTo>
                    <a:pt x="206410" y="19300"/>
                  </a:lnTo>
                  <a:lnTo>
                    <a:pt x="199451" y="16095"/>
                  </a:lnTo>
                  <a:lnTo>
                    <a:pt x="192421" y="13181"/>
                  </a:lnTo>
                  <a:lnTo>
                    <a:pt x="185332" y="10559"/>
                  </a:lnTo>
                  <a:lnTo>
                    <a:pt x="178196" y="8230"/>
                  </a:lnTo>
                  <a:lnTo>
                    <a:pt x="171026" y="6192"/>
                  </a:lnTo>
                  <a:lnTo>
                    <a:pt x="163832" y="4447"/>
                  </a:lnTo>
                  <a:lnTo>
                    <a:pt x="156627" y="2992"/>
                  </a:lnTo>
                  <a:lnTo>
                    <a:pt x="149422" y="1825"/>
                  </a:lnTo>
                  <a:lnTo>
                    <a:pt x="142229" y="945"/>
                  </a:lnTo>
                  <a:lnTo>
                    <a:pt x="135058" y="350"/>
                  </a:lnTo>
                  <a:lnTo>
                    <a:pt x="127922" y="36"/>
                  </a:lnTo>
                  <a:lnTo>
                    <a:pt x="120831" y="0"/>
                  </a:lnTo>
                  <a:lnTo>
                    <a:pt x="113795" y="237"/>
                  </a:lnTo>
                  <a:lnTo>
                    <a:pt x="106825" y="745"/>
                  </a:lnTo>
                  <a:lnTo>
                    <a:pt x="99932" y="1517"/>
                  </a:lnTo>
                  <a:lnTo>
                    <a:pt x="93126" y="2550"/>
                  </a:lnTo>
                  <a:lnTo>
                    <a:pt x="86416" y="3838"/>
                  </a:lnTo>
                  <a:lnTo>
                    <a:pt x="94182" y="4007"/>
                  </a:lnTo>
                  <a:lnTo>
                    <a:pt x="101934" y="4515"/>
                  </a:lnTo>
                  <a:lnTo>
                    <a:pt x="109656" y="5361"/>
                  </a:lnTo>
                  <a:lnTo>
                    <a:pt x="117333" y="6543"/>
                  </a:lnTo>
                  <a:lnTo>
                    <a:pt x="124952" y="8058"/>
                  </a:lnTo>
                  <a:lnTo>
                    <a:pt x="132498" y="9905"/>
                  </a:lnTo>
                  <a:lnTo>
                    <a:pt x="139956" y="12078"/>
                  </a:lnTo>
                  <a:lnTo>
                    <a:pt x="147312" y="14575"/>
                  </a:lnTo>
                  <a:lnTo>
                    <a:pt x="154552" y="17391"/>
                  </a:lnTo>
                  <a:lnTo>
                    <a:pt x="161662" y="20520"/>
                  </a:lnTo>
                  <a:lnTo>
                    <a:pt x="168630" y="23955"/>
                  </a:lnTo>
                  <a:lnTo>
                    <a:pt x="175440" y="27692"/>
                  </a:lnTo>
                  <a:lnTo>
                    <a:pt x="182081" y="31722"/>
                  </a:lnTo>
                  <a:lnTo>
                    <a:pt x="188540" y="36038"/>
                  </a:lnTo>
                  <a:lnTo>
                    <a:pt x="194805" y="40631"/>
                  </a:lnTo>
                  <a:lnTo>
                    <a:pt x="200863" y="45493"/>
                  </a:lnTo>
                  <a:lnTo>
                    <a:pt x="206704" y="50615"/>
                  </a:lnTo>
                  <a:lnTo>
                    <a:pt x="212315" y="55987"/>
                  </a:lnTo>
                  <a:lnTo>
                    <a:pt x="219230" y="67591"/>
                  </a:lnTo>
                  <a:lnTo>
                    <a:pt x="225126" y="79514"/>
                  </a:lnTo>
                  <a:lnTo>
                    <a:pt x="229995" y="91670"/>
                  </a:lnTo>
                  <a:lnTo>
                    <a:pt x="233837" y="103972"/>
                  </a:lnTo>
                  <a:lnTo>
                    <a:pt x="236657" y="116337"/>
                  </a:lnTo>
                  <a:lnTo>
                    <a:pt x="238468" y="128682"/>
                  </a:lnTo>
                  <a:lnTo>
                    <a:pt x="239289" y="140925"/>
                  </a:lnTo>
                  <a:lnTo>
                    <a:pt x="239145" y="152989"/>
                  </a:lnTo>
                  <a:lnTo>
                    <a:pt x="238070" y="164800"/>
                  </a:lnTo>
                  <a:lnTo>
                    <a:pt x="236098" y="176286"/>
                  </a:lnTo>
                  <a:lnTo>
                    <a:pt x="233274" y="187382"/>
                  </a:lnTo>
                  <a:lnTo>
                    <a:pt x="229644" y="198025"/>
                  </a:lnTo>
                  <a:lnTo>
                    <a:pt x="225261" y="208158"/>
                  </a:lnTo>
                  <a:lnTo>
                    <a:pt x="220180" y="217729"/>
                  </a:lnTo>
                  <a:lnTo>
                    <a:pt x="214460" y="226691"/>
                  </a:lnTo>
                  <a:lnTo>
                    <a:pt x="208163" y="235005"/>
                  </a:lnTo>
                  <a:lnTo>
                    <a:pt x="201354" y="242634"/>
                  </a:lnTo>
                  <a:lnTo>
                    <a:pt x="194100" y="249550"/>
                  </a:lnTo>
                  <a:lnTo>
                    <a:pt x="186469" y="255730"/>
                  </a:lnTo>
                  <a:lnTo>
                    <a:pt x="178529" y="261157"/>
                  </a:lnTo>
                  <a:lnTo>
                    <a:pt x="170349" y="265820"/>
                  </a:lnTo>
                  <a:lnTo>
                    <a:pt x="161998" y="269716"/>
                  </a:lnTo>
                  <a:lnTo>
                    <a:pt x="153545" y="272844"/>
                  </a:lnTo>
                  <a:lnTo>
                    <a:pt x="145057" y="275214"/>
                  </a:lnTo>
                  <a:lnTo>
                    <a:pt x="136598" y="276836"/>
                  </a:lnTo>
                  <a:lnTo>
                    <a:pt x="128232" y="277731"/>
                  </a:lnTo>
                  <a:lnTo>
                    <a:pt x="120019" y="277920"/>
                  </a:lnTo>
                  <a:lnTo>
                    <a:pt x="112017" y="277433"/>
                  </a:lnTo>
                  <a:lnTo>
                    <a:pt x="104280" y="276302"/>
                  </a:lnTo>
                  <a:lnTo>
                    <a:pt x="96858" y="274564"/>
                  </a:lnTo>
                  <a:lnTo>
                    <a:pt x="89797" y="272261"/>
                  </a:lnTo>
                  <a:lnTo>
                    <a:pt x="83140" y="269437"/>
                  </a:lnTo>
                  <a:lnTo>
                    <a:pt x="76923" y="266139"/>
                  </a:lnTo>
                  <a:lnTo>
                    <a:pt x="71178" y="262417"/>
                  </a:lnTo>
                  <a:lnTo>
                    <a:pt x="65934" y="258324"/>
                  </a:lnTo>
                  <a:lnTo>
                    <a:pt x="61213" y="253912"/>
                  </a:lnTo>
                  <a:lnTo>
                    <a:pt x="57031" y="249236"/>
                  </a:lnTo>
                  <a:lnTo>
                    <a:pt x="53401" y="244354"/>
                  </a:lnTo>
                  <a:lnTo>
                    <a:pt x="50329" y="239319"/>
                  </a:lnTo>
                  <a:lnTo>
                    <a:pt x="47816" y="234187"/>
                  </a:lnTo>
                  <a:lnTo>
                    <a:pt x="45859" y="229015"/>
                  </a:lnTo>
                  <a:lnTo>
                    <a:pt x="44449" y="223854"/>
                  </a:lnTo>
                  <a:lnTo>
                    <a:pt x="43572" y="218757"/>
                  </a:lnTo>
                  <a:lnTo>
                    <a:pt x="43211" y="213774"/>
                  </a:lnTo>
                  <a:lnTo>
                    <a:pt x="43342" y="208952"/>
                  </a:lnTo>
                  <a:lnTo>
                    <a:pt x="43938" y="204337"/>
                  </a:lnTo>
                  <a:lnTo>
                    <a:pt x="44970" y="199970"/>
                  </a:lnTo>
                  <a:lnTo>
                    <a:pt x="46402" y="195888"/>
                  </a:lnTo>
                  <a:lnTo>
                    <a:pt x="48197" y="192127"/>
                  </a:lnTo>
                  <a:lnTo>
                    <a:pt x="50316" y="188717"/>
                  </a:lnTo>
                  <a:lnTo>
                    <a:pt x="52715" y="185684"/>
                  </a:lnTo>
                  <a:lnTo>
                    <a:pt x="55349" y="183049"/>
                  </a:lnTo>
                  <a:lnTo>
                    <a:pt x="58174" y="180830"/>
                  </a:lnTo>
                  <a:lnTo>
                    <a:pt x="61140" y="179039"/>
                  </a:lnTo>
                  <a:lnTo>
                    <a:pt x="64200" y="177684"/>
                  </a:lnTo>
                  <a:lnTo>
                    <a:pt x="67306" y="176767"/>
                  </a:lnTo>
                  <a:lnTo>
                    <a:pt x="70410" y="176286"/>
                  </a:lnTo>
                  <a:lnTo>
                    <a:pt x="73464" y="176236"/>
                  </a:lnTo>
                  <a:lnTo>
                    <a:pt x="76421" y="176605"/>
                  </a:lnTo>
                  <a:lnTo>
                    <a:pt x="79237" y="177376"/>
                  </a:lnTo>
                  <a:lnTo>
                    <a:pt x="81868" y="178530"/>
                  </a:lnTo>
                  <a:lnTo>
                    <a:pt x="84273" y="180043"/>
                  </a:lnTo>
                  <a:lnTo>
                    <a:pt x="86416" y="181887"/>
                  </a:lnTo>
                  <a:lnTo>
                    <a:pt x="89807" y="185777"/>
                  </a:lnTo>
                  <a:lnTo>
                    <a:pt x="92652" y="190111"/>
                  </a:lnTo>
                  <a:lnTo>
                    <a:pt x="94907" y="194833"/>
                  </a:lnTo>
                  <a:lnTo>
                    <a:pt x="96533" y="199881"/>
                  </a:lnTo>
                  <a:lnTo>
                    <a:pt x="97498" y="205190"/>
                  </a:lnTo>
                  <a:lnTo>
                    <a:pt x="97775" y="210693"/>
                  </a:lnTo>
                  <a:lnTo>
                    <a:pt x="97344" y="216320"/>
                  </a:lnTo>
                  <a:lnTo>
                    <a:pt x="96191" y="222000"/>
                  </a:lnTo>
                  <a:lnTo>
                    <a:pt x="94308" y="227659"/>
                  </a:lnTo>
                  <a:lnTo>
                    <a:pt x="91693" y="233225"/>
                  </a:lnTo>
                  <a:lnTo>
                    <a:pt x="88354" y="238623"/>
                  </a:lnTo>
                  <a:lnTo>
                    <a:pt x="84301" y="243781"/>
                  </a:lnTo>
                  <a:lnTo>
                    <a:pt x="79555" y="248626"/>
                  </a:lnTo>
                  <a:lnTo>
                    <a:pt x="74139" y="253088"/>
                  </a:lnTo>
                  <a:lnTo>
                    <a:pt x="68087" y="257099"/>
                  </a:lnTo>
                  <a:lnTo>
                    <a:pt x="61436" y="260591"/>
                  </a:lnTo>
                  <a:lnTo>
                    <a:pt x="54230" y="263504"/>
                  </a:lnTo>
                  <a:lnTo>
                    <a:pt x="46519" y="265778"/>
                  </a:lnTo>
                  <a:lnTo>
                    <a:pt x="38357" y="267359"/>
                  </a:lnTo>
                  <a:lnTo>
                    <a:pt x="29806" y="268195"/>
                  </a:lnTo>
                  <a:lnTo>
                    <a:pt x="20930" y="268243"/>
                  </a:lnTo>
                  <a:lnTo>
                    <a:pt x="11798" y="267462"/>
                  </a:lnTo>
                  <a:lnTo>
                    <a:pt x="2482" y="265820"/>
                  </a:lnTo>
                  <a:lnTo>
                    <a:pt x="985" y="257572"/>
                  </a:lnTo>
                  <a:lnTo>
                    <a:pt x="165" y="249460"/>
                  </a:lnTo>
                  <a:lnTo>
                    <a:pt x="0" y="241536"/>
                  </a:lnTo>
                  <a:lnTo>
                    <a:pt x="463" y="233847"/>
                  </a:lnTo>
                  <a:lnTo>
                    <a:pt x="1525" y="226441"/>
                  </a:lnTo>
                  <a:lnTo>
                    <a:pt x="3152" y="219361"/>
                  </a:lnTo>
                  <a:lnTo>
                    <a:pt x="5310" y="212646"/>
                  </a:lnTo>
                  <a:lnTo>
                    <a:pt x="7960" y="206335"/>
                  </a:lnTo>
                  <a:lnTo>
                    <a:pt x="11060" y="200461"/>
                  </a:lnTo>
                  <a:lnTo>
                    <a:pt x="14566" y="195054"/>
                  </a:lnTo>
                  <a:lnTo>
                    <a:pt x="18434" y="190141"/>
                  </a:lnTo>
                  <a:lnTo>
                    <a:pt x="22617" y="185746"/>
                  </a:lnTo>
                  <a:lnTo>
                    <a:pt x="27066" y="181887"/>
                  </a:lnTo>
                  <a:lnTo>
                    <a:pt x="24399" y="184887"/>
                  </a:lnTo>
                  <a:lnTo>
                    <a:pt x="21890" y="188144"/>
                  </a:lnTo>
                  <a:lnTo>
                    <a:pt x="19557" y="191650"/>
                  </a:lnTo>
                  <a:lnTo>
                    <a:pt x="17419" y="195395"/>
                  </a:lnTo>
                  <a:lnTo>
                    <a:pt x="15492" y="199368"/>
                  </a:lnTo>
                  <a:lnTo>
                    <a:pt x="13795" y="203557"/>
                  </a:lnTo>
                  <a:lnTo>
                    <a:pt x="12343" y="207950"/>
                  </a:lnTo>
                  <a:lnTo>
                    <a:pt x="11151" y="212531"/>
                  </a:lnTo>
                  <a:lnTo>
                    <a:pt x="10236" y="217286"/>
                  </a:lnTo>
                  <a:lnTo>
                    <a:pt x="9609" y="222198"/>
                  </a:lnTo>
                  <a:lnTo>
                    <a:pt x="9286" y="227250"/>
                  </a:lnTo>
                  <a:lnTo>
                    <a:pt x="9276" y="232425"/>
                  </a:lnTo>
                  <a:lnTo>
                    <a:pt x="9592" y="237703"/>
                  </a:lnTo>
                  <a:lnTo>
                    <a:pt x="10242" y="243064"/>
                  </a:lnTo>
                  <a:lnTo>
                    <a:pt x="11237" y="248490"/>
                  </a:lnTo>
                  <a:lnTo>
                    <a:pt x="12582" y="253957"/>
                  </a:lnTo>
                  <a:lnTo>
                    <a:pt x="14285" y="259446"/>
                  </a:lnTo>
                  <a:lnTo>
                    <a:pt x="16350" y="264934"/>
                  </a:lnTo>
                  <a:lnTo>
                    <a:pt x="18781" y="270399"/>
                  </a:lnTo>
                  <a:lnTo>
                    <a:pt x="21580" y="275817"/>
                  </a:lnTo>
                  <a:lnTo>
                    <a:pt x="24749" y="281167"/>
                  </a:lnTo>
                  <a:lnTo>
                    <a:pt x="28286" y="286424"/>
                  </a:lnTo>
                  <a:lnTo>
                    <a:pt x="32190" y="291566"/>
                  </a:lnTo>
                  <a:lnTo>
                    <a:pt x="36459" y="296569"/>
                  </a:lnTo>
                  <a:lnTo>
                    <a:pt x="41086" y="301410"/>
                  </a:lnTo>
                  <a:lnTo>
                    <a:pt x="46067" y="306066"/>
                  </a:lnTo>
                  <a:lnTo>
                    <a:pt x="51394" y="310513"/>
                  </a:lnTo>
                  <a:lnTo>
                    <a:pt x="57059" y="314730"/>
                  </a:lnTo>
                  <a:lnTo>
                    <a:pt x="63050" y="318693"/>
                  </a:lnTo>
                  <a:lnTo>
                    <a:pt x="69356" y="322381"/>
                  </a:lnTo>
                  <a:lnTo>
                    <a:pt x="75966" y="325773"/>
                  </a:lnTo>
                  <a:lnTo>
                    <a:pt x="82863" y="328849"/>
                  </a:lnTo>
                  <a:lnTo>
                    <a:pt x="90034" y="331587"/>
                  </a:lnTo>
                  <a:lnTo>
                    <a:pt x="97461" y="333970"/>
                  </a:lnTo>
                  <a:lnTo>
                    <a:pt x="105126" y="335978"/>
                  </a:lnTo>
                  <a:lnTo>
                    <a:pt x="113010" y="337594"/>
                  </a:lnTo>
                  <a:lnTo>
                    <a:pt x="121092" y="338802"/>
                  </a:lnTo>
                  <a:lnTo>
                    <a:pt x="129352" y="339586"/>
                  </a:lnTo>
                  <a:lnTo>
                    <a:pt x="137768" y="339933"/>
                  </a:lnTo>
                  <a:lnTo>
                    <a:pt x="146315" y="339828"/>
                  </a:lnTo>
                  <a:lnTo>
                    <a:pt x="154970" y="339261"/>
                  </a:lnTo>
                  <a:lnTo>
                    <a:pt x="163707" y="338221"/>
                  </a:lnTo>
                  <a:lnTo>
                    <a:pt x="172501" y="336698"/>
                  </a:lnTo>
                  <a:lnTo>
                    <a:pt x="181325" y="334685"/>
                  </a:lnTo>
                  <a:lnTo>
                    <a:pt x="190152" y="332176"/>
                  </a:lnTo>
                  <a:lnTo>
                    <a:pt x="198955" y="329165"/>
                  </a:lnTo>
                  <a:lnTo>
                    <a:pt x="207706" y="325649"/>
                  </a:lnTo>
                  <a:lnTo>
                    <a:pt x="216375" y="321627"/>
                  </a:lnTo>
                  <a:lnTo>
                    <a:pt x="224935" y="317099"/>
                  </a:lnTo>
                  <a:lnTo>
                    <a:pt x="233356" y="312065"/>
                  </a:lnTo>
                  <a:lnTo>
                    <a:pt x="241610" y="306529"/>
                  </a:lnTo>
                  <a:lnTo>
                    <a:pt x="249666" y="300496"/>
                  </a:lnTo>
                  <a:lnTo>
                    <a:pt x="257497" y="293971"/>
                  </a:lnTo>
                  <a:lnTo>
                    <a:pt x="265074" y="286963"/>
                  </a:lnTo>
                  <a:lnTo>
                    <a:pt x="272367" y="279482"/>
                  </a:lnTo>
                  <a:lnTo>
                    <a:pt x="279349" y="271538"/>
                  </a:lnTo>
                  <a:lnTo>
                    <a:pt x="285992" y="263145"/>
                  </a:lnTo>
                  <a:lnTo>
                    <a:pt x="292269" y="254317"/>
                  </a:lnTo>
                  <a:lnTo>
                    <a:pt x="298153" y="245071"/>
                  </a:lnTo>
                  <a:lnTo>
                    <a:pt x="303618" y="235423"/>
                  </a:lnTo>
                  <a:lnTo>
                    <a:pt x="308639" y="225393"/>
                  </a:lnTo>
                  <a:lnTo>
                    <a:pt x="313192" y="215001"/>
                  </a:lnTo>
                  <a:lnTo>
                    <a:pt x="317253" y="204270"/>
                  </a:lnTo>
                  <a:lnTo>
                    <a:pt x="320801" y="193224"/>
                  </a:lnTo>
                  <a:close/>
                </a:path>
              </a:pathLst>
            </a:custGeom>
            <a:solidFill>
              <a:srgbClr val="DA9F6D">
                <a:alpha val="27843"/>
              </a:srgbClr>
            </a:solidFill>
            <a:ln w="25746" cap="flat">
              <a:solidFill>
                <a:srgbClr val="DA9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635440" y="1989041"/>
              <a:ext cx="323815" cy="261982"/>
            </a:xfrm>
            <a:custGeom>
              <a:avLst/>
              <a:pathLst>
                <a:path w="323815" h="261982">
                  <a:moveTo>
                    <a:pt x="86416" y="0"/>
                  </a:moveTo>
                  <a:lnTo>
                    <a:pt x="94182" y="169"/>
                  </a:lnTo>
                  <a:lnTo>
                    <a:pt x="101934" y="677"/>
                  </a:lnTo>
                  <a:lnTo>
                    <a:pt x="109656" y="1523"/>
                  </a:lnTo>
                  <a:lnTo>
                    <a:pt x="117333" y="2704"/>
                  </a:lnTo>
                  <a:lnTo>
                    <a:pt x="124952" y="4220"/>
                  </a:lnTo>
                  <a:lnTo>
                    <a:pt x="132498" y="6066"/>
                  </a:lnTo>
                  <a:lnTo>
                    <a:pt x="139956" y="8240"/>
                  </a:lnTo>
                  <a:lnTo>
                    <a:pt x="147312" y="10737"/>
                  </a:lnTo>
                  <a:lnTo>
                    <a:pt x="154552" y="13553"/>
                  </a:lnTo>
                  <a:lnTo>
                    <a:pt x="161662" y="16681"/>
                  </a:lnTo>
                  <a:lnTo>
                    <a:pt x="168630" y="20117"/>
                  </a:lnTo>
                  <a:lnTo>
                    <a:pt x="175440" y="23854"/>
                  </a:lnTo>
                  <a:lnTo>
                    <a:pt x="182081" y="27884"/>
                  </a:lnTo>
                  <a:lnTo>
                    <a:pt x="188540" y="32199"/>
                  </a:lnTo>
                  <a:lnTo>
                    <a:pt x="194805" y="36793"/>
                  </a:lnTo>
                  <a:lnTo>
                    <a:pt x="200863" y="41655"/>
                  </a:lnTo>
                  <a:lnTo>
                    <a:pt x="206704" y="46777"/>
                  </a:lnTo>
                  <a:lnTo>
                    <a:pt x="212315" y="52149"/>
                  </a:lnTo>
                  <a:lnTo>
                    <a:pt x="219007" y="55022"/>
                  </a:lnTo>
                  <a:lnTo>
                    <a:pt x="225656" y="58222"/>
                  </a:lnTo>
                  <a:lnTo>
                    <a:pt x="232249" y="61751"/>
                  </a:lnTo>
                  <a:lnTo>
                    <a:pt x="238769" y="65607"/>
                  </a:lnTo>
                  <a:lnTo>
                    <a:pt x="245202" y="69790"/>
                  </a:lnTo>
                  <a:lnTo>
                    <a:pt x="251532" y="74299"/>
                  </a:lnTo>
                  <a:lnTo>
                    <a:pt x="257743" y="79132"/>
                  </a:lnTo>
                  <a:lnTo>
                    <a:pt x="263821" y="84287"/>
                  </a:lnTo>
                  <a:lnTo>
                    <a:pt x="269749" y="89760"/>
                  </a:lnTo>
                  <a:lnTo>
                    <a:pt x="275512" y="95547"/>
                  </a:lnTo>
                  <a:lnTo>
                    <a:pt x="281096" y="101642"/>
                  </a:lnTo>
                  <a:lnTo>
                    <a:pt x="286484" y="108042"/>
                  </a:lnTo>
                  <a:lnTo>
                    <a:pt x="291663" y="114738"/>
                  </a:lnTo>
                  <a:lnTo>
                    <a:pt x="296616" y="121726"/>
                  </a:lnTo>
                  <a:lnTo>
                    <a:pt x="301331" y="128996"/>
                  </a:lnTo>
                  <a:lnTo>
                    <a:pt x="305791" y="136541"/>
                  </a:lnTo>
                  <a:lnTo>
                    <a:pt x="309985" y="144351"/>
                  </a:lnTo>
                  <a:lnTo>
                    <a:pt x="313897" y="152418"/>
                  </a:lnTo>
                  <a:lnTo>
                    <a:pt x="317514" y="160730"/>
                  </a:lnTo>
                  <a:lnTo>
                    <a:pt x="320824" y="169278"/>
                  </a:lnTo>
                  <a:lnTo>
                    <a:pt x="323815" y="178049"/>
                  </a:lnTo>
                  <a:lnTo>
                    <a:pt x="316327" y="183693"/>
                  </a:lnTo>
                  <a:lnTo>
                    <a:pt x="308709" y="188969"/>
                  </a:lnTo>
                  <a:lnTo>
                    <a:pt x="300975" y="193876"/>
                  </a:lnTo>
                  <a:lnTo>
                    <a:pt x="293139" y="198409"/>
                  </a:lnTo>
                  <a:lnTo>
                    <a:pt x="285215" y="202568"/>
                  </a:lnTo>
                  <a:lnTo>
                    <a:pt x="277214" y="206351"/>
                  </a:lnTo>
                  <a:lnTo>
                    <a:pt x="269153" y="209757"/>
                  </a:lnTo>
                  <a:lnTo>
                    <a:pt x="261044" y="212784"/>
                  </a:lnTo>
                  <a:lnTo>
                    <a:pt x="252900" y="215434"/>
                  </a:lnTo>
                  <a:lnTo>
                    <a:pt x="244736" y="217706"/>
                  </a:lnTo>
                  <a:lnTo>
                    <a:pt x="236565" y="219601"/>
                  </a:lnTo>
                  <a:lnTo>
                    <a:pt x="228401" y="221119"/>
                  </a:lnTo>
                  <a:lnTo>
                    <a:pt x="220257" y="222264"/>
                  </a:lnTo>
                  <a:lnTo>
                    <a:pt x="212146" y="223036"/>
                  </a:lnTo>
                  <a:lnTo>
                    <a:pt x="204083" y="223438"/>
                  </a:lnTo>
                  <a:lnTo>
                    <a:pt x="196080" y="223473"/>
                  </a:lnTo>
                  <a:lnTo>
                    <a:pt x="188150" y="223144"/>
                  </a:lnTo>
                  <a:lnTo>
                    <a:pt x="180306" y="222455"/>
                  </a:lnTo>
                  <a:lnTo>
                    <a:pt x="172561" y="221411"/>
                  </a:lnTo>
                  <a:lnTo>
                    <a:pt x="164928" y="220015"/>
                  </a:lnTo>
                  <a:lnTo>
                    <a:pt x="157420" y="218272"/>
                  </a:lnTo>
                  <a:lnTo>
                    <a:pt x="150048" y="216189"/>
                  </a:lnTo>
                  <a:lnTo>
                    <a:pt x="142825" y="213770"/>
                  </a:lnTo>
                  <a:lnTo>
                    <a:pt x="135763" y="211022"/>
                  </a:lnTo>
                  <a:lnTo>
                    <a:pt x="128874" y="207951"/>
                  </a:lnTo>
                  <a:lnTo>
                    <a:pt x="122168" y="204565"/>
                  </a:lnTo>
                  <a:lnTo>
                    <a:pt x="115658" y="200870"/>
                  </a:lnTo>
                  <a:lnTo>
                    <a:pt x="109355" y="196874"/>
                  </a:lnTo>
                  <a:lnTo>
                    <a:pt x="103268" y="192586"/>
                  </a:lnTo>
                  <a:lnTo>
                    <a:pt x="97409" y="188013"/>
                  </a:lnTo>
                  <a:lnTo>
                    <a:pt x="91789" y="183164"/>
                  </a:lnTo>
                  <a:lnTo>
                    <a:pt x="86416" y="178049"/>
                  </a:lnTo>
                  <a:lnTo>
                    <a:pt x="86416" y="178049"/>
                  </a:lnTo>
                  <a:lnTo>
                    <a:pt x="86157" y="184291"/>
                  </a:lnTo>
                  <a:lnTo>
                    <a:pt x="85384" y="190501"/>
                  </a:lnTo>
                  <a:lnTo>
                    <a:pt x="84097" y="196647"/>
                  </a:lnTo>
                  <a:lnTo>
                    <a:pt x="82302" y="202697"/>
                  </a:lnTo>
                  <a:lnTo>
                    <a:pt x="80005" y="208621"/>
                  </a:lnTo>
                  <a:lnTo>
                    <a:pt x="77214" y="214386"/>
                  </a:lnTo>
                  <a:lnTo>
                    <a:pt x="73937" y="219962"/>
                  </a:lnTo>
                  <a:lnTo>
                    <a:pt x="70188" y="225319"/>
                  </a:lnTo>
                  <a:lnTo>
                    <a:pt x="65977" y="230428"/>
                  </a:lnTo>
                  <a:lnTo>
                    <a:pt x="61320" y="235260"/>
                  </a:lnTo>
                  <a:lnTo>
                    <a:pt x="56234" y="239787"/>
                  </a:lnTo>
                  <a:lnTo>
                    <a:pt x="50735" y="243981"/>
                  </a:lnTo>
                  <a:lnTo>
                    <a:pt x="44843" y="247817"/>
                  </a:lnTo>
                  <a:lnTo>
                    <a:pt x="38578" y="251270"/>
                  </a:lnTo>
                  <a:lnTo>
                    <a:pt x="31963" y="254315"/>
                  </a:lnTo>
                  <a:lnTo>
                    <a:pt x="25020" y="256929"/>
                  </a:lnTo>
                  <a:lnTo>
                    <a:pt x="17776" y="259092"/>
                  </a:lnTo>
                  <a:lnTo>
                    <a:pt x="10254" y="260782"/>
                  </a:lnTo>
                  <a:lnTo>
                    <a:pt x="2482" y="261982"/>
                  </a:lnTo>
                  <a:lnTo>
                    <a:pt x="985" y="253734"/>
                  </a:lnTo>
                  <a:lnTo>
                    <a:pt x="165" y="245622"/>
                  </a:lnTo>
                  <a:lnTo>
                    <a:pt x="0" y="237697"/>
                  </a:lnTo>
                  <a:lnTo>
                    <a:pt x="463" y="230009"/>
                  </a:lnTo>
                  <a:lnTo>
                    <a:pt x="1525" y="222603"/>
                  </a:lnTo>
                  <a:lnTo>
                    <a:pt x="3152" y="215522"/>
                  </a:lnTo>
                  <a:lnTo>
                    <a:pt x="5310" y="208808"/>
                  </a:lnTo>
                  <a:lnTo>
                    <a:pt x="7960" y="202496"/>
                  </a:lnTo>
                  <a:lnTo>
                    <a:pt x="11060" y="196622"/>
                  </a:lnTo>
                  <a:lnTo>
                    <a:pt x="14566" y="191216"/>
                  </a:lnTo>
                  <a:lnTo>
                    <a:pt x="18434" y="186303"/>
                  </a:lnTo>
                  <a:lnTo>
                    <a:pt x="22617" y="181908"/>
                  </a:lnTo>
                  <a:lnTo>
                    <a:pt x="27066" y="178049"/>
                  </a:lnTo>
                  <a:lnTo>
                    <a:pt x="32599" y="174200"/>
                  </a:lnTo>
                  <a:lnTo>
                    <a:pt x="38351" y="171138"/>
                  </a:lnTo>
                  <a:lnTo>
                    <a:pt x="44239" y="168874"/>
                  </a:lnTo>
                  <a:lnTo>
                    <a:pt x="50177" y="167408"/>
                  </a:lnTo>
                  <a:lnTo>
                    <a:pt x="56084" y="166736"/>
                  </a:lnTo>
                  <a:lnTo>
                    <a:pt x="61876" y="166842"/>
                  </a:lnTo>
                  <a:lnTo>
                    <a:pt x="67474" y="167706"/>
                  </a:lnTo>
                  <a:lnTo>
                    <a:pt x="72799" y="169298"/>
                  </a:lnTo>
                  <a:lnTo>
                    <a:pt x="77777" y="171582"/>
                  </a:lnTo>
                  <a:lnTo>
                    <a:pt x="82338" y="174515"/>
                  </a:lnTo>
                  <a:lnTo>
                    <a:pt x="86416" y="178049"/>
                  </a:lnTo>
                </a:path>
              </a:pathLst>
            </a:custGeom>
            <a:ln w="25746" cap="flat">
              <a:solidFill>
                <a:srgbClr val="DA9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7924944" y="2132779"/>
              <a:ext cx="68622" cy="68622"/>
            </a:xfrm>
            <a:prstGeom prst="ellipse">
              <a:avLst/>
            </a:prstGeom>
            <a:solidFill>
              <a:srgbClr val="DA9F6D">
                <a:alpha val="100000"/>
              </a:srgbClr>
            </a:solidFill>
            <a:ln w="9000" cap="rnd">
              <a:solidFill>
                <a:srgbClr val="DA9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7687545" y="1954729"/>
              <a:ext cx="68622" cy="68622"/>
            </a:xfrm>
            <a:prstGeom prst="ellipse">
              <a:avLst/>
            </a:prstGeom>
            <a:solidFill>
              <a:srgbClr val="DA9F6D">
                <a:alpha val="100000"/>
              </a:srgbClr>
            </a:solidFill>
            <a:ln w="9000" cap="rnd">
              <a:solidFill>
                <a:srgbClr val="DA9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7813445" y="2006879"/>
              <a:ext cx="68622" cy="68622"/>
            </a:xfrm>
            <a:prstGeom prst="ellipse">
              <a:avLst/>
            </a:prstGeom>
            <a:solidFill>
              <a:srgbClr val="DA9F6D">
                <a:alpha val="100000"/>
              </a:srgbClr>
            </a:solidFill>
            <a:ln w="9000" cap="rnd">
              <a:solidFill>
                <a:srgbClr val="DA9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7687545" y="2132779"/>
              <a:ext cx="68622" cy="68622"/>
            </a:xfrm>
            <a:prstGeom prst="ellipse">
              <a:avLst/>
            </a:prstGeom>
            <a:solidFill>
              <a:srgbClr val="DA9F6D">
                <a:alpha val="100000"/>
              </a:srgbClr>
            </a:solidFill>
            <a:ln w="9000" cap="rnd">
              <a:solidFill>
                <a:srgbClr val="DA9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7687545" y="2132779"/>
              <a:ext cx="68622" cy="68622"/>
            </a:xfrm>
            <a:prstGeom prst="ellipse">
              <a:avLst/>
            </a:prstGeom>
            <a:solidFill>
              <a:srgbClr val="DA9F6D">
                <a:alpha val="100000"/>
              </a:srgbClr>
            </a:solidFill>
            <a:ln w="9000" cap="rnd">
              <a:solidFill>
                <a:srgbClr val="DA9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7687545" y="2132779"/>
              <a:ext cx="68622" cy="68622"/>
            </a:xfrm>
            <a:prstGeom prst="ellipse">
              <a:avLst/>
            </a:prstGeom>
            <a:solidFill>
              <a:srgbClr val="DA9F6D">
                <a:alpha val="100000"/>
              </a:srgbClr>
            </a:solidFill>
            <a:ln w="9000" cap="rnd">
              <a:solidFill>
                <a:srgbClr val="DA9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7603612" y="2216712"/>
              <a:ext cx="68622" cy="68622"/>
            </a:xfrm>
            <a:prstGeom prst="ellipse">
              <a:avLst/>
            </a:prstGeom>
            <a:solidFill>
              <a:srgbClr val="DA9F6D">
                <a:alpha val="100000"/>
              </a:srgbClr>
            </a:solidFill>
            <a:ln w="9000" cap="rnd">
              <a:solidFill>
                <a:srgbClr val="DA9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7628195" y="2132779"/>
              <a:ext cx="68622" cy="68622"/>
            </a:xfrm>
            <a:prstGeom prst="ellipse">
              <a:avLst/>
            </a:prstGeom>
            <a:solidFill>
              <a:srgbClr val="DA9F6D">
                <a:alpha val="100000"/>
              </a:srgbClr>
            </a:solidFill>
            <a:ln w="9000" cap="rnd">
              <a:solidFill>
                <a:srgbClr val="DA9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721856" y="1929691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721856" y="1999224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721856" y="2167090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721856" y="2167090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721856" y="2167090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53990" y="2167090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484457" y="2167090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53990" y="1999224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tx391"/>
            <p:cNvSpPr/>
            <p:nvPr/>
          </p:nvSpPr>
          <p:spPr>
            <a:xfrm>
              <a:off x="7585212" y="1857533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7668441" y="1935648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7877115" y="2124771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7659055" y="2311328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7575826" y="2389553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7272078" y="2311328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7327497" y="2124771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7281465" y="1935648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7179463" y="2015507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7128609" y="1896807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01" name="rc401"/>
            <p:cNvSpPr/>
            <p:nvPr/>
          </p:nvSpPr>
          <p:spPr>
            <a:xfrm>
              <a:off x="69589" y="2589147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69589" y="2672236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404045" y="2589147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4" name="tx404"/>
            <p:cNvSpPr/>
            <p:nvPr/>
          </p:nvSpPr>
          <p:spPr>
            <a:xfrm>
              <a:off x="1321015" y="2573243"/>
              <a:ext cx="795252" cy="109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405" name="rc405"/>
            <p:cNvSpPr/>
            <p:nvPr/>
          </p:nvSpPr>
          <p:spPr>
            <a:xfrm>
              <a:off x="1421893" y="2710194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1718642" y="2739869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1718642" y="2818093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1718642" y="3006943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1718642" y="3006943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1718642" y="3006943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1529792" y="3006943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1451568" y="3006943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1529792" y="2818093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1599957" y="2888243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1481272" y="2769544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1451601" y="2739869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1622597" y="2839076"/>
              <a:ext cx="307053" cy="320789"/>
            </a:xfrm>
            <a:custGeom>
              <a:avLst/>
              <a:pathLst>
                <a:path w="307053" h="320789">
                  <a:moveTo>
                    <a:pt x="274093" y="167866"/>
                  </a:moveTo>
                  <a:lnTo>
                    <a:pt x="268128" y="159139"/>
                  </a:lnTo>
                  <a:lnTo>
                    <a:pt x="261751" y="151015"/>
                  </a:lnTo>
                  <a:lnTo>
                    <a:pt x="255008" y="143513"/>
                  </a:lnTo>
                  <a:lnTo>
                    <a:pt x="247945" y="136650"/>
                  </a:lnTo>
                  <a:lnTo>
                    <a:pt x="240608" y="130436"/>
                  </a:lnTo>
                  <a:lnTo>
                    <a:pt x="233047" y="124881"/>
                  </a:lnTo>
                  <a:lnTo>
                    <a:pt x="225308" y="119992"/>
                  </a:lnTo>
                  <a:lnTo>
                    <a:pt x="217439" y="115771"/>
                  </a:lnTo>
                  <a:lnTo>
                    <a:pt x="209488" y="112219"/>
                  </a:lnTo>
                  <a:lnTo>
                    <a:pt x="201502" y="109332"/>
                  </a:lnTo>
                  <a:lnTo>
                    <a:pt x="193528" y="107104"/>
                  </a:lnTo>
                  <a:lnTo>
                    <a:pt x="185611" y="105525"/>
                  </a:lnTo>
                  <a:lnTo>
                    <a:pt x="177797" y="104584"/>
                  </a:lnTo>
                  <a:lnTo>
                    <a:pt x="170129" y="104266"/>
                  </a:lnTo>
                  <a:lnTo>
                    <a:pt x="162650" y="104552"/>
                  </a:lnTo>
                  <a:lnTo>
                    <a:pt x="155400" y="105423"/>
                  </a:lnTo>
                  <a:lnTo>
                    <a:pt x="148420" y="106855"/>
                  </a:lnTo>
                  <a:lnTo>
                    <a:pt x="141747" y="108822"/>
                  </a:lnTo>
                  <a:lnTo>
                    <a:pt x="135417" y="111297"/>
                  </a:lnTo>
                  <a:lnTo>
                    <a:pt x="129463" y="114250"/>
                  </a:lnTo>
                  <a:lnTo>
                    <a:pt x="123917" y="117648"/>
                  </a:lnTo>
                  <a:lnTo>
                    <a:pt x="118809" y="121457"/>
                  </a:lnTo>
                  <a:lnTo>
                    <a:pt x="114164" y="125641"/>
                  </a:lnTo>
                  <a:lnTo>
                    <a:pt x="110007" y="130164"/>
                  </a:lnTo>
                  <a:lnTo>
                    <a:pt x="106360" y="134985"/>
                  </a:lnTo>
                  <a:lnTo>
                    <a:pt x="103242" y="140065"/>
                  </a:lnTo>
                  <a:lnTo>
                    <a:pt x="100669" y="145362"/>
                  </a:lnTo>
                  <a:lnTo>
                    <a:pt x="98653" y="150834"/>
                  </a:lnTo>
                  <a:lnTo>
                    <a:pt x="97206" y="156438"/>
                  </a:lnTo>
                  <a:lnTo>
                    <a:pt x="96335" y="162130"/>
                  </a:lnTo>
                  <a:lnTo>
                    <a:pt x="96044" y="167866"/>
                  </a:lnTo>
                  <a:lnTo>
                    <a:pt x="96226" y="160449"/>
                  </a:lnTo>
                  <a:lnTo>
                    <a:pt x="96772" y="153046"/>
                  </a:lnTo>
                  <a:lnTo>
                    <a:pt x="97681" y="145670"/>
                  </a:lnTo>
                  <a:lnTo>
                    <a:pt x="98953" y="138334"/>
                  </a:lnTo>
                  <a:lnTo>
                    <a:pt x="100585" y="131051"/>
                  </a:lnTo>
                  <a:lnTo>
                    <a:pt x="102575" y="123835"/>
                  </a:lnTo>
                  <a:lnTo>
                    <a:pt x="104922" y="116699"/>
                  </a:lnTo>
                  <a:lnTo>
                    <a:pt x="107622" y="109657"/>
                  </a:lnTo>
                  <a:lnTo>
                    <a:pt x="110673" y="102720"/>
                  </a:lnTo>
                  <a:lnTo>
                    <a:pt x="114070" y="95902"/>
                  </a:lnTo>
                  <a:lnTo>
                    <a:pt x="117809" y="89216"/>
                  </a:lnTo>
                  <a:lnTo>
                    <a:pt x="121886" y="82675"/>
                  </a:lnTo>
                  <a:lnTo>
                    <a:pt x="126296" y="76290"/>
                  </a:lnTo>
                  <a:lnTo>
                    <a:pt x="131034" y="70075"/>
                  </a:lnTo>
                  <a:lnTo>
                    <a:pt x="136093" y="64042"/>
                  </a:lnTo>
                  <a:lnTo>
                    <a:pt x="141468" y="58202"/>
                  </a:lnTo>
                  <a:lnTo>
                    <a:pt x="147152" y="52567"/>
                  </a:lnTo>
                  <a:lnTo>
                    <a:pt x="153138" y="47150"/>
                  </a:lnTo>
                  <a:lnTo>
                    <a:pt x="159419" y="41961"/>
                  </a:lnTo>
                  <a:lnTo>
                    <a:pt x="165987" y="37011"/>
                  </a:lnTo>
                  <a:lnTo>
                    <a:pt x="172834" y="32312"/>
                  </a:lnTo>
                  <a:lnTo>
                    <a:pt x="179952" y="27874"/>
                  </a:lnTo>
                  <a:lnTo>
                    <a:pt x="187331" y="23708"/>
                  </a:lnTo>
                  <a:lnTo>
                    <a:pt x="194963" y="19823"/>
                  </a:lnTo>
                  <a:lnTo>
                    <a:pt x="202838" y="16230"/>
                  </a:lnTo>
                  <a:lnTo>
                    <a:pt x="210946" y="12938"/>
                  </a:lnTo>
                  <a:lnTo>
                    <a:pt x="219278" y="9956"/>
                  </a:lnTo>
                  <a:lnTo>
                    <a:pt x="227823" y="7293"/>
                  </a:lnTo>
                  <a:lnTo>
                    <a:pt x="236569" y="4958"/>
                  </a:lnTo>
                  <a:lnTo>
                    <a:pt x="245507" y="2959"/>
                  </a:lnTo>
                  <a:lnTo>
                    <a:pt x="254625" y="1303"/>
                  </a:lnTo>
                  <a:lnTo>
                    <a:pt x="263910" y="0"/>
                  </a:lnTo>
                  <a:lnTo>
                    <a:pt x="270571" y="9684"/>
                  </a:lnTo>
                  <a:lnTo>
                    <a:pt x="276688" y="19615"/>
                  </a:lnTo>
                  <a:lnTo>
                    <a:pt x="282255" y="29762"/>
                  </a:lnTo>
                  <a:lnTo>
                    <a:pt x="287265" y="40096"/>
                  </a:lnTo>
                  <a:lnTo>
                    <a:pt x="291714" y="50586"/>
                  </a:lnTo>
                  <a:lnTo>
                    <a:pt x="295597" y="61203"/>
                  </a:lnTo>
                  <a:lnTo>
                    <a:pt x="298914" y="71916"/>
                  </a:lnTo>
                  <a:lnTo>
                    <a:pt x="301664" y="82695"/>
                  </a:lnTo>
                  <a:lnTo>
                    <a:pt x="303849" y="93512"/>
                  </a:lnTo>
                  <a:lnTo>
                    <a:pt x="305472" y="104336"/>
                  </a:lnTo>
                  <a:lnTo>
                    <a:pt x="306538" y="115140"/>
                  </a:lnTo>
                  <a:lnTo>
                    <a:pt x="307053" y="125894"/>
                  </a:lnTo>
                  <a:lnTo>
                    <a:pt x="307023" y="136570"/>
                  </a:lnTo>
                  <a:lnTo>
                    <a:pt x="306459" y="147142"/>
                  </a:lnTo>
                  <a:lnTo>
                    <a:pt x="305370" y="157582"/>
                  </a:lnTo>
                  <a:lnTo>
                    <a:pt x="303768" y="167866"/>
                  </a:lnTo>
                  <a:lnTo>
                    <a:pt x="301665" y="177967"/>
                  </a:lnTo>
                  <a:lnTo>
                    <a:pt x="299076" y="187863"/>
                  </a:lnTo>
                  <a:lnTo>
                    <a:pt x="296016" y="197529"/>
                  </a:lnTo>
                  <a:lnTo>
                    <a:pt x="292500" y="206944"/>
                  </a:lnTo>
                  <a:lnTo>
                    <a:pt x="288547" y="216085"/>
                  </a:lnTo>
                  <a:lnTo>
                    <a:pt x="284175" y="224935"/>
                  </a:lnTo>
                  <a:lnTo>
                    <a:pt x="279401" y="233472"/>
                  </a:lnTo>
                  <a:lnTo>
                    <a:pt x="274248" y="241680"/>
                  </a:lnTo>
                  <a:lnTo>
                    <a:pt x="268735" y="249543"/>
                  </a:lnTo>
                  <a:lnTo>
                    <a:pt x="262883" y="257043"/>
                  </a:lnTo>
                  <a:lnTo>
                    <a:pt x="256716" y="264169"/>
                  </a:lnTo>
                  <a:lnTo>
                    <a:pt x="250255" y="270906"/>
                  </a:lnTo>
                  <a:lnTo>
                    <a:pt x="243523" y="277244"/>
                  </a:lnTo>
                  <a:lnTo>
                    <a:pt x="236545" y="283172"/>
                  </a:lnTo>
                  <a:lnTo>
                    <a:pt x="229344" y="288682"/>
                  </a:lnTo>
                  <a:lnTo>
                    <a:pt x="221944" y="293766"/>
                  </a:lnTo>
                  <a:lnTo>
                    <a:pt x="214369" y="298417"/>
                  </a:lnTo>
                  <a:lnTo>
                    <a:pt x="206644" y="302632"/>
                  </a:lnTo>
                  <a:lnTo>
                    <a:pt x="198793" y="306407"/>
                  </a:lnTo>
                  <a:lnTo>
                    <a:pt x="190841" y="309740"/>
                  </a:lnTo>
                  <a:lnTo>
                    <a:pt x="182812" y="312630"/>
                  </a:lnTo>
                  <a:lnTo>
                    <a:pt x="174730" y="315077"/>
                  </a:lnTo>
                  <a:lnTo>
                    <a:pt x="166619" y="317084"/>
                  </a:lnTo>
                  <a:lnTo>
                    <a:pt x="158502" y="318654"/>
                  </a:lnTo>
                  <a:lnTo>
                    <a:pt x="150403" y="319791"/>
                  </a:lnTo>
                  <a:lnTo>
                    <a:pt x="142345" y="320500"/>
                  </a:lnTo>
                  <a:lnTo>
                    <a:pt x="134349" y="320789"/>
                  </a:lnTo>
                  <a:lnTo>
                    <a:pt x="126438" y="320665"/>
                  </a:lnTo>
                  <a:lnTo>
                    <a:pt x="118631" y="320138"/>
                  </a:lnTo>
                  <a:lnTo>
                    <a:pt x="110951" y="319217"/>
                  </a:lnTo>
                  <a:lnTo>
                    <a:pt x="103415" y="317914"/>
                  </a:lnTo>
                  <a:lnTo>
                    <a:pt x="96044" y="316240"/>
                  </a:lnTo>
                  <a:lnTo>
                    <a:pt x="88855" y="314209"/>
                  </a:lnTo>
                  <a:lnTo>
                    <a:pt x="81864" y="311834"/>
                  </a:lnTo>
                  <a:lnTo>
                    <a:pt x="75089" y="309130"/>
                  </a:lnTo>
                  <a:lnTo>
                    <a:pt x="68545" y="306113"/>
                  </a:lnTo>
                  <a:lnTo>
                    <a:pt x="62245" y="302798"/>
                  </a:lnTo>
                  <a:lnTo>
                    <a:pt x="56203" y="299202"/>
                  </a:lnTo>
                  <a:lnTo>
                    <a:pt x="50432" y="295343"/>
                  </a:lnTo>
                  <a:lnTo>
                    <a:pt x="44942" y="291238"/>
                  </a:lnTo>
                  <a:lnTo>
                    <a:pt x="39743" y="286905"/>
                  </a:lnTo>
                  <a:lnTo>
                    <a:pt x="34844" y="282364"/>
                  </a:lnTo>
                  <a:lnTo>
                    <a:pt x="30253" y="277632"/>
                  </a:lnTo>
                  <a:lnTo>
                    <a:pt x="25976" y="272729"/>
                  </a:lnTo>
                  <a:lnTo>
                    <a:pt x="22020" y="267675"/>
                  </a:lnTo>
                  <a:lnTo>
                    <a:pt x="18389" y="262489"/>
                  </a:lnTo>
                  <a:lnTo>
                    <a:pt x="15085" y="257191"/>
                  </a:lnTo>
                  <a:lnTo>
                    <a:pt x="12111" y="251799"/>
                  </a:lnTo>
                  <a:lnTo>
                    <a:pt x="9468" y="246334"/>
                  </a:lnTo>
                  <a:lnTo>
                    <a:pt x="7155" y="240815"/>
                  </a:lnTo>
                  <a:lnTo>
                    <a:pt x="5173" y="235261"/>
                  </a:lnTo>
                  <a:lnTo>
                    <a:pt x="3517" y="229690"/>
                  </a:lnTo>
                  <a:lnTo>
                    <a:pt x="2186" y="224122"/>
                  </a:lnTo>
                  <a:lnTo>
                    <a:pt x="1174" y="218575"/>
                  </a:lnTo>
                  <a:lnTo>
                    <a:pt x="477" y="213066"/>
                  </a:lnTo>
                  <a:lnTo>
                    <a:pt x="88" y="207612"/>
                  </a:lnTo>
                  <a:lnTo>
                    <a:pt x="0" y="202231"/>
                  </a:lnTo>
                  <a:lnTo>
                    <a:pt x="204" y="196939"/>
                  </a:lnTo>
                  <a:lnTo>
                    <a:pt x="692" y="191750"/>
                  </a:lnTo>
                  <a:lnTo>
                    <a:pt x="1454" y="186681"/>
                  </a:lnTo>
                  <a:lnTo>
                    <a:pt x="2479" y="181745"/>
                  </a:lnTo>
                  <a:lnTo>
                    <a:pt x="3756" y="176955"/>
                  </a:lnTo>
                  <a:lnTo>
                    <a:pt x="5274" y="172325"/>
                  </a:lnTo>
                  <a:lnTo>
                    <a:pt x="7019" y="167866"/>
                  </a:lnTo>
                  <a:lnTo>
                    <a:pt x="8979" y="163589"/>
                  </a:lnTo>
                  <a:lnTo>
                    <a:pt x="11139" y="159504"/>
                  </a:lnTo>
                  <a:lnTo>
                    <a:pt x="13487" y="155620"/>
                  </a:lnTo>
                  <a:lnTo>
                    <a:pt x="16006" y="151945"/>
                  </a:lnTo>
                  <a:lnTo>
                    <a:pt x="18683" y="148488"/>
                  </a:lnTo>
                  <a:lnTo>
                    <a:pt x="21502" y="145254"/>
                  </a:lnTo>
                  <a:lnTo>
                    <a:pt x="24447" y="142248"/>
                  </a:lnTo>
                  <a:lnTo>
                    <a:pt x="27504" y="139476"/>
                  </a:lnTo>
                  <a:lnTo>
                    <a:pt x="30656" y="136940"/>
                  </a:lnTo>
                  <a:lnTo>
                    <a:pt x="33888" y="134643"/>
                  </a:lnTo>
                  <a:lnTo>
                    <a:pt x="37184" y="132587"/>
                  </a:lnTo>
                  <a:lnTo>
                    <a:pt x="40528" y="130771"/>
                  </a:lnTo>
                  <a:lnTo>
                    <a:pt x="43905" y="129197"/>
                  </a:lnTo>
                  <a:lnTo>
                    <a:pt x="47299" y="127862"/>
                  </a:lnTo>
                  <a:lnTo>
                    <a:pt x="50694" y="126764"/>
                  </a:lnTo>
                  <a:lnTo>
                    <a:pt x="54077" y="125899"/>
                  </a:lnTo>
                  <a:lnTo>
                    <a:pt x="49831" y="127822"/>
                  </a:lnTo>
                  <a:lnTo>
                    <a:pt x="45652" y="130143"/>
                  </a:lnTo>
                  <a:lnTo>
                    <a:pt x="41577" y="132862"/>
                  </a:lnTo>
                  <a:lnTo>
                    <a:pt x="37640" y="135975"/>
                  </a:lnTo>
                  <a:lnTo>
                    <a:pt x="33878" y="139476"/>
                  </a:lnTo>
                  <a:lnTo>
                    <a:pt x="30326" y="143354"/>
                  </a:lnTo>
                  <a:lnTo>
                    <a:pt x="27019" y="147598"/>
                  </a:lnTo>
                  <a:lnTo>
                    <a:pt x="23992" y="152192"/>
                  </a:lnTo>
                  <a:lnTo>
                    <a:pt x="21277" y="157116"/>
                  </a:lnTo>
                  <a:lnTo>
                    <a:pt x="18906" y="162349"/>
                  </a:lnTo>
                  <a:lnTo>
                    <a:pt x="16911" y="167866"/>
                  </a:lnTo>
                  <a:lnTo>
                    <a:pt x="15319" y="173639"/>
                  </a:lnTo>
                  <a:lnTo>
                    <a:pt x="14156" y="179640"/>
                  </a:lnTo>
                  <a:lnTo>
                    <a:pt x="13447" y="185834"/>
                  </a:lnTo>
                  <a:lnTo>
                    <a:pt x="13214" y="192187"/>
                  </a:lnTo>
                  <a:lnTo>
                    <a:pt x="13475" y="198663"/>
                  </a:lnTo>
                  <a:lnTo>
                    <a:pt x="14246" y="205222"/>
                  </a:lnTo>
                  <a:lnTo>
                    <a:pt x="15541" y="211824"/>
                  </a:lnTo>
                  <a:lnTo>
                    <a:pt x="17369" y="218427"/>
                  </a:lnTo>
                  <a:lnTo>
                    <a:pt x="19737" y="224989"/>
                  </a:lnTo>
                  <a:lnTo>
                    <a:pt x="22647" y="231464"/>
                  </a:lnTo>
                  <a:lnTo>
                    <a:pt x="26100" y="237810"/>
                  </a:lnTo>
                  <a:lnTo>
                    <a:pt x="30090" y="243981"/>
                  </a:lnTo>
                  <a:lnTo>
                    <a:pt x="34610" y="249932"/>
                  </a:lnTo>
                  <a:lnTo>
                    <a:pt x="39649" y="255618"/>
                  </a:lnTo>
                  <a:lnTo>
                    <a:pt x="45191" y="260997"/>
                  </a:lnTo>
                  <a:lnTo>
                    <a:pt x="51217" y="266023"/>
                  </a:lnTo>
                  <a:lnTo>
                    <a:pt x="57705" y="270656"/>
                  </a:lnTo>
                  <a:lnTo>
                    <a:pt x="64629" y="274855"/>
                  </a:lnTo>
                  <a:lnTo>
                    <a:pt x="71959" y="278581"/>
                  </a:lnTo>
                  <a:lnTo>
                    <a:pt x="79663" y="281797"/>
                  </a:lnTo>
                  <a:lnTo>
                    <a:pt x="87704" y="284469"/>
                  </a:lnTo>
                  <a:lnTo>
                    <a:pt x="96044" y="286565"/>
                  </a:lnTo>
                  <a:lnTo>
                    <a:pt x="102935" y="281792"/>
                  </a:lnTo>
                  <a:lnTo>
                    <a:pt x="109251" y="276636"/>
                  </a:lnTo>
                  <a:lnTo>
                    <a:pt x="114971" y="271149"/>
                  </a:lnTo>
                  <a:lnTo>
                    <a:pt x="120080" y="265385"/>
                  </a:lnTo>
                  <a:lnTo>
                    <a:pt x="124566" y="259398"/>
                  </a:lnTo>
                  <a:lnTo>
                    <a:pt x="128422" y="253240"/>
                  </a:lnTo>
                  <a:lnTo>
                    <a:pt x="131644" y="246966"/>
                  </a:lnTo>
                  <a:lnTo>
                    <a:pt x="134233" y="240630"/>
                  </a:lnTo>
                  <a:lnTo>
                    <a:pt x="136195" y="234284"/>
                  </a:lnTo>
                  <a:lnTo>
                    <a:pt x="137539" y="227981"/>
                  </a:lnTo>
                  <a:lnTo>
                    <a:pt x="138277" y="221773"/>
                  </a:lnTo>
                  <a:lnTo>
                    <a:pt x="138427" y="215707"/>
                  </a:lnTo>
                  <a:lnTo>
                    <a:pt x="138011" y="209832"/>
                  </a:lnTo>
                  <a:lnTo>
                    <a:pt x="129830" y="210991"/>
                  </a:lnTo>
                  <a:lnTo>
                    <a:pt x="122024" y="210842"/>
                  </a:lnTo>
                  <a:lnTo>
                    <a:pt x="114781" y="209497"/>
                  </a:lnTo>
                  <a:lnTo>
                    <a:pt x="108268" y="207094"/>
                  </a:lnTo>
                  <a:lnTo>
                    <a:pt x="102627" y="203791"/>
                  </a:lnTo>
                  <a:lnTo>
                    <a:pt x="97973" y="199765"/>
                  </a:lnTo>
                  <a:lnTo>
                    <a:pt x="94390" y="195208"/>
                  </a:lnTo>
                  <a:lnTo>
                    <a:pt x="91929" y="190319"/>
                  </a:lnTo>
                  <a:lnTo>
                    <a:pt x="90611" y="185300"/>
                  </a:lnTo>
                  <a:lnTo>
                    <a:pt x="90423" y="180355"/>
                  </a:lnTo>
                  <a:lnTo>
                    <a:pt x="91320" y="175680"/>
                  </a:lnTo>
                  <a:lnTo>
                    <a:pt x="93228" y="171460"/>
                  </a:lnTo>
                  <a:lnTo>
                    <a:pt x="96044" y="167866"/>
                  </a:lnTo>
                  <a:lnTo>
                    <a:pt x="92182" y="168130"/>
                  </a:lnTo>
                  <a:lnTo>
                    <a:pt x="88375" y="168920"/>
                  </a:lnTo>
                  <a:lnTo>
                    <a:pt x="84675" y="170228"/>
                  </a:lnTo>
                  <a:lnTo>
                    <a:pt x="81136" y="172043"/>
                  </a:lnTo>
                  <a:lnTo>
                    <a:pt x="77808" y="174347"/>
                  </a:lnTo>
                  <a:lnTo>
                    <a:pt x="74743" y="177118"/>
                  </a:lnTo>
                  <a:lnTo>
                    <a:pt x="71987" y="180331"/>
                  </a:lnTo>
                  <a:lnTo>
                    <a:pt x="69587" y="183955"/>
                  </a:lnTo>
                  <a:lnTo>
                    <a:pt x="67584" y="187955"/>
                  </a:lnTo>
                  <a:lnTo>
                    <a:pt x="66019" y="192293"/>
                  </a:lnTo>
                  <a:lnTo>
                    <a:pt x="64927" y="196927"/>
                  </a:lnTo>
                  <a:lnTo>
                    <a:pt x="64341" y="201811"/>
                  </a:lnTo>
                  <a:lnTo>
                    <a:pt x="64289" y="206898"/>
                  </a:lnTo>
                  <a:lnTo>
                    <a:pt x="64794" y="212137"/>
                  </a:lnTo>
                  <a:lnTo>
                    <a:pt x="65877" y="217473"/>
                  </a:lnTo>
                  <a:lnTo>
                    <a:pt x="67552" y="222853"/>
                  </a:lnTo>
                  <a:lnTo>
                    <a:pt x="69829" y="228219"/>
                  </a:lnTo>
                  <a:lnTo>
                    <a:pt x="72712" y="233515"/>
                  </a:lnTo>
                  <a:lnTo>
                    <a:pt x="76203" y="238681"/>
                  </a:lnTo>
                  <a:lnTo>
                    <a:pt x="80294" y="243659"/>
                  </a:lnTo>
                  <a:lnTo>
                    <a:pt x="84976" y="248392"/>
                  </a:lnTo>
                  <a:lnTo>
                    <a:pt x="90233" y="252821"/>
                  </a:lnTo>
                  <a:lnTo>
                    <a:pt x="96044" y="256890"/>
                  </a:lnTo>
                  <a:lnTo>
                    <a:pt x="102383" y="260545"/>
                  </a:lnTo>
                  <a:lnTo>
                    <a:pt x="109220" y="263730"/>
                  </a:lnTo>
                  <a:lnTo>
                    <a:pt x="116519" y="266397"/>
                  </a:lnTo>
                  <a:lnTo>
                    <a:pt x="124240" y="268498"/>
                  </a:lnTo>
                  <a:lnTo>
                    <a:pt x="132337" y="269986"/>
                  </a:lnTo>
                  <a:lnTo>
                    <a:pt x="140764" y="270821"/>
                  </a:lnTo>
                  <a:lnTo>
                    <a:pt x="149466" y="270966"/>
                  </a:lnTo>
                  <a:lnTo>
                    <a:pt x="158389" y="270387"/>
                  </a:lnTo>
                  <a:lnTo>
                    <a:pt x="167472" y="269056"/>
                  </a:lnTo>
                  <a:lnTo>
                    <a:pt x="176653" y="266948"/>
                  </a:lnTo>
                  <a:lnTo>
                    <a:pt x="185869" y="264045"/>
                  </a:lnTo>
                  <a:lnTo>
                    <a:pt x="195052" y="260333"/>
                  </a:lnTo>
                  <a:lnTo>
                    <a:pt x="204134" y="255803"/>
                  </a:lnTo>
                  <a:lnTo>
                    <a:pt x="213045" y="250454"/>
                  </a:lnTo>
                  <a:lnTo>
                    <a:pt x="221715" y="244288"/>
                  </a:lnTo>
                  <a:lnTo>
                    <a:pt x="230074" y="237315"/>
                  </a:lnTo>
                  <a:lnTo>
                    <a:pt x="238052" y="229548"/>
                  </a:lnTo>
                  <a:lnTo>
                    <a:pt x="245577" y="221010"/>
                  </a:lnTo>
                  <a:lnTo>
                    <a:pt x="252582" y="211726"/>
                  </a:lnTo>
                  <a:lnTo>
                    <a:pt x="259000" y="201729"/>
                  </a:lnTo>
                  <a:lnTo>
                    <a:pt x="264766" y="191056"/>
                  </a:lnTo>
                  <a:lnTo>
                    <a:pt x="269816" y="179752"/>
                  </a:lnTo>
                  <a:close/>
                </a:path>
              </a:pathLst>
            </a:custGeom>
            <a:solidFill>
              <a:srgbClr val="C8A757">
                <a:alpha val="27843"/>
              </a:srgbClr>
            </a:solidFill>
            <a:ln w="25746" cap="flat">
              <a:solidFill>
                <a:srgbClr val="C8A7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1676675" y="2839076"/>
              <a:ext cx="234032" cy="286565"/>
            </a:xfrm>
            <a:custGeom>
              <a:avLst/>
              <a:pathLst>
                <a:path w="234032" h="286565">
                  <a:moveTo>
                    <a:pt x="41966" y="167866"/>
                  </a:moveTo>
                  <a:lnTo>
                    <a:pt x="42148" y="160449"/>
                  </a:lnTo>
                  <a:lnTo>
                    <a:pt x="42694" y="153046"/>
                  </a:lnTo>
                  <a:lnTo>
                    <a:pt x="43603" y="145670"/>
                  </a:lnTo>
                  <a:lnTo>
                    <a:pt x="44875" y="138334"/>
                  </a:lnTo>
                  <a:lnTo>
                    <a:pt x="46507" y="131051"/>
                  </a:lnTo>
                  <a:lnTo>
                    <a:pt x="48497" y="123835"/>
                  </a:lnTo>
                  <a:lnTo>
                    <a:pt x="50844" y="116699"/>
                  </a:lnTo>
                  <a:lnTo>
                    <a:pt x="53545" y="109657"/>
                  </a:lnTo>
                  <a:lnTo>
                    <a:pt x="56595" y="102720"/>
                  </a:lnTo>
                  <a:lnTo>
                    <a:pt x="59992" y="95902"/>
                  </a:lnTo>
                  <a:lnTo>
                    <a:pt x="63731" y="89216"/>
                  </a:lnTo>
                  <a:lnTo>
                    <a:pt x="67809" y="82675"/>
                  </a:lnTo>
                  <a:lnTo>
                    <a:pt x="72219" y="76290"/>
                  </a:lnTo>
                  <a:lnTo>
                    <a:pt x="76956" y="70075"/>
                  </a:lnTo>
                  <a:lnTo>
                    <a:pt x="82015" y="64042"/>
                  </a:lnTo>
                  <a:lnTo>
                    <a:pt x="87390" y="58202"/>
                  </a:lnTo>
                  <a:lnTo>
                    <a:pt x="93074" y="52567"/>
                  </a:lnTo>
                  <a:lnTo>
                    <a:pt x="99060" y="47150"/>
                  </a:lnTo>
                  <a:lnTo>
                    <a:pt x="105341" y="41961"/>
                  </a:lnTo>
                  <a:lnTo>
                    <a:pt x="111909" y="37011"/>
                  </a:lnTo>
                  <a:lnTo>
                    <a:pt x="118756" y="32312"/>
                  </a:lnTo>
                  <a:lnTo>
                    <a:pt x="125874" y="27874"/>
                  </a:lnTo>
                  <a:lnTo>
                    <a:pt x="133253" y="23708"/>
                  </a:lnTo>
                  <a:lnTo>
                    <a:pt x="140885" y="19823"/>
                  </a:lnTo>
                  <a:lnTo>
                    <a:pt x="148760" y="16230"/>
                  </a:lnTo>
                  <a:lnTo>
                    <a:pt x="156869" y="12938"/>
                  </a:lnTo>
                  <a:lnTo>
                    <a:pt x="165200" y="9956"/>
                  </a:lnTo>
                  <a:lnTo>
                    <a:pt x="173745" y="7293"/>
                  </a:lnTo>
                  <a:lnTo>
                    <a:pt x="182492" y="4958"/>
                  </a:lnTo>
                  <a:lnTo>
                    <a:pt x="191429" y="2959"/>
                  </a:lnTo>
                  <a:lnTo>
                    <a:pt x="200547" y="1303"/>
                  </a:lnTo>
                  <a:lnTo>
                    <a:pt x="209832" y="0"/>
                  </a:lnTo>
                  <a:lnTo>
                    <a:pt x="213920" y="8316"/>
                  </a:lnTo>
                  <a:lnTo>
                    <a:pt x="217623" y="16701"/>
                  </a:lnTo>
                  <a:lnTo>
                    <a:pt x="220943" y="25136"/>
                  </a:lnTo>
                  <a:lnTo>
                    <a:pt x="223881" y="33607"/>
                  </a:lnTo>
                  <a:lnTo>
                    <a:pt x="226439" y="42095"/>
                  </a:lnTo>
                  <a:lnTo>
                    <a:pt x="228620" y="50584"/>
                  </a:lnTo>
                  <a:lnTo>
                    <a:pt x="230427" y="59058"/>
                  </a:lnTo>
                  <a:lnTo>
                    <a:pt x="231865" y="67501"/>
                  </a:lnTo>
                  <a:lnTo>
                    <a:pt x="232938" y="75898"/>
                  </a:lnTo>
                  <a:lnTo>
                    <a:pt x="233653" y="84234"/>
                  </a:lnTo>
                  <a:lnTo>
                    <a:pt x="234016" y="92492"/>
                  </a:lnTo>
                  <a:lnTo>
                    <a:pt x="234032" y="100659"/>
                  </a:lnTo>
                  <a:lnTo>
                    <a:pt x="233710" y="108721"/>
                  </a:lnTo>
                  <a:lnTo>
                    <a:pt x="233058" y="116663"/>
                  </a:lnTo>
                  <a:lnTo>
                    <a:pt x="232083" y="124473"/>
                  </a:lnTo>
                  <a:lnTo>
                    <a:pt x="230796" y="132137"/>
                  </a:lnTo>
                  <a:lnTo>
                    <a:pt x="229205" y="139644"/>
                  </a:lnTo>
                  <a:lnTo>
                    <a:pt x="227321" y="146981"/>
                  </a:lnTo>
                  <a:lnTo>
                    <a:pt x="225154" y="154138"/>
                  </a:lnTo>
                  <a:lnTo>
                    <a:pt x="222715" y="161103"/>
                  </a:lnTo>
                  <a:lnTo>
                    <a:pt x="220015" y="167866"/>
                  </a:lnTo>
                  <a:lnTo>
                    <a:pt x="213621" y="174966"/>
                  </a:lnTo>
                  <a:lnTo>
                    <a:pt x="206955" y="181537"/>
                  </a:lnTo>
                  <a:lnTo>
                    <a:pt x="200050" y="187571"/>
                  </a:lnTo>
                  <a:lnTo>
                    <a:pt x="192938" y="193059"/>
                  </a:lnTo>
                  <a:lnTo>
                    <a:pt x="185654" y="197994"/>
                  </a:lnTo>
                  <a:lnTo>
                    <a:pt x="178230" y="202373"/>
                  </a:lnTo>
                  <a:lnTo>
                    <a:pt x="170700" y="206192"/>
                  </a:lnTo>
                  <a:lnTo>
                    <a:pt x="163097" y="209450"/>
                  </a:lnTo>
                  <a:lnTo>
                    <a:pt x="155455" y="212150"/>
                  </a:lnTo>
                  <a:lnTo>
                    <a:pt x="147807" y="214292"/>
                  </a:lnTo>
                  <a:lnTo>
                    <a:pt x="140186" y="215883"/>
                  </a:lnTo>
                  <a:lnTo>
                    <a:pt x="132623" y="216927"/>
                  </a:lnTo>
                  <a:lnTo>
                    <a:pt x="125152" y="217434"/>
                  </a:lnTo>
                  <a:lnTo>
                    <a:pt x="117802" y="217412"/>
                  </a:lnTo>
                  <a:lnTo>
                    <a:pt x="110605" y="216873"/>
                  </a:lnTo>
                  <a:lnTo>
                    <a:pt x="103591" y="215831"/>
                  </a:lnTo>
                  <a:lnTo>
                    <a:pt x="96789" y="214299"/>
                  </a:lnTo>
                  <a:lnTo>
                    <a:pt x="90227" y="212294"/>
                  </a:lnTo>
                  <a:lnTo>
                    <a:pt x="83933" y="209832"/>
                  </a:lnTo>
                  <a:lnTo>
                    <a:pt x="84350" y="215707"/>
                  </a:lnTo>
                  <a:lnTo>
                    <a:pt x="84199" y="221773"/>
                  </a:lnTo>
                  <a:lnTo>
                    <a:pt x="83461" y="227981"/>
                  </a:lnTo>
                  <a:lnTo>
                    <a:pt x="82117" y="234284"/>
                  </a:lnTo>
                  <a:lnTo>
                    <a:pt x="80155" y="240630"/>
                  </a:lnTo>
                  <a:lnTo>
                    <a:pt x="77566" y="246966"/>
                  </a:lnTo>
                  <a:lnTo>
                    <a:pt x="74344" y="253240"/>
                  </a:lnTo>
                  <a:lnTo>
                    <a:pt x="70489" y="259398"/>
                  </a:lnTo>
                  <a:lnTo>
                    <a:pt x="66002" y="265385"/>
                  </a:lnTo>
                  <a:lnTo>
                    <a:pt x="60893" y="271149"/>
                  </a:lnTo>
                  <a:lnTo>
                    <a:pt x="55173" y="276636"/>
                  </a:lnTo>
                  <a:lnTo>
                    <a:pt x="48857" y="281792"/>
                  </a:lnTo>
                  <a:lnTo>
                    <a:pt x="41966" y="286565"/>
                  </a:lnTo>
                  <a:lnTo>
                    <a:pt x="37319" y="280222"/>
                  </a:lnTo>
                  <a:lnTo>
                    <a:pt x="33196" y="273708"/>
                  </a:lnTo>
                  <a:lnTo>
                    <a:pt x="29602" y="267056"/>
                  </a:lnTo>
                  <a:lnTo>
                    <a:pt x="26542" y="260298"/>
                  </a:lnTo>
                  <a:lnTo>
                    <a:pt x="24017" y="253467"/>
                  </a:lnTo>
                  <a:lnTo>
                    <a:pt x="22029" y="246596"/>
                  </a:lnTo>
                  <a:lnTo>
                    <a:pt x="20575" y="239717"/>
                  </a:lnTo>
                  <a:lnTo>
                    <a:pt x="19653" y="232863"/>
                  </a:lnTo>
                  <a:lnTo>
                    <a:pt x="19257" y="226066"/>
                  </a:lnTo>
                  <a:lnTo>
                    <a:pt x="19380" y="219356"/>
                  </a:lnTo>
                  <a:lnTo>
                    <a:pt x="20016" y="212766"/>
                  </a:lnTo>
                  <a:lnTo>
                    <a:pt x="21152" y="206326"/>
                  </a:lnTo>
                  <a:lnTo>
                    <a:pt x="22779" y="200067"/>
                  </a:lnTo>
                  <a:lnTo>
                    <a:pt x="24881" y="194016"/>
                  </a:lnTo>
                  <a:lnTo>
                    <a:pt x="27445" y="188203"/>
                  </a:lnTo>
                  <a:lnTo>
                    <a:pt x="30455" y="182656"/>
                  </a:lnTo>
                  <a:lnTo>
                    <a:pt x="33891" y="177400"/>
                  </a:lnTo>
                  <a:lnTo>
                    <a:pt x="37735" y="172462"/>
                  </a:lnTo>
                  <a:lnTo>
                    <a:pt x="41966" y="167866"/>
                  </a:lnTo>
                  <a:lnTo>
                    <a:pt x="41966" y="167866"/>
                  </a:lnTo>
                  <a:lnTo>
                    <a:pt x="36584" y="167481"/>
                  </a:lnTo>
                  <a:lnTo>
                    <a:pt x="31285" y="166330"/>
                  </a:lnTo>
                  <a:lnTo>
                    <a:pt x="26150" y="164425"/>
                  </a:lnTo>
                  <a:lnTo>
                    <a:pt x="21259" y="161786"/>
                  </a:lnTo>
                  <a:lnTo>
                    <a:pt x="16690" y="158438"/>
                  </a:lnTo>
                  <a:lnTo>
                    <a:pt x="12519" y="154418"/>
                  </a:lnTo>
                  <a:lnTo>
                    <a:pt x="8818" y="149766"/>
                  </a:lnTo>
                  <a:lnTo>
                    <a:pt x="5655" y="144530"/>
                  </a:lnTo>
                  <a:lnTo>
                    <a:pt x="3093" y="138766"/>
                  </a:lnTo>
                  <a:lnTo>
                    <a:pt x="1190" y="132533"/>
                  </a:lnTo>
                  <a:lnTo>
                    <a:pt x="0" y="125899"/>
                  </a:lnTo>
                </a:path>
              </a:pathLst>
            </a:custGeom>
            <a:ln w="25746" cap="flat">
              <a:solidFill>
                <a:srgbClr val="C8A7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62379" y="2972631"/>
              <a:ext cx="68622" cy="68622"/>
            </a:xfrm>
            <a:prstGeom prst="ellipse">
              <a:avLst/>
            </a:prstGeom>
            <a:solidFill>
              <a:srgbClr val="C8A757">
                <a:alpha val="100000"/>
              </a:srgbClr>
            </a:solidFill>
            <a:ln w="9000" cap="rnd">
              <a:solidFill>
                <a:srgbClr val="C8A7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684330" y="2972631"/>
              <a:ext cx="68622" cy="68622"/>
            </a:xfrm>
            <a:prstGeom prst="ellipse">
              <a:avLst/>
            </a:prstGeom>
            <a:solidFill>
              <a:srgbClr val="C8A757">
                <a:alpha val="100000"/>
              </a:srgbClr>
            </a:solidFill>
            <a:ln w="9000" cap="rnd">
              <a:solidFill>
                <a:srgbClr val="C8A7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1852197" y="2804765"/>
              <a:ext cx="68622" cy="68622"/>
            </a:xfrm>
            <a:prstGeom prst="ellipse">
              <a:avLst/>
            </a:prstGeom>
            <a:solidFill>
              <a:srgbClr val="C8A757">
                <a:alpha val="100000"/>
              </a:srgbClr>
            </a:solidFill>
            <a:ln w="9000" cap="rnd">
              <a:solidFill>
                <a:srgbClr val="C8A7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1642364" y="2930665"/>
              <a:ext cx="68622" cy="68622"/>
            </a:xfrm>
            <a:prstGeom prst="ellipse">
              <a:avLst/>
            </a:prstGeom>
            <a:solidFill>
              <a:srgbClr val="C8A757">
                <a:alpha val="100000"/>
              </a:srgbClr>
            </a:solidFill>
            <a:ln w="9000" cap="rnd">
              <a:solidFill>
                <a:srgbClr val="C8A7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684330" y="3091331"/>
              <a:ext cx="68622" cy="68622"/>
            </a:xfrm>
            <a:prstGeom prst="ellipse">
              <a:avLst/>
            </a:prstGeom>
            <a:solidFill>
              <a:srgbClr val="C8A757">
                <a:alpha val="100000"/>
              </a:srgbClr>
            </a:solidFill>
            <a:ln w="9000" cap="rnd">
              <a:solidFill>
                <a:srgbClr val="C8A7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1726297" y="3014598"/>
              <a:ext cx="68622" cy="68622"/>
            </a:xfrm>
            <a:prstGeom prst="ellipse">
              <a:avLst/>
            </a:prstGeom>
            <a:solidFill>
              <a:srgbClr val="C8A757">
                <a:alpha val="100000"/>
              </a:srgbClr>
            </a:solidFill>
            <a:ln w="9000" cap="rnd">
              <a:solidFill>
                <a:srgbClr val="C8A7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1684330" y="2972631"/>
              <a:ext cx="68622" cy="68622"/>
            </a:xfrm>
            <a:prstGeom prst="ellipse">
              <a:avLst/>
            </a:prstGeom>
            <a:solidFill>
              <a:srgbClr val="C8A757">
                <a:alpha val="100000"/>
              </a:srgbClr>
            </a:solidFill>
            <a:ln w="9000" cap="rnd">
              <a:solidFill>
                <a:srgbClr val="C8A7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684330" y="2972631"/>
              <a:ext cx="68622" cy="68622"/>
            </a:xfrm>
            <a:prstGeom prst="ellipse">
              <a:avLst/>
            </a:prstGeom>
            <a:solidFill>
              <a:srgbClr val="C8A757">
                <a:alpha val="100000"/>
              </a:srgbClr>
            </a:solidFill>
            <a:ln w="9000" cap="rnd">
              <a:solidFill>
                <a:srgbClr val="C8A7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1718642" y="2769544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1718642" y="2839076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1718642" y="3006943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1718642" y="3006943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1718642" y="3006943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1550775" y="3006943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1481243" y="3006943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1550775" y="2839076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tx435"/>
            <p:cNvSpPr/>
            <p:nvPr/>
          </p:nvSpPr>
          <p:spPr>
            <a:xfrm>
              <a:off x="1581997" y="2697386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1665226" y="2775501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1873901" y="2964623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1655840" y="3151181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1572611" y="3229405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1268864" y="3151181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1324282" y="2964623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1278250" y="2775501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1176249" y="2855360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1125394" y="2736660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45" name="rc445"/>
            <p:cNvSpPr/>
            <p:nvPr/>
          </p:nvSpPr>
          <p:spPr>
            <a:xfrm>
              <a:off x="3071196" y="2589147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3071196" y="2672236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3405652" y="2589147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8" name="tx448"/>
            <p:cNvSpPr/>
            <p:nvPr/>
          </p:nvSpPr>
          <p:spPr>
            <a:xfrm>
              <a:off x="4258434" y="2573807"/>
              <a:ext cx="923630" cy="108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449" name="rc449"/>
            <p:cNvSpPr/>
            <p:nvPr/>
          </p:nvSpPr>
          <p:spPr>
            <a:xfrm>
              <a:off x="4423500" y="2710194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4720249" y="2739869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4720249" y="2818093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4720249" y="3006943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4720249" y="3006943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4720249" y="3006943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4531399" y="3006943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4453175" y="3006943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4531399" y="2818093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4601564" y="2888243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4482880" y="2769544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4453209" y="2739869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591050" y="2769544"/>
              <a:ext cx="297798" cy="386294"/>
            </a:xfrm>
            <a:custGeom>
              <a:avLst/>
              <a:pathLst>
                <a:path w="297798" h="386294">
                  <a:moveTo>
                    <a:pt x="188548" y="237398"/>
                  </a:moveTo>
                  <a:lnTo>
                    <a:pt x="193302" y="234675"/>
                  </a:lnTo>
                  <a:lnTo>
                    <a:pt x="197924" y="231549"/>
                  </a:lnTo>
                  <a:lnTo>
                    <a:pt x="202387" y="228026"/>
                  </a:lnTo>
                  <a:lnTo>
                    <a:pt x="206666" y="224115"/>
                  </a:lnTo>
                  <a:lnTo>
                    <a:pt x="210736" y="219826"/>
                  </a:lnTo>
                  <a:lnTo>
                    <a:pt x="214574" y="215168"/>
                  </a:lnTo>
                  <a:lnTo>
                    <a:pt x="218155" y="210156"/>
                  </a:lnTo>
                  <a:lnTo>
                    <a:pt x="221456" y="204802"/>
                  </a:lnTo>
                  <a:lnTo>
                    <a:pt x="224454" y="199121"/>
                  </a:lnTo>
                  <a:lnTo>
                    <a:pt x="227129" y="193131"/>
                  </a:lnTo>
                  <a:lnTo>
                    <a:pt x="229459" y="186848"/>
                  </a:lnTo>
                  <a:lnTo>
                    <a:pt x="231424" y="180292"/>
                  </a:lnTo>
                  <a:lnTo>
                    <a:pt x="233006" y="173481"/>
                  </a:lnTo>
                  <a:lnTo>
                    <a:pt x="234187" y="166439"/>
                  </a:lnTo>
                  <a:lnTo>
                    <a:pt x="234949" y="159185"/>
                  </a:lnTo>
                  <a:lnTo>
                    <a:pt x="235279" y="151744"/>
                  </a:lnTo>
                  <a:lnTo>
                    <a:pt x="235160" y="144140"/>
                  </a:lnTo>
                  <a:lnTo>
                    <a:pt x="234581" y="136397"/>
                  </a:lnTo>
                  <a:lnTo>
                    <a:pt x="233529" y="128542"/>
                  </a:lnTo>
                  <a:lnTo>
                    <a:pt x="231994" y="120599"/>
                  </a:lnTo>
                  <a:lnTo>
                    <a:pt x="229968" y="112598"/>
                  </a:lnTo>
                  <a:lnTo>
                    <a:pt x="227442" y="104565"/>
                  </a:lnTo>
                  <a:lnTo>
                    <a:pt x="224410" y="96528"/>
                  </a:lnTo>
                  <a:lnTo>
                    <a:pt x="220869" y="88516"/>
                  </a:lnTo>
                  <a:lnTo>
                    <a:pt x="216814" y="80559"/>
                  </a:lnTo>
                  <a:lnTo>
                    <a:pt x="212245" y="72685"/>
                  </a:lnTo>
                  <a:lnTo>
                    <a:pt x="207162" y="64923"/>
                  </a:lnTo>
                  <a:lnTo>
                    <a:pt x="201566" y="57305"/>
                  </a:lnTo>
                  <a:lnTo>
                    <a:pt x="195460" y="49858"/>
                  </a:lnTo>
                  <a:lnTo>
                    <a:pt x="188850" y="42614"/>
                  </a:lnTo>
                  <a:lnTo>
                    <a:pt x="181742" y="35601"/>
                  </a:lnTo>
                  <a:lnTo>
                    <a:pt x="174144" y="28849"/>
                  </a:lnTo>
                  <a:lnTo>
                    <a:pt x="166066" y="22386"/>
                  </a:lnTo>
                  <a:lnTo>
                    <a:pt x="157518" y="16242"/>
                  </a:lnTo>
                  <a:lnTo>
                    <a:pt x="148515" y="10444"/>
                  </a:lnTo>
                  <a:lnTo>
                    <a:pt x="139069" y="5021"/>
                  </a:lnTo>
                  <a:lnTo>
                    <a:pt x="129198" y="0"/>
                  </a:lnTo>
                  <a:lnTo>
                    <a:pt x="137969" y="2990"/>
                  </a:lnTo>
                  <a:lnTo>
                    <a:pt x="146517" y="6300"/>
                  </a:lnTo>
                  <a:lnTo>
                    <a:pt x="154829" y="9917"/>
                  </a:lnTo>
                  <a:lnTo>
                    <a:pt x="162896" y="13829"/>
                  </a:lnTo>
                  <a:lnTo>
                    <a:pt x="170706" y="18023"/>
                  </a:lnTo>
                  <a:lnTo>
                    <a:pt x="178251" y="22484"/>
                  </a:lnTo>
                  <a:lnTo>
                    <a:pt x="185521" y="27198"/>
                  </a:lnTo>
                  <a:lnTo>
                    <a:pt x="192508" y="32151"/>
                  </a:lnTo>
                  <a:lnTo>
                    <a:pt x="199205" y="37330"/>
                  </a:lnTo>
                  <a:lnTo>
                    <a:pt x="205605" y="42718"/>
                  </a:lnTo>
                  <a:lnTo>
                    <a:pt x="211700" y="48302"/>
                  </a:lnTo>
                  <a:lnTo>
                    <a:pt x="217487" y="54065"/>
                  </a:lnTo>
                  <a:lnTo>
                    <a:pt x="222960" y="59993"/>
                  </a:lnTo>
                  <a:lnTo>
                    <a:pt x="228114" y="66071"/>
                  </a:lnTo>
                  <a:lnTo>
                    <a:pt x="232948" y="72282"/>
                  </a:lnTo>
                  <a:lnTo>
                    <a:pt x="237457" y="78612"/>
                  </a:lnTo>
                  <a:lnTo>
                    <a:pt x="241640" y="85045"/>
                  </a:lnTo>
                  <a:lnTo>
                    <a:pt x="245496" y="91565"/>
                  </a:lnTo>
                  <a:lnTo>
                    <a:pt x="249024" y="98158"/>
                  </a:lnTo>
                  <a:lnTo>
                    <a:pt x="252225" y="104807"/>
                  </a:lnTo>
                  <a:lnTo>
                    <a:pt x="255098" y="111499"/>
                  </a:lnTo>
                  <a:lnTo>
                    <a:pt x="260610" y="118172"/>
                  </a:lnTo>
                  <a:lnTo>
                    <a:pt x="265773" y="125083"/>
                  </a:lnTo>
                  <a:lnTo>
                    <a:pt x="270575" y="132213"/>
                  </a:lnTo>
                  <a:lnTo>
                    <a:pt x="275008" y="139544"/>
                  </a:lnTo>
                  <a:lnTo>
                    <a:pt x="279064" y="147056"/>
                  </a:lnTo>
                  <a:lnTo>
                    <a:pt x="282736" y="154731"/>
                  </a:lnTo>
                  <a:lnTo>
                    <a:pt x="286017" y="162548"/>
                  </a:lnTo>
                  <a:lnTo>
                    <a:pt x="288902" y="170488"/>
                  </a:lnTo>
                  <a:lnTo>
                    <a:pt x="291388" y="178531"/>
                  </a:lnTo>
                  <a:lnTo>
                    <a:pt x="293471" y="186658"/>
                  </a:lnTo>
                  <a:lnTo>
                    <a:pt x="295148" y="194847"/>
                  </a:lnTo>
                  <a:lnTo>
                    <a:pt x="296420" y="203079"/>
                  </a:lnTo>
                  <a:lnTo>
                    <a:pt x="297284" y="211334"/>
                  </a:lnTo>
                  <a:lnTo>
                    <a:pt x="297743" y="219592"/>
                  </a:lnTo>
                  <a:lnTo>
                    <a:pt x="297798" y="227832"/>
                  </a:lnTo>
                  <a:lnTo>
                    <a:pt x="297452" y="236036"/>
                  </a:lnTo>
                  <a:lnTo>
                    <a:pt x="296708" y="244184"/>
                  </a:lnTo>
                  <a:lnTo>
                    <a:pt x="295572" y="252256"/>
                  </a:lnTo>
                  <a:lnTo>
                    <a:pt x="294048" y="260234"/>
                  </a:lnTo>
                  <a:lnTo>
                    <a:pt x="292143" y="268099"/>
                  </a:lnTo>
                  <a:lnTo>
                    <a:pt x="289865" y="275834"/>
                  </a:lnTo>
                  <a:lnTo>
                    <a:pt x="287222" y="283420"/>
                  </a:lnTo>
                  <a:lnTo>
                    <a:pt x="284222" y="290840"/>
                  </a:lnTo>
                  <a:lnTo>
                    <a:pt x="280876" y="298078"/>
                  </a:lnTo>
                  <a:lnTo>
                    <a:pt x="277194" y="305117"/>
                  </a:lnTo>
                  <a:lnTo>
                    <a:pt x="273187" y="311943"/>
                  </a:lnTo>
                  <a:lnTo>
                    <a:pt x="268868" y="318540"/>
                  </a:lnTo>
                  <a:lnTo>
                    <a:pt x="264249" y="324895"/>
                  </a:lnTo>
                  <a:lnTo>
                    <a:pt x="259344" y="330992"/>
                  </a:lnTo>
                  <a:lnTo>
                    <a:pt x="254167" y="336821"/>
                  </a:lnTo>
                  <a:lnTo>
                    <a:pt x="248731" y="342369"/>
                  </a:lnTo>
                  <a:lnTo>
                    <a:pt x="243053" y="347624"/>
                  </a:lnTo>
                  <a:lnTo>
                    <a:pt x="237148" y="352577"/>
                  </a:lnTo>
                  <a:lnTo>
                    <a:pt x="231031" y="357217"/>
                  </a:lnTo>
                  <a:lnTo>
                    <a:pt x="224719" y="361536"/>
                  </a:lnTo>
                  <a:lnTo>
                    <a:pt x="218228" y="365526"/>
                  </a:lnTo>
                  <a:lnTo>
                    <a:pt x="211577" y="369179"/>
                  </a:lnTo>
                  <a:lnTo>
                    <a:pt x="204781" y="372490"/>
                  </a:lnTo>
                  <a:lnTo>
                    <a:pt x="197859" y="375454"/>
                  </a:lnTo>
                  <a:lnTo>
                    <a:pt x="190829" y="378065"/>
                  </a:lnTo>
                  <a:lnTo>
                    <a:pt x="183707" y="380320"/>
                  </a:lnTo>
                  <a:lnTo>
                    <a:pt x="176512" y="382217"/>
                  </a:lnTo>
                  <a:lnTo>
                    <a:pt x="169262" y="383753"/>
                  </a:lnTo>
                  <a:lnTo>
                    <a:pt x="161975" y="384929"/>
                  </a:lnTo>
                  <a:lnTo>
                    <a:pt x="154668" y="385744"/>
                  </a:lnTo>
                  <a:lnTo>
                    <a:pt x="147360" y="386198"/>
                  </a:lnTo>
                  <a:lnTo>
                    <a:pt x="140068" y="386294"/>
                  </a:lnTo>
                  <a:lnTo>
                    <a:pt x="132809" y="386035"/>
                  </a:lnTo>
                  <a:lnTo>
                    <a:pt x="125602" y="385423"/>
                  </a:lnTo>
                  <a:lnTo>
                    <a:pt x="118462" y="384464"/>
                  </a:lnTo>
                  <a:lnTo>
                    <a:pt x="111407" y="383161"/>
                  </a:lnTo>
                  <a:lnTo>
                    <a:pt x="104453" y="381522"/>
                  </a:lnTo>
                  <a:lnTo>
                    <a:pt x="97616" y="379553"/>
                  </a:lnTo>
                  <a:lnTo>
                    <a:pt x="90912" y="377262"/>
                  </a:lnTo>
                  <a:lnTo>
                    <a:pt x="84355" y="374656"/>
                  </a:lnTo>
                  <a:lnTo>
                    <a:pt x="77960" y="371745"/>
                  </a:lnTo>
                  <a:lnTo>
                    <a:pt x="71742" y="368537"/>
                  </a:lnTo>
                  <a:lnTo>
                    <a:pt x="65714" y="365045"/>
                  </a:lnTo>
                  <a:lnTo>
                    <a:pt x="59889" y="361277"/>
                  </a:lnTo>
                  <a:lnTo>
                    <a:pt x="54279" y="357246"/>
                  </a:lnTo>
                  <a:lnTo>
                    <a:pt x="48896" y="352964"/>
                  </a:lnTo>
                  <a:lnTo>
                    <a:pt x="43752" y="348443"/>
                  </a:lnTo>
                  <a:lnTo>
                    <a:pt x="38857" y="343697"/>
                  </a:lnTo>
                  <a:lnTo>
                    <a:pt x="34219" y="338738"/>
                  </a:lnTo>
                  <a:lnTo>
                    <a:pt x="29850" y="333580"/>
                  </a:lnTo>
                  <a:lnTo>
                    <a:pt x="25756" y="328238"/>
                  </a:lnTo>
                  <a:lnTo>
                    <a:pt x="21945" y="322727"/>
                  </a:lnTo>
                  <a:lnTo>
                    <a:pt x="18425" y="317061"/>
                  </a:lnTo>
                  <a:lnTo>
                    <a:pt x="15201" y="311254"/>
                  </a:lnTo>
                  <a:lnTo>
                    <a:pt x="12278" y="305324"/>
                  </a:lnTo>
                  <a:lnTo>
                    <a:pt x="9660" y="299285"/>
                  </a:lnTo>
                  <a:lnTo>
                    <a:pt x="7352" y="293152"/>
                  </a:lnTo>
                  <a:lnTo>
                    <a:pt x="5357" y="286942"/>
                  </a:lnTo>
                  <a:lnTo>
                    <a:pt x="3675" y="280670"/>
                  </a:lnTo>
                  <a:lnTo>
                    <a:pt x="2309" y="274352"/>
                  </a:lnTo>
                  <a:lnTo>
                    <a:pt x="1260" y="268004"/>
                  </a:lnTo>
                  <a:lnTo>
                    <a:pt x="526" y="261642"/>
                  </a:lnTo>
                  <a:lnTo>
                    <a:pt x="106" y="255281"/>
                  </a:lnTo>
                  <a:lnTo>
                    <a:pt x="0" y="248936"/>
                  </a:lnTo>
                  <a:lnTo>
                    <a:pt x="203" y="242624"/>
                  </a:lnTo>
                  <a:lnTo>
                    <a:pt x="713" y="236358"/>
                  </a:lnTo>
                  <a:lnTo>
                    <a:pt x="1526" y="230154"/>
                  </a:lnTo>
                  <a:lnTo>
                    <a:pt x="2637" y="224027"/>
                  </a:lnTo>
                  <a:lnTo>
                    <a:pt x="4040" y="217991"/>
                  </a:lnTo>
                  <a:lnTo>
                    <a:pt x="5730" y="212059"/>
                  </a:lnTo>
                  <a:lnTo>
                    <a:pt x="7699" y="206245"/>
                  </a:lnTo>
                  <a:lnTo>
                    <a:pt x="9940" y="200562"/>
                  </a:lnTo>
                  <a:lnTo>
                    <a:pt x="12444" y="195022"/>
                  </a:lnTo>
                  <a:lnTo>
                    <a:pt x="15204" y="189639"/>
                  </a:lnTo>
                  <a:lnTo>
                    <a:pt x="18210" y="184423"/>
                  </a:lnTo>
                  <a:lnTo>
                    <a:pt x="21453" y="179386"/>
                  </a:lnTo>
                  <a:lnTo>
                    <a:pt x="24921" y="174538"/>
                  </a:lnTo>
                  <a:lnTo>
                    <a:pt x="28605" y="169889"/>
                  </a:lnTo>
                  <a:lnTo>
                    <a:pt x="32493" y="165449"/>
                  </a:lnTo>
                  <a:lnTo>
                    <a:pt x="36573" y="161226"/>
                  </a:lnTo>
                  <a:lnTo>
                    <a:pt x="40835" y="157229"/>
                  </a:lnTo>
                  <a:lnTo>
                    <a:pt x="45265" y="153465"/>
                  </a:lnTo>
                  <a:lnTo>
                    <a:pt x="41746" y="163552"/>
                  </a:lnTo>
                  <a:lnTo>
                    <a:pt x="39306" y="173617"/>
                  </a:lnTo>
                  <a:lnTo>
                    <a:pt x="37915" y="183552"/>
                  </a:lnTo>
                  <a:lnTo>
                    <a:pt x="37531" y="193254"/>
                  </a:lnTo>
                  <a:lnTo>
                    <a:pt x="38106" y="202627"/>
                  </a:lnTo>
                  <a:lnTo>
                    <a:pt x="39579" y="211580"/>
                  </a:lnTo>
                  <a:lnTo>
                    <a:pt x="41884" y="220031"/>
                  </a:lnTo>
                  <a:lnTo>
                    <a:pt x="44946" y="227905"/>
                  </a:lnTo>
                  <a:lnTo>
                    <a:pt x="48684" y="235139"/>
                  </a:lnTo>
                  <a:lnTo>
                    <a:pt x="53011" y="241677"/>
                  </a:lnTo>
                  <a:lnTo>
                    <a:pt x="57838" y="247473"/>
                  </a:lnTo>
                  <a:lnTo>
                    <a:pt x="63070" y="252492"/>
                  </a:lnTo>
                  <a:lnTo>
                    <a:pt x="68612" y="256709"/>
                  </a:lnTo>
                  <a:lnTo>
                    <a:pt x="74366" y="260111"/>
                  </a:lnTo>
                  <a:lnTo>
                    <a:pt x="80236" y="262693"/>
                  </a:lnTo>
                  <a:lnTo>
                    <a:pt x="86124" y="264464"/>
                  </a:lnTo>
                  <a:lnTo>
                    <a:pt x="91939" y="265439"/>
                  </a:lnTo>
                  <a:lnTo>
                    <a:pt x="97588" y="265647"/>
                  </a:lnTo>
                  <a:lnTo>
                    <a:pt x="102987" y="265123"/>
                  </a:lnTo>
                  <a:lnTo>
                    <a:pt x="108053" y="263914"/>
                  </a:lnTo>
                  <a:lnTo>
                    <a:pt x="112712" y="262072"/>
                  </a:lnTo>
                  <a:lnTo>
                    <a:pt x="116894" y="259660"/>
                  </a:lnTo>
                  <a:lnTo>
                    <a:pt x="120541" y="256746"/>
                  </a:lnTo>
                  <a:lnTo>
                    <a:pt x="123598" y="253404"/>
                  </a:lnTo>
                  <a:lnTo>
                    <a:pt x="126022" y="249713"/>
                  </a:lnTo>
                  <a:lnTo>
                    <a:pt x="127778" y="245757"/>
                  </a:lnTo>
                  <a:lnTo>
                    <a:pt x="128842" y="241623"/>
                  </a:lnTo>
                  <a:lnTo>
                    <a:pt x="129198" y="237398"/>
                  </a:lnTo>
                  <a:lnTo>
                    <a:pt x="126267" y="237863"/>
                  </a:lnTo>
                  <a:lnTo>
                    <a:pt x="123554" y="239232"/>
                  </a:lnTo>
                  <a:lnTo>
                    <a:pt x="121266" y="241440"/>
                  </a:lnTo>
                  <a:lnTo>
                    <a:pt x="119595" y="244375"/>
                  </a:lnTo>
                  <a:lnTo>
                    <a:pt x="118707" y="247890"/>
                  </a:lnTo>
                  <a:lnTo>
                    <a:pt x="118733" y="251803"/>
                  </a:lnTo>
                  <a:lnTo>
                    <a:pt x="119768" y="255907"/>
                  </a:lnTo>
                  <a:lnTo>
                    <a:pt x="121862" y="259976"/>
                  </a:lnTo>
                  <a:lnTo>
                    <a:pt x="125020" y="263777"/>
                  </a:lnTo>
                  <a:lnTo>
                    <a:pt x="129198" y="267073"/>
                  </a:lnTo>
                  <a:lnTo>
                    <a:pt x="134305" y="269639"/>
                  </a:lnTo>
                  <a:lnTo>
                    <a:pt x="140202" y="271265"/>
                  </a:lnTo>
                  <a:lnTo>
                    <a:pt x="146712" y="271771"/>
                  </a:lnTo>
                  <a:lnTo>
                    <a:pt x="153618" y="271009"/>
                  </a:lnTo>
                  <a:lnTo>
                    <a:pt x="160673" y="268873"/>
                  </a:lnTo>
                  <a:lnTo>
                    <a:pt x="167610" y="265306"/>
                  </a:lnTo>
                  <a:lnTo>
                    <a:pt x="174147" y="260301"/>
                  </a:lnTo>
                  <a:lnTo>
                    <a:pt x="179999" y="253904"/>
                  </a:lnTo>
                  <a:lnTo>
                    <a:pt x="184886" y="246219"/>
                  </a:lnTo>
                  <a:close/>
                </a:path>
              </a:pathLst>
            </a:custGeom>
            <a:solidFill>
              <a:srgbClr val="B1AF50">
                <a:alpha val="27843"/>
              </a:srgbClr>
            </a:solidFill>
            <a:ln w="25746" cap="flat">
              <a:solidFill>
                <a:srgbClr val="B1A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4636316" y="2769544"/>
              <a:ext cx="210331" cy="248711"/>
            </a:xfrm>
            <a:custGeom>
              <a:avLst/>
              <a:pathLst>
                <a:path w="210331" h="248711">
                  <a:moveTo>
                    <a:pt x="83933" y="0"/>
                  </a:moveTo>
                  <a:lnTo>
                    <a:pt x="92704" y="2990"/>
                  </a:lnTo>
                  <a:lnTo>
                    <a:pt x="101251" y="6300"/>
                  </a:lnTo>
                  <a:lnTo>
                    <a:pt x="109564" y="9917"/>
                  </a:lnTo>
                  <a:lnTo>
                    <a:pt x="117630" y="13829"/>
                  </a:lnTo>
                  <a:lnTo>
                    <a:pt x="125441" y="18023"/>
                  </a:lnTo>
                  <a:lnTo>
                    <a:pt x="132986" y="22484"/>
                  </a:lnTo>
                  <a:lnTo>
                    <a:pt x="140256" y="27198"/>
                  </a:lnTo>
                  <a:lnTo>
                    <a:pt x="147243" y="32151"/>
                  </a:lnTo>
                  <a:lnTo>
                    <a:pt x="153940" y="37330"/>
                  </a:lnTo>
                  <a:lnTo>
                    <a:pt x="160339" y="42718"/>
                  </a:lnTo>
                  <a:lnTo>
                    <a:pt x="166435" y="48302"/>
                  </a:lnTo>
                  <a:lnTo>
                    <a:pt x="172221" y="54065"/>
                  </a:lnTo>
                  <a:lnTo>
                    <a:pt x="177694" y="59993"/>
                  </a:lnTo>
                  <a:lnTo>
                    <a:pt x="182849" y="66071"/>
                  </a:lnTo>
                  <a:lnTo>
                    <a:pt x="187682" y="72282"/>
                  </a:lnTo>
                  <a:lnTo>
                    <a:pt x="192192" y="78612"/>
                  </a:lnTo>
                  <a:lnTo>
                    <a:pt x="196375" y="85045"/>
                  </a:lnTo>
                  <a:lnTo>
                    <a:pt x="200231" y="91565"/>
                  </a:lnTo>
                  <a:lnTo>
                    <a:pt x="203759" y="98158"/>
                  </a:lnTo>
                  <a:lnTo>
                    <a:pt x="206959" y="104807"/>
                  </a:lnTo>
                  <a:lnTo>
                    <a:pt x="209832" y="111499"/>
                  </a:lnTo>
                  <a:lnTo>
                    <a:pt x="210331" y="121040"/>
                  </a:lnTo>
                  <a:lnTo>
                    <a:pt x="210265" y="130401"/>
                  </a:lnTo>
                  <a:lnTo>
                    <a:pt x="209648" y="139550"/>
                  </a:lnTo>
                  <a:lnTo>
                    <a:pt x="208500" y="148459"/>
                  </a:lnTo>
                  <a:lnTo>
                    <a:pt x="206839" y="157100"/>
                  </a:lnTo>
                  <a:lnTo>
                    <a:pt x="204686" y="165445"/>
                  </a:lnTo>
                  <a:lnTo>
                    <a:pt x="202062" y="173470"/>
                  </a:lnTo>
                  <a:lnTo>
                    <a:pt x="198990" y="181150"/>
                  </a:lnTo>
                  <a:lnTo>
                    <a:pt x="195495" y="188463"/>
                  </a:lnTo>
                  <a:lnTo>
                    <a:pt x="191602" y="195386"/>
                  </a:lnTo>
                  <a:lnTo>
                    <a:pt x="187337" y="201900"/>
                  </a:lnTo>
                  <a:lnTo>
                    <a:pt x="182728" y="207986"/>
                  </a:lnTo>
                  <a:lnTo>
                    <a:pt x="177803" y="213627"/>
                  </a:lnTo>
                  <a:lnTo>
                    <a:pt x="172591" y="218809"/>
                  </a:lnTo>
                  <a:lnTo>
                    <a:pt x="167122" y="223517"/>
                  </a:lnTo>
                  <a:lnTo>
                    <a:pt x="161425" y="227739"/>
                  </a:lnTo>
                  <a:lnTo>
                    <a:pt x="155532" y="231466"/>
                  </a:lnTo>
                  <a:lnTo>
                    <a:pt x="149474" y="234688"/>
                  </a:lnTo>
                  <a:lnTo>
                    <a:pt x="143282" y="237398"/>
                  </a:lnTo>
                  <a:lnTo>
                    <a:pt x="137750" y="241247"/>
                  </a:lnTo>
                  <a:lnTo>
                    <a:pt x="131997" y="244309"/>
                  </a:lnTo>
                  <a:lnTo>
                    <a:pt x="126110" y="246573"/>
                  </a:lnTo>
                  <a:lnTo>
                    <a:pt x="120171" y="248039"/>
                  </a:lnTo>
                  <a:lnTo>
                    <a:pt x="114264" y="248711"/>
                  </a:lnTo>
                  <a:lnTo>
                    <a:pt x="108472" y="248605"/>
                  </a:lnTo>
                  <a:lnTo>
                    <a:pt x="102875" y="247741"/>
                  </a:lnTo>
                  <a:lnTo>
                    <a:pt x="97549" y="246149"/>
                  </a:lnTo>
                  <a:lnTo>
                    <a:pt x="92571" y="243865"/>
                  </a:lnTo>
                  <a:lnTo>
                    <a:pt x="88010" y="240932"/>
                  </a:lnTo>
                  <a:lnTo>
                    <a:pt x="83933" y="237398"/>
                  </a:lnTo>
                  <a:lnTo>
                    <a:pt x="83933" y="237398"/>
                  </a:lnTo>
                  <a:lnTo>
                    <a:pt x="83933" y="237398"/>
                  </a:lnTo>
                  <a:lnTo>
                    <a:pt x="83933" y="237398"/>
                  </a:lnTo>
                  <a:lnTo>
                    <a:pt x="77691" y="237140"/>
                  </a:lnTo>
                  <a:lnTo>
                    <a:pt x="71481" y="236367"/>
                  </a:lnTo>
                  <a:lnTo>
                    <a:pt x="65335" y="235080"/>
                  </a:lnTo>
                  <a:lnTo>
                    <a:pt x="59284" y="233285"/>
                  </a:lnTo>
                  <a:lnTo>
                    <a:pt x="53361" y="230988"/>
                  </a:lnTo>
                  <a:lnTo>
                    <a:pt x="47596" y="228197"/>
                  </a:lnTo>
                  <a:lnTo>
                    <a:pt x="42019" y="224920"/>
                  </a:lnTo>
                  <a:lnTo>
                    <a:pt x="36662" y="221170"/>
                  </a:lnTo>
                  <a:lnTo>
                    <a:pt x="31553" y="216960"/>
                  </a:lnTo>
                  <a:lnTo>
                    <a:pt x="26721" y="212303"/>
                  </a:lnTo>
                  <a:lnTo>
                    <a:pt x="22195" y="207217"/>
                  </a:lnTo>
                  <a:lnTo>
                    <a:pt x="18000" y="201718"/>
                  </a:lnTo>
                  <a:lnTo>
                    <a:pt x="14164" y="195825"/>
                  </a:lnTo>
                  <a:lnTo>
                    <a:pt x="10712" y="189561"/>
                  </a:lnTo>
                  <a:lnTo>
                    <a:pt x="7667" y="182946"/>
                  </a:lnTo>
                  <a:lnTo>
                    <a:pt x="5052" y="176003"/>
                  </a:lnTo>
                  <a:lnTo>
                    <a:pt x="2890" y="168758"/>
                  </a:lnTo>
                  <a:lnTo>
                    <a:pt x="1199" y="161237"/>
                  </a:lnTo>
                  <a:lnTo>
                    <a:pt x="0" y="153465"/>
                  </a:lnTo>
                </a:path>
              </a:pathLst>
            </a:custGeom>
            <a:ln w="25746" cap="flat">
              <a:solidFill>
                <a:srgbClr val="B1A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745287" y="2972631"/>
              <a:ext cx="68622" cy="68622"/>
            </a:xfrm>
            <a:prstGeom prst="ellipse">
              <a:avLst/>
            </a:prstGeom>
            <a:solidFill>
              <a:srgbClr val="B1AF50">
                <a:alpha val="100000"/>
              </a:srgbClr>
            </a:solidFill>
            <a:ln w="9000" cap="rnd">
              <a:solidFill>
                <a:srgbClr val="B1A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685937" y="2735232"/>
              <a:ext cx="68622" cy="68622"/>
            </a:xfrm>
            <a:prstGeom prst="ellipse">
              <a:avLst/>
            </a:prstGeom>
            <a:solidFill>
              <a:srgbClr val="B1AF50">
                <a:alpha val="100000"/>
              </a:srgbClr>
            </a:solidFill>
            <a:ln w="9000" cap="rnd">
              <a:solidFill>
                <a:srgbClr val="B1A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4811837" y="2846732"/>
              <a:ext cx="68622" cy="68622"/>
            </a:xfrm>
            <a:prstGeom prst="ellipse">
              <a:avLst/>
            </a:prstGeom>
            <a:solidFill>
              <a:srgbClr val="B1AF50">
                <a:alpha val="100000"/>
              </a:srgbClr>
            </a:solidFill>
            <a:ln w="9000" cap="rnd">
              <a:solidFill>
                <a:srgbClr val="B1A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4602004" y="2888698"/>
              <a:ext cx="68622" cy="68622"/>
            </a:xfrm>
            <a:prstGeom prst="ellipse">
              <a:avLst/>
            </a:prstGeom>
            <a:solidFill>
              <a:srgbClr val="B1AF50">
                <a:alpha val="100000"/>
              </a:srgbClr>
            </a:solidFill>
            <a:ln w="9000" cap="rnd">
              <a:solidFill>
                <a:srgbClr val="B1A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685937" y="2972631"/>
              <a:ext cx="68622" cy="68622"/>
            </a:xfrm>
            <a:prstGeom prst="ellipse">
              <a:avLst/>
            </a:prstGeom>
            <a:solidFill>
              <a:srgbClr val="B1AF50">
                <a:alpha val="100000"/>
              </a:srgbClr>
            </a:solidFill>
            <a:ln w="9000" cap="rnd">
              <a:solidFill>
                <a:srgbClr val="B1A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685937" y="2972631"/>
              <a:ext cx="68622" cy="68622"/>
            </a:xfrm>
            <a:prstGeom prst="ellipse">
              <a:avLst/>
            </a:prstGeom>
            <a:solidFill>
              <a:srgbClr val="B1AF50">
                <a:alpha val="100000"/>
              </a:srgbClr>
            </a:solidFill>
            <a:ln w="9000" cap="rnd">
              <a:solidFill>
                <a:srgbClr val="B1A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685937" y="2972631"/>
              <a:ext cx="68622" cy="68622"/>
            </a:xfrm>
            <a:prstGeom prst="ellipse">
              <a:avLst/>
            </a:prstGeom>
            <a:solidFill>
              <a:srgbClr val="B1AF50">
                <a:alpha val="100000"/>
              </a:srgbClr>
            </a:solidFill>
            <a:ln w="9000" cap="rnd">
              <a:solidFill>
                <a:srgbClr val="B1A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685937" y="2972631"/>
              <a:ext cx="68622" cy="68622"/>
            </a:xfrm>
            <a:prstGeom prst="ellipse">
              <a:avLst/>
            </a:prstGeom>
            <a:solidFill>
              <a:srgbClr val="B1AF50">
                <a:alpha val="100000"/>
              </a:srgbClr>
            </a:solidFill>
            <a:ln w="9000" cap="rnd">
              <a:solidFill>
                <a:srgbClr val="B1A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4720249" y="2769544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4720249" y="2839076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4720249" y="3006943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4720249" y="3006943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4720249" y="3006943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4552382" y="3006943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4482850" y="3006943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4552382" y="2839076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tx479"/>
            <p:cNvSpPr/>
            <p:nvPr/>
          </p:nvSpPr>
          <p:spPr>
            <a:xfrm>
              <a:off x="4583605" y="2697386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4666834" y="2775501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4875508" y="2964623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4657448" y="3151181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4574219" y="3229405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4270471" y="3151181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4325890" y="2964623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4279857" y="2775501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4177856" y="2855360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4127002" y="2736660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89" name="rc489"/>
            <p:cNvSpPr/>
            <p:nvPr/>
          </p:nvSpPr>
          <p:spPr>
            <a:xfrm>
              <a:off x="6072803" y="2589147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6072803" y="2672236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6407259" y="2589147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2" name="tx492"/>
            <p:cNvSpPr/>
            <p:nvPr/>
          </p:nvSpPr>
          <p:spPr>
            <a:xfrm>
              <a:off x="7352319" y="2574936"/>
              <a:ext cx="739073" cy="1077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493" name="rc493"/>
            <p:cNvSpPr/>
            <p:nvPr/>
          </p:nvSpPr>
          <p:spPr>
            <a:xfrm>
              <a:off x="7425107" y="2710194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721856" y="2739869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721856" y="2818093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721856" y="3006943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721856" y="3006943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721856" y="3006943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533006" y="3006943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454782" y="3006943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533006" y="2818093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603172" y="2888243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484487" y="2769544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454816" y="2739869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7639050" y="2869435"/>
              <a:ext cx="320205" cy="275004"/>
            </a:xfrm>
            <a:custGeom>
              <a:avLst/>
              <a:pathLst>
                <a:path w="320205" h="275004">
                  <a:moveTo>
                    <a:pt x="320205" y="137507"/>
                  </a:moveTo>
                  <a:lnTo>
                    <a:pt x="316881" y="127826"/>
                  </a:lnTo>
                  <a:lnTo>
                    <a:pt x="313168" y="118419"/>
                  </a:lnTo>
                  <a:lnTo>
                    <a:pt x="309083" y="109302"/>
                  </a:lnTo>
                  <a:lnTo>
                    <a:pt x="304643" y="100489"/>
                  </a:lnTo>
                  <a:lnTo>
                    <a:pt x="299866" y="91994"/>
                  </a:lnTo>
                  <a:lnTo>
                    <a:pt x="294772" y="83830"/>
                  </a:lnTo>
                  <a:lnTo>
                    <a:pt x="289379" y="76008"/>
                  </a:lnTo>
                  <a:lnTo>
                    <a:pt x="283706" y="68538"/>
                  </a:lnTo>
                  <a:lnTo>
                    <a:pt x="277775" y="61430"/>
                  </a:lnTo>
                  <a:lnTo>
                    <a:pt x="271604" y="54693"/>
                  </a:lnTo>
                  <a:lnTo>
                    <a:pt x="265214" y="48333"/>
                  </a:lnTo>
                  <a:lnTo>
                    <a:pt x="258626" y="42358"/>
                  </a:lnTo>
                  <a:lnTo>
                    <a:pt x="251860" y="36773"/>
                  </a:lnTo>
                  <a:lnTo>
                    <a:pt x="244938" y="31581"/>
                  </a:lnTo>
                  <a:lnTo>
                    <a:pt x="237880" y="26786"/>
                  </a:lnTo>
                  <a:lnTo>
                    <a:pt x="230707" y="22391"/>
                  </a:lnTo>
                  <a:lnTo>
                    <a:pt x="223440" y="18396"/>
                  </a:lnTo>
                  <a:lnTo>
                    <a:pt x="216099" y="14802"/>
                  </a:lnTo>
                  <a:lnTo>
                    <a:pt x="208706" y="11607"/>
                  </a:lnTo>
                  <a:lnTo>
                    <a:pt x="201280" y="8810"/>
                  </a:lnTo>
                  <a:lnTo>
                    <a:pt x="193841" y="6408"/>
                  </a:lnTo>
                  <a:lnTo>
                    <a:pt x="186410" y="4396"/>
                  </a:lnTo>
                  <a:lnTo>
                    <a:pt x="179006" y="2771"/>
                  </a:lnTo>
                  <a:lnTo>
                    <a:pt x="171647" y="1525"/>
                  </a:lnTo>
                  <a:lnTo>
                    <a:pt x="164353" y="654"/>
                  </a:lnTo>
                  <a:lnTo>
                    <a:pt x="157141" y="148"/>
                  </a:lnTo>
                  <a:lnTo>
                    <a:pt x="150029" y="0"/>
                  </a:lnTo>
                  <a:lnTo>
                    <a:pt x="143034" y="200"/>
                  </a:lnTo>
                  <a:lnTo>
                    <a:pt x="136173" y="738"/>
                  </a:lnTo>
                  <a:lnTo>
                    <a:pt x="129461" y="1604"/>
                  </a:lnTo>
                  <a:lnTo>
                    <a:pt x="122914" y="2786"/>
                  </a:lnTo>
                  <a:lnTo>
                    <a:pt x="116546" y="4271"/>
                  </a:lnTo>
                  <a:lnTo>
                    <a:pt x="110370" y="6048"/>
                  </a:lnTo>
                  <a:lnTo>
                    <a:pt x="104400" y="8102"/>
                  </a:lnTo>
                  <a:lnTo>
                    <a:pt x="98647" y="10420"/>
                  </a:lnTo>
                  <a:lnTo>
                    <a:pt x="93124" y="12987"/>
                  </a:lnTo>
                  <a:lnTo>
                    <a:pt x="87840" y="15788"/>
                  </a:lnTo>
                  <a:lnTo>
                    <a:pt x="82806" y="18808"/>
                  </a:lnTo>
                  <a:lnTo>
                    <a:pt x="88449" y="15447"/>
                  </a:lnTo>
                  <a:lnTo>
                    <a:pt x="94402" y="12361"/>
                  </a:lnTo>
                  <a:lnTo>
                    <a:pt x="100652" y="9573"/>
                  </a:lnTo>
                  <a:lnTo>
                    <a:pt x="107183" y="7102"/>
                  </a:lnTo>
                  <a:lnTo>
                    <a:pt x="113979" y="4968"/>
                  </a:lnTo>
                  <a:lnTo>
                    <a:pt x="121022" y="3192"/>
                  </a:lnTo>
                  <a:lnTo>
                    <a:pt x="128294" y="1790"/>
                  </a:lnTo>
                  <a:lnTo>
                    <a:pt x="135774" y="780"/>
                  </a:lnTo>
                  <a:lnTo>
                    <a:pt x="143442" y="178"/>
                  </a:lnTo>
                  <a:lnTo>
                    <a:pt x="151276" y="0"/>
                  </a:lnTo>
                  <a:lnTo>
                    <a:pt x="159252" y="259"/>
                  </a:lnTo>
                  <a:lnTo>
                    <a:pt x="167347" y="968"/>
                  </a:lnTo>
                  <a:lnTo>
                    <a:pt x="175536" y="2138"/>
                  </a:lnTo>
                  <a:lnTo>
                    <a:pt x="183793" y="3779"/>
                  </a:lnTo>
                  <a:lnTo>
                    <a:pt x="192091" y="5900"/>
                  </a:lnTo>
                  <a:lnTo>
                    <a:pt x="200405" y="8507"/>
                  </a:lnTo>
                  <a:lnTo>
                    <a:pt x="208706" y="11607"/>
                  </a:lnTo>
                  <a:lnTo>
                    <a:pt x="214718" y="20115"/>
                  </a:lnTo>
                  <a:lnTo>
                    <a:pt x="220171" y="28892"/>
                  </a:lnTo>
                  <a:lnTo>
                    <a:pt x="225054" y="37904"/>
                  </a:lnTo>
                  <a:lnTo>
                    <a:pt x="229357" y="47113"/>
                  </a:lnTo>
                  <a:lnTo>
                    <a:pt x="233076" y="56482"/>
                  </a:lnTo>
                  <a:lnTo>
                    <a:pt x="236204" y="65976"/>
                  </a:lnTo>
                  <a:lnTo>
                    <a:pt x="238742" y="75558"/>
                  </a:lnTo>
                  <a:lnTo>
                    <a:pt x="240689" y="85190"/>
                  </a:lnTo>
                  <a:lnTo>
                    <a:pt x="242049" y="94838"/>
                  </a:lnTo>
                  <a:lnTo>
                    <a:pt x="242825" y="104466"/>
                  </a:lnTo>
                  <a:lnTo>
                    <a:pt x="243026" y="114038"/>
                  </a:lnTo>
                  <a:lnTo>
                    <a:pt x="242659" y="123522"/>
                  </a:lnTo>
                  <a:lnTo>
                    <a:pt x="241737" y="132883"/>
                  </a:lnTo>
                  <a:lnTo>
                    <a:pt x="240272" y="142089"/>
                  </a:lnTo>
                  <a:lnTo>
                    <a:pt x="238280" y="151109"/>
                  </a:lnTo>
                  <a:lnTo>
                    <a:pt x="235776" y="159914"/>
                  </a:lnTo>
                  <a:lnTo>
                    <a:pt x="232779" y="168474"/>
                  </a:lnTo>
                  <a:lnTo>
                    <a:pt x="229309" y="176763"/>
                  </a:lnTo>
                  <a:lnTo>
                    <a:pt x="225388" y="184754"/>
                  </a:lnTo>
                  <a:lnTo>
                    <a:pt x="221038" y="192423"/>
                  </a:lnTo>
                  <a:lnTo>
                    <a:pt x="216283" y="199748"/>
                  </a:lnTo>
                  <a:lnTo>
                    <a:pt x="211148" y="206708"/>
                  </a:lnTo>
                  <a:lnTo>
                    <a:pt x="205660" y="213285"/>
                  </a:lnTo>
                  <a:lnTo>
                    <a:pt x="199845" y="219459"/>
                  </a:lnTo>
                  <a:lnTo>
                    <a:pt x="193733" y="225217"/>
                  </a:lnTo>
                  <a:lnTo>
                    <a:pt x="187351" y="230544"/>
                  </a:lnTo>
                  <a:lnTo>
                    <a:pt x="180728" y="235429"/>
                  </a:lnTo>
                  <a:lnTo>
                    <a:pt x="173894" y="239862"/>
                  </a:lnTo>
                  <a:lnTo>
                    <a:pt x="166880" y="243836"/>
                  </a:lnTo>
                  <a:lnTo>
                    <a:pt x="159715" y="247344"/>
                  </a:lnTo>
                  <a:lnTo>
                    <a:pt x="152429" y="250383"/>
                  </a:lnTo>
                  <a:lnTo>
                    <a:pt x="145052" y="252950"/>
                  </a:lnTo>
                  <a:lnTo>
                    <a:pt x="137615" y="255046"/>
                  </a:lnTo>
                  <a:lnTo>
                    <a:pt x="130147" y="256672"/>
                  </a:lnTo>
                  <a:lnTo>
                    <a:pt x="122677" y="257832"/>
                  </a:lnTo>
                  <a:lnTo>
                    <a:pt x="115234" y="258532"/>
                  </a:lnTo>
                  <a:lnTo>
                    <a:pt x="107846" y="258777"/>
                  </a:lnTo>
                  <a:lnTo>
                    <a:pt x="100540" y="258578"/>
                  </a:lnTo>
                  <a:lnTo>
                    <a:pt x="93343" y="257945"/>
                  </a:lnTo>
                  <a:lnTo>
                    <a:pt x="86279" y="256889"/>
                  </a:lnTo>
                  <a:lnTo>
                    <a:pt x="79375" y="255424"/>
                  </a:lnTo>
                  <a:lnTo>
                    <a:pt x="72652" y="253565"/>
                  </a:lnTo>
                  <a:lnTo>
                    <a:pt x="66133" y="251328"/>
                  </a:lnTo>
                  <a:lnTo>
                    <a:pt x="59840" y="248731"/>
                  </a:lnTo>
                  <a:lnTo>
                    <a:pt x="53791" y="245792"/>
                  </a:lnTo>
                  <a:lnTo>
                    <a:pt x="48005" y="242531"/>
                  </a:lnTo>
                  <a:lnTo>
                    <a:pt x="42498" y="238968"/>
                  </a:lnTo>
                  <a:lnTo>
                    <a:pt x="37286" y="235124"/>
                  </a:lnTo>
                  <a:lnTo>
                    <a:pt x="32383" y="231023"/>
                  </a:lnTo>
                  <a:lnTo>
                    <a:pt x="27800" y="226685"/>
                  </a:lnTo>
                  <a:lnTo>
                    <a:pt x="23548" y="222136"/>
                  </a:lnTo>
                  <a:lnTo>
                    <a:pt x="19637" y="217398"/>
                  </a:lnTo>
                  <a:lnTo>
                    <a:pt x="16072" y="212495"/>
                  </a:lnTo>
                  <a:lnTo>
                    <a:pt x="12861" y="207451"/>
                  </a:lnTo>
                  <a:lnTo>
                    <a:pt x="10008" y="202292"/>
                  </a:lnTo>
                  <a:lnTo>
                    <a:pt x="7513" y="197041"/>
                  </a:lnTo>
                  <a:lnTo>
                    <a:pt x="5380" y="191721"/>
                  </a:lnTo>
                  <a:lnTo>
                    <a:pt x="3606" y="186359"/>
                  </a:lnTo>
                  <a:lnTo>
                    <a:pt x="2189" y="180975"/>
                  </a:lnTo>
                  <a:lnTo>
                    <a:pt x="1126" y="175595"/>
                  </a:lnTo>
                  <a:lnTo>
                    <a:pt x="411" y="170240"/>
                  </a:lnTo>
                  <a:lnTo>
                    <a:pt x="39" y="164933"/>
                  </a:lnTo>
                  <a:lnTo>
                    <a:pt x="0" y="159695"/>
                  </a:lnTo>
                  <a:lnTo>
                    <a:pt x="285" y="154546"/>
                  </a:lnTo>
                  <a:lnTo>
                    <a:pt x="883" y="149507"/>
                  </a:lnTo>
                  <a:lnTo>
                    <a:pt x="1784" y="144596"/>
                  </a:lnTo>
                  <a:lnTo>
                    <a:pt x="2974" y="139830"/>
                  </a:lnTo>
                  <a:lnTo>
                    <a:pt x="4439" y="135227"/>
                  </a:lnTo>
                  <a:lnTo>
                    <a:pt x="6164" y="130802"/>
                  </a:lnTo>
                  <a:lnTo>
                    <a:pt x="8133" y="126569"/>
                  </a:lnTo>
                  <a:lnTo>
                    <a:pt x="10331" y="122542"/>
                  </a:lnTo>
                  <a:lnTo>
                    <a:pt x="12739" y="118733"/>
                  </a:lnTo>
                  <a:lnTo>
                    <a:pt x="15340" y="115151"/>
                  </a:lnTo>
                  <a:lnTo>
                    <a:pt x="18116" y="111807"/>
                  </a:lnTo>
                  <a:lnTo>
                    <a:pt x="21048" y="108709"/>
                  </a:lnTo>
                  <a:lnTo>
                    <a:pt x="24117" y="105862"/>
                  </a:lnTo>
                  <a:lnTo>
                    <a:pt x="27303" y="103273"/>
                  </a:lnTo>
                  <a:lnTo>
                    <a:pt x="30588" y="100944"/>
                  </a:lnTo>
                  <a:lnTo>
                    <a:pt x="33952" y="98878"/>
                  </a:lnTo>
                  <a:lnTo>
                    <a:pt x="37375" y="97077"/>
                  </a:lnTo>
                  <a:lnTo>
                    <a:pt x="40839" y="95540"/>
                  </a:lnTo>
                  <a:lnTo>
                    <a:pt x="38115" y="104362"/>
                  </a:lnTo>
                  <a:lnTo>
                    <a:pt x="37007" y="113027"/>
                  </a:lnTo>
                  <a:lnTo>
                    <a:pt x="37403" y="121262"/>
                  </a:lnTo>
                  <a:lnTo>
                    <a:pt x="39149" y="128823"/>
                  </a:lnTo>
                  <a:lnTo>
                    <a:pt x="42052" y="135505"/>
                  </a:lnTo>
                  <a:lnTo>
                    <a:pt x="45891" y="141143"/>
                  </a:lnTo>
                  <a:lnTo>
                    <a:pt x="50422" y="145619"/>
                  </a:lnTo>
                  <a:lnTo>
                    <a:pt x="55390" y="148863"/>
                  </a:lnTo>
                  <a:lnTo>
                    <a:pt x="60534" y="150856"/>
                  </a:lnTo>
                  <a:lnTo>
                    <a:pt x="65602" y="151626"/>
                  </a:lnTo>
                  <a:lnTo>
                    <a:pt x="70351" y="151249"/>
                  </a:lnTo>
                  <a:lnTo>
                    <a:pt x="74563" y="149844"/>
                  </a:lnTo>
                  <a:lnTo>
                    <a:pt x="78048" y="147567"/>
                  </a:lnTo>
                  <a:lnTo>
                    <a:pt x="80652" y="144606"/>
                  </a:lnTo>
                  <a:lnTo>
                    <a:pt x="82262" y="141176"/>
                  </a:lnTo>
                  <a:lnTo>
                    <a:pt x="82806" y="137507"/>
                  </a:lnTo>
                  <a:lnTo>
                    <a:pt x="78647" y="137737"/>
                  </a:lnTo>
                  <a:lnTo>
                    <a:pt x="74527" y="138423"/>
                  </a:lnTo>
                  <a:lnTo>
                    <a:pt x="70482" y="139564"/>
                  </a:lnTo>
                  <a:lnTo>
                    <a:pt x="66549" y="141150"/>
                  </a:lnTo>
                  <a:lnTo>
                    <a:pt x="62767" y="143173"/>
                  </a:lnTo>
                  <a:lnTo>
                    <a:pt x="59170" y="145621"/>
                  </a:lnTo>
                  <a:lnTo>
                    <a:pt x="55795" y="148478"/>
                  </a:lnTo>
                  <a:lnTo>
                    <a:pt x="52673" y="151727"/>
                  </a:lnTo>
                  <a:lnTo>
                    <a:pt x="49840" y="155348"/>
                  </a:lnTo>
                  <a:lnTo>
                    <a:pt x="47324" y="159317"/>
                  </a:lnTo>
                  <a:lnTo>
                    <a:pt x="45157" y="163612"/>
                  </a:lnTo>
                  <a:lnTo>
                    <a:pt x="43366" y="168205"/>
                  </a:lnTo>
                  <a:lnTo>
                    <a:pt x="41976" y="173066"/>
                  </a:lnTo>
                  <a:lnTo>
                    <a:pt x="41011" y="178165"/>
                  </a:lnTo>
                  <a:lnTo>
                    <a:pt x="40494" y="183470"/>
                  </a:lnTo>
                  <a:lnTo>
                    <a:pt x="40442" y="188946"/>
                  </a:lnTo>
                  <a:lnTo>
                    <a:pt x="40874" y="194558"/>
                  </a:lnTo>
                  <a:lnTo>
                    <a:pt x="41802" y="200268"/>
                  </a:lnTo>
                  <a:lnTo>
                    <a:pt x="43239" y="206038"/>
                  </a:lnTo>
                  <a:lnTo>
                    <a:pt x="45194" y="211830"/>
                  </a:lnTo>
                  <a:lnTo>
                    <a:pt x="47672" y="217603"/>
                  </a:lnTo>
                  <a:lnTo>
                    <a:pt x="50678" y="223317"/>
                  </a:lnTo>
                  <a:lnTo>
                    <a:pt x="54210" y="228932"/>
                  </a:lnTo>
                  <a:lnTo>
                    <a:pt x="58268" y="234406"/>
                  </a:lnTo>
                  <a:lnTo>
                    <a:pt x="62844" y="239698"/>
                  </a:lnTo>
                  <a:lnTo>
                    <a:pt x="67932" y="244768"/>
                  </a:lnTo>
                  <a:lnTo>
                    <a:pt x="73520" y="249575"/>
                  </a:lnTo>
                  <a:lnTo>
                    <a:pt x="79592" y="254080"/>
                  </a:lnTo>
                  <a:lnTo>
                    <a:pt x="86134" y="258243"/>
                  </a:lnTo>
                  <a:lnTo>
                    <a:pt x="93124" y="262027"/>
                  </a:lnTo>
                  <a:lnTo>
                    <a:pt x="100540" y="265395"/>
                  </a:lnTo>
                  <a:lnTo>
                    <a:pt x="108356" y="268312"/>
                  </a:lnTo>
                  <a:lnTo>
                    <a:pt x="116546" y="270743"/>
                  </a:lnTo>
                  <a:lnTo>
                    <a:pt x="125077" y="272657"/>
                  </a:lnTo>
                  <a:lnTo>
                    <a:pt x="133919" y="274024"/>
                  </a:lnTo>
                  <a:lnTo>
                    <a:pt x="143034" y="274815"/>
                  </a:lnTo>
                  <a:lnTo>
                    <a:pt x="152388" y="275004"/>
                  </a:lnTo>
                  <a:lnTo>
                    <a:pt x="161939" y="274569"/>
                  </a:lnTo>
                  <a:lnTo>
                    <a:pt x="171647" y="273489"/>
                  </a:lnTo>
                  <a:lnTo>
                    <a:pt x="181470" y="271744"/>
                  </a:lnTo>
                  <a:lnTo>
                    <a:pt x="191362" y="269320"/>
                  </a:lnTo>
                  <a:lnTo>
                    <a:pt x="201280" y="266204"/>
                  </a:lnTo>
                  <a:lnTo>
                    <a:pt x="211175" y="262386"/>
                  </a:lnTo>
                  <a:lnTo>
                    <a:pt x="221000" y="257860"/>
                  </a:lnTo>
                  <a:lnTo>
                    <a:pt x="230707" y="252623"/>
                  </a:lnTo>
                  <a:lnTo>
                    <a:pt x="240246" y="246674"/>
                  </a:lnTo>
                  <a:lnTo>
                    <a:pt x="249569" y="240016"/>
                  </a:lnTo>
                  <a:lnTo>
                    <a:pt x="258626" y="232656"/>
                  </a:lnTo>
                  <a:lnTo>
                    <a:pt x="267367" y="224604"/>
                  </a:lnTo>
                  <a:lnTo>
                    <a:pt x="275743" y="215871"/>
                  </a:lnTo>
                  <a:lnTo>
                    <a:pt x="283706" y="206476"/>
                  </a:lnTo>
                  <a:lnTo>
                    <a:pt x="291208" y="196438"/>
                  </a:lnTo>
                  <a:lnTo>
                    <a:pt x="298202" y="185779"/>
                  </a:lnTo>
                  <a:lnTo>
                    <a:pt x="304643" y="174525"/>
                  </a:lnTo>
                  <a:lnTo>
                    <a:pt x="310485" y="162707"/>
                  </a:lnTo>
                  <a:lnTo>
                    <a:pt x="315686" y="150355"/>
                  </a:lnTo>
                  <a:close/>
                </a:path>
              </a:pathLst>
            </a:custGeom>
            <a:solidFill>
              <a:srgbClr val="95B65A">
                <a:alpha val="27843"/>
              </a:srgbClr>
            </a:solidFill>
            <a:ln w="25746" cap="flat">
              <a:solidFill>
                <a:srgbClr val="95B6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679890" y="2869436"/>
              <a:ext cx="279365" cy="182931"/>
            </a:xfrm>
            <a:custGeom>
              <a:avLst/>
              <a:pathLst>
                <a:path w="279365" h="182931">
                  <a:moveTo>
                    <a:pt x="41966" y="18807"/>
                  </a:moveTo>
                  <a:lnTo>
                    <a:pt x="47609" y="15446"/>
                  </a:lnTo>
                  <a:lnTo>
                    <a:pt x="53563" y="12361"/>
                  </a:lnTo>
                  <a:lnTo>
                    <a:pt x="59812" y="9572"/>
                  </a:lnTo>
                  <a:lnTo>
                    <a:pt x="66343" y="7101"/>
                  </a:lnTo>
                  <a:lnTo>
                    <a:pt x="73139" y="4968"/>
                  </a:lnTo>
                  <a:lnTo>
                    <a:pt x="80182" y="3191"/>
                  </a:lnTo>
                  <a:lnTo>
                    <a:pt x="87454" y="1789"/>
                  </a:lnTo>
                  <a:lnTo>
                    <a:pt x="94935" y="779"/>
                  </a:lnTo>
                  <a:lnTo>
                    <a:pt x="102603" y="178"/>
                  </a:lnTo>
                  <a:lnTo>
                    <a:pt x="110436" y="0"/>
                  </a:lnTo>
                  <a:lnTo>
                    <a:pt x="118413" y="258"/>
                  </a:lnTo>
                  <a:lnTo>
                    <a:pt x="126508" y="967"/>
                  </a:lnTo>
                  <a:lnTo>
                    <a:pt x="134696" y="2137"/>
                  </a:lnTo>
                  <a:lnTo>
                    <a:pt x="142953" y="3778"/>
                  </a:lnTo>
                  <a:lnTo>
                    <a:pt x="151252" y="5899"/>
                  </a:lnTo>
                  <a:lnTo>
                    <a:pt x="159565" y="8507"/>
                  </a:lnTo>
                  <a:lnTo>
                    <a:pt x="167866" y="11607"/>
                  </a:lnTo>
                  <a:lnTo>
                    <a:pt x="174557" y="14480"/>
                  </a:lnTo>
                  <a:lnTo>
                    <a:pt x="181207" y="17680"/>
                  </a:lnTo>
                  <a:lnTo>
                    <a:pt x="187799" y="21208"/>
                  </a:lnTo>
                  <a:lnTo>
                    <a:pt x="194320" y="25064"/>
                  </a:lnTo>
                  <a:lnTo>
                    <a:pt x="200753" y="29248"/>
                  </a:lnTo>
                  <a:lnTo>
                    <a:pt x="207083" y="33757"/>
                  </a:lnTo>
                  <a:lnTo>
                    <a:pt x="213294" y="38590"/>
                  </a:lnTo>
                  <a:lnTo>
                    <a:pt x="219371" y="43745"/>
                  </a:lnTo>
                  <a:lnTo>
                    <a:pt x="225300" y="49218"/>
                  </a:lnTo>
                  <a:lnTo>
                    <a:pt x="231063" y="55004"/>
                  </a:lnTo>
                  <a:lnTo>
                    <a:pt x="236646" y="61100"/>
                  </a:lnTo>
                  <a:lnTo>
                    <a:pt x="242035" y="67499"/>
                  </a:lnTo>
                  <a:lnTo>
                    <a:pt x="247213" y="74196"/>
                  </a:lnTo>
                  <a:lnTo>
                    <a:pt x="252167" y="81183"/>
                  </a:lnTo>
                  <a:lnTo>
                    <a:pt x="256881" y="88454"/>
                  </a:lnTo>
                  <a:lnTo>
                    <a:pt x="261342" y="95998"/>
                  </a:lnTo>
                  <a:lnTo>
                    <a:pt x="265535" y="103809"/>
                  </a:lnTo>
                  <a:lnTo>
                    <a:pt x="269447" y="111876"/>
                  </a:lnTo>
                  <a:lnTo>
                    <a:pt x="273065" y="120188"/>
                  </a:lnTo>
                  <a:lnTo>
                    <a:pt x="276375" y="128736"/>
                  </a:lnTo>
                  <a:lnTo>
                    <a:pt x="279365" y="137506"/>
                  </a:lnTo>
                  <a:lnTo>
                    <a:pt x="271877" y="143150"/>
                  </a:lnTo>
                  <a:lnTo>
                    <a:pt x="264260" y="148427"/>
                  </a:lnTo>
                  <a:lnTo>
                    <a:pt x="256526" y="153333"/>
                  </a:lnTo>
                  <a:lnTo>
                    <a:pt x="248690" y="157867"/>
                  </a:lnTo>
                  <a:lnTo>
                    <a:pt x="240765" y="162026"/>
                  </a:lnTo>
                  <a:lnTo>
                    <a:pt x="232765" y="165809"/>
                  </a:lnTo>
                  <a:lnTo>
                    <a:pt x="224703" y="169214"/>
                  </a:lnTo>
                  <a:lnTo>
                    <a:pt x="216594" y="172242"/>
                  </a:lnTo>
                  <a:lnTo>
                    <a:pt x="208451" y="174892"/>
                  </a:lnTo>
                  <a:lnTo>
                    <a:pt x="200287" y="177164"/>
                  </a:lnTo>
                  <a:lnTo>
                    <a:pt x="192116" y="179058"/>
                  </a:lnTo>
                  <a:lnTo>
                    <a:pt x="183951" y="180577"/>
                  </a:lnTo>
                  <a:lnTo>
                    <a:pt x="175807" y="181722"/>
                  </a:lnTo>
                  <a:lnTo>
                    <a:pt x="167697" y="182494"/>
                  </a:lnTo>
                  <a:lnTo>
                    <a:pt x="159633" y="182896"/>
                  </a:lnTo>
                  <a:lnTo>
                    <a:pt x="151630" y="182931"/>
                  </a:lnTo>
                  <a:lnTo>
                    <a:pt x="143700" y="182602"/>
                  </a:lnTo>
                  <a:lnTo>
                    <a:pt x="135856" y="181913"/>
                  </a:lnTo>
                  <a:lnTo>
                    <a:pt x="128112" y="180868"/>
                  </a:lnTo>
                  <a:lnTo>
                    <a:pt x="120479" y="179472"/>
                  </a:lnTo>
                  <a:lnTo>
                    <a:pt x="112970" y="177730"/>
                  </a:lnTo>
                  <a:lnTo>
                    <a:pt x="105599" y="175646"/>
                  </a:lnTo>
                  <a:lnTo>
                    <a:pt x="98376" y="173227"/>
                  </a:lnTo>
                  <a:lnTo>
                    <a:pt x="91314" y="170479"/>
                  </a:lnTo>
                  <a:lnTo>
                    <a:pt x="84424" y="167409"/>
                  </a:lnTo>
                  <a:lnTo>
                    <a:pt x="77719" y="164022"/>
                  </a:lnTo>
                  <a:lnTo>
                    <a:pt x="71209" y="160328"/>
                  </a:lnTo>
                  <a:lnTo>
                    <a:pt x="64905" y="156332"/>
                  </a:lnTo>
                  <a:lnTo>
                    <a:pt x="58819" y="152044"/>
                  </a:lnTo>
                  <a:lnTo>
                    <a:pt x="52960" y="147471"/>
                  </a:lnTo>
                  <a:lnTo>
                    <a:pt x="47339" y="142622"/>
                  </a:lnTo>
                  <a:lnTo>
                    <a:pt x="41966" y="137506"/>
                  </a:lnTo>
                  <a:lnTo>
                    <a:pt x="41966" y="137506"/>
                  </a:lnTo>
                  <a:lnTo>
                    <a:pt x="41966" y="137506"/>
                  </a:lnTo>
                  <a:lnTo>
                    <a:pt x="41966" y="137506"/>
                  </a:lnTo>
                  <a:lnTo>
                    <a:pt x="36584" y="137122"/>
                  </a:lnTo>
                  <a:lnTo>
                    <a:pt x="31285" y="135971"/>
                  </a:lnTo>
                  <a:lnTo>
                    <a:pt x="26150" y="134066"/>
                  </a:lnTo>
                  <a:lnTo>
                    <a:pt x="21259" y="131426"/>
                  </a:lnTo>
                  <a:lnTo>
                    <a:pt x="16690" y="128079"/>
                  </a:lnTo>
                  <a:lnTo>
                    <a:pt x="12519" y="124058"/>
                  </a:lnTo>
                  <a:lnTo>
                    <a:pt x="8818" y="119406"/>
                  </a:lnTo>
                  <a:lnTo>
                    <a:pt x="5655" y="114171"/>
                  </a:lnTo>
                  <a:lnTo>
                    <a:pt x="3093" y="108406"/>
                  </a:lnTo>
                  <a:lnTo>
                    <a:pt x="1190" y="102174"/>
                  </a:lnTo>
                  <a:lnTo>
                    <a:pt x="0" y="95540"/>
                  </a:lnTo>
                </a:path>
              </a:pathLst>
            </a:custGeom>
            <a:ln w="25746" cap="flat">
              <a:solidFill>
                <a:srgbClr val="95B6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7924944" y="2972631"/>
              <a:ext cx="68622" cy="68622"/>
            </a:xfrm>
            <a:prstGeom prst="ellipse">
              <a:avLst/>
            </a:prstGeom>
            <a:solidFill>
              <a:srgbClr val="95B65A">
                <a:alpha val="100000"/>
              </a:srgbClr>
            </a:solidFill>
            <a:ln w="9000" cap="rnd">
              <a:solidFill>
                <a:srgbClr val="95B6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687545" y="2853932"/>
              <a:ext cx="68622" cy="68622"/>
            </a:xfrm>
            <a:prstGeom prst="ellipse">
              <a:avLst/>
            </a:prstGeom>
            <a:solidFill>
              <a:srgbClr val="95B65A">
                <a:alpha val="100000"/>
              </a:srgbClr>
            </a:solidFill>
            <a:ln w="9000" cap="rnd">
              <a:solidFill>
                <a:srgbClr val="95B6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813445" y="2846732"/>
              <a:ext cx="68622" cy="68622"/>
            </a:xfrm>
            <a:prstGeom prst="ellipse">
              <a:avLst/>
            </a:prstGeom>
            <a:solidFill>
              <a:srgbClr val="95B65A">
                <a:alpha val="100000"/>
              </a:srgbClr>
            </a:solidFill>
            <a:ln w="9000" cap="rnd">
              <a:solidFill>
                <a:srgbClr val="95B6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7645578" y="2930665"/>
              <a:ext cx="68622" cy="68622"/>
            </a:xfrm>
            <a:prstGeom prst="ellipse">
              <a:avLst/>
            </a:prstGeom>
            <a:solidFill>
              <a:srgbClr val="95B65A">
                <a:alpha val="100000"/>
              </a:srgbClr>
            </a:solidFill>
            <a:ln w="9000" cap="rnd">
              <a:solidFill>
                <a:srgbClr val="95B6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7687545" y="2972631"/>
              <a:ext cx="68622" cy="68622"/>
            </a:xfrm>
            <a:prstGeom prst="ellipse">
              <a:avLst/>
            </a:prstGeom>
            <a:solidFill>
              <a:srgbClr val="95B65A">
                <a:alpha val="100000"/>
              </a:srgbClr>
            </a:solidFill>
            <a:ln w="9000" cap="rnd">
              <a:solidFill>
                <a:srgbClr val="95B6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7687545" y="2972631"/>
              <a:ext cx="68622" cy="68622"/>
            </a:xfrm>
            <a:prstGeom prst="ellipse">
              <a:avLst/>
            </a:prstGeom>
            <a:solidFill>
              <a:srgbClr val="95B65A">
                <a:alpha val="100000"/>
              </a:srgbClr>
            </a:solidFill>
            <a:ln w="9000" cap="rnd">
              <a:solidFill>
                <a:srgbClr val="95B6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687545" y="2972631"/>
              <a:ext cx="68622" cy="68622"/>
            </a:xfrm>
            <a:prstGeom prst="ellipse">
              <a:avLst/>
            </a:prstGeom>
            <a:solidFill>
              <a:srgbClr val="95B65A">
                <a:alpha val="100000"/>
              </a:srgbClr>
            </a:solidFill>
            <a:ln w="9000" cap="rnd">
              <a:solidFill>
                <a:srgbClr val="95B6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687545" y="2972631"/>
              <a:ext cx="68622" cy="68622"/>
            </a:xfrm>
            <a:prstGeom prst="ellipse">
              <a:avLst/>
            </a:prstGeom>
            <a:solidFill>
              <a:srgbClr val="95B65A">
                <a:alpha val="100000"/>
              </a:srgbClr>
            </a:solidFill>
            <a:ln w="9000" cap="rnd">
              <a:solidFill>
                <a:srgbClr val="95B6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7721856" y="2769544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721856" y="2839076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7721856" y="3006943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721856" y="3006943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7721856" y="3006943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7553990" y="3006943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7484457" y="3006943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7553990" y="2839076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tx523"/>
            <p:cNvSpPr/>
            <p:nvPr/>
          </p:nvSpPr>
          <p:spPr>
            <a:xfrm>
              <a:off x="7585212" y="2697386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7668441" y="2775501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7877115" y="2964623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7659055" y="3151181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7575826" y="3229405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7272078" y="3151181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7327497" y="2964623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7281465" y="2775501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7179463" y="2855360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7128609" y="2736660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33" name="rc533"/>
            <p:cNvSpPr/>
            <p:nvPr/>
          </p:nvSpPr>
          <p:spPr>
            <a:xfrm>
              <a:off x="69589" y="3428999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69589" y="3512089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404045" y="3428999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6" name="tx536"/>
            <p:cNvSpPr/>
            <p:nvPr/>
          </p:nvSpPr>
          <p:spPr>
            <a:xfrm>
              <a:off x="1300901" y="3413095"/>
              <a:ext cx="835480" cy="109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537" name="rc537"/>
            <p:cNvSpPr/>
            <p:nvPr/>
          </p:nvSpPr>
          <p:spPr>
            <a:xfrm>
              <a:off x="1421893" y="3550047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1718642" y="3579722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1718642" y="3657946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1718642" y="3846795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1718642" y="3846795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1718642" y="3846795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1529792" y="3846795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1451568" y="3846795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1529792" y="3657946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1599957" y="3728096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1481272" y="3609397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1451601" y="3579722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1676278" y="3762028"/>
              <a:ext cx="279762" cy="257631"/>
            </a:xfrm>
            <a:custGeom>
              <a:avLst/>
              <a:pathLst>
                <a:path w="279762" h="257631">
                  <a:moveTo>
                    <a:pt x="279762" y="84767"/>
                  </a:moveTo>
                  <a:lnTo>
                    <a:pt x="273487" y="75453"/>
                  </a:lnTo>
                  <a:lnTo>
                    <a:pt x="266857" y="66644"/>
                  </a:lnTo>
                  <a:lnTo>
                    <a:pt x="259903" y="58352"/>
                  </a:lnTo>
                  <a:lnTo>
                    <a:pt x="252654" y="50591"/>
                  </a:lnTo>
                  <a:lnTo>
                    <a:pt x="245144" y="43369"/>
                  </a:lnTo>
                  <a:lnTo>
                    <a:pt x="237402" y="36694"/>
                  </a:lnTo>
                  <a:lnTo>
                    <a:pt x="229461" y="30573"/>
                  </a:lnTo>
                  <a:lnTo>
                    <a:pt x="221353" y="25011"/>
                  </a:lnTo>
                  <a:lnTo>
                    <a:pt x="213111" y="20011"/>
                  </a:lnTo>
                  <a:lnTo>
                    <a:pt x="204765" y="15574"/>
                  </a:lnTo>
                  <a:lnTo>
                    <a:pt x="196347" y="11700"/>
                  </a:lnTo>
                  <a:lnTo>
                    <a:pt x="187890" y="8388"/>
                  </a:lnTo>
                  <a:lnTo>
                    <a:pt x="179425" y="5634"/>
                  </a:lnTo>
                  <a:lnTo>
                    <a:pt x="170983" y="3432"/>
                  </a:lnTo>
                  <a:lnTo>
                    <a:pt x="162594" y="1777"/>
                  </a:lnTo>
                  <a:lnTo>
                    <a:pt x="154289" y="660"/>
                  </a:lnTo>
                  <a:lnTo>
                    <a:pt x="146096" y="71"/>
                  </a:lnTo>
                  <a:lnTo>
                    <a:pt x="138045" y="0"/>
                  </a:lnTo>
                  <a:lnTo>
                    <a:pt x="130164" y="432"/>
                  </a:lnTo>
                  <a:lnTo>
                    <a:pt x="122481" y="1355"/>
                  </a:lnTo>
                  <a:lnTo>
                    <a:pt x="115021" y="2753"/>
                  </a:lnTo>
                  <a:lnTo>
                    <a:pt x="107809" y="4609"/>
                  </a:lnTo>
                  <a:lnTo>
                    <a:pt x="100872" y="6905"/>
                  </a:lnTo>
                  <a:lnTo>
                    <a:pt x="94231" y="9622"/>
                  </a:lnTo>
                  <a:lnTo>
                    <a:pt x="87910" y="12739"/>
                  </a:lnTo>
                  <a:lnTo>
                    <a:pt x="81930" y="16235"/>
                  </a:lnTo>
                  <a:lnTo>
                    <a:pt x="76309" y="20088"/>
                  </a:lnTo>
                  <a:lnTo>
                    <a:pt x="71068" y="24273"/>
                  </a:lnTo>
                  <a:lnTo>
                    <a:pt x="66223" y="28766"/>
                  </a:lnTo>
                  <a:lnTo>
                    <a:pt x="61790" y="33542"/>
                  </a:lnTo>
                  <a:lnTo>
                    <a:pt x="57784" y="38576"/>
                  </a:lnTo>
                  <a:lnTo>
                    <a:pt x="54218" y="43839"/>
                  </a:lnTo>
                  <a:lnTo>
                    <a:pt x="51104" y="49305"/>
                  </a:lnTo>
                  <a:lnTo>
                    <a:pt x="48451" y="54946"/>
                  </a:lnTo>
                  <a:lnTo>
                    <a:pt x="46269" y="60733"/>
                  </a:lnTo>
                  <a:lnTo>
                    <a:pt x="44564" y="66638"/>
                  </a:lnTo>
                  <a:lnTo>
                    <a:pt x="43343" y="72632"/>
                  </a:lnTo>
                  <a:lnTo>
                    <a:pt x="42608" y="78684"/>
                  </a:lnTo>
                  <a:lnTo>
                    <a:pt x="42363" y="84767"/>
                  </a:lnTo>
                  <a:lnTo>
                    <a:pt x="39256" y="82317"/>
                  </a:lnTo>
                  <a:lnTo>
                    <a:pt x="35616" y="80632"/>
                  </a:lnTo>
                  <a:lnTo>
                    <a:pt x="31583" y="79797"/>
                  </a:lnTo>
                  <a:lnTo>
                    <a:pt x="27311" y="79876"/>
                  </a:lnTo>
                  <a:lnTo>
                    <a:pt x="22960" y="80907"/>
                  </a:lnTo>
                  <a:lnTo>
                    <a:pt x="18696" y="82904"/>
                  </a:lnTo>
                  <a:lnTo>
                    <a:pt x="14688" y="85854"/>
                  </a:lnTo>
                  <a:lnTo>
                    <a:pt x="11100" y="89718"/>
                  </a:lnTo>
                  <a:lnTo>
                    <a:pt x="8090" y="94433"/>
                  </a:lnTo>
                  <a:lnTo>
                    <a:pt x="5808" y="99908"/>
                  </a:lnTo>
                  <a:lnTo>
                    <a:pt x="4389" y="106033"/>
                  </a:lnTo>
                  <a:lnTo>
                    <a:pt x="3951" y="112675"/>
                  </a:lnTo>
                  <a:lnTo>
                    <a:pt x="4592" y="119682"/>
                  </a:lnTo>
                  <a:lnTo>
                    <a:pt x="6388" y="126888"/>
                  </a:lnTo>
                  <a:lnTo>
                    <a:pt x="9390" y="134114"/>
                  </a:lnTo>
                  <a:lnTo>
                    <a:pt x="13623" y="141173"/>
                  </a:lnTo>
                  <a:lnTo>
                    <a:pt x="19082" y="147872"/>
                  </a:lnTo>
                  <a:lnTo>
                    <a:pt x="25737" y="154018"/>
                  </a:lnTo>
                  <a:lnTo>
                    <a:pt x="33527" y="159422"/>
                  </a:lnTo>
                  <a:lnTo>
                    <a:pt x="42363" y="163900"/>
                  </a:lnTo>
                  <a:lnTo>
                    <a:pt x="45300" y="170731"/>
                  </a:lnTo>
                  <a:lnTo>
                    <a:pt x="48702" y="177445"/>
                  </a:lnTo>
                  <a:lnTo>
                    <a:pt x="52567" y="184020"/>
                  </a:lnTo>
                  <a:lnTo>
                    <a:pt x="56886" y="190431"/>
                  </a:lnTo>
                  <a:lnTo>
                    <a:pt x="61654" y="196654"/>
                  </a:lnTo>
                  <a:lnTo>
                    <a:pt x="66863" y="202668"/>
                  </a:lnTo>
                  <a:lnTo>
                    <a:pt x="72503" y="208448"/>
                  </a:lnTo>
                  <a:lnTo>
                    <a:pt x="78565" y="213973"/>
                  </a:lnTo>
                  <a:lnTo>
                    <a:pt x="85037" y="219220"/>
                  </a:lnTo>
                  <a:lnTo>
                    <a:pt x="91907" y="224169"/>
                  </a:lnTo>
                  <a:lnTo>
                    <a:pt x="99161" y="228797"/>
                  </a:lnTo>
                  <a:lnTo>
                    <a:pt x="106787" y="233086"/>
                  </a:lnTo>
                  <a:lnTo>
                    <a:pt x="114769" y="237014"/>
                  </a:lnTo>
                  <a:lnTo>
                    <a:pt x="123090" y="240563"/>
                  </a:lnTo>
                  <a:lnTo>
                    <a:pt x="131735" y="243714"/>
                  </a:lnTo>
                  <a:lnTo>
                    <a:pt x="140684" y="246449"/>
                  </a:lnTo>
                  <a:lnTo>
                    <a:pt x="149921" y="248752"/>
                  </a:lnTo>
                  <a:lnTo>
                    <a:pt x="159425" y="250606"/>
                  </a:lnTo>
                  <a:lnTo>
                    <a:pt x="169177" y="251996"/>
                  </a:lnTo>
                  <a:lnTo>
                    <a:pt x="179155" y="252906"/>
                  </a:lnTo>
                  <a:lnTo>
                    <a:pt x="189338" y="253324"/>
                  </a:lnTo>
                  <a:lnTo>
                    <a:pt x="199704" y="253237"/>
                  </a:lnTo>
                  <a:lnTo>
                    <a:pt x="210229" y="252633"/>
                  </a:lnTo>
                  <a:lnTo>
                    <a:pt x="199207" y="254782"/>
                  </a:lnTo>
                  <a:lnTo>
                    <a:pt x="188290" y="256323"/>
                  </a:lnTo>
                  <a:lnTo>
                    <a:pt x="177509" y="257268"/>
                  </a:lnTo>
                  <a:lnTo>
                    <a:pt x="166896" y="257631"/>
                  </a:lnTo>
                  <a:lnTo>
                    <a:pt x="156478" y="257427"/>
                  </a:lnTo>
                  <a:lnTo>
                    <a:pt x="146284" y="256673"/>
                  </a:lnTo>
                  <a:lnTo>
                    <a:pt x="136341" y="255386"/>
                  </a:lnTo>
                  <a:lnTo>
                    <a:pt x="126675" y="253586"/>
                  </a:lnTo>
                  <a:lnTo>
                    <a:pt x="117310" y="251293"/>
                  </a:lnTo>
                  <a:lnTo>
                    <a:pt x="108272" y="248529"/>
                  </a:lnTo>
                  <a:lnTo>
                    <a:pt x="99581" y="245316"/>
                  </a:lnTo>
                  <a:lnTo>
                    <a:pt x="91259" y="241678"/>
                  </a:lnTo>
                  <a:lnTo>
                    <a:pt x="83325" y="237640"/>
                  </a:lnTo>
                  <a:lnTo>
                    <a:pt x="75799" y="233227"/>
                  </a:lnTo>
                  <a:lnTo>
                    <a:pt x="68697" y="228465"/>
                  </a:lnTo>
                  <a:lnTo>
                    <a:pt x="62034" y="223382"/>
                  </a:lnTo>
                  <a:lnTo>
                    <a:pt x="55825" y="218006"/>
                  </a:lnTo>
                  <a:lnTo>
                    <a:pt x="50081" y="212364"/>
                  </a:lnTo>
                  <a:lnTo>
                    <a:pt x="44815" y="206485"/>
                  </a:lnTo>
                  <a:lnTo>
                    <a:pt x="40034" y="200399"/>
                  </a:lnTo>
                  <a:lnTo>
                    <a:pt x="35747" y="194135"/>
                  </a:lnTo>
                  <a:lnTo>
                    <a:pt x="31961" y="187724"/>
                  </a:lnTo>
                  <a:lnTo>
                    <a:pt x="28679" y="181195"/>
                  </a:lnTo>
                  <a:lnTo>
                    <a:pt x="25904" y="174578"/>
                  </a:lnTo>
                  <a:lnTo>
                    <a:pt x="23639" y="167904"/>
                  </a:lnTo>
                  <a:lnTo>
                    <a:pt x="21882" y="161203"/>
                  </a:lnTo>
                  <a:lnTo>
                    <a:pt x="20632" y="154505"/>
                  </a:lnTo>
                  <a:lnTo>
                    <a:pt x="19885" y="147839"/>
                  </a:lnTo>
                  <a:lnTo>
                    <a:pt x="19636" y="141236"/>
                  </a:lnTo>
                  <a:lnTo>
                    <a:pt x="19879" y="134724"/>
                  </a:lnTo>
                  <a:lnTo>
                    <a:pt x="20605" y="128333"/>
                  </a:lnTo>
                  <a:lnTo>
                    <a:pt x="21805" y="122090"/>
                  </a:lnTo>
                  <a:lnTo>
                    <a:pt x="23468" y="116022"/>
                  </a:lnTo>
                  <a:lnTo>
                    <a:pt x="25581" y="110158"/>
                  </a:lnTo>
                  <a:lnTo>
                    <a:pt x="28131" y="104523"/>
                  </a:lnTo>
                  <a:lnTo>
                    <a:pt x="31101" y="99142"/>
                  </a:lnTo>
                  <a:lnTo>
                    <a:pt x="34475" y="94040"/>
                  </a:lnTo>
                  <a:lnTo>
                    <a:pt x="38236" y="89241"/>
                  </a:lnTo>
                  <a:lnTo>
                    <a:pt x="42363" y="84767"/>
                  </a:lnTo>
                  <a:lnTo>
                    <a:pt x="38204" y="84996"/>
                  </a:lnTo>
                  <a:lnTo>
                    <a:pt x="34084" y="85683"/>
                  </a:lnTo>
                  <a:lnTo>
                    <a:pt x="30039" y="86823"/>
                  </a:lnTo>
                  <a:lnTo>
                    <a:pt x="26107" y="88410"/>
                  </a:lnTo>
                  <a:lnTo>
                    <a:pt x="22324" y="90433"/>
                  </a:lnTo>
                  <a:lnTo>
                    <a:pt x="18728" y="92881"/>
                  </a:lnTo>
                  <a:lnTo>
                    <a:pt x="15352" y="95738"/>
                  </a:lnTo>
                  <a:lnTo>
                    <a:pt x="12231" y="98986"/>
                  </a:lnTo>
                  <a:lnTo>
                    <a:pt x="9397" y="102607"/>
                  </a:lnTo>
                  <a:lnTo>
                    <a:pt x="6882" y="106577"/>
                  </a:lnTo>
                  <a:lnTo>
                    <a:pt x="4714" y="110872"/>
                  </a:lnTo>
                  <a:lnTo>
                    <a:pt x="2923" y="115464"/>
                  </a:lnTo>
                  <a:lnTo>
                    <a:pt x="1533" y="120326"/>
                  </a:lnTo>
                  <a:lnTo>
                    <a:pt x="569" y="125425"/>
                  </a:lnTo>
                  <a:lnTo>
                    <a:pt x="51" y="130730"/>
                  </a:lnTo>
                  <a:lnTo>
                    <a:pt x="0" y="136206"/>
                  </a:lnTo>
                  <a:lnTo>
                    <a:pt x="431" y="141817"/>
                  </a:lnTo>
                  <a:lnTo>
                    <a:pt x="1359" y="147527"/>
                  </a:lnTo>
                  <a:lnTo>
                    <a:pt x="2797" y="153298"/>
                  </a:lnTo>
                  <a:lnTo>
                    <a:pt x="4751" y="159089"/>
                  </a:lnTo>
                  <a:lnTo>
                    <a:pt x="7230" y="164863"/>
                  </a:lnTo>
                  <a:lnTo>
                    <a:pt x="10235" y="170577"/>
                  </a:lnTo>
                  <a:lnTo>
                    <a:pt x="13768" y="176191"/>
                  </a:lnTo>
                  <a:lnTo>
                    <a:pt x="17825" y="181665"/>
                  </a:lnTo>
                  <a:lnTo>
                    <a:pt x="22402" y="186958"/>
                  </a:lnTo>
                  <a:lnTo>
                    <a:pt x="27489" y="192027"/>
                  </a:lnTo>
                  <a:lnTo>
                    <a:pt x="33077" y="196835"/>
                  </a:lnTo>
                  <a:lnTo>
                    <a:pt x="39150" y="201339"/>
                  </a:lnTo>
                  <a:lnTo>
                    <a:pt x="45691" y="205503"/>
                  </a:lnTo>
                  <a:lnTo>
                    <a:pt x="52681" y="209287"/>
                  </a:lnTo>
                  <a:lnTo>
                    <a:pt x="60097" y="212655"/>
                  </a:lnTo>
                  <a:lnTo>
                    <a:pt x="67914" y="215571"/>
                  </a:lnTo>
                  <a:lnTo>
                    <a:pt x="76103" y="218002"/>
                  </a:lnTo>
                  <a:lnTo>
                    <a:pt x="84635" y="219916"/>
                  </a:lnTo>
                  <a:lnTo>
                    <a:pt x="93476" y="221283"/>
                  </a:lnTo>
                  <a:lnTo>
                    <a:pt x="102592" y="222074"/>
                  </a:lnTo>
                  <a:lnTo>
                    <a:pt x="111945" y="222264"/>
                  </a:lnTo>
                  <a:lnTo>
                    <a:pt x="121496" y="221829"/>
                  </a:lnTo>
                  <a:lnTo>
                    <a:pt x="131204" y="220748"/>
                  </a:lnTo>
                  <a:lnTo>
                    <a:pt x="141027" y="219004"/>
                  </a:lnTo>
                  <a:lnTo>
                    <a:pt x="150920" y="216580"/>
                  </a:lnTo>
                  <a:lnTo>
                    <a:pt x="160837" y="213463"/>
                  </a:lnTo>
                  <a:lnTo>
                    <a:pt x="170732" y="209646"/>
                  </a:lnTo>
                  <a:lnTo>
                    <a:pt x="180557" y="205120"/>
                  </a:lnTo>
                  <a:lnTo>
                    <a:pt x="190264" y="199882"/>
                  </a:lnTo>
                  <a:lnTo>
                    <a:pt x="199803" y="193933"/>
                  </a:lnTo>
                  <a:lnTo>
                    <a:pt x="209126" y="187276"/>
                  </a:lnTo>
                  <a:lnTo>
                    <a:pt x="218183" y="179916"/>
                  </a:lnTo>
                  <a:lnTo>
                    <a:pt x="226924" y="171863"/>
                  </a:lnTo>
                  <a:lnTo>
                    <a:pt x="235300" y="163131"/>
                  </a:lnTo>
                  <a:lnTo>
                    <a:pt x="243264" y="153736"/>
                  </a:lnTo>
                  <a:lnTo>
                    <a:pt x="250766" y="143697"/>
                  </a:lnTo>
                  <a:lnTo>
                    <a:pt x="257760" y="133038"/>
                  </a:lnTo>
                  <a:lnTo>
                    <a:pt x="264200" y="121785"/>
                  </a:lnTo>
                  <a:lnTo>
                    <a:pt x="270042" y="109966"/>
                  </a:lnTo>
                  <a:lnTo>
                    <a:pt x="275243" y="97615"/>
                  </a:lnTo>
                  <a:close/>
                </a:path>
              </a:pathLst>
            </a:custGeom>
            <a:solidFill>
              <a:srgbClr val="72BC70">
                <a:alpha val="27843"/>
              </a:srgbClr>
            </a:solidFill>
            <a:ln w="25746" cap="flat">
              <a:solidFill>
                <a:srgbClr val="72BC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1703500" y="3801371"/>
              <a:ext cx="252540" cy="213982"/>
            </a:xfrm>
            <a:custGeom>
              <a:avLst/>
              <a:pathLst>
                <a:path w="252540" h="213982">
                  <a:moveTo>
                    <a:pt x="15141" y="45424"/>
                  </a:moveTo>
                  <a:lnTo>
                    <a:pt x="15141" y="45424"/>
                  </a:lnTo>
                  <a:lnTo>
                    <a:pt x="20514" y="40308"/>
                  </a:lnTo>
                  <a:lnTo>
                    <a:pt x="26135" y="35460"/>
                  </a:lnTo>
                  <a:lnTo>
                    <a:pt x="31993" y="30887"/>
                  </a:lnTo>
                  <a:lnTo>
                    <a:pt x="38080" y="26598"/>
                  </a:lnTo>
                  <a:lnTo>
                    <a:pt x="44384" y="22603"/>
                  </a:lnTo>
                  <a:lnTo>
                    <a:pt x="50894" y="18908"/>
                  </a:lnTo>
                  <a:lnTo>
                    <a:pt x="57599" y="15522"/>
                  </a:lnTo>
                  <a:lnTo>
                    <a:pt x="64488" y="12451"/>
                  </a:lnTo>
                  <a:lnTo>
                    <a:pt x="71551" y="9703"/>
                  </a:lnTo>
                  <a:lnTo>
                    <a:pt x="78773" y="7284"/>
                  </a:lnTo>
                  <a:lnTo>
                    <a:pt x="86145" y="5200"/>
                  </a:lnTo>
                  <a:lnTo>
                    <a:pt x="93654" y="3458"/>
                  </a:lnTo>
                  <a:lnTo>
                    <a:pt x="101286" y="2062"/>
                  </a:lnTo>
                  <a:lnTo>
                    <a:pt x="109031" y="1017"/>
                  </a:lnTo>
                  <a:lnTo>
                    <a:pt x="116875" y="328"/>
                  </a:lnTo>
                  <a:lnTo>
                    <a:pt x="124805" y="0"/>
                  </a:lnTo>
                  <a:lnTo>
                    <a:pt x="132808" y="35"/>
                  </a:lnTo>
                  <a:lnTo>
                    <a:pt x="140872" y="437"/>
                  </a:lnTo>
                  <a:lnTo>
                    <a:pt x="148982" y="1209"/>
                  </a:lnTo>
                  <a:lnTo>
                    <a:pt x="157126" y="2353"/>
                  </a:lnTo>
                  <a:lnTo>
                    <a:pt x="165291" y="3872"/>
                  </a:lnTo>
                  <a:lnTo>
                    <a:pt x="173461" y="5767"/>
                  </a:lnTo>
                  <a:lnTo>
                    <a:pt x="181625" y="8038"/>
                  </a:lnTo>
                  <a:lnTo>
                    <a:pt x="189769" y="10688"/>
                  </a:lnTo>
                  <a:lnTo>
                    <a:pt x="197878" y="13716"/>
                  </a:lnTo>
                  <a:lnTo>
                    <a:pt x="205940" y="17121"/>
                  </a:lnTo>
                  <a:lnTo>
                    <a:pt x="213940" y="20904"/>
                  </a:lnTo>
                  <a:lnTo>
                    <a:pt x="221865" y="25063"/>
                  </a:lnTo>
                  <a:lnTo>
                    <a:pt x="229701" y="29597"/>
                  </a:lnTo>
                  <a:lnTo>
                    <a:pt x="237434" y="34503"/>
                  </a:lnTo>
                  <a:lnTo>
                    <a:pt x="245052" y="39780"/>
                  </a:lnTo>
                  <a:lnTo>
                    <a:pt x="252540" y="45424"/>
                  </a:lnTo>
                  <a:lnTo>
                    <a:pt x="252401" y="53529"/>
                  </a:lnTo>
                  <a:lnTo>
                    <a:pt x="251986" y="61624"/>
                  </a:lnTo>
                  <a:lnTo>
                    <a:pt x="251295" y="69701"/>
                  </a:lnTo>
                  <a:lnTo>
                    <a:pt x="250329" y="77750"/>
                  </a:lnTo>
                  <a:lnTo>
                    <a:pt x="249088" y="85760"/>
                  </a:lnTo>
                  <a:lnTo>
                    <a:pt x="247574" y="93724"/>
                  </a:lnTo>
                  <a:lnTo>
                    <a:pt x="245790" y="101631"/>
                  </a:lnTo>
                  <a:lnTo>
                    <a:pt x="243736" y="109473"/>
                  </a:lnTo>
                  <a:lnTo>
                    <a:pt x="241416" y="117240"/>
                  </a:lnTo>
                  <a:lnTo>
                    <a:pt x="238833" y="124924"/>
                  </a:lnTo>
                  <a:lnTo>
                    <a:pt x="235988" y="132515"/>
                  </a:lnTo>
                  <a:lnTo>
                    <a:pt x="232886" y="140004"/>
                  </a:lnTo>
                  <a:lnTo>
                    <a:pt x="229530" y="147383"/>
                  </a:lnTo>
                  <a:lnTo>
                    <a:pt x="225924" y="154643"/>
                  </a:lnTo>
                  <a:lnTo>
                    <a:pt x="222072" y="161775"/>
                  </a:lnTo>
                  <a:lnTo>
                    <a:pt x="217979" y="168772"/>
                  </a:lnTo>
                  <a:lnTo>
                    <a:pt x="213650" y="175626"/>
                  </a:lnTo>
                  <a:lnTo>
                    <a:pt x="209089" y="182327"/>
                  </a:lnTo>
                  <a:lnTo>
                    <a:pt x="204302" y="188869"/>
                  </a:lnTo>
                  <a:lnTo>
                    <a:pt x="199294" y="195243"/>
                  </a:lnTo>
                  <a:lnTo>
                    <a:pt x="194072" y="201443"/>
                  </a:lnTo>
                  <a:lnTo>
                    <a:pt x="188641" y="207461"/>
                  </a:lnTo>
                  <a:lnTo>
                    <a:pt x="183007" y="213290"/>
                  </a:lnTo>
                  <a:lnTo>
                    <a:pt x="172482" y="213895"/>
                  </a:lnTo>
                  <a:lnTo>
                    <a:pt x="162116" y="213982"/>
                  </a:lnTo>
                  <a:lnTo>
                    <a:pt x="151933" y="213564"/>
                  </a:lnTo>
                  <a:lnTo>
                    <a:pt x="141955" y="212653"/>
                  </a:lnTo>
                  <a:lnTo>
                    <a:pt x="132203" y="211263"/>
                  </a:lnTo>
                  <a:lnTo>
                    <a:pt x="122699" y="209409"/>
                  </a:lnTo>
                  <a:lnTo>
                    <a:pt x="113462" y="207106"/>
                  </a:lnTo>
                  <a:lnTo>
                    <a:pt x="104512" y="204371"/>
                  </a:lnTo>
                  <a:lnTo>
                    <a:pt x="95868" y="201220"/>
                  </a:lnTo>
                  <a:lnTo>
                    <a:pt x="87547" y="197671"/>
                  </a:lnTo>
                  <a:lnTo>
                    <a:pt x="79565" y="193743"/>
                  </a:lnTo>
                  <a:lnTo>
                    <a:pt x="71939" y="189455"/>
                  </a:lnTo>
                  <a:lnTo>
                    <a:pt x="64684" y="184826"/>
                  </a:lnTo>
                  <a:lnTo>
                    <a:pt x="57815" y="179877"/>
                  </a:lnTo>
                  <a:lnTo>
                    <a:pt x="51343" y="174630"/>
                  </a:lnTo>
                  <a:lnTo>
                    <a:pt x="45281" y="169105"/>
                  </a:lnTo>
                  <a:lnTo>
                    <a:pt x="39641" y="163325"/>
                  </a:lnTo>
                  <a:lnTo>
                    <a:pt x="34432" y="157312"/>
                  </a:lnTo>
                  <a:lnTo>
                    <a:pt x="29664" y="151088"/>
                  </a:lnTo>
                  <a:lnTo>
                    <a:pt x="25344" y="144677"/>
                  </a:lnTo>
                  <a:lnTo>
                    <a:pt x="21480" y="138102"/>
                  </a:lnTo>
                  <a:lnTo>
                    <a:pt x="18078" y="131388"/>
                  </a:lnTo>
                  <a:lnTo>
                    <a:pt x="15141" y="124557"/>
                  </a:lnTo>
                  <a:lnTo>
                    <a:pt x="11021" y="118789"/>
                  </a:lnTo>
                  <a:lnTo>
                    <a:pt x="7547" y="112826"/>
                  </a:lnTo>
                  <a:lnTo>
                    <a:pt x="4726" y="106721"/>
                  </a:lnTo>
                  <a:lnTo>
                    <a:pt x="2563" y="100530"/>
                  </a:lnTo>
                  <a:lnTo>
                    <a:pt x="1058" y="94307"/>
                  </a:lnTo>
                  <a:lnTo>
                    <a:pt x="206" y="88105"/>
                  </a:lnTo>
                  <a:lnTo>
                    <a:pt x="0" y="81978"/>
                  </a:lnTo>
                  <a:lnTo>
                    <a:pt x="426" y="75979"/>
                  </a:lnTo>
                  <a:lnTo>
                    <a:pt x="1470" y="70159"/>
                  </a:lnTo>
                  <a:lnTo>
                    <a:pt x="3112" y="64568"/>
                  </a:lnTo>
                  <a:lnTo>
                    <a:pt x="5328" y="59253"/>
                  </a:lnTo>
                  <a:lnTo>
                    <a:pt x="8093" y="54262"/>
                  </a:lnTo>
                  <a:lnTo>
                    <a:pt x="11375" y="49638"/>
                  </a:lnTo>
                  <a:lnTo>
                    <a:pt x="15141" y="45424"/>
                  </a:lnTo>
                  <a:lnTo>
                    <a:pt x="15141" y="45424"/>
                  </a:lnTo>
                  <a:lnTo>
                    <a:pt x="15141" y="45424"/>
                  </a:lnTo>
                </a:path>
              </a:pathLst>
            </a:custGeom>
            <a:ln w="25746" cap="flat">
              <a:solidFill>
                <a:srgbClr val="72BC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21729" y="3812484"/>
              <a:ext cx="68622" cy="68622"/>
            </a:xfrm>
            <a:prstGeom prst="ellipse">
              <a:avLst/>
            </a:prstGeom>
            <a:solidFill>
              <a:srgbClr val="72BC70">
                <a:alpha val="100000"/>
              </a:srgbClr>
            </a:solidFill>
            <a:ln w="9000" cap="rnd">
              <a:solidFill>
                <a:srgbClr val="72BC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684330" y="3812484"/>
              <a:ext cx="68622" cy="68622"/>
            </a:xfrm>
            <a:prstGeom prst="ellipse">
              <a:avLst/>
            </a:prstGeom>
            <a:solidFill>
              <a:srgbClr val="72BC70">
                <a:alpha val="100000"/>
              </a:srgbClr>
            </a:solidFill>
            <a:ln w="9000" cap="rnd">
              <a:solidFill>
                <a:srgbClr val="72BC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1684330" y="3812484"/>
              <a:ext cx="68622" cy="68622"/>
            </a:xfrm>
            <a:prstGeom prst="ellipse">
              <a:avLst/>
            </a:prstGeom>
            <a:solidFill>
              <a:srgbClr val="72BC70">
                <a:alpha val="100000"/>
              </a:srgbClr>
            </a:solidFill>
            <a:ln w="9000" cap="rnd">
              <a:solidFill>
                <a:srgbClr val="72BC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1684330" y="3812484"/>
              <a:ext cx="68622" cy="68622"/>
            </a:xfrm>
            <a:prstGeom prst="ellipse">
              <a:avLst/>
            </a:prstGeom>
            <a:solidFill>
              <a:srgbClr val="72BC70">
                <a:alpha val="100000"/>
              </a:srgbClr>
            </a:solidFill>
            <a:ln w="9000" cap="rnd">
              <a:solidFill>
                <a:srgbClr val="72BC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1684330" y="3891617"/>
              <a:ext cx="68622" cy="68622"/>
            </a:xfrm>
            <a:prstGeom prst="ellipse">
              <a:avLst/>
            </a:prstGeom>
            <a:solidFill>
              <a:srgbClr val="72BC70">
                <a:alpha val="100000"/>
              </a:srgbClr>
            </a:solidFill>
            <a:ln w="9000" cap="rnd">
              <a:solidFill>
                <a:srgbClr val="72BC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1852197" y="3980350"/>
              <a:ext cx="68622" cy="68622"/>
            </a:xfrm>
            <a:prstGeom prst="ellipse">
              <a:avLst/>
            </a:prstGeom>
            <a:solidFill>
              <a:srgbClr val="72BC70">
                <a:alpha val="100000"/>
              </a:srgbClr>
            </a:solidFill>
            <a:ln w="9000" cap="rnd">
              <a:solidFill>
                <a:srgbClr val="72BC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1684330" y="3812484"/>
              <a:ext cx="68622" cy="68622"/>
            </a:xfrm>
            <a:prstGeom prst="ellipse">
              <a:avLst/>
            </a:prstGeom>
            <a:solidFill>
              <a:srgbClr val="72BC70">
                <a:alpha val="100000"/>
              </a:srgbClr>
            </a:solidFill>
            <a:ln w="9000" cap="rnd">
              <a:solidFill>
                <a:srgbClr val="72BC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1684330" y="3812484"/>
              <a:ext cx="68622" cy="68622"/>
            </a:xfrm>
            <a:prstGeom prst="ellipse">
              <a:avLst/>
            </a:prstGeom>
            <a:solidFill>
              <a:srgbClr val="72BC70">
                <a:alpha val="100000"/>
              </a:srgbClr>
            </a:solidFill>
            <a:ln w="9000" cap="rnd">
              <a:solidFill>
                <a:srgbClr val="72BC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1718642" y="3609397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1718642" y="3678929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1718642" y="3846795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1718642" y="3846795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1718642" y="3846795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1550775" y="3846795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1481243" y="3846795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1550775" y="3678929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tx567"/>
            <p:cNvSpPr/>
            <p:nvPr/>
          </p:nvSpPr>
          <p:spPr>
            <a:xfrm>
              <a:off x="1581997" y="3537239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1665226" y="3615354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1873901" y="3804476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1655840" y="3991034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1572611" y="4069258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1268864" y="3991034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1324282" y="3804476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1278250" y="3615354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1176249" y="3695212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1125394" y="3576513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77" name="rc577"/>
            <p:cNvSpPr/>
            <p:nvPr/>
          </p:nvSpPr>
          <p:spPr>
            <a:xfrm>
              <a:off x="3071196" y="3428999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3071196" y="3512089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3405652" y="3428999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0" name="tx580"/>
            <p:cNvSpPr/>
            <p:nvPr/>
          </p:nvSpPr>
          <p:spPr>
            <a:xfrm>
              <a:off x="4238355" y="3413660"/>
              <a:ext cx="963788" cy="108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581" name="rc581"/>
            <p:cNvSpPr/>
            <p:nvPr/>
          </p:nvSpPr>
          <p:spPr>
            <a:xfrm>
              <a:off x="4423500" y="3550047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4720249" y="3579722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4720249" y="3657946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4720249" y="3846795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4720249" y="3846795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4720249" y="3846795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4531399" y="3846795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4453175" y="3846795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4531399" y="3657946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4601564" y="3728096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4482880" y="3609397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4453209" y="3579722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4636316" y="3673951"/>
              <a:ext cx="287837" cy="300905"/>
            </a:xfrm>
            <a:custGeom>
              <a:avLst/>
              <a:pathLst>
                <a:path w="287837" h="300905">
                  <a:moveTo>
                    <a:pt x="202632" y="172844"/>
                  </a:moveTo>
                  <a:lnTo>
                    <a:pt x="202431" y="165943"/>
                  </a:lnTo>
                  <a:lnTo>
                    <a:pt x="201830" y="159064"/>
                  </a:lnTo>
                  <a:lnTo>
                    <a:pt x="200829" y="152232"/>
                  </a:lnTo>
                  <a:lnTo>
                    <a:pt x="199433" y="145470"/>
                  </a:lnTo>
                  <a:lnTo>
                    <a:pt x="197646" y="138801"/>
                  </a:lnTo>
                  <a:lnTo>
                    <a:pt x="195474" y="132247"/>
                  </a:lnTo>
                  <a:lnTo>
                    <a:pt x="192924" y="125830"/>
                  </a:lnTo>
                  <a:lnTo>
                    <a:pt x="190006" y="119572"/>
                  </a:lnTo>
                  <a:lnTo>
                    <a:pt x="186729" y="113495"/>
                  </a:lnTo>
                  <a:lnTo>
                    <a:pt x="183105" y="107618"/>
                  </a:lnTo>
                  <a:lnTo>
                    <a:pt x="179144" y="101962"/>
                  </a:lnTo>
                  <a:lnTo>
                    <a:pt x="174862" y="96546"/>
                  </a:lnTo>
                  <a:lnTo>
                    <a:pt x="170272" y="91388"/>
                  </a:lnTo>
                  <a:lnTo>
                    <a:pt x="165389" y="86505"/>
                  </a:lnTo>
                  <a:lnTo>
                    <a:pt x="160231" y="81915"/>
                  </a:lnTo>
                  <a:lnTo>
                    <a:pt x="154815" y="77633"/>
                  </a:lnTo>
                  <a:lnTo>
                    <a:pt x="149159" y="73672"/>
                  </a:lnTo>
                  <a:lnTo>
                    <a:pt x="143282" y="70048"/>
                  </a:lnTo>
                  <a:lnTo>
                    <a:pt x="137205" y="66771"/>
                  </a:lnTo>
                  <a:lnTo>
                    <a:pt x="130947" y="63853"/>
                  </a:lnTo>
                  <a:lnTo>
                    <a:pt x="124530" y="61303"/>
                  </a:lnTo>
                  <a:lnTo>
                    <a:pt x="117976" y="59131"/>
                  </a:lnTo>
                  <a:lnTo>
                    <a:pt x="111307" y="57344"/>
                  </a:lnTo>
                  <a:lnTo>
                    <a:pt x="104545" y="55948"/>
                  </a:lnTo>
                  <a:lnTo>
                    <a:pt x="97713" y="54947"/>
                  </a:lnTo>
                  <a:lnTo>
                    <a:pt x="90834" y="54346"/>
                  </a:lnTo>
                  <a:lnTo>
                    <a:pt x="83933" y="54145"/>
                  </a:lnTo>
                  <a:lnTo>
                    <a:pt x="88362" y="48828"/>
                  </a:lnTo>
                  <a:lnTo>
                    <a:pt x="93170" y="43684"/>
                  </a:lnTo>
                  <a:lnTo>
                    <a:pt x="98351" y="38731"/>
                  </a:lnTo>
                  <a:lnTo>
                    <a:pt x="103897" y="33991"/>
                  </a:lnTo>
                  <a:lnTo>
                    <a:pt x="109798" y="29482"/>
                  </a:lnTo>
                  <a:lnTo>
                    <a:pt x="116045" y="25225"/>
                  </a:lnTo>
                  <a:lnTo>
                    <a:pt x="122628" y="21237"/>
                  </a:lnTo>
                  <a:lnTo>
                    <a:pt x="129535" y="17538"/>
                  </a:lnTo>
                  <a:lnTo>
                    <a:pt x="136753" y="14145"/>
                  </a:lnTo>
                  <a:lnTo>
                    <a:pt x="144269" y="11076"/>
                  </a:lnTo>
                  <a:lnTo>
                    <a:pt x="152069" y="8348"/>
                  </a:lnTo>
                  <a:lnTo>
                    <a:pt x="160138" y="5977"/>
                  </a:lnTo>
                  <a:lnTo>
                    <a:pt x="168461" y="3979"/>
                  </a:lnTo>
                  <a:lnTo>
                    <a:pt x="177020" y="2368"/>
                  </a:lnTo>
                  <a:lnTo>
                    <a:pt x="185798" y="1159"/>
                  </a:lnTo>
                  <a:lnTo>
                    <a:pt x="194778" y="365"/>
                  </a:lnTo>
                  <a:lnTo>
                    <a:pt x="203941" y="0"/>
                  </a:lnTo>
                  <a:lnTo>
                    <a:pt x="213267" y="74"/>
                  </a:lnTo>
                  <a:lnTo>
                    <a:pt x="222737" y="599"/>
                  </a:lnTo>
                  <a:lnTo>
                    <a:pt x="232329" y="1585"/>
                  </a:lnTo>
                  <a:lnTo>
                    <a:pt x="242024" y="3042"/>
                  </a:lnTo>
                  <a:lnTo>
                    <a:pt x="251799" y="4978"/>
                  </a:lnTo>
                  <a:lnTo>
                    <a:pt x="259350" y="17438"/>
                  </a:lnTo>
                  <a:lnTo>
                    <a:pt x="266018" y="30190"/>
                  </a:lnTo>
                  <a:lnTo>
                    <a:pt x="271794" y="43173"/>
                  </a:lnTo>
                  <a:lnTo>
                    <a:pt x="276676" y="56327"/>
                  </a:lnTo>
                  <a:lnTo>
                    <a:pt x="280664" y="69592"/>
                  </a:lnTo>
                  <a:lnTo>
                    <a:pt x="283764" y="82907"/>
                  </a:lnTo>
                  <a:lnTo>
                    <a:pt x="285984" y="96216"/>
                  </a:lnTo>
                  <a:lnTo>
                    <a:pt x="287336" y="109461"/>
                  </a:lnTo>
                  <a:lnTo>
                    <a:pt x="287837" y="122586"/>
                  </a:lnTo>
                  <a:lnTo>
                    <a:pt x="287506" y="135538"/>
                  </a:lnTo>
                  <a:lnTo>
                    <a:pt x="286365" y="148265"/>
                  </a:lnTo>
                  <a:lnTo>
                    <a:pt x="284442" y="160716"/>
                  </a:lnTo>
                  <a:lnTo>
                    <a:pt x="281765" y="172844"/>
                  </a:lnTo>
                  <a:lnTo>
                    <a:pt x="278366" y="184605"/>
                  </a:lnTo>
                  <a:lnTo>
                    <a:pt x="274280" y="195957"/>
                  </a:lnTo>
                  <a:lnTo>
                    <a:pt x="269543" y="206859"/>
                  </a:lnTo>
                  <a:lnTo>
                    <a:pt x="264196" y="217275"/>
                  </a:lnTo>
                  <a:lnTo>
                    <a:pt x="258279" y="227173"/>
                  </a:lnTo>
                  <a:lnTo>
                    <a:pt x="251834" y="236521"/>
                  </a:lnTo>
                  <a:lnTo>
                    <a:pt x="244908" y="245293"/>
                  </a:lnTo>
                  <a:lnTo>
                    <a:pt x="237545" y="253466"/>
                  </a:lnTo>
                  <a:lnTo>
                    <a:pt x="229792" y="261020"/>
                  </a:lnTo>
                  <a:lnTo>
                    <a:pt x="221697" y="267936"/>
                  </a:lnTo>
                  <a:lnTo>
                    <a:pt x="213309" y="274204"/>
                  </a:lnTo>
                  <a:lnTo>
                    <a:pt x="204675" y="279812"/>
                  </a:lnTo>
                  <a:lnTo>
                    <a:pt x="195844" y="284755"/>
                  </a:lnTo>
                  <a:lnTo>
                    <a:pt x="186864" y="289030"/>
                  </a:lnTo>
                  <a:lnTo>
                    <a:pt x="177784" y="292637"/>
                  </a:lnTo>
                  <a:lnTo>
                    <a:pt x="168651" y="295580"/>
                  </a:lnTo>
                  <a:lnTo>
                    <a:pt x="159511" y="297867"/>
                  </a:lnTo>
                  <a:lnTo>
                    <a:pt x="150410" y="299507"/>
                  </a:lnTo>
                  <a:lnTo>
                    <a:pt x="141392" y="300514"/>
                  </a:lnTo>
                  <a:lnTo>
                    <a:pt x="132500" y="300905"/>
                  </a:lnTo>
                  <a:lnTo>
                    <a:pt x="123774" y="300698"/>
                  </a:lnTo>
                  <a:lnTo>
                    <a:pt x="115253" y="299915"/>
                  </a:lnTo>
                  <a:lnTo>
                    <a:pt x="106975" y="298581"/>
                  </a:lnTo>
                  <a:lnTo>
                    <a:pt x="98974" y="296721"/>
                  </a:lnTo>
                  <a:lnTo>
                    <a:pt x="91283" y="294365"/>
                  </a:lnTo>
                  <a:lnTo>
                    <a:pt x="83933" y="291544"/>
                  </a:lnTo>
                  <a:lnTo>
                    <a:pt x="76950" y="288289"/>
                  </a:lnTo>
                  <a:lnTo>
                    <a:pt x="70359" y="284636"/>
                  </a:lnTo>
                  <a:lnTo>
                    <a:pt x="64182" y="280618"/>
                  </a:lnTo>
                  <a:lnTo>
                    <a:pt x="58440" y="276274"/>
                  </a:lnTo>
                  <a:lnTo>
                    <a:pt x="53147" y="271640"/>
                  </a:lnTo>
                  <a:lnTo>
                    <a:pt x="48317" y="266755"/>
                  </a:lnTo>
                  <a:lnTo>
                    <a:pt x="43961" y="261658"/>
                  </a:lnTo>
                  <a:lnTo>
                    <a:pt x="40086" y="256388"/>
                  </a:lnTo>
                  <a:lnTo>
                    <a:pt x="36696" y="250983"/>
                  </a:lnTo>
                  <a:lnTo>
                    <a:pt x="33793" y="245484"/>
                  </a:lnTo>
                  <a:lnTo>
                    <a:pt x="31376" y="239928"/>
                  </a:lnTo>
                  <a:lnTo>
                    <a:pt x="29440" y="234354"/>
                  </a:lnTo>
                  <a:lnTo>
                    <a:pt x="27977" y="228800"/>
                  </a:lnTo>
                  <a:lnTo>
                    <a:pt x="26979" y="223301"/>
                  </a:lnTo>
                  <a:lnTo>
                    <a:pt x="26432" y="217893"/>
                  </a:lnTo>
                  <a:lnTo>
                    <a:pt x="26322" y="212610"/>
                  </a:lnTo>
                  <a:lnTo>
                    <a:pt x="26631" y="207485"/>
                  </a:lnTo>
                  <a:lnTo>
                    <a:pt x="27339" y="202547"/>
                  </a:lnTo>
                  <a:lnTo>
                    <a:pt x="28424" y="197827"/>
                  </a:lnTo>
                  <a:lnTo>
                    <a:pt x="29863" y="193350"/>
                  </a:lnTo>
                  <a:lnTo>
                    <a:pt x="31629" y="189143"/>
                  </a:lnTo>
                  <a:lnTo>
                    <a:pt x="33695" y="185227"/>
                  </a:lnTo>
                  <a:lnTo>
                    <a:pt x="36033" y="181622"/>
                  </a:lnTo>
                  <a:lnTo>
                    <a:pt x="38612" y="178347"/>
                  </a:lnTo>
                  <a:lnTo>
                    <a:pt x="41400" y="175417"/>
                  </a:lnTo>
                  <a:lnTo>
                    <a:pt x="44366" y="172844"/>
                  </a:lnTo>
                  <a:lnTo>
                    <a:pt x="47476" y="170639"/>
                  </a:lnTo>
                  <a:lnTo>
                    <a:pt x="50697" y="168809"/>
                  </a:lnTo>
                  <a:lnTo>
                    <a:pt x="53995" y="167358"/>
                  </a:lnTo>
                  <a:lnTo>
                    <a:pt x="57336" y="166289"/>
                  </a:lnTo>
                  <a:lnTo>
                    <a:pt x="60687" y="165601"/>
                  </a:lnTo>
                  <a:lnTo>
                    <a:pt x="64012" y="165289"/>
                  </a:lnTo>
                  <a:lnTo>
                    <a:pt x="67280" y="165350"/>
                  </a:lnTo>
                  <a:lnTo>
                    <a:pt x="70458" y="165772"/>
                  </a:lnTo>
                  <a:lnTo>
                    <a:pt x="73514" y="166546"/>
                  </a:lnTo>
                  <a:lnTo>
                    <a:pt x="76418" y="167657"/>
                  </a:lnTo>
                  <a:lnTo>
                    <a:pt x="79141" y="169090"/>
                  </a:lnTo>
                  <a:lnTo>
                    <a:pt x="81655" y="170826"/>
                  </a:lnTo>
                  <a:lnTo>
                    <a:pt x="83933" y="172844"/>
                  </a:lnTo>
                  <a:lnTo>
                    <a:pt x="84191" y="179086"/>
                  </a:lnTo>
                  <a:lnTo>
                    <a:pt x="84964" y="185296"/>
                  </a:lnTo>
                  <a:lnTo>
                    <a:pt x="86251" y="191442"/>
                  </a:lnTo>
                  <a:lnTo>
                    <a:pt x="88046" y="197493"/>
                  </a:lnTo>
                  <a:lnTo>
                    <a:pt x="90343" y="203416"/>
                  </a:lnTo>
                  <a:lnTo>
                    <a:pt x="93134" y="209181"/>
                  </a:lnTo>
                  <a:lnTo>
                    <a:pt x="96411" y="214758"/>
                  </a:lnTo>
                  <a:lnTo>
                    <a:pt x="100161" y="220115"/>
                  </a:lnTo>
                  <a:lnTo>
                    <a:pt x="104371" y="225224"/>
                  </a:lnTo>
                  <a:lnTo>
                    <a:pt x="109028" y="230056"/>
                  </a:lnTo>
                  <a:lnTo>
                    <a:pt x="114115" y="234582"/>
                  </a:lnTo>
                  <a:lnTo>
                    <a:pt x="119614" y="238777"/>
                  </a:lnTo>
                  <a:lnTo>
                    <a:pt x="125506" y="242613"/>
                  </a:lnTo>
                  <a:lnTo>
                    <a:pt x="131770" y="246065"/>
                  </a:lnTo>
                  <a:lnTo>
                    <a:pt x="138385" y="249110"/>
                  </a:lnTo>
                  <a:lnTo>
                    <a:pt x="145328" y="251725"/>
                  </a:lnTo>
                  <a:lnTo>
                    <a:pt x="152573" y="253887"/>
                  </a:lnTo>
                  <a:lnTo>
                    <a:pt x="160094" y="255578"/>
                  </a:lnTo>
                  <a:lnTo>
                    <a:pt x="167866" y="256778"/>
                  </a:lnTo>
                  <a:lnTo>
                    <a:pt x="162844" y="261516"/>
                  </a:lnTo>
                  <a:lnTo>
                    <a:pt x="157554" y="265954"/>
                  </a:lnTo>
                  <a:lnTo>
                    <a:pt x="152016" y="270077"/>
                  </a:lnTo>
                  <a:lnTo>
                    <a:pt x="146247" y="273871"/>
                  </a:lnTo>
                  <a:lnTo>
                    <a:pt x="140268" y="277324"/>
                  </a:lnTo>
                  <a:lnTo>
                    <a:pt x="134097" y="280423"/>
                  </a:lnTo>
                  <a:lnTo>
                    <a:pt x="127757" y="283157"/>
                  </a:lnTo>
                  <a:lnTo>
                    <a:pt x="121269" y="285519"/>
                  </a:lnTo>
                  <a:lnTo>
                    <a:pt x="114654" y="287499"/>
                  </a:lnTo>
                  <a:lnTo>
                    <a:pt x="107936" y="289092"/>
                  </a:lnTo>
                  <a:lnTo>
                    <a:pt x="101136" y="290291"/>
                  </a:lnTo>
                  <a:lnTo>
                    <a:pt x="94278" y="291092"/>
                  </a:lnTo>
                  <a:lnTo>
                    <a:pt x="87385" y="291494"/>
                  </a:lnTo>
                  <a:lnTo>
                    <a:pt x="80480" y="291494"/>
                  </a:lnTo>
                  <a:lnTo>
                    <a:pt x="73587" y="291092"/>
                  </a:lnTo>
                  <a:lnTo>
                    <a:pt x="66729" y="290291"/>
                  </a:lnTo>
                  <a:lnTo>
                    <a:pt x="59930" y="289092"/>
                  </a:lnTo>
                  <a:lnTo>
                    <a:pt x="53211" y="287499"/>
                  </a:lnTo>
                  <a:lnTo>
                    <a:pt x="46596" y="285519"/>
                  </a:lnTo>
                  <a:lnTo>
                    <a:pt x="40108" y="283157"/>
                  </a:lnTo>
                  <a:lnTo>
                    <a:pt x="33768" y="280423"/>
                  </a:lnTo>
                  <a:lnTo>
                    <a:pt x="27598" y="277324"/>
                  </a:lnTo>
                  <a:lnTo>
                    <a:pt x="21618" y="273871"/>
                  </a:lnTo>
                  <a:lnTo>
                    <a:pt x="15849" y="270077"/>
                  </a:lnTo>
                  <a:lnTo>
                    <a:pt x="10311" y="265954"/>
                  </a:lnTo>
                  <a:lnTo>
                    <a:pt x="5022" y="261516"/>
                  </a:lnTo>
                  <a:lnTo>
                    <a:pt x="0" y="256778"/>
                  </a:lnTo>
                  <a:lnTo>
                    <a:pt x="1199" y="249006"/>
                  </a:lnTo>
                  <a:lnTo>
                    <a:pt x="2890" y="241484"/>
                  </a:lnTo>
                  <a:lnTo>
                    <a:pt x="5052" y="234239"/>
                  </a:lnTo>
                  <a:lnTo>
                    <a:pt x="7667" y="227297"/>
                  </a:lnTo>
                  <a:lnTo>
                    <a:pt x="10712" y="220682"/>
                  </a:lnTo>
                  <a:lnTo>
                    <a:pt x="14164" y="214417"/>
                  </a:lnTo>
                  <a:lnTo>
                    <a:pt x="18000" y="208525"/>
                  </a:lnTo>
                  <a:lnTo>
                    <a:pt x="22195" y="203026"/>
                  </a:lnTo>
                  <a:lnTo>
                    <a:pt x="26721" y="197940"/>
                  </a:lnTo>
                  <a:lnTo>
                    <a:pt x="31553" y="193283"/>
                  </a:lnTo>
                  <a:lnTo>
                    <a:pt x="36662" y="189072"/>
                  </a:lnTo>
                  <a:lnTo>
                    <a:pt x="42019" y="185322"/>
                  </a:lnTo>
                  <a:lnTo>
                    <a:pt x="47596" y="182046"/>
                  </a:lnTo>
                  <a:lnTo>
                    <a:pt x="53361" y="179255"/>
                  </a:lnTo>
                  <a:lnTo>
                    <a:pt x="59284" y="176957"/>
                  </a:lnTo>
                  <a:lnTo>
                    <a:pt x="65335" y="175163"/>
                  </a:lnTo>
                  <a:lnTo>
                    <a:pt x="71481" y="173876"/>
                  </a:lnTo>
                  <a:lnTo>
                    <a:pt x="77691" y="173102"/>
                  </a:lnTo>
                  <a:lnTo>
                    <a:pt x="83933" y="172844"/>
                  </a:lnTo>
                  <a:lnTo>
                    <a:pt x="80456" y="173166"/>
                  </a:lnTo>
                  <a:lnTo>
                    <a:pt x="77069" y="174127"/>
                  </a:lnTo>
                  <a:lnTo>
                    <a:pt x="73859" y="175711"/>
                  </a:lnTo>
                  <a:lnTo>
                    <a:pt x="70911" y="177889"/>
                  </a:lnTo>
                  <a:lnTo>
                    <a:pt x="68307" y="180625"/>
                  </a:lnTo>
                  <a:lnTo>
                    <a:pt x="66123" y="183871"/>
                  </a:lnTo>
                  <a:lnTo>
                    <a:pt x="64431" y="187572"/>
                  </a:lnTo>
                  <a:lnTo>
                    <a:pt x="63293" y="191660"/>
                  </a:lnTo>
                  <a:lnTo>
                    <a:pt x="62765" y="196064"/>
                  </a:lnTo>
                  <a:lnTo>
                    <a:pt x="62894" y="200704"/>
                  </a:lnTo>
                  <a:lnTo>
                    <a:pt x="63716" y="205495"/>
                  </a:lnTo>
                  <a:lnTo>
                    <a:pt x="65259" y="210346"/>
                  </a:lnTo>
                  <a:lnTo>
                    <a:pt x="67538" y="215165"/>
                  </a:lnTo>
                  <a:lnTo>
                    <a:pt x="70557" y="219855"/>
                  </a:lnTo>
                  <a:lnTo>
                    <a:pt x="74310" y="224320"/>
                  </a:lnTo>
                  <a:lnTo>
                    <a:pt x="78779" y="228465"/>
                  </a:lnTo>
                  <a:lnTo>
                    <a:pt x="83933" y="232194"/>
                  </a:lnTo>
                  <a:lnTo>
                    <a:pt x="89731" y="235417"/>
                  </a:lnTo>
                  <a:lnTo>
                    <a:pt x="96121" y="238047"/>
                  </a:lnTo>
                  <a:lnTo>
                    <a:pt x="103041" y="240002"/>
                  </a:lnTo>
                  <a:lnTo>
                    <a:pt x="110417" y="241208"/>
                  </a:lnTo>
                  <a:lnTo>
                    <a:pt x="118168" y="241598"/>
                  </a:lnTo>
                  <a:lnTo>
                    <a:pt x="126203" y="241114"/>
                  </a:lnTo>
                  <a:lnTo>
                    <a:pt x="134426" y="239708"/>
                  </a:lnTo>
                  <a:lnTo>
                    <a:pt x="142732" y="237344"/>
                  </a:lnTo>
                  <a:lnTo>
                    <a:pt x="151013" y="233996"/>
                  </a:lnTo>
                  <a:lnTo>
                    <a:pt x="159155" y="229649"/>
                  </a:lnTo>
                  <a:lnTo>
                    <a:pt x="167044" y="224304"/>
                  </a:lnTo>
                  <a:lnTo>
                    <a:pt x="174562" y="217972"/>
                  </a:lnTo>
                  <a:lnTo>
                    <a:pt x="181595" y="210679"/>
                  </a:lnTo>
                  <a:lnTo>
                    <a:pt x="188027" y="202462"/>
                  </a:lnTo>
                  <a:lnTo>
                    <a:pt x="193748" y="193372"/>
                  </a:lnTo>
                  <a:lnTo>
                    <a:pt x="198650" y="183474"/>
                  </a:lnTo>
                  <a:close/>
                </a:path>
              </a:pathLst>
            </a:custGeom>
            <a:solidFill>
              <a:srgbClr val="44C08A">
                <a:alpha val="27843"/>
              </a:srgbClr>
            </a:solidFill>
            <a:ln w="25746" cap="flat">
              <a:solidFill>
                <a:srgbClr val="44C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4636316" y="3673951"/>
              <a:ext cx="256778" cy="256778"/>
            </a:xfrm>
            <a:custGeom>
              <a:avLst/>
              <a:pathLst>
                <a:path w="256778" h="256778">
                  <a:moveTo>
                    <a:pt x="83933" y="54145"/>
                  </a:moveTo>
                  <a:lnTo>
                    <a:pt x="88362" y="48828"/>
                  </a:lnTo>
                  <a:lnTo>
                    <a:pt x="93170" y="43684"/>
                  </a:lnTo>
                  <a:lnTo>
                    <a:pt x="98351" y="38731"/>
                  </a:lnTo>
                  <a:lnTo>
                    <a:pt x="103897" y="33991"/>
                  </a:lnTo>
                  <a:lnTo>
                    <a:pt x="109798" y="29482"/>
                  </a:lnTo>
                  <a:lnTo>
                    <a:pt x="116045" y="25225"/>
                  </a:lnTo>
                  <a:lnTo>
                    <a:pt x="122628" y="21237"/>
                  </a:lnTo>
                  <a:lnTo>
                    <a:pt x="129535" y="17538"/>
                  </a:lnTo>
                  <a:lnTo>
                    <a:pt x="136753" y="14145"/>
                  </a:lnTo>
                  <a:lnTo>
                    <a:pt x="144269" y="11076"/>
                  </a:lnTo>
                  <a:lnTo>
                    <a:pt x="152069" y="8348"/>
                  </a:lnTo>
                  <a:lnTo>
                    <a:pt x="160138" y="5977"/>
                  </a:lnTo>
                  <a:lnTo>
                    <a:pt x="168461" y="3979"/>
                  </a:lnTo>
                  <a:lnTo>
                    <a:pt x="177020" y="2368"/>
                  </a:lnTo>
                  <a:lnTo>
                    <a:pt x="185798" y="1159"/>
                  </a:lnTo>
                  <a:lnTo>
                    <a:pt x="194778" y="365"/>
                  </a:lnTo>
                  <a:lnTo>
                    <a:pt x="203941" y="0"/>
                  </a:lnTo>
                  <a:lnTo>
                    <a:pt x="213267" y="74"/>
                  </a:lnTo>
                  <a:lnTo>
                    <a:pt x="222737" y="599"/>
                  </a:lnTo>
                  <a:lnTo>
                    <a:pt x="232329" y="1585"/>
                  </a:lnTo>
                  <a:lnTo>
                    <a:pt x="242024" y="3042"/>
                  </a:lnTo>
                  <a:lnTo>
                    <a:pt x="251799" y="4978"/>
                  </a:lnTo>
                  <a:lnTo>
                    <a:pt x="253735" y="14753"/>
                  </a:lnTo>
                  <a:lnTo>
                    <a:pt x="255192" y="24448"/>
                  </a:lnTo>
                  <a:lnTo>
                    <a:pt x="256178" y="34040"/>
                  </a:lnTo>
                  <a:lnTo>
                    <a:pt x="256703" y="43510"/>
                  </a:lnTo>
                  <a:lnTo>
                    <a:pt x="256778" y="52836"/>
                  </a:lnTo>
                  <a:lnTo>
                    <a:pt x="256412" y="61999"/>
                  </a:lnTo>
                  <a:lnTo>
                    <a:pt x="255618" y="70979"/>
                  </a:lnTo>
                  <a:lnTo>
                    <a:pt x="254409" y="79757"/>
                  </a:lnTo>
                  <a:lnTo>
                    <a:pt x="252798" y="88316"/>
                  </a:lnTo>
                  <a:lnTo>
                    <a:pt x="250800" y="96639"/>
                  </a:lnTo>
                  <a:lnTo>
                    <a:pt x="248429" y="104708"/>
                  </a:lnTo>
                  <a:lnTo>
                    <a:pt x="245701" y="112508"/>
                  </a:lnTo>
                  <a:lnTo>
                    <a:pt x="242632" y="120024"/>
                  </a:lnTo>
                  <a:lnTo>
                    <a:pt x="239239" y="127242"/>
                  </a:lnTo>
                  <a:lnTo>
                    <a:pt x="235540" y="134149"/>
                  </a:lnTo>
                  <a:lnTo>
                    <a:pt x="231552" y="140732"/>
                  </a:lnTo>
                  <a:lnTo>
                    <a:pt x="227295" y="146979"/>
                  </a:lnTo>
                  <a:lnTo>
                    <a:pt x="222786" y="152880"/>
                  </a:lnTo>
                  <a:lnTo>
                    <a:pt x="218046" y="158426"/>
                  </a:lnTo>
                  <a:lnTo>
                    <a:pt x="213093" y="163607"/>
                  </a:lnTo>
                  <a:lnTo>
                    <a:pt x="207949" y="168415"/>
                  </a:lnTo>
                  <a:lnTo>
                    <a:pt x="202632" y="172844"/>
                  </a:lnTo>
                  <a:lnTo>
                    <a:pt x="202416" y="180011"/>
                  </a:lnTo>
                  <a:lnTo>
                    <a:pt x="201767" y="187152"/>
                  </a:lnTo>
                  <a:lnTo>
                    <a:pt x="200688" y="194240"/>
                  </a:lnTo>
                  <a:lnTo>
                    <a:pt x="199183" y="201251"/>
                  </a:lnTo>
                  <a:lnTo>
                    <a:pt x="197258" y="208158"/>
                  </a:lnTo>
                  <a:lnTo>
                    <a:pt x="194919" y="214936"/>
                  </a:lnTo>
                  <a:lnTo>
                    <a:pt x="192175" y="221560"/>
                  </a:lnTo>
                  <a:lnTo>
                    <a:pt x="189036" y="228007"/>
                  </a:lnTo>
                  <a:lnTo>
                    <a:pt x="185513" y="234252"/>
                  </a:lnTo>
                  <a:lnTo>
                    <a:pt x="181620" y="240273"/>
                  </a:lnTo>
                  <a:lnTo>
                    <a:pt x="177371" y="246049"/>
                  </a:lnTo>
                  <a:lnTo>
                    <a:pt x="172781" y="251557"/>
                  </a:lnTo>
                  <a:lnTo>
                    <a:pt x="167866" y="256778"/>
                  </a:lnTo>
                  <a:lnTo>
                    <a:pt x="160094" y="255578"/>
                  </a:lnTo>
                  <a:lnTo>
                    <a:pt x="152573" y="253887"/>
                  </a:lnTo>
                  <a:lnTo>
                    <a:pt x="145328" y="251725"/>
                  </a:lnTo>
                  <a:lnTo>
                    <a:pt x="138385" y="249110"/>
                  </a:lnTo>
                  <a:lnTo>
                    <a:pt x="131770" y="246065"/>
                  </a:lnTo>
                  <a:lnTo>
                    <a:pt x="125506" y="242613"/>
                  </a:lnTo>
                  <a:lnTo>
                    <a:pt x="119614" y="238777"/>
                  </a:lnTo>
                  <a:lnTo>
                    <a:pt x="114115" y="234582"/>
                  </a:lnTo>
                  <a:lnTo>
                    <a:pt x="109028" y="230056"/>
                  </a:lnTo>
                  <a:lnTo>
                    <a:pt x="104371" y="225224"/>
                  </a:lnTo>
                  <a:lnTo>
                    <a:pt x="100161" y="220115"/>
                  </a:lnTo>
                  <a:lnTo>
                    <a:pt x="96411" y="214758"/>
                  </a:lnTo>
                  <a:lnTo>
                    <a:pt x="93134" y="209181"/>
                  </a:lnTo>
                  <a:lnTo>
                    <a:pt x="90343" y="203416"/>
                  </a:lnTo>
                  <a:lnTo>
                    <a:pt x="88046" y="197493"/>
                  </a:lnTo>
                  <a:lnTo>
                    <a:pt x="86251" y="191442"/>
                  </a:lnTo>
                  <a:lnTo>
                    <a:pt x="84964" y="185296"/>
                  </a:lnTo>
                  <a:lnTo>
                    <a:pt x="84191" y="179086"/>
                  </a:lnTo>
                  <a:lnTo>
                    <a:pt x="83933" y="172844"/>
                  </a:lnTo>
                  <a:lnTo>
                    <a:pt x="83675" y="179086"/>
                  </a:lnTo>
                  <a:lnTo>
                    <a:pt x="82901" y="185296"/>
                  </a:lnTo>
                  <a:lnTo>
                    <a:pt x="81614" y="191442"/>
                  </a:lnTo>
                  <a:lnTo>
                    <a:pt x="79820" y="197493"/>
                  </a:lnTo>
                  <a:lnTo>
                    <a:pt x="77522" y="203416"/>
                  </a:lnTo>
                  <a:lnTo>
                    <a:pt x="74731" y="209181"/>
                  </a:lnTo>
                  <a:lnTo>
                    <a:pt x="71455" y="214758"/>
                  </a:lnTo>
                  <a:lnTo>
                    <a:pt x="67705" y="220115"/>
                  </a:lnTo>
                  <a:lnTo>
                    <a:pt x="63494" y="225224"/>
                  </a:lnTo>
                  <a:lnTo>
                    <a:pt x="58837" y="230056"/>
                  </a:lnTo>
                  <a:lnTo>
                    <a:pt x="53751" y="234582"/>
                  </a:lnTo>
                  <a:lnTo>
                    <a:pt x="48252" y="238777"/>
                  </a:lnTo>
                  <a:lnTo>
                    <a:pt x="42360" y="242613"/>
                  </a:lnTo>
                  <a:lnTo>
                    <a:pt x="36095" y="246065"/>
                  </a:lnTo>
                  <a:lnTo>
                    <a:pt x="29480" y="249110"/>
                  </a:lnTo>
                  <a:lnTo>
                    <a:pt x="22538" y="251725"/>
                  </a:lnTo>
                  <a:lnTo>
                    <a:pt x="15293" y="253887"/>
                  </a:lnTo>
                  <a:lnTo>
                    <a:pt x="7771" y="255578"/>
                  </a:lnTo>
                  <a:lnTo>
                    <a:pt x="0" y="256778"/>
                  </a:lnTo>
                  <a:lnTo>
                    <a:pt x="1199" y="249006"/>
                  </a:lnTo>
                  <a:lnTo>
                    <a:pt x="2890" y="241484"/>
                  </a:lnTo>
                  <a:lnTo>
                    <a:pt x="5052" y="234239"/>
                  </a:lnTo>
                  <a:lnTo>
                    <a:pt x="7667" y="227297"/>
                  </a:lnTo>
                  <a:lnTo>
                    <a:pt x="10712" y="220682"/>
                  </a:lnTo>
                  <a:lnTo>
                    <a:pt x="14164" y="214417"/>
                  </a:lnTo>
                  <a:lnTo>
                    <a:pt x="18000" y="208525"/>
                  </a:lnTo>
                  <a:lnTo>
                    <a:pt x="22195" y="203026"/>
                  </a:lnTo>
                  <a:lnTo>
                    <a:pt x="26721" y="197940"/>
                  </a:lnTo>
                  <a:lnTo>
                    <a:pt x="31553" y="193283"/>
                  </a:lnTo>
                  <a:lnTo>
                    <a:pt x="36662" y="189072"/>
                  </a:lnTo>
                  <a:lnTo>
                    <a:pt x="42019" y="185322"/>
                  </a:lnTo>
                  <a:lnTo>
                    <a:pt x="47596" y="182046"/>
                  </a:lnTo>
                  <a:lnTo>
                    <a:pt x="53361" y="179255"/>
                  </a:lnTo>
                  <a:lnTo>
                    <a:pt x="59284" y="176957"/>
                  </a:lnTo>
                  <a:lnTo>
                    <a:pt x="65335" y="175163"/>
                  </a:lnTo>
                  <a:lnTo>
                    <a:pt x="71481" y="173876"/>
                  </a:lnTo>
                  <a:lnTo>
                    <a:pt x="77691" y="173102"/>
                  </a:lnTo>
                  <a:lnTo>
                    <a:pt x="83933" y="172844"/>
                  </a:lnTo>
                  <a:lnTo>
                    <a:pt x="83933" y="172844"/>
                  </a:lnTo>
                </a:path>
              </a:pathLst>
            </a:custGeom>
            <a:ln w="25746" cap="flat">
              <a:solidFill>
                <a:srgbClr val="44C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804637" y="3812484"/>
              <a:ext cx="68622" cy="68622"/>
            </a:xfrm>
            <a:prstGeom prst="ellipse">
              <a:avLst/>
            </a:prstGeom>
            <a:solidFill>
              <a:srgbClr val="44C08A">
                <a:alpha val="100000"/>
              </a:srgbClr>
            </a:solidFill>
            <a:ln w="9000" cap="rnd">
              <a:solidFill>
                <a:srgbClr val="44C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685937" y="3693785"/>
              <a:ext cx="68622" cy="68622"/>
            </a:xfrm>
            <a:prstGeom prst="ellipse">
              <a:avLst/>
            </a:prstGeom>
            <a:solidFill>
              <a:srgbClr val="44C08A">
                <a:alpha val="100000"/>
              </a:srgbClr>
            </a:solidFill>
            <a:ln w="9000" cap="rnd">
              <a:solidFill>
                <a:srgbClr val="44C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853804" y="3644618"/>
              <a:ext cx="68622" cy="68622"/>
            </a:xfrm>
            <a:prstGeom prst="ellipse">
              <a:avLst/>
            </a:prstGeom>
            <a:solidFill>
              <a:srgbClr val="44C08A">
                <a:alpha val="100000"/>
              </a:srgbClr>
            </a:solidFill>
            <a:ln w="9000" cap="rnd">
              <a:solidFill>
                <a:srgbClr val="44C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4685937" y="3812484"/>
              <a:ext cx="68622" cy="68622"/>
            </a:xfrm>
            <a:prstGeom prst="ellipse">
              <a:avLst/>
            </a:prstGeom>
            <a:solidFill>
              <a:srgbClr val="44C08A">
                <a:alpha val="100000"/>
              </a:srgbClr>
            </a:solidFill>
            <a:ln w="9000" cap="rnd">
              <a:solidFill>
                <a:srgbClr val="44C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685937" y="3812484"/>
              <a:ext cx="68622" cy="68622"/>
            </a:xfrm>
            <a:prstGeom prst="ellipse">
              <a:avLst/>
            </a:prstGeom>
            <a:solidFill>
              <a:srgbClr val="44C08A">
                <a:alpha val="100000"/>
              </a:srgbClr>
            </a:solidFill>
            <a:ln w="9000" cap="rnd">
              <a:solidFill>
                <a:srgbClr val="44C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69871" y="3896417"/>
              <a:ext cx="68622" cy="68622"/>
            </a:xfrm>
            <a:prstGeom prst="ellipse">
              <a:avLst/>
            </a:prstGeom>
            <a:solidFill>
              <a:srgbClr val="44C08A">
                <a:alpha val="100000"/>
              </a:srgbClr>
            </a:solidFill>
            <a:ln w="9000" cap="rnd">
              <a:solidFill>
                <a:srgbClr val="44C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02004" y="3896417"/>
              <a:ext cx="68622" cy="68622"/>
            </a:xfrm>
            <a:prstGeom prst="ellipse">
              <a:avLst/>
            </a:prstGeom>
            <a:solidFill>
              <a:srgbClr val="44C08A">
                <a:alpha val="100000"/>
              </a:srgbClr>
            </a:solidFill>
            <a:ln w="9000" cap="rnd">
              <a:solidFill>
                <a:srgbClr val="44C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4685937" y="3812484"/>
              <a:ext cx="68622" cy="68622"/>
            </a:xfrm>
            <a:prstGeom prst="ellipse">
              <a:avLst/>
            </a:prstGeom>
            <a:solidFill>
              <a:srgbClr val="44C08A">
                <a:alpha val="100000"/>
              </a:srgbClr>
            </a:solidFill>
            <a:ln w="9000" cap="rnd">
              <a:solidFill>
                <a:srgbClr val="44C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4720249" y="3609397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4720249" y="3678929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4720249" y="3846795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4720249" y="3846795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4720249" y="3846795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4552382" y="3846795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4482850" y="3846795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4552382" y="3678929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tx611"/>
            <p:cNvSpPr/>
            <p:nvPr/>
          </p:nvSpPr>
          <p:spPr>
            <a:xfrm>
              <a:off x="4583605" y="3537239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4666834" y="3615354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4875508" y="3804476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4657448" y="3991034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4574219" y="4069258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4270471" y="3991034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4325890" y="3804476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4279857" y="3615354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4177856" y="3695212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4127002" y="3576513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621" name="rc621"/>
            <p:cNvSpPr/>
            <p:nvPr/>
          </p:nvSpPr>
          <p:spPr>
            <a:xfrm>
              <a:off x="6072803" y="3428999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6072803" y="3512089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6407259" y="3428999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4" name="tx624"/>
            <p:cNvSpPr/>
            <p:nvPr/>
          </p:nvSpPr>
          <p:spPr>
            <a:xfrm>
              <a:off x="7131381" y="3414789"/>
              <a:ext cx="1180951" cy="1077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625" name="rc625"/>
            <p:cNvSpPr/>
            <p:nvPr/>
          </p:nvSpPr>
          <p:spPr>
            <a:xfrm>
              <a:off x="7425107" y="3550047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7721856" y="3579722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7721856" y="3657946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7721856" y="3846795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7721856" y="3846795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7721856" y="3846795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7533006" y="3846795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7454782" y="3846795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7533006" y="3657946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7603172" y="3728096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7484487" y="3609397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7454816" y="3579722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7662514" y="3762028"/>
              <a:ext cx="296741" cy="222264"/>
            </a:xfrm>
            <a:custGeom>
              <a:avLst/>
              <a:pathLst>
                <a:path w="296741" h="222264">
                  <a:moveTo>
                    <a:pt x="296741" y="84767"/>
                  </a:moveTo>
                  <a:lnTo>
                    <a:pt x="290466" y="75453"/>
                  </a:lnTo>
                  <a:lnTo>
                    <a:pt x="283836" y="66644"/>
                  </a:lnTo>
                  <a:lnTo>
                    <a:pt x="276881" y="58352"/>
                  </a:lnTo>
                  <a:lnTo>
                    <a:pt x="269633" y="50591"/>
                  </a:lnTo>
                  <a:lnTo>
                    <a:pt x="262122" y="43369"/>
                  </a:lnTo>
                  <a:lnTo>
                    <a:pt x="254381" y="36694"/>
                  </a:lnTo>
                  <a:lnTo>
                    <a:pt x="246440" y="30573"/>
                  </a:lnTo>
                  <a:lnTo>
                    <a:pt x="238332" y="25011"/>
                  </a:lnTo>
                  <a:lnTo>
                    <a:pt x="230089" y="20011"/>
                  </a:lnTo>
                  <a:lnTo>
                    <a:pt x="221743" y="15574"/>
                  </a:lnTo>
                  <a:lnTo>
                    <a:pt x="213326" y="11700"/>
                  </a:lnTo>
                  <a:lnTo>
                    <a:pt x="204869" y="8388"/>
                  </a:lnTo>
                  <a:lnTo>
                    <a:pt x="196404" y="5634"/>
                  </a:lnTo>
                  <a:lnTo>
                    <a:pt x="187962" y="3432"/>
                  </a:lnTo>
                  <a:lnTo>
                    <a:pt x="179573" y="1777"/>
                  </a:lnTo>
                  <a:lnTo>
                    <a:pt x="171267" y="660"/>
                  </a:lnTo>
                  <a:lnTo>
                    <a:pt x="163075" y="71"/>
                  </a:lnTo>
                  <a:lnTo>
                    <a:pt x="155024" y="0"/>
                  </a:lnTo>
                  <a:lnTo>
                    <a:pt x="147143" y="432"/>
                  </a:lnTo>
                  <a:lnTo>
                    <a:pt x="139459" y="1355"/>
                  </a:lnTo>
                  <a:lnTo>
                    <a:pt x="131999" y="2753"/>
                  </a:lnTo>
                  <a:lnTo>
                    <a:pt x="124788" y="4609"/>
                  </a:lnTo>
                  <a:lnTo>
                    <a:pt x="117851" y="6905"/>
                  </a:lnTo>
                  <a:lnTo>
                    <a:pt x="111210" y="9622"/>
                  </a:lnTo>
                  <a:lnTo>
                    <a:pt x="104889" y="12739"/>
                  </a:lnTo>
                  <a:lnTo>
                    <a:pt x="98908" y="16235"/>
                  </a:lnTo>
                  <a:lnTo>
                    <a:pt x="93288" y="20088"/>
                  </a:lnTo>
                  <a:lnTo>
                    <a:pt x="88046" y="24273"/>
                  </a:lnTo>
                  <a:lnTo>
                    <a:pt x="83201" y="28766"/>
                  </a:lnTo>
                  <a:lnTo>
                    <a:pt x="78768" y="33542"/>
                  </a:lnTo>
                  <a:lnTo>
                    <a:pt x="74762" y="38576"/>
                  </a:lnTo>
                  <a:lnTo>
                    <a:pt x="71196" y="43839"/>
                  </a:lnTo>
                  <a:lnTo>
                    <a:pt x="68082" y="49305"/>
                  </a:lnTo>
                  <a:lnTo>
                    <a:pt x="65430" y="54946"/>
                  </a:lnTo>
                  <a:lnTo>
                    <a:pt x="63247" y="60733"/>
                  </a:lnTo>
                  <a:lnTo>
                    <a:pt x="61543" y="66638"/>
                  </a:lnTo>
                  <a:lnTo>
                    <a:pt x="60321" y="72632"/>
                  </a:lnTo>
                  <a:lnTo>
                    <a:pt x="59587" y="78684"/>
                  </a:lnTo>
                  <a:lnTo>
                    <a:pt x="59342" y="84767"/>
                  </a:lnTo>
                  <a:lnTo>
                    <a:pt x="59727" y="79385"/>
                  </a:lnTo>
                  <a:lnTo>
                    <a:pt x="60877" y="74086"/>
                  </a:lnTo>
                  <a:lnTo>
                    <a:pt x="62782" y="68950"/>
                  </a:lnTo>
                  <a:lnTo>
                    <a:pt x="65422" y="64059"/>
                  </a:lnTo>
                  <a:lnTo>
                    <a:pt x="68769" y="59490"/>
                  </a:lnTo>
                  <a:lnTo>
                    <a:pt x="72790" y="55319"/>
                  </a:lnTo>
                  <a:lnTo>
                    <a:pt x="77442" y="51618"/>
                  </a:lnTo>
                  <a:lnTo>
                    <a:pt x="82678" y="48455"/>
                  </a:lnTo>
                  <a:lnTo>
                    <a:pt x="88442" y="45893"/>
                  </a:lnTo>
                  <a:lnTo>
                    <a:pt x="94674" y="43991"/>
                  </a:lnTo>
                  <a:lnTo>
                    <a:pt x="101308" y="42800"/>
                  </a:lnTo>
                  <a:lnTo>
                    <a:pt x="105144" y="47024"/>
                  </a:lnTo>
                  <a:lnTo>
                    <a:pt x="108557" y="51596"/>
                  </a:lnTo>
                  <a:lnTo>
                    <a:pt x="111514" y="56475"/>
                  </a:lnTo>
                  <a:lnTo>
                    <a:pt x="113990" y="61616"/>
                  </a:lnTo>
                  <a:lnTo>
                    <a:pt x="115960" y="66970"/>
                  </a:lnTo>
                  <a:lnTo>
                    <a:pt x="117408" y="72489"/>
                  </a:lnTo>
                  <a:lnTo>
                    <a:pt x="118318" y="78122"/>
                  </a:lnTo>
                  <a:lnTo>
                    <a:pt x="118684" y="83815"/>
                  </a:lnTo>
                  <a:lnTo>
                    <a:pt x="118501" y="89518"/>
                  </a:lnTo>
                  <a:lnTo>
                    <a:pt x="117771" y="95177"/>
                  </a:lnTo>
                  <a:lnTo>
                    <a:pt x="116502" y="100739"/>
                  </a:lnTo>
                  <a:lnTo>
                    <a:pt x="114704" y="106154"/>
                  </a:lnTo>
                  <a:lnTo>
                    <a:pt x="112394" y="111371"/>
                  </a:lnTo>
                  <a:lnTo>
                    <a:pt x="109594" y="116343"/>
                  </a:lnTo>
                  <a:lnTo>
                    <a:pt x="106330" y="121022"/>
                  </a:lnTo>
                  <a:lnTo>
                    <a:pt x="102632" y="125367"/>
                  </a:lnTo>
                  <a:lnTo>
                    <a:pt x="98533" y="129336"/>
                  </a:lnTo>
                  <a:lnTo>
                    <a:pt x="94072" y="132893"/>
                  </a:lnTo>
                  <a:lnTo>
                    <a:pt x="89291" y="136006"/>
                  </a:lnTo>
                  <a:lnTo>
                    <a:pt x="84232" y="138645"/>
                  </a:lnTo>
                  <a:lnTo>
                    <a:pt x="78944" y="140786"/>
                  </a:lnTo>
                  <a:lnTo>
                    <a:pt x="73474" y="142409"/>
                  </a:lnTo>
                  <a:lnTo>
                    <a:pt x="67874" y="143500"/>
                  </a:lnTo>
                  <a:lnTo>
                    <a:pt x="62194" y="144048"/>
                  </a:lnTo>
                  <a:lnTo>
                    <a:pt x="56489" y="144048"/>
                  </a:lnTo>
                  <a:lnTo>
                    <a:pt x="50810" y="143500"/>
                  </a:lnTo>
                  <a:lnTo>
                    <a:pt x="45209" y="142409"/>
                  </a:lnTo>
                  <a:lnTo>
                    <a:pt x="39740" y="140786"/>
                  </a:lnTo>
                  <a:lnTo>
                    <a:pt x="34451" y="138645"/>
                  </a:lnTo>
                  <a:lnTo>
                    <a:pt x="29393" y="136006"/>
                  </a:lnTo>
                  <a:lnTo>
                    <a:pt x="24611" y="132893"/>
                  </a:lnTo>
                  <a:lnTo>
                    <a:pt x="20150" y="129336"/>
                  </a:lnTo>
                  <a:lnTo>
                    <a:pt x="16051" y="125367"/>
                  </a:lnTo>
                  <a:lnTo>
                    <a:pt x="12353" y="121022"/>
                  </a:lnTo>
                  <a:lnTo>
                    <a:pt x="9089" y="116343"/>
                  </a:lnTo>
                  <a:lnTo>
                    <a:pt x="6289" y="111371"/>
                  </a:lnTo>
                  <a:lnTo>
                    <a:pt x="3979" y="106154"/>
                  </a:lnTo>
                  <a:lnTo>
                    <a:pt x="2182" y="100739"/>
                  </a:lnTo>
                  <a:lnTo>
                    <a:pt x="912" y="95177"/>
                  </a:lnTo>
                  <a:lnTo>
                    <a:pt x="182" y="89518"/>
                  </a:lnTo>
                  <a:lnTo>
                    <a:pt x="0" y="83815"/>
                  </a:lnTo>
                  <a:lnTo>
                    <a:pt x="365" y="78122"/>
                  </a:lnTo>
                  <a:lnTo>
                    <a:pt x="1276" y="72489"/>
                  </a:lnTo>
                  <a:lnTo>
                    <a:pt x="2723" y="66970"/>
                  </a:lnTo>
                  <a:lnTo>
                    <a:pt x="4693" y="61616"/>
                  </a:lnTo>
                  <a:lnTo>
                    <a:pt x="7169" y="56475"/>
                  </a:lnTo>
                  <a:lnTo>
                    <a:pt x="10127" y="51596"/>
                  </a:lnTo>
                  <a:lnTo>
                    <a:pt x="13539" y="47024"/>
                  </a:lnTo>
                  <a:lnTo>
                    <a:pt x="17375" y="42800"/>
                  </a:lnTo>
                  <a:lnTo>
                    <a:pt x="14651" y="51622"/>
                  </a:lnTo>
                  <a:lnTo>
                    <a:pt x="13543" y="60286"/>
                  </a:lnTo>
                  <a:lnTo>
                    <a:pt x="13939" y="68521"/>
                  </a:lnTo>
                  <a:lnTo>
                    <a:pt x="15685" y="76083"/>
                  </a:lnTo>
                  <a:lnTo>
                    <a:pt x="18588" y="82764"/>
                  </a:lnTo>
                  <a:lnTo>
                    <a:pt x="22427" y="88402"/>
                  </a:lnTo>
                  <a:lnTo>
                    <a:pt x="26958" y="92878"/>
                  </a:lnTo>
                  <a:lnTo>
                    <a:pt x="31926" y="96123"/>
                  </a:lnTo>
                  <a:lnTo>
                    <a:pt x="37070" y="98116"/>
                  </a:lnTo>
                  <a:lnTo>
                    <a:pt x="42137" y="98886"/>
                  </a:lnTo>
                  <a:lnTo>
                    <a:pt x="46886" y="98509"/>
                  </a:lnTo>
                  <a:lnTo>
                    <a:pt x="51098" y="97103"/>
                  </a:lnTo>
                  <a:lnTo>
                    <a:pt x="54584" y="94826"/>
                  </a:lnTo>
                  <a:lnTo>
                    <a:pt x="57188" y="91866"/>
                  </a:lnTo>
                  <a:lnTo>
                    <a:pt x="58797" y="88436"/>
                  </a:lnTo>
                  <a:lnTo>
                    <a:pt x="59342" y="84767"/>
                  </a:lnTo>
                  <a:lnTo>
                    <a:pt x="55183" y="84996"/>
                  </a:lnTo>
                  <a:lnTo>
                    <a:pt x="51062" y="85683"/>
                  </a:lnTo>
                  <a:lnTo>
                    <a:pt x="47017" y="86823"/>
                  </a:lnTo>
                  <a:lnTo>
                    <a:pt x="43085" y="88410"/>
                  </a:lnTo>
                  <a:lnTo>
                    <a:pt x="39303" y="90433"/>
                  </a:lnTo>
                  <a:lnTo>
                    <a:pt x="35706" y="92881"/>
                  </a:lnTo>
                  <a:lnTo>
                    <a:pt x="32330" y="95738"/>
                  </a:lnTo>
                  <a:lnTo>
                    <a:pt x="29209" y="98986"/>
                  </a:lnTo>
                  <a:lnTo>
                    <a:pt x="26375" y="102607"/>
                  </a:lnTo>
                  <a:lnTo>
                    <a:pt x="23860" y="106577"/>
                  </a:lnTo>
                  <a:lnTo>
                    <a:pt x="21693" y="110872"/>
                  </a:lnTo>
                  <a:lnTo>
                    <a:pt x="19901" y="115464"/>
                  </a:lnTo>
                  <a:lnTo>
                    <a:pt x="18512" y="120326"/>
                  </a:lnTo>
                  <a:lnTo>
                    <a:pt x="17547" y="125425"/>
                  </a:lnTo>
                  <a:lnTo>
                    <a:pt x="17030" y="130730"/>
                  </a:lnTo>
                  <a:lnTo>
                    <a:pt x="16978" y="136206"/>
                  </a:lnTo>
                  <a:lnTo>
                    <a:pt x="17409" y="141817"/>
                  </a:lnTo>
                  <a:lnTo>
                    <a:pt x="18338" y="147527"/>
                  </a:lnTo>
                  <a:lnTo>
                    <a:pt x="19775" y="153298"/>
                  </a:lnTo>
                  <a:lnTo>
                    <a:pt x="21730" y="159089"/>
                  </a:lnTo>
                  <a:lnTo>
                    <a:pt x="24208" y="164863"/>
                  </a:lnTo>
                  <a:lnTo>
                    <a:pt x="27214" y="170577"/>
                  </a:lnTo>
                  <a:lnTo>
                    <a:pt x="30746" y="176191"/>
                  </a:lnTo>
                  <a:lnTo>
                    <a:pt x="34804" y="181665"/>
                  </a:lnTo>
                  <a:lnTo>
                    <a:pt x="39380" y="186958"/>
                  </a:lnTo>
                  <a:lnTo>
                    <a:pt x="44468" y="192027"/>
                  </a:lnTo>
                  <a:lnTo>
                    <a:pt x="50055" y="196835"/>
                  </a:lnTo>
                  <a:lnTo>
                    <a:pt x="56128" y="201339"/>
                  </a:lnTo>
                  <a:lnTo>
                    <a:pt x="62670" y="205503"/>
                  </a:lnTo>
                  <a:lnTo>
                    <a:pt x="69660" y="209287"/>
                  </a:lnTo>
                  <a:lnTo>
                    <a:pt x="77076" y="212655"/>
                  </a:lnTo>
                  <a:lnTo>
                    <a:pt x="84892" y="215571"/>
                  </a:lnTo>
                  <a:lnTo>
                    <a:pt x="93081" y="218002"/>
                  </a:lnTo>
                  <a:lnTo>
                    <a:pt x="101613" y="219916"/>
                  </a:lnTo>
                  <a:lnTo>
                    <a:pt x="110454" y="221283"/>
                  </a:lnTo>
                  <a:lnTo>
                    <a:pt x="119570" y="222074"/>
                  </a:lnTo>
                  <a:lnTo>
                    <a:pt x="128923" y="222264"/>
                  </a:lnTo>
                  <a:lnTo>
                    <a:pt x="138475" y="221829"/>
                  </a:lnTo>
                  <a:lnTo>
                    <a:pt x="148183" y="220748"/>
                  </a:lnTo>
                  <a:lnTo>
                    <a:pt x="158005" y="219004"/>
                  </a:lnTo>
                  <a:lnTo>
                    <a:pt x="167898" y="216580"/>
                  </a:lnTo>
                  <a:lnTo>
                    <a:pt x="177815" y="213463"/>
                  </a:lnTo>
                  <a:lnTo>
                    <a:pt x="187710" y="209646"/>
                  </a:lnTo>
                  <a:lnTo>
                    <a:pt x="197536" y="205120"/>
                  </a:lnTo>
                  <a:lnTo>
                    <a:pt x="207242" y="199882"/>
                  </a:lnTo>
                  <a:lnTo>
                    <a:pt x="216782" y="193933"/>
                  </a:lnTo>
                  <a:lnTo>
                    <a:pt x="226105" y="187276"/>
                  </a:lnTo>
                  <a:lnTo>
                    <a:pt x="235161" y="179916"/>
                  </a:lnTo>
                  <a:lnTo>
                    <a:pt x="243903" y="171863"/>
                  </a:lnTo>
                  <a:lnTo>
                    <a:pt x="252279" y="163131"/>
                  </a:lnTo>
                  <a:lnTo>
                    <a:pt x="260242" y="153736"/>
                  </a:lnTo>
                  <a:lnTo>
                    <a:pt x="267744" y="143697"/>
                  </a:lnTo>
                  <a:lnTo>
                    <a:pt x="274738" y="133038"/>
                  </a:lnTo>
                  <a:lnTo>
                    <a:pt x="281178" y="121785"/>
                  </a:lnTo>
                  <a:lnTo>
                    <a:pt x="287020" y="109966"/>
                  </a:lnTo>
                  <a:lnTo>
                    <a:pt x="292221" y="97615"/>
                  </a:lnTo>
                  <a:close/>
                </a:path>
              </a:pathLst>
            </a:custGeom>
            <a:solidFill>
              <a:srgbClr val="00C1A5">
                <a:alpha val="27843"/>
              </a:srgbClr>
            </a:solidFill>
            <a:ln w="25746" cap="flat">
              <a:solidFill>
                <a:srgbClr val="00C1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7679890" y="3787344"/>
              <a:ext cx="279365" cy="104876"/>
            </a:xfrm>
            <a:custGeom>
              <a:avLst/>
              <a:pathLst>
                <a:path w="279365" h="104876">
                  <a:moveTo>
                    <a:pt x="41966" y="59451"/>
                  </a:moveTo>
                  <a:lnTo>
                    <a:pt x="42351" y="54070"/>
                  </a:lnTo>
                  <a:lnTo>
                    <a:pt x="43502" y="48770"/>
                  </a:lnTo>
                  <a:lnTo>
                    <a:pt x="45407" y="43635"/>
                  </a:lnTo>
                  <a:lnTo>
                    <a:pt x="48046" y="38744"/>
                  </a:lnTo>
                  <a:lnTo>
                    <a:pt x="51394" y="34175"/>
                  </a:lnTo>
                  <a:lnTo>
                    <a:pt x="55414" y="30004"/>
                  </a:lnTo>
                  <a:lnTo>
                    <a:pt x="60066" y="26303"/>
                  </a:lnTo>
                  <a:lnTo>
                    <a:pt x="65302" y="23140"/>
                  </a:lnTo>
                  <a:lnTo>
                    <a:pt x="71066" y="20578"/>
                  </a:lnTo>
                  <a:lnTo>
                    <a:pt x="77299" y="18675"/>
                  </a:lnTo>
                  <a:lnTo>
                    <a:pt x="83933" y="17485"/>
                  </a:lnTo>
                  <a:lnTo>
                    <a:pt x="90698" y="13809"/>
                  </a:lnTo>
                  <a:lnTo>
                    <a:pt x="97743" y="10536"/>
                  </a:lnTo>
                  <a:lnTo>
                    <a:pt x="105048" y="7681"/>
                  </a:lnTo>
                  <a:lnTo>
                    <a:pt x="112594" y="5256"/>
                  </a:lnTo>
                  <a:lnTo>
                    <a:pt x="120360" y="3275"/>
                  </a:lnTo>
                  <a:lnTo>
                    <a:pt x="128324" y="1749"/>
                  </a:lnTo>
                  <a:lnTo>
                    <a:pt x="136466" y="687"/>
                  </a:lnTo>
                  <a:lnTo>
                    <a:pt x="144763" y="101"/>
                  </a:lnTo>
                  <a:lnTo>
                    <a:pt x="153192" y="0"/>
                  </a:lnTo>
                  <a:lnTo>
                    <a:pt x="161732" y="389"/>
                  </a:lnTo>
                  <a:lnTo>
                    <a:pt x="170357" y="1278"/>
                  </a:lnTo>
                  <a:lnTo>
                    <a:pt x="179046" y="2671"/>
                  </a:lnTo>
                  <a:lnTo>
                    <a:pt x="187774" y="4573"/>
                  </a:lnTo>
                  <a:lnTo>
                    <a:pt x="196516" y="6988"/>
                  </a:lnTo>
                  <a:lnTo>
                    <a:pt x="205249" y="9920"/>
                  </a:lnTo>
                  <a:lnTo>
                    <a:pt x="213948" y="13369"/>
                  </a:lnTo>
                  <a:lnTo>
                    <a:pt x="222589" y="17336"/>
                  </a:lnTo>
                  <a:lnTo>
                    <a:pt x="231146" y="21821"/>
                  </a:lnTo>
                  <a:lnTo>
                    <a:pt x="239596" y="26822"/>
                  </a:lnTo>
                  <a:lnTo>
                    <a:pt x="247913" y="32338"/>
                  </a:lnTo>
                  <a:lnTo>
                    <a:pt x="256073" y="38364"/>
                  </a:lnTo>
                  <a:lnTo>
                    <a:pt x="264051" y="44895"/>
                  </a:lnTo>
                  <a:lnTo>
                    <a:pt x="271823" y="51926"/>
                  </a:lnTo>
                  <a:lnTo>
                    <a:pt x="279365" y="59451"/>
                  </a:lnTo>
                  <a:lnTo>
                    <a:pt x="271877" y="65095"/>
                  </a:lnTo>
                  <a:lnTo>
                    <a:pt x="264260" y="70372"/>
                  </a:lnTo>
                  <a:lnTo>
                    <a:pt x="256526" y="75278"/>
                  </a:lnTo>
                  <a:lnTo>
                    <a:pt x="248690" y="79812"/>
                  </a:lnTo>
                  <a:lnTo>
                    <a:pt x="240765" y="83971"/>
                  </a:lnTo>
                  <a:lnTo>
                    <a:pt x="232765" y="87754"/>
                  </a:lnTo>
                  <a:lnTo>
                    <a:pt x="224703" y="91159"/>
                  </a:lnTo>
                  <a:lnTo>
                    <a:pt x="216594" y="94187"/>
                  </a:lnTo>
                  <a:lnTo>
                    <a:pt x="208451" y="96837"/>
                  </a:lnTo>
                  <a:lnTo>
                    <a:pt x="200287" y="99108"/>
                  </a:lnTo>
                  <a:lnTo>
                    <a:pt x="192116" y="101003"/>
                  </a:lnTo>
                  <a:lnTo>
                    <a:pt x="183951" y="102522"/>
                  </a:lnTo>
                  <a:lnTo>
                    <a:pt x="175807" y="103666"/>
                  </a:lnTo>
                  <a:lnTo>
                    <a:pt x="167697" y="104438"/>
                  </a:lnTo>
                  <a:lnTo>
                    <a:pt x="159633" y="104841"/>
                  </a:lnTo>
                  <a:lnTo>
                    <a:pt x="151630" y="104876"/>
                  </a:lnTo>
                  <a:lnTo>
                    <a:pt x="143700" y="104547"/>
                  </a:lnTo>
                  <a:lnTo>
                    <a:pt x="135856" y="103858"/>
                  </a:lnTo>
                  <a:lnTo>
                    <a:pt x="128112" y="102813"/>
                  </a:lnTo>
                  <a:lnTo>
                    <a:pt x="120479" y="101417"/>
                  </a:lnTo>
                  <a:lnTo>
                    <a:pt x="112970" y="99675"/>
                  </a:lnTo>
                  <a:lnTo>
                    <a:pt x="105599" y="97591"/>
                  </a:lnTo>
                  <a:lnTo>
                    <a:pt x="98376" y="95172"/>
                  </a:lnTo>
                  <a:lnTo>
                    <a:pt x="91314" y="92424"/>
                  </a:lnTo>
                  <a:lnTo>
                    <a:pt x="84424" y="89354"/>
                  </a:lnTo>
                  <a:lnTo>
                    <a:pt x="77719" y="85967"/>
                  </a:lnTo>
                  <a:lnTo>
                    <a:pt x="71209" y="82272"/>
                  </a:lnTo>
                  <a:lnTo>
                    <a:pt x="64905" y="78277"/>
                  </a:lnTo>
                  <a:lnTo>
                    <a:pt x="58819" y="73988"/>
                  </a:lnTo>
                  <a:lnTo>
                    <a:pt x="52960" y="69415"/>
                  </a:lnTo>
                  <a:lnTo>
                    <a:pt x="47339" y="64567"/>
                  </a:lnTo>
                  <a:lnTo>
                    <a:pt x="41966" y="59451"/>
                  </a:lnTo>
                  <a:lnTo>
                    <a:pt x="41966" y="59451"/>
                  </a:lnTo>
                  <a:lnTo>
                    <a:pt x="41966" y="59451"/>
                  </a:lnTo>
                  <a:lnTo>
                    <a:pt x="41966" y="59451"/>
                  </a:lnTo>
                  <a:lnTo>
                    <a:pt x="36584" y="59066"/>
                  </a:lnTo>
                  <a:lnTo>
                    <a:pt x="31285" y="57915"/>
                  </a:lnTo>
                  <a:lnTo>
                    <a:pt x="26150" y="56011"/>
                  </a:lnTo>
                  <a:lnTo>
                    <a:pt x="21259" y="53371"/>
                  </a:lnTo>
                  <a:lnTo>
                    <a:pt x="16690" y="50024"/>
                  </a:lnTo>
                  <a:lnTo>
                    <a:pt x="12519" y="46003"/>
                  </a:lnTo>
                  <a:lnTo>
                    <a:pt x="8818" y="41351"/>
                  </a:lnTo>
                  <a:lnTo>
                    <a:pt x="5655" y="36115"/>
                  </a:lnTo>
                  <a:lnTo>
                    <a:pt x="3093" y="30351"/>
                  </a:lnTo>
                  <a:lnTo>
                    <a:pt x="1190" y="24119"/>
                  </a:lnTo>
                  <a:lnTo>
                    <a:pt x="0" y="17485"/>
                  </a:lnTo>
                </a:path>
              </a:pathLst>
            </a:custGeom>
            <a:ln w="25746" cap="flat">
              <a:solidFill>
                <a:srgbClr val="00C1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7924944" y="3812484"/>
              <a:ext cx="68622" cy="68622"/>
            </a:xfrm>
            <a:prstGeom prst="ellipse">
              <a:avLst/>
            </a:prstGeom>
            <a:solidFill>
              <a:srgbClr val="00C1A5">
                <a:alpha val="100000"/>
              </a:srgbClr>
            </a:solidFill>
            <a:ln w="9000" cap="rnd">
              <a:solidFill>
                <a:srgbClr val="00C1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7687545" y="3812484"/>
              <a:ext cx="68622" cy="68622"/>
            </a:xfrm>
            <a:prstGeom prst="ellipse">
              <a:avLst/>
            </a:prstGeom>
            <a:solidFill>
              <a:srgbClr val="00C1A5">
                <a:alpha val="100000"/>
              </a:srgbClr>
            </a:solidFill>
            <a:ln w="9000" cap="rnd">
              <a:solidFill>
                <a:srgbClr val="00C1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7729511" y="3770517"/>
              <a:ext cx="68622" cy="68622"/>
            </a:xfrm>
            <a:prstGeom prst="ellipse">
              <a:avLst/>
            </a:prstGeom>
            <a:solidFill>
              <a:srgbClr val="00C1A5">
                <a:alpha val="100000"/>
              </a:srgbClr>
            </a:solidFill>
            <a:ln w="9000" cap="rnd">
              <a:solidFill>
                <a:srgbClr val="00C1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7645578" y="3770517"/>
              <a:ext cx="68622" cy="68622"/>
            </a:xfrm>
            <a:prstGeom prst="ellipse">
              <a:avLst/>
            </a:prstGeom>
            <a:solidFill>
              <a:srgbClr val="00C1A5">
                <a:alpha val="100000"/>
              </a:srgbClr>
            </a:solidFill>
            <a:ln w="9000" cap="rnd">
              <a:solidFill>
                <a:srgbClr val="00C1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7687545" y="3812484"/>
              <a:ext cx="68622" cy="68622"/>
            </a:xfrm>
            <a:prstGeom prst="ellipse">
              <a:avLst/>
            </a:prstGeom>
            <a:solidFill>
              <a:srgbClr val="00C1A5">
                <a:alpha val="100000"/>
              </a:srgbClr>
            </a:solidFill>
            <a:ln w="9000" cap="rnd">
              <a:solidFill>
                <a:srgbClr val="00C1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7687545" y="3812484"/>
              <a:ext cx="68622" cy="68622"/>
            </a:xfrm>
            <a:prstGeom prst="ellipse">
              <a:avLst/>
            </a:prstGeom>
            <a:solidFill>
              <a:srgbClr val="00C1A5">
                <a:alpha val="100000"/>
              </a:srgbClr>
            </a:solidFill>
            <a:ln w="9000" cap="rnd">
              <a:solidFill>
                <a:srgbClr val="00C1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7687545" y="3812484"/>
              <a:ext cx="68622" cy="68622"/>
            </a:xfrm>
            <a:prstGeom prst="ellipse">
              <a:avLst/>
            </a:prstGeom>
            <a:solidFill>
              <a:srgbClr val="00C1A5">
                <a:alpha val="100000"/>
              </a:srgbClr>
            </a:solidFill>
            <a:ln w="9000" cap="rnd">
              <a:solidFill>
                <a:srgbClr val="00C1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7687545" y="3812484"/>
              <a:ext cx="68622" cy="68622"/>
            </a:xfrm>
            <a:prstGeom prst="ellipse">
              <a:avLst/>
            </a:prstGeom>
            <a:solidFill>
              <a:srgbClr val="00C1A5">
                <a:alpha val="100000"/>
              </a:srgbClr>
            </a:solidFill>
            <a:ln w="9000" cap="rnd">
              <a:solidFill>
                <a:srgbClr val="00C1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7721856" y="3609397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7721856" y="3678929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7721856" y="3846795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7721856" y="3846795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7721856" y="3846795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7553990" y="3846795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7484457" y="3846795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7553990" y="3678929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5"/>
            <p:cNvSpPr/>
            <p:nvPr/>
          </p:nvSpPr>
          <p:spPr>
            <a:xfrm>
              <a:off x="7585212" y="3537239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656" name="tx656"/>
            <p:cNvSpPr/>
            <p:nvPr/>
          </p:nvSpPr>
          <p:spPr>
            <a:xfrm>
              <a:off x="7668441" y="3615354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657" name="tx657"/>
            <p:cNvSpPr/>
            <p:nvPr/>
          </p:nvSpPr>
          <p:spPr>
            <a:xfrm>
              <a:off x="7877115" y="3804476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658" name="tx658"/>
            <p:cNvSpPr/>
            <p:nvPr/>
          </p:nvSpPr>
          <p:spPr>
            <a:xfrm>
              <a:off x="7659055" y="3991034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659" name="tx659"/>
            <p:cNvSpPr/>
            <p:nvPr/>
          </p:nvSpPr>
          <p:spPr>
            <a:xfrm>
              <a:off x="7575826" y="4069258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660" name="tx660"/>
            <p:cNvSpPr/>
            <p:nvPr/>
          </p:nvSpPr>
          <p:spPr>
            <a:xfrm>
              <a:off x="7272078" y="3991034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661" name="tx661"/>
            <p:cNvSpPr/>
            <p:nvPr/>
          </p:nvSpPr>
          <p:spPr>
            <a:xfrm>
              <a:off x="7327497" y="3804476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662" name="tx662"/>
            <p:cNvSpPr/>
            <p:nvPr/>
          </p:nvSpPr>
          <p:spPr>
            <a:xfrm>
              <a:off x="7281465" y="3615354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663" name="tx663"/>
            <p:cNvSpPr/>
            <p:nvPr/>
          </p:nvSpPr>
          <p:spPr>
            <a:xfrm>
              <a:off x="7179463" y="3695212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64" name="tx664"/>
            <p:cNvSpPr/>
            <p:nvPr/>
          </p:nvSpPr>
          <p:spPr>
            <a:xfrm>
              <a:off x="7128609" y="3576513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665" name="rc665"/>
            <p:cNvSpPr/>
            <p:nvPr/>
          </p:nvSpPr>
          <p:spPr>
            <a:xfrm>
              <a:off x="69589" y="4268852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69589" y="4351942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404045" y="4268852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8" name="tx668"/>
            <p:cNvSpPr/>
            <p:nvPr/>
          </p:nvSpPr>
          <p:spPr>
            <a:xfrm>
              <a:off x="1345152" y="4252666"/>
              <a:ext cx="746978" cy="1097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669" name="rc669"/>
            <p:cNvSpPr/>
            <p:nvPr/>
          </p:nvSpPr>
          <p:spPr>
            <a:xfrm>
              <a:off x="1421893" y="4389900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1718642" y="4419574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1718642" y="4497798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1718642" y="4686648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1718642" y="4686648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1718642" y="4686648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1529792" y="4686648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1451568" y="4686648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1529792" y="4497798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1599957" y="4567949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1481272" y="4449249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1451601" y="4419574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1676278" y="4571440"/>
              <a:ext cx="279762" cy="252705"/>
            </a:xfrm>
            <a:custGeom>
              <a:avLst/>
              <a:pathLst>
                <a:path w="279762" h="252705">
                  <a:moveTo>
                    <a:pt x="279762" y="115208"/>
                  </a:moveTo>
                  <a:lnTo>
                    <a:pt x="275274" y="105314"/>
                  </a:lnTo>
                  <a:lnTo>
                    <a:pt x="270383" y="95801"/>
                  </a:lnTo>
                  <a:lnTo>
                    <a:pt x="265111" y="86684"/>
                  </a:lnTo>
                  <a:lnTo>
                    <a:pt x="259483" y="77979"/>
                  </a:lnTo>
                  <a:lnTo>
                    <a:pt x="253526" y="69699"/>
                  </a:lnTo>
                  <a:lnTo>
                    <a:pt x="247265" y="61856"/>
                  </a:lnTo>
                  <a:lnTo>
                    <a:pt x="240726" y="54460"/>
                  </a:lnTo>
                  <a:lnTo>
                    <a:pt x="233936" y="47521"/>
                  </a:lnTo>
                  <a:lnTo>
                    <a:pt x="226922" y="41046"/>
                  </a:lnTo>
                  <a:lnTo>
                    <a:pt x="219710" y="35042"/>
                  </a:lnTo>
                  <a:lnTo>
                    <a:pt x="212329" y="29513"/>
                  </a:lnTo>
                  <a:lnTo>
                    <a:pt x="204804" y="24463"/>
                  </a:lnTo>
                  <a:lnTo>
                    <a:pt x="197164" y="19893"/>
                  </a:lnTo>
                  <a:lnTo>
                    <a:pt x="189436" y="15804"/>
                  </a:lnTo>
                  <a:lnTo>
                    <a:pt x="181645" y="12196"/>
                  </a:lnTo>
                  <a:lnTo>
                    <a:pt x="173820" y="9064"/>
                  </a:lnTo>
                  <a:lnTo>
                    <a:pt x="165985" y="6407"/>
                  </a:lnTo>
                  <a:lnTo>
                    <a:pt x="158168" y="4218"/>
                  </a:lnTo>
                  <a:lnTo>
                    <a:pt x="150394" y="2491"/>
                  </a:lnTo>
                  <a:lnTo>
                    <a:pt x="142686" y="1219"/>
                  </a:lnTo>
                  <a:lnTo>
                    <a:pt x="135071" y="392"/>
                  </a:lnTo>
                  <a:lnTo>
                    <a:pt x="127571" y="0"/>
                  </a:lnTo>
                  <a:lnTo>
                    <a:pt x="120209" y="31"/>
                  </a:lnTo>
                  <a:lnTo>
                    <a:pt x="113008" y="473"/>
                  </a:lnTo>
                  <a:lnTo>
                    <a:pt x="105989" y="1313"/>
                  </a:lnTo>
                  <a:lnTo>
                    <a:pt x="99172" y="2534"/>
                  </a:lnTo>
                  <a:lnTo>
                    <a:pt x="92577" y="4123"/>
                  </a:lnTo>
                  <a:lnTo>
                    <a:pt x="86222" y="6060"/>
                  </a:lnTo>
                  <a:lnTo>
                    <a:pt x="80125" y="8330"/>
                  </a:lnTo>
                  <a:lnTo>
                    <a:pt x="74303" y="10914"/>
                  </a:lnTo>
                  <a:lnTo>
                    <a:pt x="68770" y="13792"/>
                  </a:lnTo>
                  <a:lnTo>
                    <a:pt x="63541" y="16944"/>
                  </a:lnTo>
                  <a:lnTo>
                    <a:pt x="58628" y="20350"/>
                  </a:lnTo>
                  <a:lnTo>
                    <a:pt x="54044" y="23988"/>
                  </a:lnTo>
                  <a:lnTo>
                    <a:pt x="49799" y="27836"/>
                  </a:lnTo>
                  <a:lnTo>
                    <a:pt x="45903" y="31873"/>
                  </a:lnTo>
                  <a:lnTo>
                    <a:pt x="42363" y="36075"/>
                  </a:lnTo>
                  <a:lnTo>
                    <a:pt x="46489" y="31231"/>
                  </a:lnTo>
                  <a:lnTo>
                    <a:pt x="51089" y="26612"/>
                  </a:lnTo>
                  <a:lnTo>
                    <a:pt x="56151" y="22255"/>
                  </a:lnTo>
                  <a:lnTo>
                    <a:pt x="61661" y="18193"/>
                  </a:lnTo>
                  <a:lnTo>
                    <a:pt x="67599" y="14459"/>
                  </a:lnTo>
                  <a:lnTo>
                    <a:pt x="73948" y="11086"/>
                  </a:lnTo>
                  <a:lnTo>
                    <a:pt x="80685" y="8104"/>
                  </a:lnTo>
                  <a:lnTo>
                    <a:pt x="87787" y="5544"/>
                  </a:lnTo>
                  <a:lnTo>
                    <a:pt x="95228" y="3434"/>
                  </a:lnTo>
                  <a:lnTo>
                    <a:pt x="102980" y="1801"/>
                  </a:lnTo>
                  <a:lnTo>
                    <a:pt x="111015" y="670"/>
                  </a:lnTo>
                  <a:lnTo>
                    <a:pt x="119300" y="64"/>
                  </a:lnTo>
                  <a:lnTo>
                    <a:pt x="127803" y="5"/>
                  </a:lnTo>
                  <a:lnTo>
                    <a:pt x="136491" y="513"/>
                  </a:lnTo>
                  <a:lnTo>
                    <a:pt x="145327" y="1605"/>
                  </a:lnTo>
                  <a:lnTo>
                    <a:pt x="154274" y="3297"/>
                  </a:lnTo>
                  <a:lnTo>
                    <a:pt x="161014" y="14715"/>
                  </a:lnTo>
                  <a:lnTo>
                    <a:pt x="166648" y="26470"/>
                  </a:lnTo>
                  <a:lnTo>
                    <a:pt x="171166" y="38458"/>
                  </a:lnTo>
                  <a:lnTo>
                    <a:pt x="174570" y="50576"/>
                  </a:lnTo>
                  <a:lnTo>
                    <a:pt x="176869" y="62724"/>
                  </a:lnTo>
                  <a:lnTo>
                    <a:pt x="178082" y="74803"/>
                  </a:lnTo>
                  <a:lnTo>
                    <a:pt x="178238" y="86718"/>
                  </a:lnTo>
                  <a:lnTo>
                    <a:pt x="177371" y="98379"/>
                  </a:lnTo>
                  <a:lnTo>
                    <a:pt x="175526" y="109700"/>
                  </a:lnTo>
                  <a:lnTo>
                    <a:pt x="172752" y="120601"/>
                  </a:lnTo>
                  <a:lnTo>
                    <a:pt x="169106" y="131007"/>
                  </a:lnTo>
                  <a:lnTo>
                    <a:pt x="164651" y="140849"/>
                  </a:lnTo>
                  <a:lnTo>
                    <a:pt x="159454" y="150068"/>
                  </a:lnTo>
                  <a:lnTo>
                    <a:pt x="153589" y="158609"/>
                  </a:lnTo>
                  <a:lnTo>
                    <a:pt x="147131" y="166426"/>
                  </a:lnTo>
                  <a:lnTo>
                    <a:pt x="140158" y="173481"/>
                  </a:lnTo>
                  <a:lnTo>
                    <a:pt x="132752" y="179745"/>
                  </a:lnTo>
                  <a:lnTo>
                    <a:pt x="124995" y="185194"/>
                  </a:lnTo>
                  <a:lnTo>
                    <a:pt x="116970" y="189815"/>
                  </a:lnTo>
                  <a:lnTo>
                    <a:pt x="108760" y="193603"/>
                  </a:lnTo>
                  <a:lnTo>
                    <a:pt x="100446" y="196558"/>
                  </a:lnTo>
                  <a:lnTo>
                    <a:pt x="92108" y="198692"/>
                  </a:lnTo>
                  <a:lnTo>
                    <a:pt x="83825" y="200020"/>
                  </a:lnTo>
                  <a:lnTo>
                    <a:pt x="75670" y="200568"/>
                  </a:lnTo>
                  <a:lnTo>
                    <a:pt x="67715" y="200365"/>
                  </a:lnTo>
                  <a:lnTo>
                    <a:pt x="60027" y="199451"/>
                  </a:lnTo>
                  <a:lnTo>
                    <a:pt x="52666" y="197866"/>
                  </a:lnTo>
                  <a:lnTo>
                    <a:pt x="45691" y="195661"/>
                  </a:lnTo>
                  <a:lnTo>
                    <a:pt x="39150" y="192886"/>
                  </a:lnTo>
                  <a:lnTo>
                    <a:pt x="33090" y="189601"/>
                  </a:lnTo>
                  <a:lnTo>
                    <a:pt x="27548" y="185863"/>
                  </a:lnTo>
                  <a:lnTo>
                    <a:pt x="22556" y="181737"/>
                  </a:lnTo>
                  <a:lnTo>
                    <a:pt x="18139" y="177288"/>
                  </a:lnTo>
                  <a:lnTo>
                    <a:pt x="14315" y="172581"/>
                  </a:lnTo>
                  <a:lnTo>
                    <a:pt x="11094" y="167684"/>
                  </a:lnTo>
                  <a:lnTo>
                    <a:pt x="8481" y="162662"/>
                  </a:lnTo>
                  <a:lnTo>
                    <a:pt x="6473" y="157584"/>
                  </a:lnTo>
                  <a:lnTo>
                    <a:pt x="5059" y="152512"/>
                  </a:lnTo>
                  <a:lnTo>
                    <a:pt x="4225" y="147509"/>
                  </a:lnTo>
                  <a:lnTo>
                    <a:pt x="3948" y="142636"/>
                  </a:lnTo>
                  <a:lnTo>
                    <a:pt x="4199" y="137949"/>
                  </a:lnTo>
                  <a:lnTo>
                    <a:pt x="4946" y="133500"/>
                  </a:lnTo>
                  <a:lnTo>
                    <a:pt x="6150" y="129339"/>
                  </a:lnTo>
                  <a:lnTo>
                    <a:pt x="7768" y="125508"/>
                  </a:lnTo>
                  <a:lnTo>
                    <a:pt x="9753" y="122046"/>
                  </a:lnTo>
                  <a:lnTo>
                    <a:pt x="12055" y="118986"/>
                  </a:lnTo>
                  <a:lnTo>
                    <a:pt x="14621" y="116356"/>
                  </a:lnTo>
                  <a:lnTo>
                    <a:pt x="17395" y="114175"/>
                  </a:lnTo>
                  <a:lnTo>
                    <a:pt x="20321" y="112461"/>
                  </a:lnTo>
                  <a:lnTo>
                    <a:pt x="23341" y="111220"/>
                  </a:lnTo>
                  <a:lnTo>
                    <a:pt x="26396" y="110455"/>
                  </a:lnTo>
                  <a:lnTo>
                    <a:pt x="29430" y="110162"/>
                  </a:lnTo>
                  <a:lnTo>
                    <a:pt x="32385" y="110330"/>
                  </a:lnTo>
                  <a:lnTo>
                    <a:pt x="35207" y="110944"/>
                  </a:lnTo>
                  <a:lnTo>
                    <a:pt x="37844" y="111981"/>
                  </a:lnTo>
                  <a:lnTo>
                    <a:pt x="40244" y="113414"/>
                  </a:lnTo>
                  <a:lnTo>
                    <a:pt x="42363" y="115208"/>
                  </a:lnTo>
                  <a:lnTo>
                    <a:pt x="38204" y="115438"/>
                  </a:lnTo>
                  <a:lnTo>
                    <a:pt x="34084" y="116124"/>
                  </a:lnTo>
                  <a:lnTo>
                    <a:pt x="30039" y="117265"/>
                  </a:lnTo>
                  <a:lnTo>
                    <a:pt x="26107" y="118851"/>
                  </a:lnTo>
                  <a:lnTo>
                    <a:pt x="22324" y="120875"/>
                  </a:lnTo>
                  <a:lnTo>
                    <a:pt x="18728" y="123322"/>
                  </a:lnTo>
                  <a:lnTo>
                    <a:pt x="15352" y="126179"/>
                  </a:lnTo>
                  <a:lnTo>
                    <a:pt x="12231" y="129428"/>
                  </a:lnTo>
                  <a:lnTo>
                    <a:pt x="9397" y="133049"/>
                  </a:lnTo>
                  <a:lnTo>
                    <a:pt x="6882" y="137019"/>
                  </a:lnTo>
                  <a:lnTo>
                    <a:pt x="4714" y="141313"/>
                  </a:lnTo>
                  <a:lnTo>
                    <a:pt x="2923" y="145906"/>
                  </a:lnTo>
                  <a:lnTo>
                    <a:pt x="1533" y="150767"/>
                  </a:lnTo>
                  <a:lnTo>
                    <a:pt x="569" y="155866"/>
                  </a:lnTo>
                  <a:lnTo>
                    <a:pt x="51" y="161171"/>
                  </a:lnTo>
                  <a:lnTo>
                    <a:pt x="0" y="166647"/>
                  </a:lnTo>
                  <a:lnTo>
                    <a:pt x="431" y="172259"/>
                  </a:lnTo>
                  <a:lnTo>
                    <a:pt x="1359" y="177969"/>
                  </a:lnTo>
                  <a:lnTo>
                    <a:pt x="2797" y="183739"/>
                  </a:lnTo>
                  <a:lnTo>
                    <a:pt x="4751" y="189531"/>
                  </a:lnTo>
                  <a:lnTo>
                    <a:pt x="7230" y="195304"/>
                  </a:lnTo>
                  <a:lnTo>
                    <a:pt x="10235" y="201018"/>
                  </a:lnTo>
                  <a:lnTo>
                    <a:pt x="13768" y="206633"/>
                  </a:lnTo>
                  <a:lnTo>
                    <a:pt x="17825" y="212107"/>
                  </a:lnTo>
                  <a:lnTo>
                    <a:pt x="22402" y="217399"/>
                  </a:lnTo>
                  <a:lnTo>
                    <a:pt x="27489" y="222469"/>
                  </a:lnTo>
                  <a:lnTo>
                    <a:pt x="33077" y="227276"/>
                  </a:lnTo>
                  <a:lnTo>
                    <a:pt x="39150" y="231781"/>
                  </a:lnTo>
                  <a:lnTo>
                    <a:pt x="45691" y="235944"/>
                  </a:lnTo>
                  <a:lnTo>
                    <a:pt x="52681" y="239728"/>
                  </a:lnTo>
                  <a:lnTo>
                    <a:pt x="60097" y="243096"/>
                  </a:lnTo>
                  <a:lnTo>
                    <a:pt x="67914" y="246013"/>
                  </a:lnTo>
                  <a:lnTo>
                    <a:pt x="76103" y="248444"/>
                  </a:lnTo>
                  <a:lnTo>
                    <a:pt x="84635" y="250358"/>
                  </a:lnTo>
                  <a:lnTo>
                    <a:pt x="93476" y="251725"/>
                  </a:lnTo>
                  <a:lnTo>
                    <a:pt x="102592" y="252516"/>
                  </a:lnTo>
                  <a:lnTo>
                    <a:pt x="111945" y="252705"/>
                  </a:lnTo>
                  <a:lnTo>
                    <a:pt x="121496" y="252270"/>
                  </a:lnTo>
                  <a:lnTo>
                    <a:pt x="131204" y="251190"/>
                  </a:lnTo>
                  <a:lnTo>
                    <a:pt x="141027" y="249445"/>
                  </a:lnTo>
                  <a:lnTo>
                    <a:pt x="150920" y="247021"/>
                  </a:lnTo>
                  <a:lnTo>
                    <a:pt x="160837" y="243905"/>
                  </a:lnTo>
                  <a:lnTo>
                    <a:pt x="170732" y="240087"/>
                  </a:lnTo>
                  <a:lnTo>
                    <a:pt x="180557" y="235561"/>
                  </a:lnTo>
                  <a:lnTo>
                    <a:pt x="190264" y="230324"/>
                  </a:lnTo>
                  <a:lnTo>
                    <a:pt x="199803" y="224375"/>
                  </a:lnTo>
                  <a:lnTo>
                    <a:pt x="209126" y="217717"/>
                  </a:lnTo>
                  <a:lnTo>
                    <a:pt x="218183" y="210357"/>
                  </a:lnTo>
                  <a:lnTo>
                    <a:pt x="226924" y="202305"/>
                  </a:lnTo>
                  <a:lnTo>
                    <a:pt x="235300" y="193573"/>
                  </a:lnTo>
                  <a:lnTo>
                    <a:pt x="243264" y="184177"/>
                  </a:lnTo>
                  <a:lnTo>
                    <a:pt x="250766" y="174139"/>
                  </a:lnTo>
                  <a:lnTo>
                    <a:pt x="257760" y="163480"/>
                  </a:lnTo>
                  <a:lnTo>
                    <a:pt x="264200" y="152226"/>
                  </a:lnTo>
                  <a:lnTo>
                    <a:pt x="270042" y="140408"/>
                  </a:lnTo>
                  <a:lnTo>
                    <a:pt x="275243" y="128056"/>
                  </a:lnTo>
                  <a:close/>
                </a:path>
              </a:pathLst>
            </a:custGeom>
            <a:solidFill>
              <a:srgbClr val="00C0BE">
                <a:alpha val="27843"/>
              </a:srgbClr>
            </a:solidFill>
            <a:ln w="25746" cap="flat">
              <a:solidFill>
                <a:srgbClr val="00C0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1718642" y="4571445"/>
              <a:ext cx="237398" cy="160627"/>
            </a:xfrm>
            <a:custGeom>
              <a:avLst/>
              <a:pathLst>
                <a:path w="237398" h="160627">
                  <a:moveTo>
                    <a:pt x="0" y="36069"/>
                  </a:moveTo>
                  <a:lnTo>
                    <a:pt x="4125" y="31225"/>
                  </a:lnTo>
                  <a:lnTo>
                    <a:pt x="8725" y="26606"/>
                  </a:lnTo>
                  <a:lnTo>
                    <a:pt x="13788" y="22249"/>
                  </a:lnTo>
                  <a:lnTo>
                    <a:pt x="19297" y="18187"/>
                  </a:lnTo>
                  <a:lnTo>
                    <a:pt x="25236" y="14453"/>
                  </a:lnTo>
                  <a:lnTo>
                    <a:pt x="31585" y="11080"/>
                  </a:lnTo>
                  <a:lnTo>
                    <a:pt x="38322" y="8098"/>
                  </a:lnTo>
                  <a:lnTo>
                    <a:pt x="45424" y="5538"/>
                  </a:lnTo>
                  <a:lnTo>
                    <a:pt x="52865" y="3428"/>
                  </a:lnTo>
                  <a:lnTo>
                    <a:pt x="60617" y="1795"/>
                  </a:lnTo>
                  <a:lnTo>
                    <a:pt x="68651" y="664"/>
                  </a:lnTo>
                  <a:lnTo>
                    <a:pt x="76936" y="58"/>
                  </a:lnTo>
                  <a:lnTo>
                    <a:pt x="85440" y="0"/>
                  </a:lnTo>
                  <a:lnTo>
                    <a:pt x="94127" y="507"/>
                  </a:lnTo>
                  <a:lnTo>
                    <a:pt x="102963" y="1600"/>
                  </a:lnTo>
                  <a:lnTo>
                    <a:pt x="111910" y="3291"/>
                  </a:lnTo>
                  <a:lnTo>
                    <a:pt x="118779" y="4991"/>
                  </a:lnTo>
                  <a:lnTo>
                    <a:pt x="125673" y="7052"/>
                  </a:lnTo>
                  <a:lnTo>
                    <a:pt x="132575" y="9477"/>
                  </a:lnTo>
                  <a:lnTo>
                    <a:pt x="139468" y="12270"/>
                  </a:lnTo>
                  <a:lnTo>
                    <a:pt x="146332" y="15434"/>
                  </a:lnTo>
                  <a:lnTo>
                    <a:pt x="153151" y="18971"/>
                  </a:lnTo>
                  <a:lnTo>
                    <a:pt x="159906" y="22881"/>
                  </a:lnTo>
                  <a:lnTo>
                    <a:pt x="166577" y="27163"/>
                  </a:lnTo>
                  <a:lnTo>
                    <a:pt x="173148" y="31819"/>
                  </a:lnTo>
                  <a:lnTo>
                    <a:pt x="179598" y="36844"/>
                  </a:lnTo>
                  <a:lnTo>
                    <a:pt x="185910" y="42238"/>
                  </a:lnTo>
                  <a:lnTo>
                    <a:pt x="192065" y="47996"/>
                  </a:lnTo>
                  <a:lnTo>
                    <a:pt x="198045" y="54113"/>
                  </a:lnTo>
                  <a:lnTo>
                    <a:pt x="203830" y="60586"/>
                  </a:lnTo>
                  <a:lnTo>
                    <a:pt x="209404" y="67407"/>
                  </a:lnTo>
                  <a:lnTo>
                    <a:pt x="214747" y="74570"/>
                  </a:lnTo>
                  <a:lnTo>
                    <a:pt x="219842" y="82066"/>
                  </a:lnTo>
                  <a:lnTo>
                    <a:pt x="224672" y="89888"/>
                  </a:lnTo>
                  <a:lnTo>
                    <a:pt x="229219" y="98025"/>
                  </a:lnTo>
                  <a:lnTo>
                    <a:pt x="233467" y="106467"/>
                  </a:lnTo>
                  <a:lnTo>
                    <a:pt x="237398" y="115202"/>
                  </a:lnTo>
                  <a:lnTo>
                    <a:pt x="229910" y="120846"/>
                  </a:lnTo>
                  <a:lnTo>
                    <a:pt x="222293" y="126123"/>
                  </a:lnTo>
                  <a:lnTo>
                    <a:pt x="214559" y="131029"/>
                  </a:lnTo>
                  <a:lnTo>
                    <a:pt x="206723" y="135563"/>
                  </a:lnTo>
                  <a:lnTo>
                    <a:pt x="198798" y="139722"/>
                  </a:lnTo>
                  <a:lnTo>
                    <a:pt x="190798" y="143505"/>
                  </a:lnTo>
                  <a:lnTo>
                    <a:pt x="182737" y="146910"/>
                  </a:lnTo>
                  <a:lnTo>
                    <a:pt x="174628" y="149938"/>
                  </a:lnTo>
                  <a:lnTo>
                    <a:pt x="166484" y="152588"/>
                  </a:lnTo>
                  <a:lnTo>
                    <a:pt x="158320" y="154860"/>
                  </a:lnTo>
                  <a:lnTo>
                    <a:pt x="150149" y="156754"/>
                  </a:lnTo>
                  <a:lnTo>
                    <a:pt x="141985" y="158273"/>
                  </a:lnTo>
                  <a:lnTo>
                    <a:pt x="133841" y="159418"/>
                  </a:lnTo>
                  <a:lnTo>
                    <a:pt x="125730" y="160190"/>
                  </a:lnTo>
                  <a:lnTo>
                    <a:pt x="117667" y="160592"/>
                  </a:lnTo>
                  <a:lnTo>
                    <a:pt x="109664" y="160627"/>
                  </a:lnTo>
                  <a:lnTo>
                    <a:pt x="101733" y="160298"/>
                  </a:lnTo>
                  <a:lnTo>
                    <a:pt x="93890" y="159609"/>
                  </a:lnTo>
                  <a:lnTo>
                    <a:pt x="86145" y="158564"/>
                  </a:lnTo>
                  <a:lnTo>
                    <a:pt x="78512" y="157168"/>
                  </a:lnTo>
                  <a:lnTo>
                    <a:pt x="71004" y="155426"/>
                  </a:lnTo>
                  <a:lnTo>
                    <a:pt x="63632" y="153342"/>
                  </a:lnTo>
                  <a:lnTo>
                    <a:pt x="56409" y="150923"/>
                  </a:lnTo>
                  <a:lnTo>
                    <a:pt x="49347" y="148175"/>
                  </a:lnTo>
                  <a:lnTo>
                    <a:pt x="42458" y="145105"/>
                  </a:lnTo>
                  <a:lnTo>
                    <a:pt x="35752" y="141718"/>
                  </a:lnTo>
                  <a:lnTo>
                    <a:pt x="29242" y="138024"/>
                  </a:lnTo>
                  <a:lnTo>
                    <a:pt x="22938" y="134028"/>
                  </a:lnTo>
                  <a:lnTo>
                    <a:pt x="16852" y="129739"/>
                  </a:lnTo>
                  <a:lnTo>
                    <a:pt x="10993" y="125167"/>
                  </a:lnTo>
                  <a:lnTo>
                    <a:pt x="5372" y="120318"/>
                  </a:lnTo>
                  <a:lnTo>
                    <a:pt x="0" y="115202"/>
                  </a:lnTo>
                  <a:lnTo>
                    <a:pt x="0" y="115202"/>
                  </a:lnTo>
                  <a:lnTo>
                    <a:pt x="0" y="115202"/>
                  </a:lnTo>
                  <a:lnTo>
                    <a:pt x="0" y="115202"/>
                  </a:lnTo>
                  <a:lnTo>
                    <a:pt x="0" y="115202"/>
                  </a:lnTo>
                </a:path>
              </a:pathLst>
            </a:custGeom>
            <a:ln w="25746" cap="flat">
              <a:solidFill>
                <a:srgbClr val="00C0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1921729" y="4652337"/>
              <a:ext cx="68622" cy="68622"/>
            </a:xfrm>
            <a:prstGeom prst="ellipse">
              <a:avLst/>
            </a:prstGeom>
            <a:solidFill>
              <a:srgbClr val="00C0BE">
                <a:alpha val="100000"/>
              </a:srgbClr>
            </a:solidFill>
            <a:ln w="9000" cap="rnd">
              <a:solidFill>
                <a:srgbClr val="00C0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1684330" y="4573204"/>
              <a:ext cx="68622" cy="68622"/>
            </a:xfrm>
            <a:prstGeom prst="ellipse">
              <a:avLst/>
            </a:prstGeom>
            <a:solidFill>
              <a:srgbClr val="00C0BE">
                <a:alpha val="100000"/>
              </a:srgbClr>
            </a:solidFill>
            <a:ln w="9000" cap="rnd">
              <a:solidFill>
                <a:srgbClr val="00C0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1796241" y="4540426"/>
              <a:ext cx="68622" cy="68622"/>
            </a:xfrm>
            <a:prstGeom prst="ellipse">
              <a:avLst/>
            </a:prstGeom>
            <a:solidFill>
              <a:srgbClr val="00C0BE">
                <a:alpha val="100000"/>
              </a:srgbClr>
            </a:solidFill>
            <a:ln w="9000" cap="rnd">
              <a:solidFill>
                <a:srgbClr val="00C0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684330" y="4652337"/>
              <a:ext cx="68622" cy="68622"/>
            </a:xfrm>
            <a:prstGeom prst="ellipse">
              <a:avLst/>
            </a:prstGeom>
            <a:solidFill>
              <a:srgbClr val="00C0BE">
                <a:alpha val="100000"/>
              </a:srgbClr>
            </a:solidFill>
            <a:ln w="9000" cap="rnd">
              <a:solidFill>
                <a:srgbClr val="00C0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684330" y="4652337"/>
              <a:ext cx="68622" cy="68622"/>
            </a:xfrm>
            <a:prstGeom prst="ellipse">
              <a:avLst/>
            </a:prstGeom>
            <a:solidFill>
              <a:srgbClr val="00C0BE">
                <a:alpha val="100000"/>
              </a:srgbClr>
            </a:solidFill>
            <a:ln w="9000" cap="rnd">
              <a:solidFill>
                <a:srgbClr val="00C0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1684330" y="4652337"/>
              <a:ext cx="68622" cy="68622"/>
            </a:xfrm>
            <a:prstGeom prst="ellipse">
              <a:avLst/>
            </a:prstGeom>
            <a:solidFill>
              <a:srgbClr val="00C0BE">
                <a:alpha val="100000"/>
              </a:srgbClr>
            </a:solidFill>
            <a:ln w="9000" cap="rnd">
              <a:solidFill>
                <a:srgbClr val="00C0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1684330" y="4652337"/>
              <a:ext cx="68622" cy="68622"/>
            </a:xfrm>
            <a:prstGeom prst="ellipse">
              <a:avLst/>
            </a:prstGeom>
            <a:solidFill>
              <a:srgbClr val="00C0BE">
                <a:alpha val="100000"/>
              </a:srgbClr>
            </a:solidFill>
            <a:ln w="9000" cap="rnd">
              <a:solidFill>
                <a:srgbClr val="00C0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1684330" y="4652337"/>
              <a:ext cx="68622" cy="68622"/>
            </a:xfrm>
            <a:prstGeom prst="ellipse">
              <a:avLst/>
            </a:prstGeom>
            <a:solidFill>
              <a:srgbClr val="00C0BE">
                <a:alpha val="100000"/>
              </a:srgbClr>
            </a:solidFill>
            <a:ln w="9000" cap="rnd">
              <a:solidFill>
                <a:srgbClr val="00C0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1718642" y="4449249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1718642" y="4518782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1718642" y="4686648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1718642" y="4686648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1718642" y="4686648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1550775" y="4686648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1481243" y="4686648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1550775" y="4518782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tx699"/>
            <p:cNvSpPr/>
            <p:nvPr/>
          </p:nvSpPr>
          <p:spPr>
            <a:xfrm>
              <a:off x="1581997" y="4377091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1665226" y="4455206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1873901" y="4644329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1655840" y="4830887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1572611" y="4909111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1268864" y="4830887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1324282" y="4644329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1278250" y="4455206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1176249" y="4535065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1125394" y="4416366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709" name="rc709"/>
            <p:cNvSpPr/>
            <p:nvPr/>
          </p:nvSpPr>
          <p:spPr>
            <a:xfrm>
              <a:off x="3071196" y="4268852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3071196" y="4351942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3405652" y="4268852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2" name="tx712"/>
            <p:cNvSpPr/>
            <p:nvPr/>
          </p:nvSpPr>
          <p:spPr>
            <a:xfrm>
              <a:off x="4101825" y="4224929"/>
              <a:ext cx="1236847" cy="137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713" name="rc713"/>
            <p:cNvSpPr/>
            <p:nvPr/>
          </p:nvSpPr>
          <p:spPr>
            <a:xfrm>
              <a:off x="4423500" y="4389900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4720249" y="4419574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4720249" y="4497798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4720249" y="4686648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4720249" y="4686648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4720249" y="4686648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4531399" y="4686648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4453175" y="4686648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4531399" y="4497798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4601564" y="4567949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4482880" y="4449249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4453209" y="4419574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605003" y="4449249"/>
              <a:ext cx="352645" cy="474797"/>
            </a:xfrm>
            <a:custGeom>
              <a:avLst/>
              <a:pathLst>
                <a:path w="352645" h="474797">
                  <a:moveTo>
                    <a:pt x="352645" y="237398"/>
                  </a:moveTo>
                  <a:lnTo>
                    <a:pt x="352506" y="229293"/>
                  </a:lnTo>
                  <a:lnTo>
                    <a:pt x="352091" y="221198"/>
                  </a:lnTo>
                  <a:lnTo>
                    <a:pt x="351400" y="213121"/>
                  </a:lnTo>
                  <a:lnTo>
                    <a:pt x="350434" y="205073"/>
                  </a:lnTo>
                  <a:lnTo>
                    <a:pt x="349193" y="197062"/>
                  </a:lnTo>
                  <a:lnTo>
                    <a:pt x="347679" y="189098"/>
                  </a:lnTo>
                  <a:lnTo>
                    <a:pt x="345895" y="181191"/>
                  </a:lnTo>
                  <a:lnTo>
                    <a:pt x="343841" y="173349"/>
                  </a:lnTo>
                  <a:lnTo>
                    <a:pt x="341521" y="165582"/>
                  </a:lnTo>
                  <a:lnTo>
                    <a:pt x="338938" y="157898"/>
                  </a:lnTo>
                  <a:lnTo>
                    <a:pt x="336093" y="150308"/>
                  </a:lnTo>
                  <a:lnTo>
                    <a:pt x="332991" y="142818"/>
                  </a:lnTo>
                  <a:lnTo>
                    <a:pt x="329635" y="135440"/>
                  </a:lnTo>
                  <a:lnTo>
                    <a:pt x="326029" y="128179"/>
                  </a:lnTo>
                  <a:lnTo>
                    <a:pt x="322177" y="121047"/>
                  </a:lnTo>
                  <a:lnTo>
                    <a:pt x="318084" y="114050"/>
                  </a:lnTo>
                  <a:lnTo>
                    <a:pt x="313755" y="107197"/>
                  </a:lnTo>
                  <a:lnTo>
                    <a:pt x="309194" y="100495"/>
                  </a:lnTo>
                  <a:lnTo>
                    <a:pt x="304406" y="93953"/>
                  </a:lnTo>
                  <a:lnTo>
                    <a:pt x="299399" y="87579"/>
                  </a:lnTo>
                  <a:lnTo>
                    <a:pt x="294176" y="81379"/>
                  </a:lnTo>
                  <a:lnTo>
                    <a:pt x="288745" y="75361"/>
                  </a:lnTo>
                  <a:lnTo>
                    <a:pt x="283112" y="69532"/>
                  </a:lnTo>
                  <a:lnTo>
                    <a:pt x="277283" y="63899"/>
                  </a:lnTo>
                  <a:lnTo>
                    <a:pt x="271265" y="58468"/>
                  </a:lnTo>
                  <a:lnTo>
                    <a:pt x="265065" y="53245"/>
                  </a:lnTo>
                  <a:lnTo>
                    <a:pt x="258691" y="48238"/>
                  </a:lnTo>
                  <a:lnTo>
                    <a:pt x="252149" y="43451"/>
                  </a:lnTo>
                  <a:lnTo>
                    <a:pt x="245448" y="38890"/>
                  </a:lnTo>
                  <a:lnTo>
                    <a:pt x="238594" y="34560"/>
                  </a:lnTo>
                  <a:lnTo>
                    <a:pt x="231597" y="30467"/>
                  </a:lnTo>
                  <a:lnTo>
                    <a:pt x="224465" y="26615"/>
                  </a:lnTo>
                  <a:lnTo>
                    <a:pt x="217205" y="23009"/>
                  </a:lnTo>
                  <a:lnTo>
                    <a:pt x="209826" y="19653"/>
                  </a:lnTo>
                  <a:lnTo>
                    <a:pt x="202337" y="16551"/>
                  </a:lnTo>
                  <a:lnTo>
                    <a:pt x="194746" y="13707"/>
                  </a:lnTo>
                  <a:lnTo>
                    <a:pt x="187062" y="11123"/>
                  </a:lnTo>
                  <a:lnTo>
                    <a:pt x="179295" y="8803"/>
                  </a:lnTo>
                  <a:lnTo>
                    <a:pt x="171453" y="6749"/>
                  </a:lnTo>
                  <a:lnTo>
                    <a:pt x="163546" y="4965"/>
                  </a:lnTo>
                  <a:lnTo>
                    <a:pt x="155582" y="3451"/>
                  </a:lnTo>
                  <a:lnTo>
                    <a:pt x="147572" y="2211"/>
                  </a:lnTo>
                  <a:lnTo>
                    <a:pt x="139523" y="1244"/>
                  </a:lnTo>
                  <a:lnTo>
                    <a:pt x="131446" y="553"/>
                  </a:lnTo>
                  <a:lnTo>
                    <a:pt x="123351" y="138"/>
                  </a:lnTo>
                  <a:lnTo>
                    <a:pt x="115246" y="0"/>
                  </a:lnTo>
                  <a:lnTo>
                    <a:pt x="123351" y="138"/>
                  </a:lnTo>
                  <a:lnTo>
                    <a:pt x="131446" y="553"/>
                  </a:lnTo>
                  <a:lnTo>
                    <a:pt x="139523" y="1244"/>
                  </a:lnTo>
                  <a:lnTo>
                    <a:pt x="147572" y="2211"/>
                  </a:lnTo>
                  <a:lnTo>
                    <a:pt x="155582" y="3451"/>
                  </a:lnTo>
                  <a:lnTo>
                    <a:pt x="163546" y="4965"/>
                  </a:lnTo>
                  <a:lnTo>
                    <a:pt x="171453" y="6749"/>
                  </a:lnTo>
                  <a:lnTo>
                    <a:pt x="179295" y="8803"/>
                  </a:lnTo>
                  <a:lnTo>
                    <a:pt x="187062" y="11123"/>
                  </a:lnTo>
                  <a:lnTo>
                    <a:pt x="194746" y="13707"/>
                  </a:lnTo>
                  <a:lnTo>
                    <a:pt x="202337" y="16551"/>
                  </a:lnTo>
                  <a:lnTo>
                    <a:pt x="209826" y="19653"/>
                  </a:lnTo>
                  <a:lnTo>
                    <a:pt x="217205" y="23009"/>
                  </a:lnTo>
                  <a:lnTo>
                    <a:pt x="224465" y="26615"/>
                  </a:lnTo>
                  <a:lnTo>
                    <a:pt x="231597" y="30467"/>
                  </a:lnTo>
                  <a:lnTo>
                    <a:pt x="238594" y="34560"/>
                  </a:lnTo>
                  <a:lnTo>
                    <a:pt x="245448" y="38890"/>
                  </a:lnTo>
                  <a:lnTo>
                    <a:pt x="252149" y="43451"/>
                  </a:lnTo>
                  <a:lnTo>
                    <a:pt x="258691" y="48238"/>
                  </a:lnTo>
                  <a:lnTo>
                    <a:pt x="265065" y="53245"/>
                  </a:lnTo>
                  <a:lnTo>
                    <a:pt x="271265" y="58468"/>
                  </a:lnTo>
                  <a:lnTo>
                    <a:pt x="277283" y="63899"/>
                  </a:lnTo>
                  <a:lnTo>
                    <a:pt x="283112" y="69532"/>
                  </a:lnTo>
                  <a:lnTo>
                    <a:pt x="290663" y="81992"/>
                  </a:lnTo>
                  <a:lnTo>
                    <a:pt x="297331" y="94744"/>
                  </a:lnTo>
                  <a:lnTo>
                    <a:pt x="303107" y="107727"/>
                  </a:lnTo>
                  <a:lnTo>
                    <a:pt x="307989" y="120881"/>
                  </a:lnTo>
                  <a:lnTo>
                    <a:pt x="311977" y="134146"/>
                  </a:lnTo>
                  <a:lnTo>
                    <a:pt x="315077" y="147462"/>
                  </a:lnTo>
                  <a:lnTo>
                    <a:pt x="317297" y="160770"/>
                  </a:lnTo>
                  <a:lnTo>
                    <a:pt x="318649" y="174015"/>
                  </a:lnTo>
                  <a:lnTo>
                    <a:pt x="319150" y="187141"/>
                  </a:lnTo>
                  <a:lnTo>
                    <a:pt x="318819" y="200092"/>
                  </a:lnTo>
                  <a:lnTo>
                    <a:pt x="317679" y="212819"/>
                  </a:lnTo>
                  <a:lnTo>
                    <a:pt x="315755" y="225270"/>
                  </a:lnTo>
                  <a:lnTo>
                    <a:pt x="313078" y="237398"/>
                  </a:lnTo>
                  <a:lnTo>
                    <a:pt x="309679" y="249159"/>
                  </a:lnTo>
                  <a:lnTo>
                    <a:pt x="305593" y="260511"/>
                  </a:lnTo>
                  <a:lnTo>
                    <a:pt x="300857" y="271413"/>
                  </a:lnTo>
                  <a:lnTo>
                    <a:pt x="295509" y="281829"/>
                  </a:lnTo>
                  <a:lnTo>
                    <a:pt x="289592" y="291727"/>
                  </a:lnTo>
                  <a:lnTo>
                    <a:pt x="283148" y="301075"/>
                  </a:lnTo>
                  <a:lnTo>
                    <a:pt x="276221" y="309848"/>
                  </a:lnTo>
                  <a:lnTo>
                    <a:pt x="268858" y="318020"/>
                  </a:lnTo>
                  <a:lnTo>
                    <a:pt x="261105" y="325574"/>
                  </a:lnTo>
                  <a:lnTo>
                    <a:pt x="253011" y="332491"/>
                  </a:lnTo>
                  <a:lnTo>
                    <a:pt x="244622" y="338758"/>
                  </a:lnTo>
                  <a:lnTo>
                    <a:pt x="235988" y="344366"/>
                  </a:lnTo>
                  <a:lnTo>
                    <a:pt x="227157" y="349309"/>
                  </a:lnTo>
                  <a:lnTo>
                    <a:pt x="218177" y="353584"/>
                  </a:lnTo>
                  <a:lnTo>
                    <a:pt x="209097" y="357191"/>
                  </a:lnTo>
                  <a:lnTo>
                    <a:pt x="199964" y="360134"/>
                  </a:lnTo>
                  <a:lnTo>
                    <a:pt x="190825" y="362421"/>
                  </a:lnTo>
                  <a:lnTo>
                    <a:pt x="181724" y="364061"/>
                  </a:lnTo>
                  <a:lnTo>
                    <a:pt x="172705" y="365069"/>
                  </a:lnTo>
                  <a:lnTo>
                    <a:pt x="163813" y="365459"/>
                  </a:lnTo>
                  <a:lnTo>
                    <a:pt x="155087" y="365252"/>
                  </a:lnTo>
                  <a:lnTo>
                    <a:pt x="146566" y="364469"/>
                  </a:lnTo>
                  <a:lnTo>
                    <a:pt x="138288" y="363135"/>
                  </a:lnTo>
                  <a:lnTo>
                    <a:pt x="130287" y="361275"/>
                  </a:lnTo>
                  <a:lnTo>
                    <a:pt x="122596" y="358919"/>
                  </a:lnTo>
                  <a:lnTo>
                    <a:pt x="115246" y="356098"/>
                  </a:lnTo>
                  <a:lnTo>
                    <a:pt x="108263" y="352843"/>
                  </a:lnTo>
                  <a:lnTo>
                    <a:pt x="101672" y="349190"/>
                  </a:lnTo>
                  <a:lnTo>
                    <a:pt x="95495" y="345172"/>
                  </a:lnTo>
                  <a:lnTo>
                    <a:pt x="89753" y="340828"/>
                  </a:lnTo>
                  <a:lnTo>
                    <a:pt x="84460" y="336194"/>
                  </a:lnTo>
                  <a:lnTo>
                    <a:pt x="79630" y="331310"/>
                  </a:lnTo>
                  <a:lnTo>
                    <a:pt x="75274" y="326212"/>
                  </a:lnTo>
                  <a:lnTo>
                    <a:pt x="71399" y="320942"/>
                  </a:lnTo>
                  <a:lnTo>
                    <a:pt x="68009" y="315537"/>
                  </a:lnTo>
                  <a:lnTo>
                    <a:pt x="65106" y="310038"/>
                  </a:lnTo>
                  <a:lnTo>
                    <a:pt x="62689" y="304482"/>
                  </a:lnTo>
                  <a:lnTo>
                    <a:pt x="60753" y="298908"/>
                  </a:lnTo>
                  <a:lnTo>
                    <a:pt x="59290" y="293354"/>
                  </a:lnTo>
                  <a:lnTo>
                    <a:pt x="58292" y="287855"/>
                  </a:lnTo>
                  <a:lnTo>
                    <a:pt x="57745" y="282447"/>
                  </a:lnTo>
                  <a:lnTo>
                    <a:pt x="57635" y="277164"/>
                  </a:lnTo>
                  <a:lnTo>
                    <a:pt x="57944" y="272039"/>
                  </a:lnTo>
                  <a:lnTo>
                    <a:pt x="58652" y="267101"/>
                  </a:lnTo>
                  <a:lnTo>
                    <a:pt x="59737" y="262381"/>
                  </a:lnTo>
                  <a:lnTo>
                    <a:pt x="61176" y="257904"/>
                  </a:lnTo>
                  <a:lnTo>
                    <a:pt x="62942" y="253697"/>
                  </a:lnTo>
                  <a:lnTo>
                    <a:pt x="65009" y="249781"/>
                  </a:lnTo>
                  <a:lnTo>
                    <a:pt x="67346" y="246176"/>
                  </a:lnTo>
                  <a:lnTo>
                    <a:pt x="69925" y="242901"/>
                  </a:lnTo>
                  <a:lnTo>
                    <a:pt x="72713" y="239971"/>
                  </a:lnTo>
                  <a:lnTo>
                    <a:pt x="75679" y="237398"/>
                  </a:lnTo>
                  <a:lnTo>
                    <a:pt x="78790" y="235193"/>
                  </a:lnTo>
                  <a:lnTo>
                    <a:pt x="82011" y="233363"/>
                  </a:lnTo>
                  <a:lnTo>
                    <a:pt x="85309" y="231912"/>
                  </a:lnTo>
                  <a:lnTo>
                    <a:pt x="88650" y="230843"/>
                  </a:lnTo>
                  <a:lnTo>
                    <a:pt x="92000" y="230155"/>
                  </a:lnTo>
                  <a:lnTo>
                    <a:pt x="95325" y="229844"/>
                  </a:lnTo>
                  <a:lnTo>
                    <a:pt x="98593" y="229904"/>
                  </a:lnTo>
                  <a:lnTo>
                    <a:pt x="101771" y="230326"/>
                  </a:lnTo>
                  <a:lnTo>
                    <a:pt x="104827" y="231100"/>
                  </a:lnTo>
                  <a:lnTo>
                    <a:pt x="107731" y="232212"/>
                  </a:lnTo>
                  <a:lnTo>
                    <a:pt x="110454" y="233644"/>
                  </a:lnTo>
                  <a:lnTo>
                    <a:pt x="112968" y="235380"/>
                  </a:lnTo>
                  <a:lnTo>
                    <a:pt x="115246" y="237398"/>
                  </a:lnTo>
                  <a:lnTo>
                    <a:pt x="111500" y="234010"/>
                  </a:lnTo>
                  <a:lnTo>
                    <a:pt x="107423" y="231006"/>
                  </a:lnTo>
                  <a:lnTo>
                    <a:pt x="103046" y="228410"/>
                  </a:lnTo>
                  <a:lnTo>
                    <a:pt x="98400" y="226244"/>
                  </a:lnTo>
                  <a:lnTo>
                    <a:pt x="93516" y="224528"/>
                  </a:lnTo>
                  <a:lnTo>
                    <a:pt x="88429" y="223280"/>
                  </a:lnTo>
                  <a:lnTo>
                    <a:pt x="83174" y="222515"/>
                  </a:lnTo>
                  <a:lnTo>
                    <a:pt x="77785" y="222247"/>
                  </a:lnTo>
                  <a:lnTo>
                    <a:pt x="72302" y="222487"/>
                  </a:lnTo>
                  <a:lnTo>
                    <a:pt x="66760" y="223242"/>
                  </a:lnTo>
                  <a:lnTo>
                    <a:pt x="61198" y="224518"/>
                  </a:lnTo>
                  <a:lnTo>
                    <a:pt x="55654" y="226319"/>
                  </a:lnTo>
                  <a:lnTo>
                    <a:pt x="50168" y="228646"/>
                  </a:lnTo>
                  <a:lnTo>
                    <a:pt x="44778" y="231497"/>
                  </a:lnTo>
                  <a:lnTo>
                    <a:pt x="39523" y="234867"/>
                  </a:lnTo>
                  <a:lnTo>
                    <a:pt x="34440" y="238749"/>
                  </a:lnTo>
                  <a:lnTo>
                    <a:pt x="29570" y="243134"/>
                  </a:lnTo>
                  <a:lnTo>
                    <a:pt x="24948" y="248009"/>
                  </a:lnTo>
                  <a:lnTo>
                    <a:pt x="20613" y="253361"/>
                  </a:lnTo>
                  <a:lnTo>
                    <a:pt x="16599" y="259172"/>
                  </a:lnTo>
                  <a:lnTo>
                    <a:pt x="12943" y="265422"/>
                  </a:lnTo>
                  <a:lnTo>
                    <a:pt x="9677" y="272090"/>
                  </a:lnTo>
                  <a:lnTo>
                    <a:pt x="6835" y="279152"/>
                  </a:lnTo>
                  <a:lnTo>
                    <a:pt x="4446" y="286582"/>
                  </a:lnTo>
                  <a:lnTo>
                    <a:pt x="2542" y="294350"/>
                  </a:lnTo>
                  <a:lnTo>
                    <a:pt x="1149" y="302427"/>
                  </a:lnTo>
                  <a:lnTo>
                    <a:pt x="294" y="310781"/>
                  </a:lnTo>
                  <a:lnTo>
                    <a:pt x="0" y="319377"/>
                  </a:lnTo>
                  <a:lnTo>
                    <a:pt x="288" y="328180"/>
                  </a:lnTo>
                  <a:lnTo>
                    <a:pt x="1180" y="337151"/>
                  </a:lnTo>
                  <a:lnTo>
                    <a:pt x="2691" y="346253"/>
                  </a:lnTo>
                  <a:lnTo>
                    <a:pt x="4837" y="355446"/>
                  </a:lnTo>
                  <a:lnTo>
                    <a:pt x="7630" y="364687"/>
                  </a:lnTo>
                  <a:lnTo>
                    <a:pt x="11080" y="373936"/>
                  </a:lnTo>
                  <a:lnTo>
                    <a:pt x="15194" y="383149"/>
                  </a:lnTo>
                  <a:lnTo>
                    <a:pt x="19977" y="392281"/>
                  </a:lnTo>
                  <a:lnTo>
                    <a:pt x="25431" y="401290"/>
                  </a:lnTo>
                  <a:lnTo>
                    <a:pt x="31554" y="410131"/>
                  </a:lnTo>
                  <a:lnTo>
                    <a:pt x="38343" y="418758"/>
                  </a:lnTo>
                  <a:lnTo>
                    <a:pt x="45791" y="427127"/>
                  </a:lnTo>
                  <a:lnTo>
                    <a:pt x="53889" y="435193"/>
                  </a:lnTo>
                  <a:lnTo>
                    <a:pt x="62625" y="442912"/>
                  </a:lnTo>
                  <a:lnTo>
                    <a:pt x="71984" y="450241"/>
                  </a:lnTo>
                  <a:lnTo>
                    <a:pt x="81947" y="457135"/>
                  </a:lnTo>
                  <a:lnTo>
                    <a:pt x="92494" y="463554"/>
                  </a:lnTo>
                  <a:lnTo>
                    <a:pt x="103603" y="469454"/>
                  </a:lnTo>
                  <a:lnTo>
                    <a:pt x="115246" y="474797"/>
                  </a:lnTo>
                  <a:lnTo>
                    <a:pt x="120890" y="467309"/>
                  </a:lnTo>
                  <a:lnTo>
                    <a:pt x="126166" y="459692"/>
                  </a:lnTo>
                  <a:lnTo>
                    <a:pt x="131073" y="451958"/>
                  </a:lnTo>
                  <a:lnTo>
                    <a:pt x="135606" y="444122"/>
                  </a:lnTo>
                  <a:lnTo>
                    <a:pt x="139765" y="436197"/>
                  </a:lnTo>
                  <a:lnTo>
                    <a:pt x="143548" y="428197"/>
                  </a:lnTo>
                  <a:lnTo>
                    <a:pt x="146954" y="420136"/>
                  </a:lnTo>
                  <a:lnTo>
                    <a:pt x="149981" y="412026"/>
                  </a:lnTo>
                  <a:lnTo>
                    <a:pt x="152631" y="403883"/>
                  </a:lnTo>
                  <a:lnTo>
                    <a:pt x="154903" y="395719"/>
                  </a:lnTo>
                  <a:lnTo>
                    <a:pt x="156798" y="387548"/>
                  </a:lnTo>
                  <a:lnTo>
                    <a:pt x="158317" y="379384"/>
                  </a:lnTo>
                  <a:lnTo>
                    <a:pt x="159461" y="371240"/>
                  </a:lnTo>
                  <a:lnTo>
                    <a:pt x="160233" y="363129"/>
                  </a:lnTo>
                  <a:lnTo>
                    <a:pt x="160635" y="355066"/>
                  </a:lnTo>
                  <a:lnTo>
                    <a:pt x="160670" y="347062"/>
                  </a:lnTo>
                  <a:lnTo>
                    <a:pt x="160341" y="339132"/>
                  </a:lnTo>
                  <a:lnTo>
                    <a:pt x="159653" y="331289"/>
                  </a:lnTo>
                  <a:lnTo>
                    <a:pt x="158608" y="323544"/>
                  </a:lnTo>
                  <a:lnTo>
                    <a:pt x="157212" y="315911"/>
                  </a:lnTo>
                  <a:lnTo>
                    <a:pt x="155469" y="308403"/>
                  </a:lnTo>
                  <a:lnTo>
                    <a:pt x="153386" y="301031"/>
                  </a:lnTo>
                  <a:lnTo>
                    <a:pt x="150967" y="293808"/>
                  </a:lnTo>
                  <a:lnTo>
                    <a:pt x="148219" y="286746"/>
                  </a:lnTo>
                  <a:lnTo>
                    <a:pt x="145148" y="279856"/>
                  </a:lnTo>
                  <a:lnTo>
                    <a:pt x="141762" y="273151"/>
                  </a:lnTo>
                  <a:lnTo>
                    <a:pt x="138067" y="266641"/>
                  </a:lnTo>
                  <a:lnTo>
                    <a:pt x="134071" y="260337"/>
                  </a:lnTo>
                  <a:lnTo>
                    <a:pt x="129783" y="254251"/>
                  </a:lnTo>
                  <a:lnTo>
                    <a:pt x="125210" y="248392"/>
                  </a:lnTo>
                  <a:lnTo>
                    <a:pt x="120361" y="242771"/>
                  </a:lnTo>
                  <a:lnTo>
                    <a:pt x="115246" y="237398"/>
                  </a:lnTo>
                  <a:lnTo>
                    <a:pt x="111087" y="237628"/>
                  </a:lnTo>
                  <a:lnTo>
                    <a:pt x="106967" y="238315"/>
                  </a:lnTo>
                  <a:lnTo>
                    <a:pt x="102922" y="239455"/>
                  </a:lnTo>
                  <a:lnTo>
                    <a:pt x="98989" y="241042"/>
                  </a:lnTo>
                  <a:lnTo>
                    <a:pt x="95207" y="243065"/>
                  </a:lnTo>
                  <a:lnTo>
                    <a:pt x="91610" y="245512"/>
                  </a:lnTo>
                  <a:lnTo>
                    <a:pt x="88235" y="248369"/>
                  </a:lnTo>
                  <a:lnTo>
                    <a:pt x="85113" y="251618"/>
                  </a:lnTo>
                  <a:lnTo>
                    <a:pt x="82280" y="255239"/>
                  </a:lnTo>
                  <a:lnTo>
                    <a:pt x="79764" y="259209"/>
                  </a:lnTo>
                  <a:lnTo>
                    <a:pt x="77597" y="263504"/>
                  </a:lnTo>
                  <a:lnTo>
                    <a:pt x="75806" y="268096"/>
                  </a:lnTo>
                  <a:lnTo>
                    <a:pt x="74416" y="272957"/>
                  </a:lnTo>
                  <a:lnTo>
                    <a:pt x="73451" y="278057"/>
                  </a:lnTo>
                  <a:lnTo>
                    <a:pt x="72934" y="283362"/>
                  </a:lnTo>
                  <a:lnTo>
                    <a:pt x="72882" y="288838"/>
                  </a:lnTo>
                  <a:lnTo>
                    <a:pt x="73314" y="294449"/>
                  </a:lnTo>
                  <a:lnTo>
                    <a:pt x="74242" y="300159"/>
                  </a:lnTo>
                  <a:lnTo>
                    <a:pt x="75679" y="305930"/>
                  </a:lnTo>
                  <a:lnTo>
                    <a:pt x="77634" y="311721"/>
                  </a:lnTo>
                  <a:lnTo>
                    <a:pt x="80112" y="317494"/>
                  </a:lnTo>
                  <a:lnTo>
                    <a:pt x="83118" y="323209"/>
                  </a:lnTo>
                  <a:lnTo>
                    <a:pt x="86650" y="328823"/>
                  </a:lnTo>
                  <a:lnTo>
                    <a:pt x="90708" y="334297"/>
                  </a:lnTo>
                  <a:lnTo>
                    <a:pt x="95284" y="339589"/>
                  </a:lnTo>
                  <a:lnTo>
                    <a:pt x="100372" y="344659"/>
                  </a:lnTo>
                  <a:lnTo>
                    <a:pt x="105960" y="349466"/>
                  </a:lnTo>
                  <a:lnTo>
                    <a:pt x="112033" y="353971"/>
                  </a:lnTo>
                  <a:lnTo>
                    <a:pt x="118574" y="358134"/>
                  </a:lnTo>
                  <a:lnTo>
                    <a:pt x="125564" y="361918"/>
                  </a:lnTo>
                  <a:lnTo>
                    <a:pt x="132980" y="365286"/>
                  </a:lnTo>
                  <a:lnTo>
                    <a:pt x="140796" y="368203"/>
                  </a:lnTo>
                  <a:lnTo>
                    <a:pt x="148986" y="370634"/>
                  </a:lnTo>
                  <a:lnTo>
                    <a:pt x="157517" y="372548"/>
                  </a:lnTo>
                  <a:lnTo>
                    <a:pt x="166359" y="373915"/>
                  </a:lnTo>
                  <a:lnTo>
                    <a:pt x="175474" y="374706"/>
                  </a:lnTo>
                  <a:lnTo>
                    <a:pt x="184828" y="374896"/>
                  </a:lnTo>
                  <a:lnTo>
                    <a:pt x="194379" y="374461"/>
                  </a:lnTo>
                  <a:lnTo>
                    <a:pt x="204087" y="373380"/>
                  </a:lnTo>
                  <a:lnTo>
                    <a:pt x="213910" y="371635"/>
                  </a:lnTo>
                  <a:lnTo>
                    <a:pt x="223802" y="369211"/>
                  </a:lnTo>
                  <a:lnTo>
                    <a:pt x="233720" y="366095"/>
                  </a:lnTo>
                  <a:lnTo>
                    <a:pt x="243615" y="362278"/>
                  </a:lnTo>
                  <a:lnTo>
                    <a:pt x="253440" y="357752"/>
                  </a:lnTo>
                  <a:lnTo>
                    <a:pt x="263147" y="352514"/>
                  </a:lnTo>
                  <a:lnTo>
                    <a:pt x="272686" y="346565"/>
                  </a:lnTo>
                  <a:lnTo>
                    <a:pt x="282009" y="339907"/>
                  </a:lnTo>
                  <a:lnTo>
                    <a:pt x="291066" y="332547"/>
                  </a:lnTo>
                  <a:lnTo>
                    <a:pt x="299807" y="324495"/>
                  </a:lnTo>
                  <a:lnTo>
                    <a:pt x="308183" y="315763"/>
                  </a:lnTo>
                  <a:lnTo>
                    <a:pt x="316146" y="306368"/>
                  </a:lnTo>
                  <a:lnTo>
                    <a:pt x="323648" y="296329"/>
                  </a:lnTo>
                  <a:lnTo>
                    <a:pt x="330642" y="285670"/>
                  </a:lnTo>
                  <a:lnTo>
                    <a:pt x="337083" y="274416"/>
                  </a:lnTo>
                  <a:lnTo>
                    <a:pt x="342925" y="262598"/>
                  </a:lnTo>
                  <a:lnTo>
                    <a:pt x="348126" y="250247"/>
                  </a:lnTo>
                  <a:close/>
                </a:path>
              </a:pathLst>
            </a:custGeom>
            <a:solidFill>
              <a:srgbClr val="10BCD3">
                <a:alpha val="27843"/>
              </a:srgbClr>
            </a:solidFill>
            <a:ln w="25746" cap="flat">
              <a:solidFill>
                <a:srgbClr val="10BC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4674825" y="4449249"/>
              <a:ext cx="282823" cy="474797"/>
            </a:xfrm>
            <a:custGeom>
              <a:avLst/>
              <a:pathLst>
                <a:path w="282823" h="474797">
                  <a:moveTo>
                    <a:pt x="45424" y="0"/>
                  </a:moveTo>
                  <a:lnTo>
                    <a:pt x="53529" y="138"/>
                  </a:lnTo>
                  <a:lnTo>
                    <a:pt x="61624" y="553"/>
                  </a:lnTo>
                  <a:lnTo>
                    <a:pt x="69701" y="1244"/>
                  </a:lnTo>
                  <a:lnTo>
                    <a:pt x="77750" y="2211"/>
                  </a:lnTo>
                  <a:lnTo>
                    <a:pt x="85760" y="3451"/>
                  </a:lnTo>
                  <a:lnTo>
                    <a:pt x="93724" y="4965"/>
                  </a:lnTo>
                  <a:lnTo>
                    <a:pt x="101631" y="6749"/>
                  </a:lnTo>
                  <a:lnTo>
                    <a:pt x="109473" y="8803"/>
                  </a:lnTo>
                  <a:lnTo>
                    <a:pt x="117240" y="11123"/>
                  </a:lnTo>
                  <a:lnTo>
                    <a:pt x="124924" y="13707"/>
                  </a:lnTo>
                  <a:lnTo>
                    <a:pt x="132515" y="16551"/>
                  </a:lnTo>
                  <a:lnTo>
                    <a:pt x="140004" y="19653"/>
                  </a:lnTo>
                  <a:lnTo>
                    <a:pt x="147383" y="23009"/>
                  </a:lnTo>
                  <a:lnTo>
                    <a:pt x="154643" y="26615"/>
                  </a:lnTo>
                  <a:lnTo>
                    <a:pt x="161775" y="30467"/>
                  </a:lnTo>
                  <a:lnTo>
                    <a:pt x="168772" y="34560"/>
                  </a:lnTo>
                  <a:lnTo>
                    <a:pt x="175626" y="38890"/>
                  </a:lnTo>
                  <a:lnTo>
                    <a:pt x="182327" y="43451"/>
                  </a:lnTo>
                  <a:lnTo>
                    <a:pt x="188869" y="48238"/>
                  </a:lnTo>
                  <a:lnTo>
                    <a:pt x="195243" y="53245"/>
                  </a:lnTo>
                  <a:lnTo>
                    <a:pt x="201443" y="58468"/>
                  </a:lnTo>
                  <a:lnTo>
                    <a:pt x="207461" y="63899"/>
                  </a:lnTo>
                  <a:lnTo>
                    <a:pt x="213290" y="69532"/>
                  </a:lnTo>
                  <a:lnTo>
                    <a:pt x="218923" y="75361"/>
                  </a:lnTo>
                  <a:lnTo>
                    <a:pt x="224354" y="81379"/>
                  </a:lnTo>
                  <a:lnTo>
                    <a:pt x="229577" y="87579"/>
                  </a:lnTo>
                  <a:lnTo>
                    <a:pt x="234584" y="93953"/>
                  </a:lnTo>
                  <a:lnTo>
                    <a:pt x="239372" y="100495"/>
                  </a:lnTo>
                  <a:lnTo>
                    <a:pt x="243933" y="107197"/>
                  </a:lnTo>
                  <a:lnTo>
                    <a:pt x="248262" y="114050"/>
                  </a:lnTo>
                  <a:lnTo>
                    <a:pt x="252355" y="121047"/>
                  </a:lnTo>
                  <a:lnTo>
                    <a:pt x="256207" y="128179"/>
                  </a:lnTo>
                  <a:lnTo>
                    <a:pt x="259813" y="135440"/>
                  </a:lnTo>
                  <a:lnTo>
                    <a:pt x="263169" y="142818"/>
                  </a:lnTo>
                  <a:lnTo>
                    <a:pt x="266271" y="150308"/>
                  </a:lnTo>
                  <a:lnTo>
                    <a:pt x="269116" y="157898"/>
                  </a:lnTo>
                  <a:lnTo>
                    <a:pt x="271699" y="165582"/>
                  </a:lnTo>
                  <a:lnTo>
                    <a:pt x="274019" y="173349"/>
                  </a:lnTo>
                  <a:lnTo>
                    <a:pt x="276073" y="181191"/>
                  </a:lnTo>
                  <a:lnTo>
                    <a:pt x="277857" y="189098"/>
                  </a:lnTo>
                  <a:lnTo>
                    <a:pt x="279371" y="197062"/>
                  </a:lnTo>
                  <a:lnTo>
                    <a:pt x="280612" y="205073"/>
                  </a:lnTo>
                  <a:lnTo>
                    <a:pt x="281578" y="213121"/>
                  </a:lnTo>
                  <a:lnTo>
                    <a:pt x="282269" y="221198"/>
                  </a:lnTo>
                  <a:lnTo>
                    <a:pt x="282684" y="229293"/>
                  </a:lnTo>
                  <a:lnTo>
                    <a:pt x="282823" y="237398"/>
                  </a:lnTo>
                  <a:lnTo>
                    <a:pt x="275335" y="243042"/>
                  </a:lnTo>
                  <a:lnTo>
                    <a:pt x="267717" y="248319"/>
                  </a:lnTo>
                  <a:lnTo>
                    <a:pt x="259984" y="253225"/>
                  </a:lnTo>
                  <a:lnTo>
                    <a:pt x="252148" y="257759"/>
                  </a:lnTo>
                  <a:lnTo>
                    <a:pt x="244223" y="261918"/>
                  </a:lnTo>
                  <a:lnTo>
                    <a:pt x="236223" y="265701"/>
                  </a:lnTo>
                  <a:lnTo>
                    <a:pt x="228161" y="269106"/>
                  </a:lnTo>
                  <a:lnTo>
                    <a:pt x="220052" y="272134"/>
                  </a:lnTo>
                  <a:lnTo>
                    <a:pt x="211908" y="274784"/>
                  </a:lnTo>
                  <a:lnTo>
                    <a:pt x="203744" y="277056"/>
                  </a:lnTo>
                  <a:lnTo>
                    <a:pt x="195573" y="278950"/>
                  </a:lnTo>
                  <a:lnTo>
                    <a:pt x="187409" y="280469"/>
                  </a:lnTo>
                  <a:lnTo>
                    <a:pt x="179265" y="281614"/>
                  </a:lnTo>
                  <a:lnTo>
                    <a:pt x="171155" y="282386"/>
                  </a:lnTo>
                  <a:lnTo>
                    <a:pt x="163091" y="282788"/>
                  </a:lnTo>
                  <a:lnTo>
                    <a:pt x="155088" y="282823"/>
                  </a:lnTo>
                  <a:lnTo>
                    <a:pt x="147158" y="282494"/>
                  </a:lnTo>
                  <a:lnTo>
                    <a:pt x="139314" y="281805"/>
                  </a:lnTo>
                  <a:lnTo>
                    <a:pt x="131569" y="280760"/>
                  </a:lnTo>
                  <a:lnTo>
                    <a:pt x="123937" y="279364"/>
                  </a:lnTo>
                  <a:lnTo>
                    <a:pt x="116428" y="277622"/>
                  </a:lnTo>
                  <a:lnTo>
                    <a:pt x="109056" y="275538"/>
                  </a:lnTo>
                  <a:lnTo>
                    <a:pt x="101833" y="273119"/>
                  </a:lnTo>
                  <a:lnTo>
                    <a:pt x="94771" y="270371"/>
                  </a:lnTo>
                  <a:lnTo>
                    <a:pt x="87882" y="267301"/>
                  </a:lnTo>
                  <a:lnTo>
                    <a:pt x="81176" y="263914"/>
                  </a:lnTo>
                  <a:lnTo>
                    <a:pt x="74666" y="260220"/>
                  </a:lnTo>
                  <a:lnTo>
                    <a:pt x="68363" y="256224"/>
                  </a:lnTo>
                  <a:lnTo>
                    <a:pt x="62276" y="251936"/>
                  </a:lnTo>
                  <a:lnTo>
                    <a:pt x="56418" y="247363"/>
                  </a:lnTo>
                  <a:lnTo>
                    <a:pt x="50797" y="242514"/>
                  </a:lnTo>
                  <a:lnTo>
                    <a:pt x="45424" y="237398"/>
                  </a:lnTo>
                  <a:lnTo>
                    <a:pt x="50539" y="242771"/>
                  </a:lnTo>
                  <a:lnTo>
                    <a:pt x="55388" y="248392"/>
                  </a:lnTo>
                  <a:lnTo>
                    <a:pt x="59961" y="254251"/>
                  </a:lnTo>
                  <a:lnTo>
                    <a:pt x="64249" y="260337"/>
                  </a:lnTo>
                  <a:lnTo>
                    <a:pt x="68245" y="266641"/>
                  </a:lnTo>
                  <a:lnTo>
                    <a:pt x="71940" y="273151"/>
                  </a:lnTo>
                  <a:lnTo>
                    <a:pt x="75326" y="279856"/>
                  </a:lnTo>
                  <a:lnTo>
                    <a:pt x="78397" y="286746"/>
                  </a:lnTo>
                  <a:lnTo>
                    <a:pt x="81145" y="293808"/>
                  </a:lnTo>
                  <a:lnTo>
                    <a:pt x="83564" y="301031"/>
                  </a:lnTo>
                  <a:lnTo>
                    <a:pt x="85647" y="308403"/>
                  </a:lnTo>
                  <a:lnTo>
                    <a:pt x="87390" y="315911"/>
                  </a:lnTo>
                  <a:lnTo>
                    <a:pt x="88786" y="323544"/>
                  </a:lnTo>
                  <a:lnTo>
                    <a:pt x="89831" y="331289"/>
                  </a:lnTo>
                  <a:lnTo>
                    <a:pt x="90519" y="339132"/>
                  </a:lnTo>
                  <a:lnTo>
                    <a:pt x="90848" y="347062"/>
                  </a:lnTo>
                  <a:lnTo>
                    <a:pt x="90813" y="355066"/>
                  </a:lnTo>
                  <a:lnTo>
                    <a:pt x="90411" y="363129"/>
                  </a:lnTo>
                  <a:lnTo>
                    <a:pt x="89639" y="371240"/>
                  </a:lnTo>
                  <a:lnTo>
                    <a:pt x="88495" y="379384"/>
                  </a:lnTo>
                  <a:lnTo>
                    <a:pt x="86976" y="387548"/>
                  </a:lnTo>
                  <a:lnTo>
                    <a:pt x="85081" y="395719"/>
                  </a:lnTo>
                  <a:lnTo>
                    <a:pt x="82809" y="403883"/>
                  </a:lnTo>
                  <a:lnTo>
                    <a:pt x="80159" y="412026"/>
                  </a:lnTo>
                  <a:lnTo>
                    <a:pt x="77132" y="420136"/>
                  </a:lnTo>
                  <a:lnTo>
                    <a:pt x="73726" y="428197"/>
                  </a:lnTo>
                  <a:lnTo>
                    <a:pt x="69943" y="436197"/>
                  </a:lnTo>
                  <a:lnTo>
                    <a:pt x="65784" y="444122"/>
                  </a:lnTo>
                  <a:lnTo>
                    <a:pt x="61251" y="451958"/>
                  </a:lnTo>
                  <a:lnTo>
                    <a:pt x="56344" y="459692"/>
                  </a:lnTo>
                  <a:lnTo>
                    <a:pt x="51068" y="467309"/>
                  </a:lnTo>
                  <a:lnTo>
                    <a:pt x="45424" y="474797"/>
                  </a:lnTo>
                  <a:lnTo>
                    <a:pt x="39780" y="467309"/>
                  </a:lnTo>
                  <a:lnTo>
                    <a:pt x="34503" y="459692"/>
                  </a:lnTo>
                  <a:lnTo>
                    <a:pt x="29597" y="451958"/>
                  </a:lnTo>
                  <a:lnTo>
                    <a:pt x="25063" y="444122"/>
                  </a:lnTo>
                  <a:lnTo>
                    <a:pt x="20904" y="436197"/>
                  </a:lnTo>
                  <a:lnTo>
                    <a:pt x="17121" y="428197"/>
                  </a:lnTo>
                  <a:lnTo>
                    <a:pt x="13716" y="420136"/>
                  </a:lnTo>
                  <a:lnTo>
                    <a:pt x="10688" y="412026"/>
                  </a:lnTo>
                  <a:lnTo>
                    <a:pt x="8038" y="403883"/>
                  </a:lnTo>
                  <a:lnTo>
                    <a:pt x="5767" y="395719"/>
                  </a:lnTo>
                  <a:lnTo>
                    <a:pt x="3872" y="387548"/>
                  </a:lnTo>
                  <a:lnTo>
                    <a:pt x="2353" y="379384"/>
                  </a:lnTo>
                  <a:lnTo>
                    <a:pt x="1209" y="371240"/>
                  </a:lnTo>
                  <a:lnTo>
                    <a:pt x="437" y="363129"/>
                  </a:lnTo>
                  <a:lnTo>
                    <a:pt x="35" y="355066"/>
                  </a:lnTo>
                  <a:lnTo>
                    <a:pt x="0" y="347062"/>
                  </a:lnTo>
                  <a:lnTo>
                    <a:pt x="328" y="339132"/>
                  </a:lnTo>
                  <a:lnTo>
                    <a:pt x="1017" y="331289"/>
                  </a:lnTo>
                  <a:lnTo>
                    <a:pt x="2062" y="323544"/>
                  </a:lnTo>
                  <a:lnTo>
                    <a:pt x="3458" y="315911"/>
                  </a:lnTo>
                  <a:lnTo>
                    <a:pt x="5200" y="308403"/>
                  </a:lnTo>
                  <a:lnTo>
                    <a:pt x="7284" y="301031"/>
                  </a:lnTo>
                  <a:lnTo>
                    <a:pt x="9703" y="293808"/>
                  </a:lnTo>
                  <a:lnTo>
                    <a:pt x="12451" y="286746"/>
                  </a:lnTo>
                  <a:lnTo>
                    <a:pt x="15522" y="279856"/>
                  </a:lnTo>
                  <a:lnTo>
                    <a:pt x="18908" y="273151"/>
                  </a:lnTo>
                  <a:lnTo>
                    <a:pt x="22603" y="266641"/>
                  </a:lnTo>
                  <a:lnTo>
                    <a:pt x="26598" y="260337"/>
                  </a:lnTo>
                  <a:lnTo>
                    <a:pt x="30887" y="254251"/>
                  </a:lnTo>
                  <a:lnTo>
                    <a:pt x="35460" y="248392"/>
                  </a:lnTo>
                  <a:lnTo>
                    <a:pt x="40308" y="242771"/>
                  </a:lnTo>
                  <a:lnTo>
                    <a:pt x="45424" y="237398"/>
                  </a:lnTo>
                  <a:lnTo>
                    <a:pt x="45424" y="237398"/>
                  </a:lnTo>
                  <a:lnTo>
                    <a:pt x="45424" y="237398"/>
                  </a:lnTo>
                </a:path>
              </a:pathLst>
            </a:custGeom>
            <a:ln w="25746" cap="flat">
              <a:solidFill>
                <a:srgbClr val="10BC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923336" y="4652337"/>
              <a:ext cx="68622" cy="68622"/>
            </a:xfrm>
            <a:prstGeom prst="ellipse">
              <a:avLst/>
            </a:prstGeom>
            <a:solidFill>
              <a:srgbClr val="10BCD3">
                <a:alpha val="100000"/>
              </a:srgbClr>
            </a:solidFill>
            <a:ln w="9000" cap="rnd">
              <a:solidFill>
                <a:srgbClr val="10BC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685937" y="4414938"/>
              <a:ext cx="68622" cy="68622"/>
            </a:xfrm>
            <a:prstGeom prst="ellipse">
              <a:avLst/>
            </a:prstGeom>
            <a:solidFill>
              <a:srgbClr val="10BCD3">
                <a:alpha val="100000"/>
              </a:srgbClr>
            </a:solidFill>
            <a:ln w="9000" cap="rnd">
              <a:solidFill>
                <a:srgbClr val="10BC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4853804" y="4484470"/>
              <a:ext cx="68622" cy="68622"/>
            </a:xfrm>
            <a:prstGeom prst="ellipse">
              <a:avLst/>
            </a:prstGeom>
            <a:solidFill>
              <a:srgbClr val="10BCD3">
                <a:alpha val="100000"/>
              </a:srgbClr>
            </a:solidFill>
            <a:ln w="9000" cap="rnd">
              <a:solidFill>
                <a:srgbClr val="10BC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4685937" y="4652337"/>
              <a:ext cx="68622" cy="68622"/>
            </a:xfrm>
            <a:prstGeom prst="ellipse">
              <a:avLst/>
            </a:prstGeom>
            <a:solidFill>
              <a:srgbClr val="10BCD3">
                <a:alpha val="100000"/>
              </a:srgbClr>
            </a:solidFill>
            <a:ln w="9000" cap="rnd">
              <a:solidFill>
                <a:srgbClr val="10BC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4685937" y="4889736"/>
              <a:ext cx="68622" cy="68622"/>
            </a:xfrm>
            <a:prstGeom prst="ellipse">
              <a:avLst/>
            </a:prstGeom>
            <a:solidFill>
              <a:srgbClr val="10BCD3">
                <a:alpha val="100000"/>
              </a:srgbClr>
            </a:solidFill>
            <a:ln w="9000" cap="rnd">
              <a:solidFill>
                <a:srgbClr val="10BC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685937" y="4652337"/>
              <a:ext cx="68622" cy="68622"/>
            </a:xfrm>
            <a:prstGeom prst="ellipse">
              <a:avLst/>
            </a:prstGeom>
            <a:solidFill>
              <a:srgbClr val="10BCD3">
                <a:alpha val="100000"/>
              </a:srgbClr>
            </a:solidFill>
            <a:ln w="9000" cap="rnd">
              <a:solidFill>
                <a:srgbClr val="10BC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685937" y="4652337"/>
              <a:ext cx="68622" cy="68622"/>
            </a:xfrm>
            <a:prstGeom prst="ellipse">
              <a:avLst/>
            </a:prstGeom>
            <a:solidFill>
              <a:srgbClr val="10BCD3">
                <a:alpha val="100000"/>
              </a:srgbClr>
            </a:solidFill>
            <a:ln w="9000" cap="rnd">
              <a:solidFill>
                <a:srgbClr val="10BC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685937" y="4652337"/>
              <a:ext cx="68622" cy="68622"/>
            </a:xfrm>
            <a:prstGeom prst="ellipse">
              <a:avLst/>
            </a:prstGeom>
            <a:solidFill>
              <a:srgbClr val="10BCD3">
                <a:alpha val="100000"/>
              </a:srgbClr>
            </a:solidFill>
            <a:ln w="9000" cap="rnd">
              <a:solidFill>
                <a:srgbClr val="10BC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4720249" y="4449249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4720249" y="4518782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4720249" y="4686648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4720249" y="4686648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4720249" y="4686648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4552382" y="4686648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4482850" y="4686648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4552382" y="4518782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3"/>
            <p:cNvSpPr/>
            <p:nvPr/>
          </p:nvSpPr>
          <p:spPr>
            <a:xfrm>
              <a:off x="4583605" y="4377091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4666834" y="4455206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4875508" y="4644329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4657448" y="4830887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4574219" y="4909111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4270471" y="4830887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4325890" y="4644329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4279857" y="4455206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4177856" y="4535065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4127002" y="4416366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753" name="rc753"/>
            <p:cNvSpPr/>
            <p:nvPr/>
          </p:nvSpPr>
          <p:spPr>
            <a:xfrm>
              <a:off x="6072803" y="4268852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54" name="rc754"/>
            <p:cNvSpPr/>
            <p:nvPr/>
          </p:nvSpPr>
          <p:spPr>
            <a:xfrm>
              <a:off x="6072803" y="4351942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rc755"/>
            <p:cNvSpPr/>
            <p:nvPr/>
          </p:nvSpPr>
          <p:spPr>
            <a:xfrm>
              <a:off x="6407259" y="4268852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6" name="tx756"/>
            <p:cNvSpPr/>
            <p:nvPr/>
          </p:nvSpPr>
          <p:spPr>
            <a:xfrm>
              <a:off x="7115466" y="4227047"/>
              <a:ext cx="1212780" cy="1353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757" name="rc757"/>
            <p:cNvSpPr/>
            <p:nvPr/>
          </p:nvSpPr>
          <p:spPr>
            <a:xfrm>
              <a:off x="7425107" y="4389900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7721856" y="4419574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7721856" y="4497798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7721856" y="4686648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7721856" y="4686648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7721856" y="4686648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7533006" y="4686648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7454782" y="4686648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7533006" y="4497798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7603172" y="4567949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7484487" y="4449249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7454816" y="4419574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7679493" y="4601881"/>
              <a:ext cx="279762" cy="222264"/>
            </a:xfrm>
            <a:custGeom>
              <a:avLst/>
              <a:pathLst>
                <a:path w="279762" h="222264">
                  <a:moveTo>
                    <a:pt x="279762" y="84767"/>
                  </a:moveTo>
                  <a:lnTo>
                    <a:pt x="273487" y="75453"/>
                  </a:lnTo>
                  <a:lnTo>
                    <a:pt x="266857" y="66644"/>
                  </a:lnTo>
                  <a:lnTo>
                    <a:pt x="259903" y="58352"/>
                  </a:lnTo>
                  <a:lnTo>
                    <a:pt x="252654" y="50591"/>
                  </a:lnTo>
                  <a:lnTo>
                    <a:pt x="245144" y="43369"/>
                  </a:lnTo>
                  <a:lnTo>
                    <a:pt x="237402" y="36694"/>
                  </a:lnTo>
                  <a:lnTo>
                    <a:pt x="229461" y="30573"/>
                  </a:lnTo>
                  <a:lnTo>
                    <a:pt x="221353" y="25011"/>
                  </a:lnTo>
                  <a:lnTo>
                    <a:pt x="213111" y="20011"/>
                  </a:lnTo>
                  <a:lnTo>
                    <a:pt x="204765" y="15574"/>
                  </a:lnTo>
                  <a:lnTo>
                    <a:pt x="196347" y="11700"/>
                  </a:lnTo>
                  <a:lnTo>
                    <a:pt x="187890" y="8388"/>
                  </a:lnTo>
                  <a:lnTo>
                    <a:pt x="179425" y="5634"/>
                  </a:lnTo>
                  <a:lnTo>
                    <a:pt x="170983" y="3432"/>
                  </a:lnTo>
                  <a:lnTo>
                    <a:pt x="162594" y="1777"/>
                  </a:lnTo>
                  <a:lnTo>
                    <a:pt x="154289" y="660"/>
                  </a:lnTo>
                  <a:lnTo>
                    <a:pt x="146096" y="71"/>
                  </a:lnTo>
                  <a:lnTo>
                    <a:pt x="138045" y="0"/>
                  </a:lnTo>
                  <a:lnTo>
                    <a:pt x="130164" y="432"/>
                  </a:lnTo>
                  <a:lnTo>
                    <a:pt x="122481" y="1355"/>
                  </a:lnTo>
                  <a:lnTo>
                    <a:pt x="115021" y="2753"/>
                  </a:lnTo>
                  <a:lnTo>
                    <a:pt x="107809" y="4609"/>
                  </a:lnTo>
                  <a:lnTo>
                    <a:pt x="100872" y="6905"/>
                  </a:lnTo>
                  <a:lnTo>
                    <a:pt x="94231" y="9622"/>
                  </a:lnTo>
                  <a:lnTo>
                    <a:pt x="87910" y="12739"/>
                  </a:lnTo>
                  <a:lnTo>
                    <a:pt x="81930" y="16235"/>
                  </a:lnTo>
                  <a:lnTo>
                    <a:pt x="76309" y="20088"/>
                  </a:lnTo>
                  <a:lnTo>
                    <a:pt x="71068" y="24273"/>
                  </a:lnTo>
                  <a:lnTo>
                    <a:pt x="66223" y="28766"/>
                  </a:lnTo>
                  <a:lnTo>
                    <a:pt x="61790" y="33542"/>
                  </a:lnTo>
                  <a:lnTo>
                    <a:pt x="57784" y="38576"/>
                  </a:lnTo>
                  <a:lnTo>
                    <a:pt x="54218" y="43839"/>
                  </a:lnTo>
                  <a:lnTo>
                    <a:pt x="51104" y="49305"/>
                  </a:lnTo>
                  <a:lnTo>
                    <a:pt x="48451" y="54946"/>
                  </a:lnTo>
                  <a:lnTo>
                    <a:pt x="46269" y="60733"/>
                  </a:lnTo>
                  <a:lnTo>
                    <a:pt x="44564" y="66638"/>
                  </a:lnTo>
                  <a:lnTo>
                    <a:pt x="43343" y="72632"/>
                  </a:lnTo>
                  <a:lnTo>
                    <a:pt x="42608" y="78684"/>
                  </a:lnTo>
                  <a:lnTo>
                    <a:pt x="42363" y="84767"/>
                  </a:lnTo>
                  <a:lnTo>
                    <a:pt x="38204" y="84996"/>
                  </a:lnTo>
                  <a:lnTo>
                    <a:pt x="34084" y="85683"/>
                  </a:lnTo>
                  <a:lnTo>
                    <a:pt x="30039" y="86823"/>
                  </a:lnTo>
                  <a:lnTo>
                    <a:pt x="26107" y="88410"/>
                  </a:lnTo>
                  <a:lnTo>
                    <a:pt x="22324" y="90433"/>
                  </a:lnTo>
                  <a:lnTo>
                    <a:pt x="18728" y="92881"/>
                  </a:lnTo>
                  <a:lnTo>
                    <a:pt x="15352" y="95738"/>
                  </a:lnTo>
                  <a:lnTo>
                    <a:pt x="12231" y="98986"/>
                  </a:lnTo>
                  <a:lnTo>
                    <a:pt x="9397" y="102607"/>
                  </a:lnTo>
                  <a:lnTo>
                    <a:pt x="6882" y="106577"/>
                  </a:lnTo>
                  <a:lnTo>
                    <a:pt x="4714" y="110872"/>
                  </a:lnTo>
                  <a:lnTo>
                    <a:pt x="2923" y="115464"/>
                  </a:lnTo>
                  <a:lnTo>
                    <a:pt x="1533" y="120326"/>
                  </a:lnTo>
                  <a:lnTo>
                    <a:pt x="569" y="125425"/>
                  </a:lnTo>
                  <a:lnTo>
                    <a:pt x="51" y="130730"/>
                  </a:lnTo>
                  <a:lnTo>
                    <a:pt x="0" y="136206"/>
                  </a:lnTo>
                  <a:lnTo>
                    <a:pt x="431" y="141817"/>
                  </a:lnTo>
                  <a:lnTo>
                    <a:pt x="1359" y="147527"/>
                  </a:lnTo>
                  <a:lnTo>
                    <a:pt x="2797" y="153298"/>
                  </a:lnTo>
                  <a:lnTo>
                    <a:pt x="4751" y="159089"/>
                  </a:lnTo>
                  <a:lnTo>
                    <a:pt x="7230" y="164863"/>
                  </a:lnTo>
                  <a:lnTo>
                    <a:pt x="10235" y="170577"/>
                  </a:lnTo>
                  <a:lnTo>
                    <a:pt x="13768" y="176191"/>
                  </a:lnTo>
                  <a:lnTo>
                    <a:pt x="17825" y="181665"/>
                  </a:lnTo>
                  <a:lnTo>
                    <a:pt x="22402" y="186958"/>
                  </a:lnTo>
                  <a:lnTo>
                    <a:pt x="27489" y="192027"/>
                  </a:lnTo>
                  <a:lnTo>
                    <a:pt x="33077" y="196835"/>
                  </a:lnTo>
                  <a:lnTo>
                    <a:pt x="39150" y="201339"/>
                  </a:lnTo>
                  <a:lnTo>
                    <a:pt x="45691" y="205503"/>
                  </a:lnTo>
                  <a:lnTo>
                    <a:pt x="52681" y="209287"/>
                  </a:lnTo>
                  <a:lnTo>
                    <a:pt x="60097" y="212655"/>
                  </a:lnTo>
                  <a:lnTo>
                    <a:pt x="67914" y="215571"/>
                  </a:lnTo>
                  <a:lnTo>
                    <a:pt x="76103" y="218002"/>
                  </a:lnTo>
                  <a:lnTo>
                    <a:pt x="84635" y="219916"/>
                  </a:lnTo>
                  <a:lnTo>
                    <a:pt x="93476" y="221283"/>
                  </a:lnTo>
                  <a:lnTo>
                    <a:pt x="102592" y="222074"/>
                  </a:lnTo>
                  <a:lnTo>
                    <a:pt x="111945" y="222264"/>
                  </a:lnTo>
                  <a:lnTo>
                    <a:pt x="121496" y="221829"/>
                  </a:lnTo>
                  <a:lnTo>
                    <a:pt x="131204" y="220748"/>
                  </a:lnTo>
                  <a:lnTo>
                    <a:pt x="141027" y="219004"/>
                  </a:lnTo>
                  <a:lnTo>
                    <a:pt x="150920" y="216580"/>
                  </a:lnTo>
                  <a:lnTo>
                    <a:pt x="160837" y="213463"/>
                  </a:lnTo>
                  <a:lnTo>
                    <a:pt x="170732" y="209646"/>
                  </a:lnTo>
                  <a:lnTo>
                    <a:pt x="180557" y="205120"/>
                  </a:lnTo>
                  <a:lnTo>
                    <a:pt x="190264" y="199882"/>
                  </a:lnTo>
                  <a:lnTo>
                    <a:pt x="199803" y="193933"/>
                  </a:lnTo>
                  <a:lnTo>
                    <a:pt x="209126" y="187276"/>
                  </a:lnTo>
                  <a:lnTo>
                    <a:pt x="218183" y="179916"/>
                  </a:lnTo>
                  <a:lnTo>
                    <a:pt x="226924" y="171863"/>
                  </a:lnTo>
                  <a:lnTo>
                    <a:pt x="235300" y="163131"/>
                  </a:lnTo>
                  <a:lnTo>
                    <a:pt x="243264" y="153736"/>
                  </a:lnTo>
                  <a:lnTo>
                    <a:pt x="250766" y="143697"/>
                  </a:lnTo>
                  <a:lnTo>
                    <a:pt x="257760" y="133038"/>
                  </a:lnTo>
                  <a:lnTo>
                    <a:pt x="264200" y="121785"/>
                  </a:lnTo>
                  <a:lnTo>
                    <a:pt x="270042" y="109966"/>
                  </a:lnTo>
                  <a:lnTo>
                    <a:pt x="275243" y="97615"/>
                  </a:lnTo>
                  <a:close/>
                </a:path>
              </a:pathLst>
            </a:custGeom>
            <a:solidFill>
              <a:srgbClr val="5EB4E3">
                <a:alpha val="27843"/>
              </a:srgbClr>
            </a:solidFill>
            <a:ln w="25746" cap="flat">
              <a:solidFill>
                <a:srgbClr val="5EB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7721856" y="4641224"/>
              <a:ext cx="237398" cy="90848"/>
            </a:xfrm>
            <a:custGeom>
              <a:avLst/>
              <a:pathLst>
                <a:path w="237398" h="90848">
                  <a:moveTo>
                    <a:pt x="0" y="45424"/>
                  </a:moveTo>
                  <a:lnTo>
                    <a:pt x="0" y="45424"/>
                  </a:lnTo>
                  <a:lnTo>
                    <a:pt x="5372" y="40308"/>
                  </a:lnTo>
                  <a:lnTo>
                    <a:pt x="10993" y="35460"/>
                  </a:lnTo>
                  <a:lnTo>
                    <a:pt x="16852" y="30887"/>
                  </a:lnTo>
                  <a:lnTo>
                    <a:pt x="22938" y="26598"/>
                  </a:lnTo>
                  <a:lnTo>
                    <a:pt x="29242" y="22603"/>
                  </a:lnTo>
                  <a:lnTo>
                    <a:pt x="35752" y="18908"/>
                  </a:lnTo>
                  <a:lnTo>
                    <a:pt x="42458" y="15522"/>
                  </a:lnTo>
                  <a:lnTo>
                    <a:pt x="49347" y="12451"/>
                  </a:lnTo>
                  <a:lnTo>
                    <a:pt x="56409" y="9703"/>
                  </a:lnTo>
                  <a:lnTo>
                    <a:pt x="63632" y="7284"/>
                  </a:lnTo>
                  <a:lnTo>
                    <a:pt x="71004" y="5200"/>
                  </a:lnTo>
                  <a:lnTo>
                    <a:pt x="78512" y="3458"/>
                  </a:lnTo>
                  <a:lnTo>
                    <a:pt x="86145" y="2062"/>
                  </a:lnTo>
                  <a:lnTo>
                    <a:pt x="93890" y="1017"/>
                  </a:lnTo>
                  <a:lnTo>
                    <a:pt x="101733" y="328"/>
                  </a:lnTo>
                  <a:lnTo>
                    <a:pt x="109664" y="0"/>
                  </a:lnTo>
                  <a:lnTo>
                    <a:pt x="117667" y="35"/>
                  </a:lnTo>
                  <a:lnTo>
                    <a:pt x="125730" y="437"/>
                  </a:lnTo>
                  <a:lnTo>
                    <a:pt x="133841" y="1209"/>
                  </a:lnTo>
                  <a:lnTo>
                    <a:pt x="141985" y="2353"/>
                  </a:lnTo>
                  <a:lnTo>
                    <a:pt x="150149" y="3872"/>
                  </a:lnTo>
                  <a:lnTo>
                    <a:pt x="158320" y="5767"/>
                  </a:lnTo>
                  <a:lnTo>
                    <a:pt x="166484" y="8038"/>
                  </a:lnTo>
                  <a:lnTo>
                    <a:pt x="174628" y="10688"/>
                  </a:lnTo>
                  <a:lnTo>
                    <a:pt x="182737" y="13716"/>
                  </a:lnTo>
                  <a:lnTo>
                    <a:pt x="190798" y="17121"/>
                  </a:lnTo>
                  <a:lnTo>
                    <a:pt x="198798" y="20904"/>
                  </a:lnTo>
                  <a:lnTo>
                    <a:pt x="206723" y="25063"/>
                  </a:lnTo>
                  <a:lnTo>
                    <a:pt x="214559" y="29597"/>
                  </a:lnTo>
                  <a:lnTo>
                    <a:pt x="222293" y="34503"/>
                  </a:lnTo>
                  <a:lnTo>
                    <a:pt x="229910" y="39780"/>
                  </a:lnTo>
                  <a:lnTo>
                    <a:pt x="237398" y="45424"/>
                  </a:lnTo>
                  <a:lnTo>
                    <a:pt x="229910" y="51068"/>
                  </a:lnTo>
                  <a:lnTo>
                    <a:pt x="222293" y="56344"/>
                  </a:lnTo>
                  <a:lnTo>
                    <a:pt x="214559" y="61251"/>
                  </a:lnTo>
                  <a:lnTo>
                    <a:pt x="206723" y="65784"/>
                  </a:lnTo>
                  <a:lnTo>
                    <a:pt x="198798" y="69943"/>
                  </a:lnTo>
                  <a:lnTo>
                    <a:pt x="190798" y="73726"/>
                  </a:lnTo>
                  <a:lnTo>
                    <a:pt x="182737" y="77132"/>
                  </a:lnTo>
                  <a:lnTo>
                    <a:pt x="174628" y="80159"/>
                  </a:lnTo>
                  <a:lnTo>
                    <a:pt x="166484" y="82809"/>
                  </a:lnTo>
                  <a:lnTo>
                    <a:pt x="158320" y="85081"/>
                  </a:lnTo>
                  <a:lnTo>
                    <a:pt x="150149" y="86976"/>
                  </a:lnTo>
                  <a:lnTo>
                    <a:pt x="141985" y="88495"/>
                  </a:lnTo>
                  <a:lnTo>
                    <a:pt x="133841" y="89639"/>
                  </a:lnTo>
                  <a:lnTo>
                    <a:pt x="125730" y="90411"/>
                  </a:lnTo>
                  <a:lnTo>
                    <a:pt x="117667" y="90813"/>
                  </a:lnTo>
                  <a:lnTo>
                    <a:pt x="109664" y="90848"/>
                  </a:lnTo>
                  <a:lnTo>
                    <a:pt x="101733" y="90519"/>
                  </a:lnTo>
                  <a:lnTo>
                    <a:pt x="93890" y="89831"/>
                  </a:lnTo>
                  <a:lnTo>
                    <a:pt x="86145" y="88786"/>
                  </a:lnTo>
                  <a:lnTo>
                    <a:pt x="78512" y="87390"/>
                  </a:lnTo>
                  <a:lnTo>
                    <a:pt x="71004" y="85647"/>
                  </a:lnTo>
                  <a:lnTo>
                    <a:pt x="63632" y="83564"/>
                  </a:lnTo>
                  <a:lnTo>
                    <a:pt x="56409" y="81145"/>
                  </a:lnTo>
                  <a:lnTo>
                    <a:pt x="49347" y="78397"/>
                  </a:lnTo>
                  <a:lnTo>
                    <a:pt x="42458" y="75326"/>
                  </a:lnTo>
                  <a:lnTo>
                    <a:pt x="35752" y="71940"/>
                  </a:lnTo>
                  <a:lnTo>
                    <a:pt x="29242" y="68245"/>
                  </a:lnTo>
                  <a:lnTo>
                    <a:pt x="22938" y="64249"/>
                  </a:lnTo>
                  <a:lnTo>
                    <a:pt x="16852" y="59961"/>
                  </a:lnTo>
                  <a:lnTo>
                    <a:pt x="10993" y="55388"/>
                  </a:lnTo>
                  <a:lnTo>
                    <a:pt x="5372" y="50539"/>
                  </a:lnTo>
                  <a:lnTo>
                    <a:pt x="0" y="45424"/>
                  </a:lnTo>
                  <a:lnTo>
                    <a:pt x="0" y="45424"/>
                  </a:lnTo>
                  <a:lnTo>
                    <a:pt x="0" y="45424"/>
                  </a:lnTo>
                  <a:lnTo>
                    <a:pt x="0" y="45424"/>
                  </a:lnTo>
                  <a:lnTo>
                    <a:pt x="0" y="45424"/>
                  </a:lnTo>
                </a:path>
              </a:pathLst>
            </a:custGeom>
            <a:ln w="25746" cap="flat">
              <a:solidFill>
                <a:srgbClr val="5EB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7924944" y="4652337"/>
              <a:ext cx="68622" cy="68622"/>
            </a:xfrm>
            <a:prstGeom prst="ellipse">
              <a:avLst/>
            </a:prstGeom>
            <a:solidFill>
              <a:srgbClr val="5EB4E3">
                <a:alpha val="100000"/>
              </a:srgbClr>
            </a:solidFill>
            <a:ln w="9000" cap="rnd">
              <a:solidFill>
                <a:srgbClr val="5EB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7687545" y="4652337"/>
              <a:ext cx="68622" cy="68622"/>
            </a:xfrm>
            <a:prstGeom prst="ellipse">
              <a:avLst/>
            </a:prstGeom>
            <a:solidFill>
              <a:srgbClr val="5EB4E3">
                <a:alpha val="100000"/>
              </a:srgbClr>
            </a:solidFill>
            <a:ln w="9000" cap="rnd">
              <a:solidFill>
                <a:srgbClr val="5EB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7687545" y="4652337"/>
              <a:ext cx="68622" cy="68622"/>
            </a:xfrm>
            <a:prstGeom prst="ellipse">
              <a:avLst/>
            </a:prstGeom>
            <a:solidFill>
              <a:srgbClr val="5EB4E3">
                <a:alpha val="100000"/>
              </a:srgbClr>
            </a:solidFill>
            <a:ln w="9000" cap="rnd">
              <a:solidFill>
                <a:srgbClr val="5EB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7687545" y="4652337"/>
              <a:ext cx="68622" cy="68622"/>
            </a:xfrm>
            <a:prstGeom prst="ellipse">
              <a:avLst/>
            </a:prstGeom>
            <a:solidFill>
              <a:srgbClr val="5EB4E3">
                <a:alpha val="100000"/>
              </a:srgbClr>
            </a:solidFill>
            <a:ln w="9000" cap="rnd">
              <a:solidFill>
                <a:srgbClr val="5EB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7687545" y="4652337"/>
              <a:ext cx="68622" cy="68622"/>
            </a:xfrm>
            <a:prstGeom prst="ellipse">
              <a:avLst/>
            </a:prstGeom>
            <a:solidFill>
              <a:srgbClr val="5EB4E3">
                <a:alpha val="100000"/>
              </a:srgbClr>
            </a:solidFill>
            <a:ln w="9000" cap="rnd">
              <a:solidFill>
                <a:srgbClr val="5EB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687545" y="4652337"/>
              <a:ext cx="68622" cy="68622"/>
            </a:xfrm>
            <a:prstGeom prst="ellipse">
              <a:avLst/>
            </a:prstGeom>
            <a:solidFill>
              <a:srgbClr val="5EB4E3">
                <a:alpha val="100000"/>
              </a:srgbClr>
            </a:solidFill>
            <a:ln w="9000" cap="rnd">
              <a:solidFill>
                <a:srgbClr val="5EB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687545" y="4652337"/>
              <a:ext cx="68622" cy="68622"/>
            </a:xfrm>
            <a:prstGeom prst="ellipse">
              <a:avLst/>
            </a:prstGeom>
            <a:solidFill>
              <a:srgbClr val="5EB4E3">
                <a:alpha val="100000"/>
              </a:srgbClr>
            </a:solidFill>
            <a:ln w="9000" cap="rnd">
              <a:solidFill>
                <a:srgbClr val="5EB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7687545" y="4652337"/>
              <a:ext cx="68622" cy="68622"/>
            </a:xfrm>
            <a:prstGeom prst="ellipse">
              <a:avLst/>
            </a:prstGeom>
            <a:solidFill>
              <a:srgbClr val="5EB4E3">
                <a:alpha val="100000"/>
              </a:srgbClr>
            </a:solidFill>
            <a:ln w="9000" cap="rnd">
              <a:solidFill>
                <a:srgbClr val="5EB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7721856" y="4449249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7721856" y="4518782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7721856" y="4686648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7721856" y="4686648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7721856" y="4686648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7553990" y="4686648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7484457" y="4686648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7553990" y="4518782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7"/>
            <p:cNvSpPr/>
            <p:nvPr/>
          </p:nvSpPr>
          <p:spPr>
            <a:xfrm>
              <a:off x="7585212" y="4377091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7668441" y="4455206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7877115" y="4644329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7659055" y="4830887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7575826" y="4909111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7272078" y="4830887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7327497" y="4644329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7281465" y="4455206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7179463" y="4535065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7128609" y="4416366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797" name="rc797"/>
            <p:cNvSpPr/>
            <p:nvPr/>
          </p:nvSpPr>
          <p:spPr>
            <a:xfrm>
              <a:off x="69589" y="5108705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98" name="rc798"/>
            <p:cNvSpPr/>
            <p:nvPr/>
          </p:nvSpPr>
          <p:spPr>
            <a:xfrm>
              <a:off x="69589" y="5191795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rc799"/>
            <p:cNvSpPr/>
            <p:nvPr/>
          </p:nvSpPr>
          <p:spPr>
            <a:xfrm>
              <a:off x="404045" y="5108705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0" name="tx800"/>
            <p:cNvSpPr/>
            <p:nvPr/>
          </p:nvSpPr>
          <p:spPr>
            <a:xfrm>
              <a:off x="1224679" y="5094495"/>
              <a:ext cx="987925" cy="1077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801" name="rc801"/>
            <p:cNvSpPr/>
            <p:nvPr/>
          </p:nvSpPr>
          <p:spPr>
            <a:xfrm>
              <a:off x="1421893" y="5229752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1718642" y="5259427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1718642" y="5337651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1718642" y="5526501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1718642" y="5526501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1718642" y="5526501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1529792" y="5526501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1451568" y="5526501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1529792" y="5337651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1599957" y="5407801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1481272" y="5289102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1451601" y="5259427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1514737" y="5358635"/>
              <a:ext cx="371770" cy="340730"/>
            </a:xfrm>
            <a:custGeom>
              <a:avLst/>
              <a:pathLst>
                <a:path w="371770" h="340730">
                  <a:moveTo>
                    <a:pt x="203904" y="167866"/>
                  </a:moveTo>
                  <a:lnTo>
                    <a:pt x="206182" y="165848"/>
                  </a:lnTo>
                  <a:lnTo>
                    <a:pt x="208696" y="164112"/>
                  </a:lnTo>
                  <a:lnTo>
                    <a:pt x="211418" y="162679"/>
                  </a:lnTo>
                  <a:lnTo>
                    <a:pt x="214322" y="161568"/>
                  </a:lnTo>
                  <a:lnTo>
                    <a:pt x="217379" y="160794"/>
                  </a:lnTo>
                  <a:lnTo>
                    <a:pt x="220556" y="160371"/>
                  </a:lnTo>
                  <a:lnTo>
                    <a:pt x="223824" y="160311"/>
                  </a:lnTo>
                  <a:lnTo>
                    <a:pt x="227150" y="160622"/>
                  </a:lnTo>
                  <a:lnTo>
                    <a:pt x="230500" y="161311"/>
                  </a:lnTo>
                  <a:lnTo>
                    <a:pt x="233841" y="162380"/>
                  </a:lnTo>
                  <a:lnTo>
                    <a:pt x="237139" y="163830"/>
                  </a:lnTo>
                  <a:lnTo>
                    <a:pt x="240360" y="165661"/>
                  </a:lnTo>
                  <a:lnTo>
                    <a:pt x="243470" y="167866"/>
                  </a:lnTo>
                  <a:lnTo>
                    <a:pt x="246436" y="170439"/>
                  </a:lnTo>
                  <a:lnTo>
                    <a:pt x="249225" y="173369"/>
                  </a:lnTo>
                  <a:lnTo>
                    <a:pt x="251803" y="176644"/>
                  </a:lnTo>
                  <a:lnTo>
                    <a:pt x="254141" y="180248"/>
                  </a:lnTo>
                  <a:lnTo>
                    <a:pt x="256208" y="184164"/>
                  </a:lnTo>
                  <a:lnTo>
                    <a:pt x="257974" y="188372"/>
                  </a:lnTo>
                  <a:lnTo>
                    <a:pt x="259413" y="192848"/>
                  </a:lnTo>
                  <a:lnTo>
                    <a:pt x="260498" y="197569"/>
                  </a:lnTo>
                  <a:lnTo>
                    <a:pt x="261206" y="202506"/>
                  </a:lnTo>
                  <a:lnTo>
                    <a:pt x="261515" y="207632"/>
                  </a:lnTo>
                  <a:lnTo>
                    <a:pt x="261404" y="212915"/>
                  </a:lnTo>
                  <a:lnTo>
                    <a:pt x="260858" y="218322"/>
                  </a:lnTo>
                  <a:lnTo>
                    <a:pt x="259859" y="223821"/>
                  </a:lnTo>
                  <a:lnTo>
                    <a:pt x="258397" y="229376"/>
                  </a:lnTo>
                  <a:lnTo>
                    <a:pt x="256461" y="234950"/>
                  </a:lnTo>
                  <a:lnTo>
                    <a:pt x="254043" y="240505"/>
                  </a:lnTo>
                  <a:lnTo>
                    <a:pt x="251141" y="246005"/>
                  </a:lnTo>
                  <a:lnTo>
                    <a:pt x="247751" y="251409"/>
                  </a:lnTo>
                  <a:lnTo>
                    <a:pt x="243876" y="256680"/>
                  </a:lnTo>
                  <a:lnTo>
                    <a:pt x="239520" y="261777"/>
                  </a:lnTo>
                  <a:lnTo>
                    <a:pt x="234690" y="266662"/>
                  </a:lnTo>
                  <a:lnTo>
                    <a:pt x="229397" y="271296"/>
                  </a:lnTo>
                  <a:lnTo>
                    <a:pt x="223654" y="275640"/>
                  </a:lnTo>
                  <a:lnTo>
                    <a:pt x="217478" y="279657"/>
                  </a:lnTo>
                  <a:lnTo>
                    <a:pt x="210887" y="283311"/>
                  </a:lnTo>
                  <a:lnTo>
                    <a:pt x="203904" y="286565"/>
                  </a:lnTo>
                  <a:lnTo>
                    <a:pt x="196553" y="289387"/>
                  </a:lnTo>
                  <a:lnTo>
                    <a:pt x="188862" y="291743"/>
                  </a:lnTo>
                  <a:lnTo>
                    <a:pt x="180862" y="293602"/>
                  </a:lnTo>
                  <a:lnTo>
                    <a:pt x="172584" y="294937"/>
                  </a:lnTo>
                  <a:lnTo>
                    <a:pt x="164063" y="295720"/>
                  </a:lnTo>
                  <a:lnTo>
                    <a:pt x="155337" y="295927"/>
                  </a:lnTo>
                  <a:lnTo>
                    <a:pt x="146444" y="295536"/>
                  </a:lnTo>
                  <a:lnTo>
                    <a:pt x="137426" y="294529"/>
                  </a:lnTo>
                  <a:lnTo>
                    <a:pt x="128325" y="292888"/>
                  </a:lnTo>
                  <a:lnTo>
                    <a:pt x="119185" y="290602"/>
                  </a:lnTo>
                  <a:lnTo>
                    <a:pt x="110052" y="287659"/>
                  </a:lnTo>
                  <a:lnTo>
                    <a:pt x="100972" y="284052"/>
                  </a:lnTo>
                  <a:lnTo>
                    <a:pt x="91993" y="279777"/>
                  </a:lnTo>
                  <a:lnTo>
                    <a:pt x="83162" y="274834"/>
                  </a:lnTo>
                  <a:lnTo>
                    <a:pt x="74528" y="269226"/>
                  </a:lnTo>
                  <a:lnTo>
                    <a:pt x="66139" y="262958"/>
                  </a:lnTo>
                  <a:lnTo>
                    <a:pt x="58044" y="256041"/>
                  </a:lnTo>
                  <a:lnTo>
                    <a:pt x="50292" y="248488"/>
                  </a:lnTo>
                  <a:lnTo>
                    <a:pt x="42929" y="240315"/>
                  </a:lnTo>
                  <a:lnTo>
                    <a:pt x="36002" y="231543"/>
                  </a:lnTo>
                  <a:lnTo>
                    <a:pt x="29558" y="222194"/>
                  </a:lnTo>
                  <a:lnTo>
                    <a:pt x="23641" y="212297"/>
                  </a:lnTo>
                  <a:lnTo>
                    <a:pt x="18293" y="201880"/>
                  </a:lnTo>
                  <a:lnTo>
                    <a:pt x="13557" y="190978"/>
                  </a:lnTo>
                  <a:lnTo>
                    <a:pt x="9470" y="179627"/>
                  </a:lnTo>
                  <a:lnTo>
                    <a:pt x="6071" y="167866"/>
                  </a:lnTo>
                  <a:lnTo>
                    <a:pt x="3394" y="155737"/>
                  </a:lnTo>
                  <a:lnTo>
                    <a:pt x="1471" y="143286"/>
                  </a:lnTo>
                  <a:lnTo>
                    <a:pt x="331" y="130560"/>
                  </a:lnTo>
                  <a:lnTo>
                    <a:pt x="0" y="117608"/>
                  </a:lnTo>
                  <a:lnTo>
                    <a:pt x="500" y="104483"/>
                  </a:lnTo>
                  <a:lnTo>
                    <a:pt x="1853" y="91238"/>
                  </a:lnTo>
                  <a:lnTo>
                    <a:pt x="4072" y="77929"/>
                  </a:lnTo>
                  <a:lnTo>
                    <a:pt x="7172" y="64613"/>
                  </a:lnTo>
                  <a:lnTo>
                    <a:pt x="11161" y="51349"/>
                  </a:lnTo>
                  <a:lnTo>
                    <a:pt x="16043" y="38195"/>
                  </a:lnTo>
                  <a:lnTo>
                    <a:pt x="21819" y="25212"/>
                  </a:lnTo>
                  <a:lnTo>
                    <a:pt x="28486" y="12460"/>
                  </a:lnTo>
                  <a:lnTo>
                    <a:pt x="36037" y="0"/>
                  </a:lnTo>
                  <a:lnTo>
                    <a:pt x="31583" y="12010"/>
                  </a:lnTo>
                  <a:lnTo>
                    <a:pt x="27900" y="24038"/>
                  </a:lnTo>
                  <a:lnTo>
                    <a:pt x="24980" y="36034"/>
                  </a:lnTo>
                  <a:lnTo>
                    <a:pt x="22810" y="47954"/>
                  </a:lnTo>
                  <a:lnTo>
                    <a:pt x="21375" y="59754"/>
                  </a:lnTo>
                  <a:lnTo>
                    <a:pt x="20656" y="71389"/>
                  </a:lnTo>
                  <a:lnTo>
                    <a:pt x="20634" y="82820"/>
                  </a:lnTo>
                  <a:lnTo>
                    <a:pt x="21285" y="94004"/>
                  </a:lnTo>
                  <a:lnTo>
                    <a:pt x="22584" y="104905"/>
                  </a:lnTo>
                  <a:lnTo>
                    <a:pt x="24506" y="115486"/>
                  </a:lnTo>
                  <a:lnTo>
                    <a:pt x="27020" y="125712"/>
                  </a:lnTo>
                  <a:lnTo>
                    <a:pt x="30096" y="135552"/>
                  </a:lnTo>
                  <a:lnTo>
                    <a:pt x="33701" y="144976"/>
                  </a:lnTo>
                  <a:lnTo>
                    <a:pt x="37801" y="153955"/>
                  </a:lnTo>
                  <a:lnTo>
                    <a:pt x="42361" y="162465"/>
                  </a:lnTo>
                  <a:lnTo>
                    <a:pt x="47343" y="170482"/>
                  </a:lnTo>
                  <a:lnTo>
                    <a:pt x="52711" y="177987"/>
                  </a:lnTo>
                  <a:lnTo>
                    <a:pt x="58425" y="184961"/>
                  </a:lnTo>
                  <a:lnTo>
                    <a:pt x="64445" y="191390"/>
                  </a:lnTo>
                  <a:lnTo>
                    <a:pt x="70731" y="197260"/>
                  </a:lnTo>
                  <a:lnTo>
                    <a:pt x="77243" y="202562"/>
                  </a:lnTo>
                  <a:lnTo>
                    <a:pt x="83939" y="207288"/>
                  </a:lnTo>
                  <a:lnTo>
                    <a:pt x="90779" y="211435"/>
                  </a:lnTo>
                  <a:lnTo>
                    <a:pt x="97721" y="215000"/>
                  </a:lnTo>
                  <a:lnTo>
                    <a:pt x="104725" y="217983"/>
                  </a:lnTo>
                  <a:lnTo>
                    <a:pt x="111749" y="220389"/>
                  </a:lnTo>
                  <a:lnTo>
                    <a:pt x="118754" y="222223"/>
                  </a:lnTo>
                  <a:lnTo>
                    <a:pt x="125701" y="223494"/>
                  </a:lnTo>
                  <a:lnTo>
                    <a:pt x="132551" y="224213"/>
                  </a:lnTo>
                  <a:lnTo>
                    <a:pt x="139266" y="224392"/>
                  </a:lnTo>
                  <a:lnTo>
                    <a:pt x="145811" y="224049"/>
                  </a:lnTo>
                  <a:lnTo>
                    <a:pt x="152150" y="223201"/>
                  </a:lnTo>
                  <a:lnTo>
                    <a:pt x="158249" y="221867"/>
                  </a:lnTo>
                  <a:lnTo>
                    <a:pt x="164076" y="220071"/>
                  </a:lnTo>
                  <a:lnTo>
                    <a:pt x="169600" y="217837"/>
                  </a:lnTo>
                  <a:lnTo>
                    <a:pt x="174794" y="215191"/>
                  </a:lnTo>
                  <a:lnTo>
                    <a:pt x="179629" y="212161"/>
                  </a:lnTo>
                  <a:lnTo>
                    <a:pt x="184082" y="208776"/>
                  </a:lnTo>
                  <a:lnTo>
                    <a:pt x="188129" y="205068"/>
                  </a:lnTo>
                  <a:lnTo>
                    <a:pt x="191749" y="201068"/>
                  </a:lnTo>
                  <a:lnTo>
                    <a:pt x="194925" y="196811"/>
                  </a:lnTo>
                  <a:lnTo>
                    <a:pt x="197639" y="192332"/>
                  </a:lnTo>
                  <a:lnTo>
                    <a:pt x="199879" y="187665"/>
                  </a:lnTo>
                  <a:lnTo>
                    <a:pt x="201633" y="182848"/>
                  </a:lnTo>
                  <a:lnTo>
                    <a:pt x="202893" y="177917"/>
                  </a:lnTo>
                  <a:lnTo>
                    <a:pt x="203651" y="172911"/>
                  </a:lnTo>
                  <a:lnTo>
                    <a:pt x="203904" y="167866"/>
                  </a:lnTo>
                  <a:lnTo>
                    <a:pt x="204086" y="175282"/>
                  </a:lnTo>
                  <a:lnTo>
                    <a:pt x="204632" y="182685"/>
                  </a:lnTo>
                  <a:lnTo>
                    <a:pt x="205541" y="190062"/>
                  </a:lnTo>
                  <a:lnTo>
                    <a:pt x="206812" y="197398"/>
                  </a:lnTo>
                  <a:lnTo>
                    <a:pt x="208444" y="204681"/>
                  </a:lnTo>
                  <a:lnTo>
                    <a:pt x="210435" y="211896"/>
                  </a:lnTo>
                  <a:lnTo>
                    <a:pt x="212782" y="219032"/>
                  </a:lnTo>
                  <a:lnTo>
                    <a:pt x="215482" y="226075"/>
                  </a:lnTo>
                  <a:lnTo>
                    <a:pt x="218533" y="233012"/>
                  </a:lnTo>
                  <a:lnTo>
                    <a:pt x="221930" y="239830"/>
                  </a:lnTo>
                  <a:lnTo>
                    <a:pt x="225669" y="246516"/>
                  </a:lnTo>
                  <a:lnTo>
                    <a:pt x="229746" y="253057"/>
                  </a:lnTo>
                  <a:lnTo>
                    <a:pt x="234156" y="259442"/>
                  </a:lnTo>
                  <a:lnTo>
                    <a:pt x="238894" y="265657"/>
                  </a:lnTo>
                  <a:lnTo>
                    <a:pt x="243953" y="271690"/>
                  </a:lnTo>
                  <a:lnTo>
                    <a:pt x="249328" y="277530"/>
                  </a:lnTo>
                  <a:lnTo>
                    <a:pt x="255012" y="283164"/>
                  </a:lnTo>
                  <a:lnTo>
                    <a:pt x="260998" y="288582"/>
                  </a:lnTo>
                  <a:lnTo>
                    <a:pt x="267279" y="293771"/>
                  </a:lnTo>
                  <a:lnTo>
                    <a:pt x="273847" y="298720"/>
                  </a:lnTo>
                  <a:lnTo>
                    <a:pt x="280694" y="303419"/>
                  </a:lnTo>
                  <a:lnTo>
                    <a:pt x="287811" y="307857"/>
                  </a:lnTo>
                  <a:lnTo>
                    <a:pt x="295191" y="312024"/>
                  </a:lnTo>
                  <a:lnTo>
                    <a:pt x="302823" y="315908"/>
                  </a:lnTo>
                  <a:lnTo>
                    <a:pt x="310698" y="319502"/>
                  </a:lnTo>
                  <a:lnTo>
                    <a:pt x="318806" y="322794"/>
                  </a:lnTo>
                  <a:lnTo>
                    <a:pt x="327138" y="325776"/>
                  </a:lnTo>
                  <a:lnTo>
                    <a:pt x="335683" y="328439"/>
                  </a:lnTo>
                  <a:lnTo>
                    <a:pt x="344429" y="330774"/>
                  </a:lnTo>
                  <a:lnTo>
                    <a:pt x="353367" y="332773"/>
                  </a:lnTo>
                  <a:lnTo>
                    <a:pt x="362485" y="334428"/>
                  </a:lnTo>
                  <a:lnTo>
                    <a:pt x="371770" y="335732"/>
                  </a:lnTo>
                  <a:lnTo>
                    <a:pt x="360747" y="337881"/>
                  </a:lnTo>
                  <a:lnTo>
                    <a:pt x="349830" y="339422"/>
                  </a:lnTo>
                  <a:lnTo>
                    <a:pt x="339050" y="340367"/>
                  </a:lnTo>
                  <a:lnTo>
                    <a:pt x="328436" y="340730"/>
                  </a:lnTo>
                  <a:lnTo>
                    <a:pt x="318019" y="340526"/>
                  </a:lnTo>
                  <a:lnTo>
                    <a:pt x="307825" y="339772"/>
                  </a:lnTo>
                  <a:lnTo>
                    <a:pt x="297882" y="338485"/>
                  </a:lnTo>
                  <a:lnTo>
                    <a:pt x="288215" y="336685"/>
                  </a:lnTo>
                  <a:lnTo>
                    <a:pt x="278851" y="334392"/>
                  </a:lnTo>
                  <a:lnTo>
                    <a:pt x="269812" y="331628"/>
                  </a:lnTo>
                  <a:lnTo>
                    <a:pt x="261121" y="328415"/>
                  </a:lnTo>
                  <a:lnTo>
                    <a:pt x="252799" y="324777"/>
                  </a:lnTo>
                  <a:lnTo>
                    <a:pt x="244866" y="320739"/>
                  </a:lnTo>
                  <a:lnTo>
                    <a:pt x="237340" y="316326"/>
                  </a:lnTo>
                  <a:lnTo>
                    <a:pt x="230238" y="311565"/>
                  </a:lnTo>
                  <a:lnTo>
                    <a:pt x="223575" y="306482"/>
                  </a:lnTo>
                  <a:lnTo>
                    <a:pt x="217365" y="301105"/>
                  </a:lnTo>
                  <a:lnTo>
                    <a:pt x="211622" y="295463"/>
                  </a:lnTo>
                  <a:lnTo>
                    <a:pt x="206355" y="289584"/>
                  </a:lnTo>
                  <a:lnTo>
                    <a:pt x="201575" y="283498"/>
                  </a:lnTo>
                  <a:lnTo>
                    <a:pt x="197288" y="277235"/>
                  </a:lnTo>
                  <a:lnTo>
                    <a:pt x="193502" y="270823"/>
                  </a:lnTo>
                  <a:lnTo>
                    <a:pt x="190220" y="264294"/>
                  </a:lnTo>
                  <a:lnTo>
                    <a:pt x="187445" y="257678"/>
                  </a:lnTo>
                  <a:lnTo>
                    <a:pt x="185180" y="251004"/>
                  </a:lnTo>
                  <a:lnTo>
                    <a:pt x="183423" y="244302"/>
                  </a:lnTo>
                  <a:lnTo>
                    <a:pt x="182172" y="237604"/>
                  </a:lnTo>
                  <a:lnTo>
                    <a:pt x="181425" y="230939"/>
                  </a:lnTo>
                  <a:lnTo>
                    <a:pt x="181177" y="224336"/>
                  </a:lnTo>
                  <a:lnTo>
                    <a:pt x="181420" y="217824"/>
                  </a:lnTo>
                  <a:lnTo>
                    <a:pt x="182146" y="211432"/>
                  </a:lnTo>
                  <a:lnTo>
                    <a:pt x="183346" y="205189"/>
                  </a:lnTo>
                  <a:lnTo>
                    <a:pt x="185009" y="199122"/>
                  </a:lnTo>
                  <a:lnTo>
                    <a:pt x="187122" y="193257"/>
                  </a:lnTo>
                  <a:lnTo>
                    <a:pt x="189672" y="187622"/>
                  </a:lnTo>
                  <a:lnTo>
                    <a:pt x="192642" y="182241"/>
                  </a:lnTo>
                  <a:lnTo>
                    <a:pt x="196016" y="177139"/>
                  </a:lnTo>
                  <a:lnTo>
                    <a:pt x="199776" y="172340"/>
                  </a:lnTo>
                  <a:close/>
                </a:path>
              </a:pathLst>
            </a:custGeom>
            <a:solidFill>
              <a:srgbClr val="8EABEB">
                <a:alpha val="27843"/>
              </a:srgbClr>
            </a:solidFill>
            <a:ln w="25746" cap="flat">
              <a:solidFill>
                <a:srgbClr val="8EA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1550775" y="5358635"/>
              <a:ext cx="335732" cy="335732"/>
            </a:xfrm>
            <a:custGeom>
              <a:avLst/>
              <a:pathLst>
                <a:path w="335732" h="335732">
                  <a:moveTo>
                    <a:pt x="167866" y="167866"/>
                  </a:moveTo>
                  <a:lnTo>
                    <a:pt x="167866" y="167866"/>
                  </a:lnTo>
                  <a:lnTo>
                    <a:pt x="167866" y="167866"/>
                  </a:lnTo>
                  <a:lnTo>
                    <a:pt x="175282" y="168048"/>
                  </a:lnTo>
                  <a:lnTo>
                    <a:pt x="182685" y="168594"/>
                  </a:lnTo>
                  <a:lnTo>
                    <a:pt x="190062" y="169503"/>
                  </a:lnTo>
                  <a:lnTo>
                    <a:pt x="197398" y="170775"/>
                  </a:lnTo>
                  <a:lnTo>
                    <a:pt x="204681" y="172407"/>
                  </a:lnTo>
                  <a:lnTo>
                    <a:pt x="211896" y="174397"/>
                  </a:lnTo>
                  <a:lnTo>
                    <a:pt x="219032" y="176744"/>
                  </a:lnTo>
                  <a:lnTo>
                    <a:pt x="226075" y="179444"/>
                  </a:lnTo>
                  <a:lnTo>
                    <a:pt x="233012" y="182495"/>
                  </a:lnTo>
                  <a:lnTo>
                    <a:pt x="239830" y="185892"/>
                  </a:lnTo>
                  <a:lnTo>
                    <a:pt x="246516" y="189631"/>
                  </a:lnTo>
                  <a:lnTo>
                    <a:pt x="253057" y="193708"/>
                  </a:lnTo>
                  <a:lnTo>
                    <a:pt x="259442" y="198118"/>
                  </a:lnTo>
                  <a:lnTo>
                    <a:pt x="265657" y="202856"/>
                  </a:lnTo>
                  <a:lnTo>
                    <a:pt x="271690" y="207915"/>
                  </a:lnTo>
                  <a:lnTo>
                    <a:pt x="277530" y="213290"/>
                  </a:lnTo>
                  <a:lnTo>
                    <a:pt x="283164" y="218974"/>
                  </a:lnTo>
                  <a:lnTo>
                    <a:pt x="288582" y="224960"/>
                  </a:lnTo>
                  <a:lnTo>
                    <a:pt x="293771" y="231241"/>
                  </a:lnTo>
                  <a:lnTo>
                    <a:pt x="298720" y="237809"/>
                  </a:lnTo>
                  <a:lnTo>
                    <a:pt x="303419" y="244656"/>
                  </a:lnTo>
                  <a:lnTo>
                    <a:pt x="307857" y="251774"/>
                  </a:lnTo>
                  <a:lnTo>
                    <a:pt x="312024" y="259153"/>
                  </a:lnTo>
                  <a:lnTo>
                    <a:pt x="315908" y="266785"/>
                  </a:lnTo>
                  <a:lnTo>
                    <a:pt x="319502" y="274660"/>
                  </a:lnTo>
                  <a:lnTo>
                    <a:pt x="322794" y="282768"/>
                  </a:lnTo>
                  <a:lnTo>
                    <a:pt x="325776" y="291100"/>
                  </a:lnTo>
                  <a:lnTo>
                    <a:pt x="328439" y="299645"/>
                  </a:lnTo>
                  <a:lnTo>
                    <a:pt x="330774" y="308391"/>
                  </a:lnTo>
                  <a:lnTo>
                    <a:pt x="332773" y="317329"/>
                  </a:lnTo>
                  <a:lnTo>
                    <a:pt x="334428" y="326447"/>
                  </a:lnTo>
                  <a:lnTo>
                    <a:pt x="335732" y="335732"/>
                  </a:lnTo>
                  <a:lnTo>
                    <a:pt x="326447" y="334428"/>
                  </a:lnTo>
                  <a:lnTo>
                    <a:pt x="317329" y="332773"/>
                  </a:lnTo>
                  <a:lnTo>
                    <a:pt x="308391" y="330774"/>
                  </a:lnTo>
                  <a:lnTo>
                    <a:pt x="299645" y="328439"/>
                  </a:lnTo>
                  <a:lnTo>
                    <a:pt x="291100" y="325776"/>
                  </a:lnTo>
                  <a:lnTo>
                    <a:pt x="282768" y="322794"/>
                  </a:lnTo>
                  <a:lnTo>
                    <a:pt x="274660" y="319502"/>
                  </a:lnTo>
                  <a:lnTo>
                    <a:pt x="266785" y="315908"/>
                  </a:lnTo>
                  <a:lnTo>
                    <a:pt x="259153" y="312024"/>
                  </a:lnTo>
                  <a:lnTo>
                    <a:pt x="251774" y="307857"/>
                  </a:lnTo>
                  <a:lnTo>
                    <a:pt x="244656" y="303419"/>
                  </a:lnTo>
                  <a:lnTo>
                    <a:pt x="237809" y="298720"/>
                  </a:lnTo>
                  <a:lnTo>
                    <a:pt x="231241" y="293771"/>
                  </a:lnTo>
                  <a:lnTo>
                    <a:pt x="224960" y="288582"/>
                  </a:lnTo>
                  <a:lnTo>
                    <a:pt x="218974" y="283164"/>
                  </a:lnTo>
                  <a:lnTo>
                    <a:pt x="213290" y="277530"/>
                  </a:lnTo>
                  <a:lnTo>
                    <a:pt x="207915" y="271690"/>
                  </a:lnTo>
                  <a:lnTo>
                    <a:pt x="202856" y="265657"/>
                  </a:lnTo>
                  <a:lnTo>
                    <a:pt x="198118" y="259442"/>
                  </a:lnTo>
                  <a:lnTo>
                    <a:pt x="193708" y="253057"/>
                  </a:lnTo>
                  <a:lnTo>
                    <a:pt x="189631" y="246516"/>
                  </a:lnTo>
                  <a:lnTo>
                    <a:pt x="185892" y="239830"/>
                  </a:lnTo>
                  <a:lnTo>
                    <a:pt x="182495" y="233012"/>
                  </a:lnTo>
                  <a:lnTo>
                    <a:pt x="179444" y="226075"/>
                  </a:lnTo>
                  <a:lnTo>
                    <a:pt x="176744" y="219032"/>
                  </a:lnTo>
                  <a:lnTo>
                    <a:pt x="174397" y="211896"/>
                  </a:lnTo>
                  <a:lnTo>
                    <a:pt x="172407" y="204681"/>
                  </a:lnTo>
                  <a:lnTo>
                    <a:pt x="170775" y="197398"/>
                  </a:lnTo>
                  <a:lnTo>
                    <a:pt x="169503" y="190062"/>
                  </a:lnTo>
                  <a:lnTo>
                    <a:pt x="168594" y="182685"/>
                  </a:lnTo>
                  <a:lnTo>
                    <a:pt x="168048" y="175282"/>
                  </a:lnTo>
                  <a:lnTo>
                    <a:pt x="167866" y="167866"/>
                  </a:lnTo>
                  <a:lnTo>
                    <a:pt x="167866" y="167866"/>
                  </a:lnTo>
                  <a:lnTo>
                    <a:pt x="167866" y="167866"/>
                  </a:lnTo>
                  <a:lnTo>
                    <a:pt x="160449" y="167684"/>
                  </a:lnTo>
                  <a:lnTo>
                    <a:pt x="153046" y="167138"/>
                  </a:lnTo>
                  <a:lnTo>
                    <a:pt x="145670" y="166229"/>
                  </a:lnTo>
                  <a:lnTo>
                    <a:pt x="138334" y="164957"/>
                  </a:lnTo>
                  <a:lnTo>
                    <a:pt x="131051" y="163325"/>
                  </a:lnTo>
                  <a:lnTo>
                    <a:pt x="123835" y="161335"/>
                  </a:lnTo>
                  <a:lnTo>
                    <a:pt x="116699" y="158988"/>
                  </a:lnTo>
                  <a:lnTo>
                    <a:pt x="109657" y="156287"/>
                  </a:lnTo>
                  <a:lnTo>
                    <a:pt x="102720" y="153237"/>
                  </a:lnTo>
                  <a:lnTo>
                    <a:pt x="95902" y="149840"/>
                  </a:lnTo>
                  <a:lnTo>
                    <a:pt x="89216" y="146101"/>
                  </a:lnTo>
                  <a:lnTo>
                    <a:pt x="82675" y="142023"/>
                  </a:lnTo>
                  <a:lnTo>
                    <a:pt x="76290" y="137613"/>
                  </a:lnTo>
                  <a:lnTo>
                    <a:pt x="70075" y="132876"/>
                  </a:lnTo>
                  <a:lnTo>
                    <a:pt x="64042" y="127817"/>
                  </a:lnTo>
                  <a:lnTo>
                    <a:pt x="58202" y="122442"/>
                  </a:lnTo>
                  <a:lnTo>
                    <a:pt x="52567" y="116758"/>
                  </a:lnTo>
                  <a:lnTo>
                    <a:pt x="47150" y="110772"/>
                  </a:lnTo>
                  <a:lnTo>
                    <a:pt x="41961" y="104491"/>
                  </a:lnTo>
                  <a:lnTo>
                    <a:pt x="37011" y="97923"/>
                  </a:lnTo>
                  <a:lnTo>
                    <a:pt x="32312" y="91076"/>
                  </a:lnTo>
                  <a:lnTo>
                    <a:pt x="27874" y="83958"/>
                  </a:lnTo>
                  <a:lnTo>
                    <a:pt x="23708" y="76579"/>
                  </a:lnTo>
                  <a:lnTo>
                    <a:pt x="19823" y="68947"/>
                  </a:lnTo>
                  <a:lnTo>
                    <a:pt x="16230" y="61072"/>
                  </a:lnTo>
                  <a:lnTo>
                    <a:pt x="12938" y="52963"/>
                  </a:lnTo>
                  <a:lnTo>
                    <a:pt x="9956" y="44632"/>
                  </a:lnTo>
                  <a:lnTo>
                    <a:pt x="7293" y="36087"/>
                  </a:lnTo>
                  <a:lnTo>
                    <a:pt x="4958" y="27340"/>
                  </a:lnTo>
                  <a:lnTo>
                    <a:pt x="2959" y="18403"/>
                  </a:lnTo>
                  <a:lnTo>
                    <a:pt x="1303" y="9285"/>
                  </a:lnTo>
                  <a:lnTo>
                    <a:pt x="0" y="0"/>
                  </a:lnTo>
                </a:path>
              </a:pathLst>
            </a:custGeom>
            <a:ln w="25746" cap="flat">
              <a:solidFill>
                <a:srgbClr val="8EA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1684330" y="5492190"/>
              <a:ext cx="68622" cy="68622"/>
            </a:xfrm>
            <a:prstGeom prst="ellipse">
              <a:avLst/>
            </a:prstGeom>
            <a:solidFill>
              <a:srgbClr val="8EABEB">
                <a:alpha val="100000"/>
              </a:srgbClr>
            </a:solidFill>
            <a:ln w="9000" cap="rnd">
              <a:solidFill>
                <a:srgbClr val="8EA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1684330" y="5492190"/>
              <a:ext cx="68622" cy="68622"/>
            </a:xfrm>
            <a:prstGeom prst="ellipse">
              <a:avLst/>
            </a:prstGeom>
            <a:solidFill>
              <a:srgbClr val="8EABEB">
                <a:alpha val="100000"/>
              </a:srgbClr>
            </a:solidFill>
            <a:ln w="9000" cap="rnd">
              <a:solidFill>
                <a:srgbClr val="8EA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1684330" y="5492190"/>
              <a:ext cx="68622" cy="68622"/>
            </a:xfrm>
            <a:prstGeom prst="ellipse">
              <a:avLst/>
            </a:prstGeom>
            <a:solidFill>
              <a:srgbClr val="8EABEB">
                <a:alpha val="100000"/>
              </a:srgbClr>
            </a:solidFill>
            <a:ln w="9000" cap="rnd">
              <a:solidFill>
                <a:srgbClr val="8EA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1516464" y="5324323"/>
              <a:ext cx="68622" cy="68622"/>
            </a:xfrm>
            <a:prstGeom prst="ellipse">
              <a:avLst/>
            </a:prstGeom>
            <a:solidFill>
              <a:srgbClr val="8EABEB">
                <a:alpha val="100000"/>
              </a:srgbClr>
            </a:solidFill>
            <a:ln w="9000" cap="rnd">
              <a:solidFill>
                <a:srgbClr val="8EA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1684330" y="5492190"/>
              <a:ext cx="68622" cy="68622"/>
            </a:xfrm>
            <a:prstGeom prst="ellipse">
              <a:avLst/>
            </a:prstGeom>
            <a:solidFill>
              <a:srgbClr val="8EABEB">
                <a:alpha val="100000"/>
              </a:srgbClr>
            </a:solidFill>
            <a:ln w="9000" cap="rnd">
              <a:solidFill>
                <a:srgbClr val="8EA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1852197" y="5660056"/>
              <a:ext cx="68622" cy="68622"/>
            </a:xfrm>
            <a:prstGeom prst="ellipse">
              <a:avLst/>
            </a:prstGeom>
            <a:solidFill>
              <a:srgbClr val="8EABEB">
                <a:alpha val="100000"/>
              </a:srgbClr>
            </a:solidFill>
            <a:ln w="9000" cap="rnd">
              <a:solidFill>
                <a:srgbClr val="8EA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1684330" y="5492190"/>
              <a:ext cx="68622" cy="68622"/>
            </a:xfrm>
            <a:prstGeom prst="ellipse">
              <a:avLst/>
            </a:prstGeom>
            <a:solidFill>
              <a:srgbClr val="8EABEB">
                <a:alpha val="100000"/>
              </a:srgbClr>
            </a:solidFill>
            <a:ln w="9000" cap="rnd">
              <a:solidFill>
                <a:srgbClr val="8EA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1684330" y="5492190"/>
              <a:ext cx="68622" cy="68622"/>
            </a:xfrm>
            <a:prstGeom prst="ellipse">
              <a:avLst/>
            </a:prstGeom>
            <a:solidFill>
              <a:srgbClr val="8EABEB">
                <a:alpha val="100000"/>
              </a:srgbClr>
            </a:solidFill>
            <a:ln w="9000" cap="rnd">
              <a:solidFill>
                <a:srgbClr val="8EA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1718642" y="5289102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1718642" y="5358635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1718642" y="5526501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1718642" y="5526501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1718642" y="5526501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1550775" y="5526501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1481243" y="5526501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1550775" y="5358635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1"/>
            <p:cNvSpPr/>
            <p:nvPr/>
          </p:nvSpPr>
          <p:spPr>
            <a:xfrm>
              <a:off x="1581997" y="5216944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1665226" y="5295059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1873901" y="5484182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1655840" y="5670739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1572611" y="5748963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1268864" y="5670739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1324282" y="5484182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1278250" y="5295059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1176249" y="5374918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1125394" y="5256218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841" name="rc841"/>
            <p:cNvSpPr/>
            <p:nvPr/>
          </p:nvSpPr>
          <p:spPr>
            <a:xfrm>
              <a:off x="3071196" y="5108705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42" name="rc842"/>
            <p:cNvSpPr/>
            <p:nvPr/>
          </p:nvSpPr>
          <p:spPr>
            <a:xfrm>
              <a:off x="3071196" y="5191795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rc843"/>
            <p:cNvSpPr/>
            <p:nvPr/>
          </p:nvSpPr>
          <p:spPr>
            <a:xfrm>
              <a:off x="3405652" y="5108705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4" name="tx844"/>
            <p:cNvSpPr/>
            <p:nvPr/>
          </p:nvSpPr>
          <p:spPr>
            <a:xfrm>
              <a:off x="3997408" y="5066899"/>
              <a:ext cx="1445682" cy="1353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845" name="rc845"/>
            <p:cNvSpPr/>
            <p:nvPr/>
          </p:nvSpPr>
          <p:spPr>
            <a:xfrm>
              <a:off x="4423500" y="5229752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4720249" y="5259427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4720249" y="5337651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4720249" y="5526501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4720249" y="5526501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4720249" y="5526501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4531399" y="5526501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4453175" y="5526501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4531399" y="5337651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4601564" y="5407801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4482880" y="5289102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4453209" y="5259427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4662638" y="5289102"/>
              <a:ext cx="261515" cy="365459"/>
            </a:xfrm>
            <a:custGeom>
              <a:avLst/>
              <a:pathLst>
                <a:path w="261515" h="365459">
                  <a:moveTo>
                    <a:pt x="57610" y="237398"/>
                  </a:moveTo>
                  <a:lnTo>
                    <a:pt x="63692" y="237153"/>
                  </a:lnTo>
                  <a:lnTo>
                    <a:pt x="69745" y="236419"/>
                  </a:lnTo>
                  <a:lnTo>
                    <a:pt x="75739" y="235197"/>
                  </a:lnTo>
                  <a:lnTo>
                    <a:pt x="81644" y="233493"/>
                  </a:lnTo>
                  <a:lnTo>
                    <a:pt x="87431" y="231310"/>
                  </a:lnTo>
                  <a:lnTo>
                    <a:pt x="93072" y="228658"/>
                  </a:lnTo>
                  <a:lnTo>
                    <a:pt x="98538" y="225544"/>
                  </a:lnTo>
                  <a:lnTo>
                    <a:pt x="103801" y="221978"/>
                  </a:lnTo>
                  <a:lnTo>
                    <a:pt x="108834" y="217972"/>
                  </a:lnTo>
                  <a:lnTo>
                    <a:pt x="113611" y="213539"/>
                  </a:lnTo>
                  <a:lnTo>
                    <a:pt x="118104" y="208694"/>
                  </a:lnTo>
                  <a:lnTo>
                    <a:pt x="122289" y="203452"/>
                  </a:lnTo>
                  <a:lnTo>
                    <a:pt x="126141" y="197832"/>
                  </a:lnTo>
                  <a:lnTo>
                    <a:pt x="129637" y="191851"/>
                  </a:lnTo>
                  <a:lnTo>
                    <a:pt x="132755" y="185530"/>
                  </a:lnTo>
                  <a:lnTo>
                    <a:pt x="135471" y="178889"/>
                  </a:lnTo>
                  <a:lnTo>
                    <a:pt x="137768" y="171952"/>
                  </a:lnTo>
                  <a:lnTo>
                    <a:pt x="139624" y="164741"/>
                  </a:lnTo>
                  <a:lnTo>
                    <a:pt x="141022" y="157281"/>
                  </a:lnTo>
                  <a:lnTo>
                    <a:pt x="141945" y="149597"/>
                  </a:lnTo>
                  <a:lnTo>
                    <a:pt x="142377" y="141716"/>
                  </a:lnTo>
                  <a:lnTo>
                    <a:pt x="142306" y="133665"/>
                  </a:lnTo>
                  <a:lnTo>
                    <a:pt x="141717" y="125473"/>
                  </a:lnTo>
                  <a:lnTo>
                    <a:pt x="140600" y="117167"/>
                  </a:lnTo>
                  <a:lnTo>
                    <a:pt x="138945" y="108778"/>
                  </a:lnTo>
                  <a:lnTo>
                    <a:pt x="136743" y="100336"/>
                  </a:lnTo>
                  <a:lnTo>
                    <a:pt x="133989" y="91871"/>
                  </a:lnTo>
                  <a:lnTo>
                    <a:pt x="130677" y="83414"/>
                  </a:lnTo>
                  <a:lnTo>
                    <a:pt x="126803" y="74997"/>
                  </a:lnTo>
                  <a:lnTo>
                    <a:pt x="122366" y="66651"/>
                  </a:lnTo>
                  <a:lnTo>
                    <a:pt x="117366" y="58408"/>
                  </a:lnTo>
                  <a:lnTo>
                    <a:pt x="111804" y="50300"/>
                  </a:lnTo>
                  <a:lnTo>
                    <a:pt x="105683" y="42360"/>
                  </a:lnTo>
                  <a:lnTo>
                    <a:pt x="99008" y="34618"/>
                  </a:lnTo>
                  <a:lnTo>
                    <a:pt x="91786" y="27107"/>
                  </a:lnTo>
                  <a:lnTo>
                    <a:pt x="84024" y="19859"/>
                  </a:lnTo>
                  <a:lnTo>
                    <a:pt x="75733" y="12904"/>
                  </a:lnTo>
                  <a:lnTo>
                    <a:pt x="66924" y="6274"/>
                  </a:lnTo>
                  <a:lnTo>
                    <a:pt x="57610" y="0"/>
                  </a:lnTo>
                  <a:lnTo>
                    <a:pt x="65715" y="138"/>
                  </a:lnTo>
                  <a:lnTo>
                    <a:pt x="73811" y="553"/>
                  </a:lnTo>
                  <a:lnTo>
                    <a:pt x="81888" y="1244"/>
                  </a:lnTo>
                  <a:lnTo>
                    <a:pt x="89936" y="2211"/>
                  </a:lnTo>
                  <a:lnTo>
                    <a:pt x="97947" y="3451"/>
                  </a:lnTo>
                  <a:lnTo>
                    <a:pt x="105910" y="4965"/>
                  </a:lnTo>
                  <a:lnTo>
                    <a:pt x="113818" y="6749"/>
                  </a:lnTo>
                  <a:lnTo>
                    <a:pt x="121660" y="8803"/>
                  </a:lnTo>
                  <a:lnTo>
                    <a:pt x="129427" y="11123"/>
                  </a:lnTo>
                  <a:lnTo>
                    <a:pt x="137110" y="13707"/>
                  </a:lnTo>
                  <a:lnTo>
                    <a:pt x="144701" y="16551"/>
                  </a:lnTo>
                  <a:lnTo>
                    <a:pt x="152190" y="19653"/>
                  </a:lnTo>
                  <a:lnTo>
                    <a:pt x="159569" y="23009"/>
                  </a:lnTo>
                  <a:lnTo>
                    <a:pt x="166829" y="26615"/>
                  </a:lnTo>
                  <a:lnTo>
                    <a:pt x="173962" y="30467"/>
                  </a:lnTo>
                  <a:lnTo>
                    <a:pt x="180959" y="34560"/>
                  </a:lnTo>
                  <a:lnTo>
                    <a:pt x="187812" y="38890"/>
                  </a:lnTo>
                  <a:lnTo>
                    <a:pt x="194514" y="43451"/>
                  </a:lnTo>
                  <a:lnTo>
                    <a:pt x="201055" y="48238"/>
                  </a:lnTo>
                  <a:lnTo>
                    <a:pt x="207430" y="53245"/>
                  </a:lnTo>
                  <a:lnTo>
                    <a:pt x="213630" y="58468"/>
                  </a:lnTo>
                  <a:lnTo>
                    <a:pt x="219648" y="63899"/>
                  </a:lnTo>
                  <a:lnTo>
                    <a:pt x="225477" y="69532"/>
                  </a:lnTo>
                  <a:lnTo>
                    <a:pt x="233028" y="81992"/>
                  </a:lnTo>
                  <a:lnTo>
                    <a:pt x="239695" y="94744"/>
                  </a:lnTo>
                  <a:lnTo>
                    <a:pt x="245471" y="107727"/>
                  </a:lnTo>
                  <a:lnTo>
                    <a:pt x="250353" y="120881"/>
                  </a:lnTo>
                  <a:lnTo>
                    <a:pt x="254342" y="134146"/>
                  </a:lnTo>
                  <a:lnTo>
                    <a:pt x="257442" y="147462"/>
                  </a:lnTo>
                  <a:lnTo>
                    <a:pt x="259662" y="160770"/>
                  </a:lnTo>
                  <a:lnTo>
                    <a:pt x="261014" y="174015"/>
                  </a:lnTo>
                  <a:lnTo>
                    <a:pt x="261515" y="187141"/>
                  </a:lnTo>
                  <a:lnTo>
                    <a:pt x="261183" y="200092"/>
                  </a:lnTo>
                  <a:lnTo>
                    <a:pt x="260043" y="212819"/>
                  </a:lnTo>
                  <a:lnTo>
                    <a:pt x="258120" y="225270"/>
                  </a:lnTo>
                  <a:lnTo>
                    <a:pt x="255443" y="237398"/>
                  </a:lnTo>
                  <a:lnTo>
                    <a:pt x="252044" y="249159"/>
                  </a:lnTo>
                  <a:lnTo>
                    <a:pt x="247957" y="260511"/>
                  </a:lnTo>
                  <a:lnTo>
                    <a:pt x="243221" y="271413"/>
                  </a:lnTo>
                  <a:lnTo>
                    <a:pt x="237873" y="281829"/>
                  </a:lnTo>
                  <a:lnTo>
                    <a:pt x="231956" y="291727"/>
                  </a:lnTo>
                  <a:lnTo>
                    <a:pt x="225512" y="301075"/>
                  </a:lnTo>
                  <a:lnTo>
                    <a:pt x="218586" y="309848"/>
                  </a:lnTo>
                  <a:lnTo>
                    <a:pt x="211223" y="318020"/>
                  </a:lnTo>
                  <a:lnTo>
                    <a:pt x="203470" y="325574"/>
                  </a:lnTo>
                  <a:lnTo>
                    <a:pt x="195375" y="332491"/>
                  </a:lnTo>
                  <a:lnTo>
                    <a:pt x="186986" y="338758"/>
                  </a:lnTo>
                  <a:lnTo>
                    <a:pt x="178352" y="344366"/>
                  </a:lnTo>
                  <a:lnTo>
                    <a:pt x="169521" y="349309"/>
                  </a:lnTo>
                  <a:lnTo>
                    <a:pt x="160542" y="353584"/>
                  </a:lnTo>
                  <a:lnTo>
                    <a:pt x="151462" y="357191"/>
                  </a:lnTo>
                  <a:lnTo>
                    <a:pt x="142329" y="360134"/>
                  </a:lnTo>
                  <a:lnTo>
                    <a:pt x="133189" y="362421"/>
                  </a:lnTo>
                  <a:lnTo>
                    <a:pt x="124088" y="364061"/>
                  </a:lnTo>
                  <a:lnTo>
                    <a:pt x="115070" y="365069"/>
                  </a:lnTo>
                  <a:lnTo>
                    <a:pt x="106177" y="365459"/>
                  </a:lnTo>
                  <a:lnTo>
                    <a:pt x="97451" y="365252"/>
                  </a:lnTo>
                  <a:lnTo>
                    <a:pt x="88930" y="364469"/>
                  </a:lnTo>
                  <a:lnTo>
                    <a:pt x="80652" y="363135"/>
                  </a:lnTo>
                  <a:lnTo>
                    <a:pt x="72652" y="361275"/>
                  </a:lnTo>
                  <a:lnTo>
                    <a:pt x="64961" y="358919"/>
                  </a:lnTo>
                  <a:lnTo>
                    <a:pt x="57610" y="356098"/>
                  </a:lnTo>
                  <a:lnTo>
                    <a:pt x="50627" y="352843"/>
                  </a:lnTo>
                  <a:lnTo>
                    <a:pt x="44036" y="349190"/>
                  </a:lnTo>
                  <a:lnTo>
                    <a:pt x="37860" y="345172"/>
                  </a:lnTo>
                  <a:lnTo>
                    <a:pt x="32117" y="340828"/>
                  </a:lnTo>
                  <a:lnTo>
                    <a:pt x="26824" y="336194"/>
                  </a:lnTo>
                  <a:lnTo>
                    <a:pt x="21994" y="331310"/>
                  </a:lnTo>
                  <a:lnTo>
                    <a:pt x="17638" y="326212"/>
                  </a:lnTo>
                  <a:lnTo>
                    <a:pt x="13763" y="320942"/>
                  </a:lnTo>
                  <a:lnTo>
                    <a:pt x="10374" y="315537"/>
                  </a:lnTo>
                  <a:lnTo>
                    <a:pt x="7471" y="310038"/>
                  </a:lnTo>
                  <a:lnTo>
                    <a:pt x="5053" y="304482"/>
                  </a:lnTo>
                  <a:lnTo>
                    <a:pt x="3117" y="298908"/>
                  </a:lnTo>
                  <a:lnTo>
                    <a:pt x="1655" y="293354"/>
                  </a:lnTo>
                  <a:lnTo>
                    <a:pt x="656" y="287855"/>
                  </a:lnTo>
                  <a:lnTo>
                    <a:pt x="110" y="282447"/>
                  </a:lnTo>
                  <a:lnTo>
                    <a:pt x="0" y="277164"/>
                  </a:lnTo>
                  <a:lnTo>
                    <a:pt x="308" y="272039"/>
                  </a:lnTo>
                  <a:lnTo>
                    <a:pt x="1016" y="267101"/>
                  </a:lnTo>
                  <a:lnTo>
                    <a:pt x="2101" y="262381"/>
                  </a:lnTo>
                  <a:lnTo>
                    <a:pt x="3540" y="257904"/>
                  </a:lnTo>
                  <a:lnTo>
                    <a:pt x="5306" y="253697"/>
                  </a:lnTo>
                  <a:lnTo>
                    <a:pt x="7373" y="249781"/>
                  </a:lnTo>
                  <a:lnTo>
                    <a:pt x="9711" y="246176"/>
                  </a:lnTo>
                  <a:lnTo>
                    <a:pt x="12289" y="242901"/>
                  </a:lnTo>
                  <a:lnTo>
                    <a:pt x="15078" y="239971"/>
                  </a:lnTo>
                  <a:lnTo>
                    <a:pt x="18044" y="237398"/>
                  </a:lnTo>
                  <a:lnTo>
                    <a:pt x="21154" y="235193"/>
                  </a:lnTo>
                  <a:lnTo>
                    <a:pt x="24375" y="233363"/>
                  </a:lnTo>
                  <a:lnTo>
                    <a:pt x="27673" y="231912"/>
                  </a:lnTo>
                  <a:lnTo>
                    <a:pt x="31014" y="230843"/>
                  </a:lnTo>
                  <a:lnTo>
                    <a:pt x="34364" y="230155"/>
                  </a:lnTo>
                  <a:lnTo>
                    <a:pt x="37690" y="229844"/>
                  </a:lnTo>
                  <a:lnTo>
                    <a:pt x="40958" y="229904"/>
                  </a:lnTo>
                  <a:lnTo>
                    <a:pt x="44135" y="230326"/>
                  </a:lnTo>
                  <a:lnTo>
                    <a:pt x="47192" y="231100"/>
                  </a:lnTo>
                  <a:lnTo>
                    <a:pt x="50096" y="232212"/>
                  </a:lnTo>
                  <a:lnTo>
                    <a:pt x="52819" y="233644"/>
                  </a:lnTo>
                  <a:lnTo>
                    <a:pt x="55332" y="235380"/>
                  </a:lnTo>
                  <a:close/>
                </a:path>
              </a:pathLst>
            </a:custGeom>
            <a:solidFill>
              <a:srgbClr val="B4A0EB">
                <a:alpha val="27843"/>
              </a:srgbClr>
            </a:solidFill>
            <a:ln w="25746" cap="flat">
              <a:solidFill>
                <a:srgbClr val="B4A0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4720249" y="5289102"/>
              <a:ext cx="167866" cy="237398"/>
            </a:xfrm>
            <a:custGeom>
              <a:avLst/>
              <a:pathLst>
                <a:path w="167866" h="237398">
                  <a:moveTo>
                    <a:pt x="0" y="0"/>
                  </a:moveTo>
                  <a:lnTo>
                    <a:pt x="8105" y="138"/>
                  </a:lnTo>
                  <a:lnTo>
                    <a:pt x="16200" y="553"/>
                  </a:lnTo>
                  <a:lnTo>
                    <a:pt x="24277" y="1244"/>
                  </a:lnTo>
                  <a:lnTo>
                    <a:pt x="32325" y="2211"/>
                  </a:lnTo>
                  <a:lnTo>
                    <a:pt x="40336" y="3451"/>
                  </a:lnTo>
                  <a:lnTo>
                    <a:pt x="48300" y="4965"/>
                  </a:lnTo>
                  <a:lnTo>
                    <a:pt x="56207" y="6749"/>
                  </a:lnTo>
                  <a:lnTo>
                    <a:pt x="64049" y="8803"/>
                  </a:lnTo>
                  <a:lnTo>
                    <a:pt x="71816" y="11123"/>
                  </a:lnTo>
                  <a:lnTo>
                    <a:pt x="79500" y="13707"/>
                  </a:lnTo>
                  <a:lnTo>
                    <a:pt x="87090" y="16551"/>
                  </a:lnTo>
                  <a:lnTo>
                    <a:pt x="94579" y="19653"/>
                  </a:lnTo>
                  <a:lnTo>
                    <a:pt x="101958" y="23009"/>
                  </a:lnTo>
                  <a:lnTo>
                    <a:pt x="109218" y="26615"/>
                  </a:lnTo>
                  <a:lnTo>
                    <a:pt x="116351" y="30467"/>
                  </a:lnTo>
                  <a:lnTo>
                    <a:pt x="123348" y="34560"/>
                  </a:lnTo>
                  <a:lnTo>
                    <a:pt x="130201" y="38890"/>
                  </a:lnTo>
                  <a:lnTo>
                    <a:pt x="136903" y="43451"/>
                  </a:lnTo>
                  <a:lnTo>
                    <a:pt x="143445" y="48238"/>
                  </a:lnTo>
                  <a:lnTo>
                    <a:pt x="149819" y="53245"/>
                  </a:lnTo>
                  <a:lnTo>
                    <a:pt x="156019" y="58468"/>
                  </a:lnTo>
                  <a:lnTo>
                    <a:pt x="162037" y="63899"/>
                  </a:lnTo>
                  <a:lnTo>
                    <a:pt x="167866" y="69532"/>
                  </a:lnTo>
                  <a:lnTo>
                    <a:pt x="166562" y="78818"/>
                  </a:lnTo>
                  <a:lnTo>
                    <a:pt x="164907" y="87935"/>
                  </a:lnTo>
                  <a:lnTo>
                    <a:pt x="162908" y="96873"/>
                  </a:lnTo>
                  <a:lnTo>
                    <a:pt x="160572" y="105620"/>
                  </a:lnTo>
                  <a:lnTo>
                    <a:pt x="157910" y="114164"/>
                  </a:lnTo>
                  <a:lnTo>
                    <a:pt x="154927" y="122496"/>
                  </a:lnTo>
                  <a:lnTo>
                    <a:pt x="151635" y="130604"/>
                  </a:lnTo>
                  <a:lnTo>
                    <a:pt x="148042" y="138480"/>
                  </a:lnTo>
                  <a:lnTo>
                    <a:pt x="144157" y="146112"/>
                  </a:lnTo>
                  <a:lnTo>
                    <a:pt x="139991" y="153491"/>
                  </a:lnTo>
                  <a:lnTo>
                    <a:pt x="135553" y="160608"/>
                  </a:lnTo>
                  <a:lnTo>
                    <a:pt x="130854" y="167455"/>
                  </a:lnTo>
                  <a:lnTo>
                    <a:pt x="125904" y="174023"/>
                  </a:lnTo>
                  <a:lnTo>
                    <a:pt x="120715" y="180304"/>
                  </a:lnTo>
                  <a:lnTo>
                    <a:pt x="115298" y="186290"/>
                  </a:lnTo>
                  <a:lnTo>
                    <a:pt x="109664" y="191974"/>
                  </a:lnTo>
                  <a:lnTo>
                    <a:pt x="103824" y="197349"/>
                  </a:lnTo>
                  <a:lnTo>
                    <a:pt x="97790" y="202408"/>
                  </a:lnTo>
                  <a:lnTo>
                    <a:pt x="91575" y="207146"/>
                  </a:lnTo>
                  <a:lnTo>
                    <a:pt x="85191" y="211556"/>
                  </a:lnTo>
                  <a:lnTo>
                    <a:pt x="78649" y="215633"/>
                  </a:lnTo>
                  <a:lnTo>
                    <a:pt x="71963" y="219372"/>
                  </a:lnTo>
                  <a:lnTo>
                    <a:pt x="65146" y="222769"/>
                  </a:lnTo>
                  <a:lnTo>
                    <a:pt x="58209" y="225820"/>
                  </a:lnTo>
                  <a:lnTo>
                    <a:pt x="51166" y="228520"/>
                  </a:lnTo>
                  <a:lnTo>
                    <a:pt x="44030" y="230867"/>
                  </a:lnTo>
                  <a:lnTo>
                    <a:pt x="36814" y="232858"/>
                  </a:lnTo>
                  <a:lnTo>
                    <a:pt x="29531" y="234490"/>
                  </a:lnTo>
                  <a:lnTo>
                    <a:pt x="22195" y="235761"/>
                  </a:lnTo>
                  <a:lnTo>
                    <a:pt x="14819" y="236670"/>
                  </a:lnTo>
                  <a:lnTo>
                    <a:pt x="7416" y="237216"/>
                  </a:lnTo>
                  <a:lnTo>
                    <a:pt x="0" y="237398"/>
                  </a:lnTo>
                  <a:lnTo>
                    <a:pt x="0" y="237398"/>
                  </a:lnTo>
                  <a:lnTo>
                    <a:pt x="0" y="237398"/>
                  </a:lnTo>
                  <a:lnTo>
                    <a:pt x="0" y="237398"/>
                  </a:lnTo>
                  <a:lnTo>
                    <a:pt x="0" y="237398"/>
                  </a:lnTo>
                  <a:lnTo>
                    <a:pt x="0" y="237398"/>
                  </a:lnTo>
                </a:path>
              </a:pathLst>
            </a:custGeom>
            <a:ln w="25746" cap="flat">
              <a:solidFill>
                <a:srgbClr val="B4A0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685937" y="5492190"/>
              <a:ext cx="68622" cy="68622"/>
            </a:xfrm>
            <a:prstGeom prst="ellipse">
              <a:avLst/>
            </a:prstGeom>
            <a:solidFill>
              <a:srgbClr val="B4A0EB">
                <a:alpha val="100000"/>
              </a:srgbClr>
            </a:solidFill>
            <a:ln w="9000" cap="rnd">
              <a:solidFill>
                <a:srgbClr val="B4A0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685937" y="5254791"/>
              <a:ext cx="68622" cy="68622"/>
            </a:xfrm>
            <a:prstGeom prst="ellipse">
              <a:avLst/>
            </a:prstGeom>
            <a:solidFill>
              <a:srgbClr val="B4A0EB">
                <a:alpha val="100000"/>
              </a:srgbClr>
            </a:solidFill>
            <a:ln w="9000" cap="rnd">
              <a:solidFill>
                <a:srgbClr val="B4A0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853804" y="5324323"/>
              <a:ext cx="68622" cy="68622"/>
            </a:xfrm>
            <a:prstGeom prst="ellipse">
              <a:avLst/>
            </a:prstGeom>
            <a:solidFill>
              <a:srgbClr val="B4A0EB">
                <a:alpha val="100000"/>
              </a:srgbClr>
            </a:solidFill>
            <a:ln w="9000" cap="rnd">
              <a:solidFill>
                <a:srgbClr val="B4A0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685937" y="5492190"/>
              <a:ext cx="68622" cy="68622"/>
            </a:xfrm>
            <a:prstGeom prst="ellipse">
              <a:avLst/>
            </a:prstGeom>
            <a:solidFill>
              <a:srgbClr val="B4A0EB">
                <a:alpha val="100000"/>
              </a:srgbClr>
            </a:solidFill>
            <a:ln w="9000" cap="rnd">
              <a:solidFill>
                <a:srgbClr val="B4A0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4685937" y="5492190"/>
              <a:ext cx="68622" cy="68622"/>
            </a:xfrm>
            <a:prstGeom prst="ellipse">
              <a:avLst/>
            </a:prstGeom>
            <a:solidFill>
              <a:srgbClr val="B4A0EB">
                <a:alpha val="100000"/>
              </a:srgbClr>
            </a:solidFill>
            <a:ln w="9000" cap="rnd">
              <a:solidFill>
                <a:srgbClr val="B4A0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685937" y="5492190"/>
              <a:ext cx="68622" cy="68622"/>
            </a:xfrm>
            <a:prstGeom prst="ellipse">
              <a:avLst/>
            </a:prstGeom>
            <a:solidFill>
              <a:srgbClr val="B4A0EB">
                <a:alpha val="100000"/>
              </a:srgbClr>
            </a:solidFill>
            <a:ln w="9000" cap="rnd">
              <a:solidFill>
                <a:srgbClr val="B4A0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685937" y="5492190"/>
              <a:ext cx="68622" cy="68622"/>
            </a:xfrm>
            <a:prstGeom prst="ellipse">
              <a:avLst/>
            </a:prstGeom>
            <a:solidFill>
              <a:srgbClr val="B4A0EB">
                <a:alpha val="100000"/>
              </a:srgbClr>
            </a:solidFill>
            <a:ln w="9000" cap="rnd">
              <a:solidFill>
                <a:srgbClr val="B4A0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685937" y="5492190"/>
              <a:ext cx="68622" cy="68622"/>
            </a:xfrm>
            <a:prstGeom prst="ellipse">
              <a:avLst/>
            </a:prstGeom>
            <a:solidFill>
              <a:srgbClr val="B4A0EB">
                <a:alpha val="100000"/>
              </a:srgbClr>
            </a:solidFill>
            <a:ln w="9000" cap="rnd">
              <a:solidFill>
                <a:srgbClr val="B4A0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4720249" y="5289102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4720249" y="5358635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4720249" y="5526501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4720249" y="5526501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4720249" y="5526501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4552382" y="5526501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4482850" y="5526501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4552382" y="5358635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tx875"/>
            <p:cNvSpPr/>
            <p:nvPr/>
          </p:nvSpPr>
          <p:spPr>
            <a:xfrm>
              <a:off x="4583605" y="5216944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4666834" y="5295059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4875508" y="5484182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4657448" y="5670739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4574219" y="5748963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4270471" y="5670739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4325890" y="5484182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4279857" y="5295059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4177856" y="5374918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4127002" y="5256218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885" name="rc885"/>
            <p:cNvSpPr/>
            <p:nvPr/>
          </p:nvSpPr>
          <p:spPr>
            <a:xfrm>
              <a:off x="6072803" y="5108705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6072803" y="5191795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6407259" y="5108705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8" name="tx888"/>
            <p:cNvSpPr/>
            <p:nvPr/>
          </p:nvSpPr>
          <p:spPr>
            <a:xfrm>
              <a:off x="7316290" y="5092166"/>
              <a:ext cx="811131" cy="1100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sp>
          <p:nvSpPr>
            <p:cNvPr id="889" name="rc889"/>
            <p:cNvSpPr/>
            <p:nvPr/>
          </p:nvSpPr>
          <p:spPr>
            <a:xfrm>
              <a:off x="7425107" y="5229752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7721856" y="5259427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7721856" y="5337651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7721856" y="5526501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7721856" y="5526501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7721856" y="5526501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7533006" y="5526501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7454782" y="5526501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7533006" y="5337651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7603172" y="5407801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7484487" y="5289102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7454816" y="5259427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7679493" y="5441734"/>
              <a:ext cx="279762" cy="222264"/>
            </a:xfrm>
            <a:custGeom>
              <a:avLst/>
              <a:pathLst>
                <a:path w="279762" h="222264">
                  <a:moveTo>
                    <a:pt x="279762" y="84767"/>
                  </a:moveTo>
                  <a:lnTo>
                    <a:pt x="273487" y="75453"/>
                  </a:lnTo>
                  <a:lnTo>
                    <a:pt x="266857" y="66644"/>
                  </a:lnTo>
                  <a:lnTo>
                    <a:pt x="259903" y="58352"/>
                  </a:lnTo>
                  <a:lnTo>
                    <a:pt x="252654" y="50591"/>
                  </a:lnTo>
                  <a:lnTo>
                    <a:pt x="245144" y="43369"/>
                  </a:lnTo>
                  <a:lnTo>
                    <a:pt x="237402" y="36694"/>
                  </a:lnTo>
                  <a:lnTo>
                    <a:pt x="229461" y="30573"/>
                  </a:lnTo>
                  <a:lnTo>
                    <a:pt x="221353" y="25011"/>
                  </a:lnTo>
                  <a:lnTo>
                    <a:pt x="213111" y="20011"/>
                  </a:lnTo>
                  <a:lnTo>
                    <a:pt x="204765" y="15574"/>
                  </a:lnTo>
                  <a:lnTo>
                    <a:pt x="196347" y="11700"/>
                  </a:lnTo>
                  <a:lnTo>
                    <a:pt x="187890" y="8388"/>
                  </a:lnTo>
                  <a:lnTo>
                    <a:pt x="179425" y="5634"/>
                  </a:lnTo>
                  <a:lnTo>
                    <a:pt x="170983" y="3432"/>
                  </a:lnTo>
                  <a:lnTo>
                    <a:pt x="162594" y="1777"/>
                  </a:lnTo>
                  <a:lnTo>
                    <a:pt x="154289" y="660"/>
                  </a:lnTo>
                  <a:lnTo>
                    <a:pt x="146096" y="71"/>
                  </a:lnTo>
                  <a:lnTo>
                    <a:pt x="138045" y="0"/>
                  </a:lnTo>
                  <a:lnTo>
                    <a:pt x="130164" y="432"/>
                  </a:lnTo>
                  <a:lnTo>
                    <a:pt x="122481" y="1355"/>
                  </a:lnTo>
                  <a:lnTo>
                    <a:pt x="115021" y="2753"/>
                  </a:lnTo>
                  <a:lnTo>
                    <a:pt x="107809" y="4609"/>
                  </a:lnTo>
                  <a:lnTo>
                    <a:pt x="100872" y="6905"/>
                  </a:lnTo>
                  <a:lnTo>
                    <a:pt x="94231" y="9622"/>
                  </a:lnTo>
                  <a:lnTo>
                    <a:pt x="87910" y="12739"/>
                  </a:lnTo>
                  <a:lnTo>
                    <a:pt x="81930" y="16235"/>
                  </a:lnTo>
                  <a:lnTo>
                    <a:pt x="76309" y="20088"/>
                  </a:lnTo>
                  <a:lnTo>
                    <a:pt x="71068" y="24273"/>
                  </a:lnTo>
                  <a:lnTo>
                    <a:pt x="66223" y="28766"/>
                  </a:lnTo>
                  <a:lnTo>
                    <a:pt x="61790" y="33542"/>
                  </a:lnTo>
                  <a:lnTo>
                    <a:pt x="57784" y="38576"/>
                  </a:lnTo>
                  <a:lnTo>
                    <a:pt x="54218" y="43839"/>
                  </a:lnTo>
                  <a:lnTo>
                    <a:pt x="51104" y="49305"/>
                  </a:lnTo>
                  <a:lnTo>
                    <a:pt x="48451" y="54946"/>
                  </a:lnTo>
                  <a:lnTo>
                    <a:pt x="46269" y="60733"/>
                  </a:lnTo>
                  <a:lnTo>
                    <a:pt x="44564" y="66638"/>
                  </a:lnTo>
                  <a:lnTo>
                    <a:pt x="43343" y="72632"/>
                  </a:lnTo>
                  <a:lnTo>
                    <a:pt x="42608" y="78684"/>
                  </a:lnTo>
                  <a:lnTo>
                    <a:pt x="42363" y="84767"/>
                  </a:lnTo>
                  <a:lnTo>
                    <a:pt x="38204" y="84996"/>
                  </a:lnTo>
                  <a:lnTo>
                    <a:pt x="34084" y="85683"/>
                  </a:lnTo>
                  <a:lnTo>
                    <a:pt x="30039" y="86823"/>
                  </a:lnTo>
                  <a:lnTo>
                    <a:pt x="26107" y="88410"/>
                  </a:lnTo>
                  <a:lnTo>
                    <a:pt x="22324" y="90433"/>
                  </a:lnTo>
                  <a:lnTo>
                    <a:pt x="18728" y="92881"/>
                  </a:lnTo>
                  <a:lnTo>
                    <a:pt x="15352" y="95738"/>
                  </a:lnTo>
                  <a:lnTo>
                    <a:pt x="12231" y="98986"/>
                  </a:lnTo>
                  <a:lnTo>
                    <a:pt x="9397" y="102607"/>
                  </a:lnTo>
                  <a:lnTo>
                    <a:pt x="6882" y="106577"/>
                  </a:lnTo>
                  <a:lnTo>
                    <a:pt x="4714" y="110872"/>
                  </a:lnTo>
                  <a:lnTo>
                    <a:pt x="2923" y="115464"/>
                  </a:lnTo>
                  <a:lnTo>
                    <a:pt x="1533" y="120326"/>
                  </a:lnTo>
                  <a:lnTo>
                    <a:pt x="569" y="125425"/>
                  </a:lnTo>
                  <a:lnTo>
                    <a:pt x="51" y="130730"/>
                  </a:lnTo>
                  <a:lnTo>
                    <a:pt x="0" y="136206"/>
                  </a:lnTo>
                  <a:lnTo>
                    <a:pt x="431" y="141817"/>
                  </a:lnTo>
                  <a:lnTo>
                    <a:pt x="1359" y="147527"/>
                  </a:lnTo>
                  <a:lnTo>
                    <a:pt x="2797" y="153298"/>
                  </a:lnTo>
                  <a:lnTo>
                    <a:pt x="4751" y="159089"/>
                  </a:lnTo>
                  <a:lnTo>
                    <a:pt x="7230" y="164863"/>
                  </a:lnTo>
                  <a:lnTo>
                    <a:pt x="10235" y="170577"/>
                  </a:lnTo>
                  <a:lnTo>
                    <a:pt x="13768" y="176191"/>
                  </a:lnTo>
                  <a:lnTo>
                    <a:pt x="17825" y="181665"/>
                  </a:lnTo>
                  <a:lnTo>
                    <a:pt x="22402" y="186958"/>
                  </a:lnTo>
                  <a:lnTo>
                    <a:pt x="27489" y="192027"/>
                  </a:lnTo>
                  <a:lnTo>
                    <a:pt x="33077" y="196835"/>
                  </a:lnTo>
                  <a:lnTo>
                    <a:pt x="39150" y="201339"/>
                  </a:lnTo>
                  <a:lnTo>
                    <a:pt x="45691" y="205503"/>
                  </a:lnTo>
                  <a:lnTo>
                    <a:pt x="52681" y="209287"/>
                  </a:lnTo>
                  <a:lnTo>
                    <a:pt x="60097" y="212655"/>
                  </a:lnTo>
                  <a:lnTo>
                    <a:pt x="67914" y="215571"/>
                  </a:lnTo>
                  <a:lnTo>
                    <a:pt x="76103" y="218002"/>
                  </a:lnTo>
                  <a:lnTo>
                    <a:pt x="84635" y="219916"/>
                  </a:lnTo>
                  <a:lnTo>
                    <a:pt x="93476" y="221283"/>
                  </a:lnTo>
                  <a:lnTo>
                    <a:pt x="102592" y="222074"/>
                  </a:lnTo>
                  <a:lnTo>
                    <a:pt x="111945" y="222264"/>
                  </a:lnTo>
                  <a:lnTo>
                    <a:pt x="121496" y="221829"/>
                  </a:lnTo>
                  <a:lnTo>
                    <a:pt x="131204" y="220748"/>
                  </a:lnTo>
                  <a:lnTo>
                    <a:pt x="141027" y="219004"/>
                  </a:lnTo>
                  <a:lnTo>
                    <a:pt x="150920" y="216580"/>
                  </a:lnTo>
                  <a:lnTo>
                    <a:pt x="160837" y="213463"/>
                  </a:lnTo>
                  <a:lnTo>
                    <a:pt x="170732" y="209646"/>
                  </a:lnTo>
                  <a:lnTo>
                    <a:pt x="180557" y="205120"/>
                  </a:lnTo>
                  <a:lnTo>
                    <a:pt x="190264" y="199882"/>
                  </a:lnTo>
                  <a:lnTo>
                    <a:pt x="199803" y="193933"/>
                  </a:lnTo>
                  <a:lnTo>
                    <a:pt x="209126" y="187276"/>
                  </a:lnTo>
                  <a:lnTo>
                    <a:pt x="218183" y="179916"/>
                  </a:lnTo>
                  <a:lnTo>
                    <a:pt x="226924" y="171863"/>
                  </a:lnTo>
                  <a:lnTo>
                    <a:pt x="235300" y="163131"/>
                  </a:lnTo>
                  <a:lnTo>
                    <a:pt x="243264" y="153736"/>
                  </a:lnTo>
                  <a:lnTo>
                    <a:pt x="250766" y="143697"/>
                  </a:lnTo>
                  <a:lnTo>
                    <a:pt x="257760" y="133038"/>
                  </a:lnTo>
                  <a:lnTo>
                    <a:pt x="264200" y="121785"/>
                  </a:lnTo>
                  <a:lnTo>
                    <a:pt x="270042" y="109966"/>
                  </a:lnTo>
                  <a:lnTo>
                    <a:pt x="275243" y="97615"/>
                  </a:lnTo>
                  <a:close/>
                </a:path>
              </a:pathLst>
            </a:custGeom>
            <a:solidFill>
              <a:srgbClr val="D196E3">
                <a:alpha val="27843"/>
              </a:srgbClr>
            </a:solidFill>
            <a:ln w="25746" cap="flat">
              <a:solidFill>
                <a:srgbClr val="D196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7721856" y="5481077"/>
              <a:ext cx="237398" cy="90848"/>
            </a:xfrm>
            <a:custGeom>
              <a:avLst/>
              <a:pathLst>
                <a:path w="237398" h="90848">
                  <a:moveTo>
                    <a:pt x="0" y="45424"/>
                  </a:moveTo>
                  <a:lnTo>
                    <a:pt x="0" y="45424"/>
                  </a:lnTo>
                  <a:lnTo>
                    <a:pt x="5372" y="40308"/>
                  </a:lnTo>
                  <a:lnTo>
                    <a:pt x="10993" y="35460"/>
                  </a:lnTo>
                  <a:lnTo>
                    <a:pt x="16852" y="30887"/>
                  </a:lnTo>
                  <a:lnTo>
                    <a:pt x="22938" y="26598"/>
                  </a:lnTo>
                  <a:lnTo>
                    <a:pt x="29242" y="22603"/>
                  </a:lnTo>
                  <a:lnTo>
                    <a:pt x="35752" y="18908"/>
                  </a:lnTo>
                  <a:lnTo>
                    <a:pt x="42458" y="15522"/>
                  </a:lnTo>
                  <a:lnTo>
                    <a:pt x="49347" y="12451"/>
                  </a:lnTo>
                  <a:lnTo>
                    <a:pt x="56409" y="9703"/>
                  </a:lnTo>
                  <a:lnTo>
                    <a:pt x="63632" y="7284"/>
                  </a:lnTo>
                  <a:lnTo>
                    <a:pt x="71004" y="5200"/>
                  </a:lnTo>
                  <a:lnTo>
                    <a:pt x="78512" y="3458"/>
                  </a:lnTo>
                  <a:lnTo>
                    <a:pt x="86145" y="2062"/>
                  </a:lnTo>
                  <a:lnTo>
                    <a:pt x="93890" y="1017"/>
                  </a:lnTo>
                  <a:lnTo>
                    <a:pt x="101733" y="328"/>
                  </a:lnTo>
                  <a:lnTo>
                    <a:pt x="109664" y="0"/>
                  </a:lnTo>
                  <a:lnTo>
                    <a:pt x="117667" y="35"/>
                  </a:lnTo>
                  <a:lnTo>
                    <a:pt x="125730" y="437"/>
                  </a:lnTo>
                  <a:lnTo>
                    <a:pt x="133841" y="1209"/>
                  </a:lnTo>
                  <a:lnTo>
                    <a:pt x="141985" y="2353"/>
                  </a:lnTo>
                  <a:lnTo>
                    <a:pt x="150149" y="3872"/>
                  </a:lnTo>
                  <a:lnTo>
                    <a:pt x="158320" y="5767"/>
                  </a:lnTo>
                  <a:lnTo>
                    <a:pt x="166484" y="8038"/>
                  </a:lnTo>
                  <a:lnTo>
                    <a:pt x="174628" y="10688"/>
                  </a:lnTo>
                  <a:lnTo>
                    <a:pt x="182737" y="13716"/>
                  </a:lnTo>
                  <a:lnTo>
                    <a:pt x="190798" y="17121"/>
                  </a:lnTo>
                  <a:lnTo>
                    <a:pt x="198798" y="20904"/>
                  </a:lnTo>
                  <a:lnTo>
                    <a:pt x="206723" y="25063"/>
                  </a:lnTo>
                  <a:lnTo>
                    <a:pt x="214559" y="29597"/>
                  </a:lnTo>
                  <a:lnTo>
                    <a:pt x="222293" y="34503"/>
                  </a:lnTo>
                  <a:lnTo>
                    <a:pt x="229910" y="39780"/>
                  </a:lnTo>
                  <a:lnTo>
                    <a:pt x="237398" y="45424"/>
                  </a:lnTo>
                  <a:lnTo>
                    <a:pt x="229910" y="51068"/>
                  </a:lnTo>
                  <a:lnTo>
                    <a:pt x="222293" y="56344"/>
                  </a:lnTo>
                  <a:lnTo>
                    <a:pt x="214559" y="61251"/>
                  </a:lnTo>
                  <a:lnTo>
                    <a:pt x="206723" y="65784"/>
                  </a:lnTo>
                  <a:lnTo>
                    <a:pt x="198798" y="69943"/>
                  </a:lnTo>
                  <a:lnTo>
                    <a:pt x="190798" y="73726"/>
                  </a:lnTo>
                  <a:lnTo>
                    <a:pt x="182737" y="77132"/>
                  </a:lnTo>
                  <a:lnTo>
                    <a:pt x="174628" y="80159"/>
                  </a:lnTo>
                  <a:lnTo>
                    <a:pt x="166484" y="82809"/>
                  </a:lnTo>
                  <a:lnTo>
                    <a:pt x="158320" y="85081"/>
                  </a:lnTo>
                  <a:lnTo>
                    <a:pt x="150149" y="86976"/>
                  </a:lnTo>
                  <a:lnTo>
                    <a:pt x="141985" y="88495"/>
                  </a:lnTo>
                  <a:lnTo>
                    <a:pt x="133841" y="89639"/>
                  </a:lnTo>
                  <a:lnTo>
                    <a:pt x="125730" y="90411"/>
                  </a:lnTo>
                  <a:lnTo>
                    <a:pt x="117667" y="90813"/>
                  </a:lnTo>
                  <a:lnTo>
                    <a:pt x="109664" y="90848"/>
                  </a:lnTo>
                  <a:lnTo>
                    <a:pt x="101733" y="90519"/>
                  </a:lnTo>
                  <a:lnTo>
                    <a:pt x="93890" y="89831"/>
                  </a:lnTo>
                  <a:lnTo>
                    <a:pt x="86145" y="88786"/>
                  </a:lnTo>
                  <a:lnTo>
                    <a:pt x="78512" y="87390"/>
                  </a:lnTo>
                  <a:lnTo>
                    <a:pt x="71004" y="85647"/>
                  </a:lnTo>
                  <a:lnTo>
                    <a:pt x="63632" y="83564"/>
                  </a:lnTo>
                  <a:lnTo>
                    <a:pt x="56409" y="81145"/>
                  </a:lnTo>
                  <a:lnTo>
                    <a:pt x="49347" y="78397"/>
                  </a:lnTo>
                  <a:lnTo>
                    <a:pt x="42458" y="75326"/>
                  </a:lnTo>
                  <a:lnTo>
                    <a:pt x="35752" y="71940"/>
                  </a:lnTo>
                  <a:lnTo>
                    <a:pt x="29242" y="68245"/>
                  </a:lnTo>
                  <a:lnTo>
                    <a:pt x="22938" y="64249"/>
                  </a:lnTo>
                  <a:lnTo>
                    <a:pt x="16852" y="59961"/>
                  </a:lnTo>
                  <a:lnTo>
                    <a:pt x="10993" y="55388"/>
                  </a:lnTo>
                  <a:lnTo>
                    <a:pt x="5372" y="50539"/>
                  </a:lnTo>
                  <a:lnTo>
                    <a:pt x="0" y="45424"/>
                  </a:lnTo>
                  <a:lnTo>
                    <a:pt x="0" y="45424"/>
                  </a:lnTo>
                  <a:lnTo>
                    <a:pt x="0" y="45424"/>
                  </a:lnTo>
                  <a:lnTo>
                    <a:pt x="0" y="45424"/>
                  </a:lnTo>
                  <a:lnTo>
                    <a:pt x="0" y="45424"/>
                  </a:lnTo>
                </a:path>
              </a:pathLst>
            </a:custGeom>
            <a:ln w="25746" cap="flat">
              <a:solidFill>
                <a:srgbClr val="D196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7924944" y="5492190"/>
              <a:ext cx="68622" cy="68622"/>
            </a:xfrm>
            <a:prstGeom prst="ellipse">
              <a:avLst/>
            </a:prstGeom>
            <a:solidFill>
              <a:srgbClr val="D196E3">
                <a:alpha val="100000"/>
              </a:srgbClr>
            </a:solidFill>
            <a:ln w="9000" cap="rnd">
              <a:solidFill>
                <a:srgbClr val="D196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7687545" y="5492190"/>
              <a:ext cx="68622" cy="68622"/>
            </a:xfrm>
            <a:prstGeom prst="ellipse">
              <a:avLst/>
            </a:prstGeom>
            <a:solidFill>
              <a:srgbClr val="D196E3">
                <a:alpha val="100000"/>
              </a:srgbClr>
            </a:solidFill>
            <a:ln w="9000" cap="rnd">
              <a:solidFill>
                <a:srgbClr val="D196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7687545" y="5492190"/>
              <a:ext cx="68622" cy="68622"/>
            </a:xfrm>
            <a:prstGeom prst="ellipse">
              <a:avLst/>
            </a:prstGeom>
            <a:solidFill>
              <a:srgbClr val="D196E3">
                <a:alpha val="100000"/>
              </a:srgbClr>
            </a:solidFill>
            <a:ln w="9000" cap="rnd">
              <a:solidFill>
                <a:srgbClr val="D196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7687545" y="5492190"/>
              <a:ext cx="68622" cy="68622"/>
            </a:xfrm>
            <a:prstGeom prst="ellipse">
              <a:avLst/>
            </a:prstGeom>
            <a:solidFill>
              <a:srgbClr val="D196E3">
                <a:alpha val="100000"/>
              </a:srgbClr>
            </a:solidFill>
            <a:ln w="9000" cap="rnd">
              <a:solidFill>
                <a:srgbClr val="D196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7687545" y="5492190"/>
              <a:ext cx="68622" cy="68622"/>
            </a:xfrm>
            <a:prstGeom prst="ellipse">
              <a:avLst/>
            </a:prstGeom>
            <a:solidFill>
              <a:srgbClr val="D196E3">
                <a:alpha val="100000"/>
              </a:srgbClr>
            </a:solidFill>
            <a:ln w="9000" cap="rnd">
              <a:solidFill>
                <a:srgbClr val="D196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7687545" y="5492190"/>
              <a:ext cx="68622" cy="68622"/>
            </a:xfrm>
            <a:prstGeom prst="ellipse">
              <a:avLst/>
            </a:prstGeom>
            <a:solidFill>
              <a:srgbClr val="D196E3">
                <a:alpha val="100000"/>
              </a:srgbClr>
            </a:solidFill>
            <a:ln w="9000" cap="rnd">
              <a:solidFill>
                <a:srgbClr val="D196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7687545" y="5492190"/>
              <a:ext cx="68622" cy="68622"/>
            </a:xfrm>
            <a:prstGeom prst="ellipse">
              <a:avLst/>
            </a:prstGeom>
            <a:solidFill>
              <a:srgbClr val="D196E3">
                <a:alpha val="100000"/>
              </a:srgbClr>
            </a:solidFill>
            <a:ln w="9000" cap="rnd">
              <a:solidFill>
                <a:srgbClr val="D196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7687545" y="5492190"/>
              <a:ext cx="68622" cy="68622"/>
            </a:xfrm>
            <a:prstGeom prst="ellipse">
              <a:avLst/>
            </a:prstGeom>
            <a:solidFill>
              <a:srgbClr val="D196E3">
                <a:alpha val="100000"/>
              </a:srgbClr>
            </a:solidFill>
            <a:ln w="9000" cap="rnd">
              <a:solidFill>
                <a:srgbClr val="D196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7721856" y="5289102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7721856" y="5358635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7721856" y="5526501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721856" y="5526501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7721856" y="5526501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7553990" y="5526501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7484457" y="5526501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7553990" y="5358635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tx919"/>
            <p:cNvSpPr/>
            <p:nvPr/>
          </p:nvSpPr>
          <p:spPr>
            <a:xfrm>
              <a:off x="7585212" y="5216944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7668441" y="5295059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7877115" y="5484182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7659055" y="5670739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7575826" y="5748963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7272078" y="5670739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7327497" y="5484182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7281465" y="5295059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927" name="tx927"/>
            <p:cNvSpPr/>
            <p:nvPr/>
          </p:nvSpPr>
          <p:spPr>
            <a:xfrm>
              <a:off x="7179463" y="5374918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928" name="tx928"/>
            <p:cNvSpPr/>
            <p:nvPr/>
          </p:nvSpPr>
          <p:spPr>
            <a:xfrm>
              <a:off x="7128609" y="5256218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929" name="rc929"/>
            <p:cNvSpPr/>
            <p:nvPr/>
          </p:nvSpPr>
          <p:spPr>
            <a:xfrm>
              <a:off x="69589" y="5948558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0" name="rc930"/>
            <p:cNvSpPr/>
            <p:nvPr/>
          </p:nvSpPr>
          <p:spPr>
            <a:xfrm>
              <a:off x="69589" y="6031647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rc931"/>
            <p:cNvSpPr/>
            <p:nvPr/>
          </p:nvSpPr>
          <p:spPr>
            <a:xfrm>
              <a:off x="404045" y="5948558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2" name="tx932"/>
            <p:cNvSpPr/>
            <p:nvPr/>
          </p:nvSpPr>
          <p:spPr>
            <a:xfrm>
              <a:off x="1212575" y="5934347"/>
              <a:ext cx="1012132" cy="1077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sp>
          <p:nvSpPr>
            <p:cNvPr id="933" name="rc933"/>
            <p:cNvSpPr/>
            <p:nvPr/>
          </p:nvSpPr>
          <p:spPr>
            <a:xfrm>
              <a:off x="1421893" y="6069605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1718642" y="6099280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1718642" y="6177504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1718642" y="6366354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1718642" y="6366354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1718642" y="6366354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1529792" y="6366354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1451568" y="6366354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1529792" y="6177504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1599957" y="6247654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1481272" y="6128955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1451601" y="6099280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1695914" y="6366354"/>
              <a:ext cx="190593" cy="172864"/>
            </a:xfrm>
            <a:custGeom>
              <a:avLst/>
              <a:pathLst>
                <a:path w="190593" h="172864">
                  <a:moveTo>
                    <a:pt x="22727" y="0"/>
                  </a:moveTo>
                  <a:lnTo>
                    <a:pt x="22909" y="7416"/>
                  </a:lnTo>
                  <a:lnTo>
                    <a:pt x="23455" y="14819"/>
                  </a:lnTo>
                  <a:lnTo>
                    <a:pt x="24364" y="22195"/>
                  </a:lnTo>
                  <a:lnTo>
                    <a:pt x="25635" y="29531"/>
                  </a:lnTo>
                  <a:lnTo>
                    <a:pt x="27267" y="36814"/>
                  </a:lnTo>
                  <a:lnTo>
                    <a:pt x="29258" y="44030"/>
                  </a:lnTo>
                  <a:lnTo>
                    <a:pt x="31605" y="51166"/>
                  </a:lnTo>
                  <a:lnTo>
                    <a:pt x="34305" y="58209"/>
                  </a:lnTo>
                  <a:lnTo>
                    <a:pt x="37356" y="65146"/>
                  </a:lnTo>
                  <a:lnTo>
                    <a:pt x="40753" y="71963"/>
                  </a:lnTo>
                  <a:lnTo>
                    <a:pt x="44492" y="78649"/>
                  </a:lnTo>
                  <a:lnTo>
                    <a:pt x="48569" y="85191"/>
                  </a:lnTo>
                  <a:lnTo>
                    <a:pt x="52979" y="91575"/>
                  </a:lnTo>
                  <a:lnTo>
                    <a:pt x="57717" y="97790"/>
                  </a:lnTo>
                  <a:lnTo>
                    <a:pt x="62776" y="103824"/>
                  </a:lnTo>
                  <a:lnTo>
                    <a:pt x="68151" y="109664"/>
                  </a:lnTo>
                  <a:lnTo>
                    <a:pt x="73835" y="115298"/>
                  </a:lnTo>
                  <a:lnTo>
                    <a:pt x="79821" y="120715"/>
                  </a:lnTo>
                  <a:lnTo>
                    <a:pt x="86102" y="125904"/>
                  </a:lnTo>
                  <a:lnTo>
                    <a:pt x="92670" y="130854"/>
                  </a:lnTo>
                  <a:lnTo>
                    <a:pt x="99517" y="135553"/>
                  </a:lnTo>
                  <a:lnTo>
                    <a:pt x="106634" y="139991"/>
                  </a:lnTo>
                  <a:lnTo>
                    <a:pt x="114013" y="144157"/>
                  </a:lnTo>
                  <a:lnTo>
                    <a:pt x="121645" y="148042"/>
                  </a:lnTo>
                  <a:lnTo>
                    <a:pt x="129521" y="151635"/>
                  </a:lnTo>
                  <a:lnTo>
                    <a:pt x="137629" y="154927"/>
                  </a:lnTo>
                  <a:lnTo>
                    <a:pt x="145961" y="157910"/>
                  </a:lnTo>
                  <a:lnTo>
                    <a:pt x="154505" y="160572"/>
                  </a:lnTo>
                  <a:lnTo>
                    <a:pt x="163252" y="162908"/>
                  </a:lnTo>
                  <a:lnTo>
                    <a:pt x="172190" y="164907"/>
                  </a:lnTo>
                  <a:lnTo>
                    <a:pt x="181307" y="166562"/>
                  </a:lnTo>
                  <a:lnTo>
                    <a:pt x="190593" y="167866"/>
                  </a:lnTo>
                  <a:lnTo>
                    <a:pt x="179570" y="170015"/>
                  </a:lnTo>
                  <a:lnTo>
                    <a:pt x="168653" y="171556"/>
                  </a:lnTo>
                  <a:lnTo>
                    <a:pt x="157873" y="172501"/>
                  </a:lnTo>
                  <a:lnTo>
                    <a:pt x="147259" y="172864"/>
                  </a:lnTo>
                  <a:lnTo>
                    <a:pt x="136841" y="172660"/>
                  </a:lnTo>
                  <a:lnTo>
                    <a:pt x="126647" y="171905"/>
                  </a:lnTo>
                  <a:lnTo>
                    <a:pt x="116704" y="170619"/>
                  </a:lnTo>
                  <a:lnTo>
                    <a:pt x="107038" y="168819"/>
                  </a:lnTo>
                  <a:lnTo>
                    <a:pt x="97674" y="166526"/>
                  </a:lnTo>
                  <a:lnTo>
                    <a:pt x="88635" y="163761"/>
                  </a:lnTo>
                  <a:lnTo>
                    <a:pt x="79944" y="160549"/>
                  </a:lnTo>
                  <a:lnTo>
                    <a:pt x="71622" y="156911"/>
                  </a:lnTo>
                  <a:lnTo>
                    <a:pt x="63689" y="152873"/>
                  </a:lnTo>
                  <a:lnTo>
                    <a:pt x="56163" y="148460"/>
                  </a:lnTo>
                  <a:lnTo>
                    <a:pt x="49060" y="143698"/>
                  </a:lnTo>
                  <a:lnTo>
                    <a:pt x="42398" y="138615"/>
                  </a:lnTo>
                  <a:lnTo>
                    <a:pt x="36188" y="133239"/>
                  </a:lnTo>
                  <a:lnTo>
                    <a:pt x="30445" y="127596"/>
                  </a:lnTo>
                  <a:lnTo>
                    <a:pt x="25178" y="121718"/>
                  </a:lnTo>
                  <a:lnTo>
                    <a:pt x="20398" y="115632"/>
                  </a:lnTo>
                  <a:lnTo>
                    <a:pt x="16111" y="109368"/>
                  </a:lnTo>
                  <a:lnTo>
                    <a:pt x="12324" y="102957"/>
                  </a:lnTo>
                  <a:lnTo>
                    <a:pt x="9042" y="96428"/>
                  </a:lnTo>
                  <a:lnTo>
                    <a:pt x="6268" y="89811"/>
                  </a:lnTo>
                  <a:lnTo>
                    <a:pt x="4002" y="83137"/>
                  </a:lnTo>
                  <a:lnTo>
                    <a:pt x="2245" y="76436"/>
                  </a:lnTo>
                  <a:lnTo>
                    <a:pt x="995" y="69738"/>
                  </a:lnTo>
                  <a:lnTo>
                    <a:pt x="248" y="63072"/>
                  </a:lnTo>
                  <a:lnTo>
                    <a:pt x="0" y="56469"/>
                  </a:lnTo>
                  <a:lnTo>
                    <a:pt x="242" y="49957"/>
                  </a:lnTo>
                  <a:lnTo>
                    <a:pt x="969" y="43566"/>
                  </a:lnTo>
                  <a:lnTo>
                    <a:pt x="2169" y="37322"/>
                  </a:lnTo>
                  <a:lnTo>
                    <a:pt x="3832" y="31255"/>
                  </a:lnTo>
                  <a:lnTo>
                    <a:pt x="5945" y="25391"/>
                  </a:lnTo>
                  <a:lnTo>
                    <a:pt x="8494" y="19755"/>
                  </a:lnTo>
                  <a:lnTo>
                    <a:pt x="11464" y="14375"/>
                  </a:lnTo>
                  <a:lnTo>
                    <a:pt x="14839" y="9273"/>
                  </a:lnTo>
                  <a:lnTo>
                    <a:pt x="18599" y="4474"/>
                  </a:lnTo>
                  <a:close/>
                </a:path>
              </a:pathLst>
            </a:custGeom>
            <a:solidFill>
              <a:srgbClr val="E38FD3">
                <a:alpha val="27843"/>
              </a:srgbClr>
            </a:solidFill>
            <a:ln w="25746" cap="flat">
              <a:solidFill>
                <a:srgbClr val="E38F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1718642" y="6366354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7416" y="182"/>
                  </a:lnTo>
                  <a:lnTo>
                    <a:pt x="14819" y="728"/>
                  </a:lnTo>
                  <a:lnTo>
                    <a:pt x="22195" y="1637"/>
                  </a:lnTo>
                  <a:lnTo>
                    <a:pt x="29531" y="2908"/>
                  </a:lnTo>
                  <a:lnTo>
                    <a:pt x="36814" y="4540"/>
                  </a:lnTo>
                  <a:lnTo>
                    <a:pt x="44030" y="6531"/>
                  </a:lnTo>
                  <a:lnTo>
                    <a:pt x="51166" y="8878"/>
                  </a:lnTo>
                  <a:lnTo>
                    <a:pt x="58209" y="11578"/>
                  </a:lnTo>
                  <a:lnTo>
                    <a:pt x="65146" y="14629"/>
                  </a:lnTo>
                  <a:lnTo>
                    <a:pt x="71963" y="18026"/>
                  </a:lnTo>
                  <a:lnTo>
                    <a:pt x="78649" y="21765"/>
                  </a:lnTo>
                  <a:lnTo>
                    <a:pt x="85191" y="25842"/>
                  </a:lnTo>
                  <a:lnTo>
                    <a:pt x="91575" y="30252"/>
                  </a:lnTo>
                  <a:lnTo>
                    <a:pt x="97790" y="34990"/>
                  </a:lnTo>
                  <a:lnTo>
                    <a:pt x="103824" y="40049"/>
                  </a:lnTo>
                  <a:lnTo>
                    <a:pt x="109664" y="45424"/>
                  </a:lnTo>
                  <a:lnTo>
                    <a:pt x="115298" y="51108"/>
                  </a:lnTo>
                  <a:lnTo>
                    <a:pt x="120715" y="57094"/>
                  </a:lnTo>
                  <a:lnTo>
                    <a:pt x="125904" y="63375"/>
                  </a:lnTo>
                  <a:lnTo>
                    <a:pt x="130854" y="69943"/>
                  </a:lnTo>
                  <a:lnTo>
                    <a:pt x="135553" y="76790"/>
                  </a:lnTo>
                  <a:lnTo>
                    <a:pt x="139991" y="83907"/>
                  </a:lnTo>
                  <a:lnTo>
                    <a:pt x="144157" y="91286"/>
                  </a:lnTo>
                  <a:lnTo>
                    <a:pt x="148042" y="98918"/>
                  </a:lnTo>
                  <a:lnTo>
                    <a:pt x="151635" y="106793"/>
                  </a:lnTo>
                  <a:lnTo>
                    <a:pt x="154927" y="114902"/>
                  </a:lnTo>
                  <a:lnTo>
                    <a:pt x="157910" y="123234"/>
                  </a:lnTo>
                  <a:lnTo>
                    <a:pt x="160572" y="131778"/>
                  </a:lnTo>
                  <a:lnTo>
                    <a:pt x="162908" y="140525"/>
                  </a:lnTo>
                  <a:lnTo>
                    <a:pt x="164907" y="149463"/>
                  </a:lnTo>
                  <a:lnTo>
                    <a:pt x="166562" y="158580"/>
                  </a:lnTo>
                  <a:lnTo>
                    <a:pt x="167866" y="167866"/>
                  </a:lnTo>
                  <a:lnTo>
                    <a:pt x="158580" y="166562"/>
                  </a:lnTo>
                  <a:lnTo>
                    <a:pt x="149463" y="164907"/>
                  </a:lnTo>
                  <a:lnTo>
                    <a:pt x="140525" y="162908"/>
                  </a:lnTo>
                  <a:lnTo>
                    <a:pt x="131778" y="160572"/>
                  </a:lnTo>
                  <a:lnTo>
                    <a:pt x="123234" y="157910"/>
                  </a:lnTo>
                  <a:lnTo>
                    <a:pt x="114902" y="154927"/>
                  </a:lnTo>
                  <a:lnTo>
                    <a:pt x="106793" y="151635"/>
                  </a:lnTo>
                  <a:lnTo>
                    <a:pt x="98918" y="148042"/>
                  </a:lnTo>
                  <a:lnTo>
                    <a:pt x="91286" y="144157"/>
                  </a:lnTo>
                  <a:lnTo>
                    <a:pt x="83907" y="139991"/>
                  </a:lnTo>
                  <a:lnTo>
                    <a:pt x="76790" y="135553"/>
                  </a:lnTo>
                  <a:lnTo>
                    <a:pt x="69943" y="130854"/>
                  </a:lnTo>
                  <a:lnTo>
                    <a:pt x="63375" y="125904"/>
                  </a:lnTo>
                  <a:lnTo>
                    <a:pt x="57094" y="120715"/>
                  </a:lnTo>
                  <a:lnTo>
                    <a:pt x="51108" y="115298"/>
                  </a:lnTo>
                  <a:lnTo>
                    <a:pt x="45424" y="109664"/>
                  </a:lnTo>
                  <a:lnTo>
                    <a:pt x="40049" y="103824"/>
                  </a:lnTo>
                  <a:lnTo>
                    <a:pt x="34990" y="97790"/>
                  </a:lnTo>
                  <a:lnTo>
                    <a:pt x="30252" y="91575"/>
                  </a:lnTo>
                  <a:lnTo>
                    <a:pt x="25842" y="85191"/>
                  </a:lnTo>
                  <a:lnTo>
                    <a:pt x="21765" y="78649"/>
                  </a:lnTo>
                  <a:lnTo>
                    <a:pt x="18026" y="71963"/>
                  </a:lnTo>
                  <a:lnTo>
                    <a:pt x="14629" y="65146"/>
                  </a:lnTo>
                  <a:lnTo>
                    <a:pt x="11578" y="58209"/>
                  </a:lnTo>
                  <a:lnTo>
                    <a:pt x="8878" y="51166"/>
                  </a:lnTo>
                  <a:lnTo>
                    <a:pt x="6531" y="44030"/>
                  </a:lnTo>
                  <a:lnTo>
                    <a:pt x="4540" y="36814"/>
                  </a:lnTo>
                  <a:lnTo>
                    <a:pt x="2908" y="29531"/>
                  </a:lnTo>
                  <a:lnTo>
                    <a:pt x="1637" y="22195"/>
                  </a:lnTo>
                  <a:lnTo>
                    <a:pt x="728" y="14819"/>
                  </a:lnTo>
                  <a:lnTo>
                    <a:pt x="182" y="741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5746" cap="flat">
              <a:solidFill>
                <a:srgbClr val="E38F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1684330" y="6332042"/>
              <a:ext cx="68622" cy="68622"/>
            </a:xfrm>
            <a:prstGeom prst="ellipse">
              <a:avLst/>
            </a:prstGeom>
            <a:solidFill>
              <a:srgbClr val="E38FD3">
                <a:alpha val="100000"/>
              </a:srgbClr>
            </a:solidFill>
            <a:ln w="9000" cap="rnd">
              <a:solidFill>
                <a:srgbClr val="E38F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1684330" y="6332042"/>
              <a:ext cx="68622" cy="68622"/>
            </a:xfrm>
            <a:prstGeom prst="ellipse">
              <a:avLst/>
            </a:prstGeom>
            <a:solidFill>
              <a:srgbClr val="E38FD3">
                <a:alpha val="100000"/>
              </a:srgbClr>
            </a:solidFill>
            <a:ln w="9000" cap="rnd">
              <a:solidFill>
                <a:srgbClr val="E38F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1684330" y="6332042"/>
              <a:ext cx="68622" cy="68622"/>
            </a:xfrm>
            <a:prstGeom prst="ellipse">
              <a:avLst/>
            </a:prstGeom>
            <a:solidFill>
              <a:srgbClr val="E38FD3">
                <a:alpha val="100000"/>
              </a:srgbClr>
            </a:solidFill>
            <a:ln w="9000" cap="rnd">
              <a:solidFill>
                <a:srgbClr val="E38F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1684330" y="6332042"/>
              <a:ext cx="68622" cy="68622"/>
            </a:xfrm>
            <a:prstGeom prst="ellipse">
              <a:avLst/>
            </a:prstGeom>
            <a:solidFill>
              <a:srgbClr val="E38FD3">
                <a:alpha val="100000"/>
              </a:srgbClr>
            </a:solidFill>
            <a:ln w="9000" cap="rnd">
              <a:solidFill>
                <a:srgbClr val="E38F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1684330" y="6332042"/>
              <a:ext cx="68622" cy="68622"/>
            </a:xfrm>
            <a:prstGeom prst="ellipse">
              <a:avLst/>
            </a:prstGeom>
            <a:solidFill>
              <a:srgbClr val="E38FD3">
                <a:alpha val="100000"/>
              </a:srgbClr>
            </a:solidFill>
            <a:ln w="9000" cap="rnd">
              <a:solidFill>
                <a:srgbClr val="E38F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1852197" y="6499909"/>
              <a:ext cx="68622" cy="68622"/>
            </a:xfrm>
            <a:prstGeom prst="ellipse">
              <a:avLst/>
            </a:prstGeom>
            <a:solidFill>
              <a:srgbClr val="E38FD3">
                <a:alpha val="100000"/>
              </a:srgbClr>
            </a:solidFill>
            <a:ln w="9000" cap="rnd">
              <a:solidFill>
                <a:srgbClr val="E38F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1684330" y="6332042"/>
              <a:ext cx="68622" cy="68622"/>
            </a:xfrm>
            <a:prstGeom prst="ellipse">
              <a:avLst/>
            </a:prstGeom>
            <a:solidFill>
              <a:srgbClr val="E38FD3">
                <a:alpha val="100000"/>
              </a:srgbClr>
            </a:solidFill>
            <a:ln w="9000" cap="rnd">
              <a:solidFill>
                <a:srgbClr val="E38F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1684330" y="6332042"/>
              <a:ext cx="68622" cy="68622"/>
            </a:xfrm>
            <a:prstGeom prst="ellipse">
              <a:avLst/>
            </a:prstGeom>
            <a:solidFill>
              <a:srgbClr val="E38FD3">
                <a:alpha val="100000"/>
              </a:srgbClr>
            </a:solidFill>
            <a:ln w="9000" cap="rnd">
              <a:solidFill>
                <a:srgbClr val="E38F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1718642" y="6128955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1718642" y="6198487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1718642" y="6366354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1718642" y="6366354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1718642" y="6366354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1550775" y="6366354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1481243" y="6366354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1550775" y="6198487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tx963"/>
            <p:cNvSpPr/>
            <p:nvPr/>
          </p:nvSpPr>
          <p:spPr>
            <a:xfrm>
              <a:off x="1581997" y="6056797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964" name="tx964"/>
            <p:cNvSpPr/>
            <p:nvPr/>
          </p:nvSpPr>
          <p:spPr>
            <a:xfrm>
              <a:off x="1665226" y="6134912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965" name="tx965"/>
            <p:cNvSpPr/>
            <p:nvPr/>
          </p:nvSpPr>
          <p:spPr>
            <a:xfrm>
              <a:off x="1873901" y="6324034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966" name="tx966"/>
            <p:cNvSpPr/>
            <p:nvPr/>
          </p:nvSpPr>
          <p:spPr>
            <a:xfrm>
              <a:off x="1655840" y="6510592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1572611" y="6588816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1268864" y="6510592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1324282" y="6324034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1278250" y="6134912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176249" y="6214771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1125394" y="6096071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973" name="rc973"/>
            <p:cNvSpPr/>
            <p:nvPr/>
          </p:nvSpPr>
          <p:spPr>
            <a:xfrm>
              <a:off x="3071196" y="5948558"/>
              <a:ext cx="3001607" cy="8308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4" name="rc974"/>
            <p:cNvSpPr/>
            <p:nvPr/>
          </p:nvSpPr>
          <p:spPr>
            <a:xfrm>
              <a:off x="3071196" y="6031647"/>
              <a:ext cx="3001607" cy="7567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3405652" y="5948558"/>
              <a:ext cx="2629193" cy="8308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6" name="tx976"/>
            <p:cNvSpPr/>
            <p:nvPr/>
          </p:nvSpPr>
          <p:spPr>
            <a:xfrm>
              <a:off x="4210336" y="5905552"/>
              <a:ext cx="1019825" cy="136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sp>
          <p:nvSpPr>
            <p:cNvPr id="977" name="rc977"/>
            <p:cNvSpPr/>
            <p:nvPr/>
          </p:nvSpPr>
          <p:spPr>
            <a:xfrm>
              <a:off x="4423500" y="6069605"/>
              <a:ext cx="593497" cy="593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720249" y="6099280"/>
              <a:ext cx="0" cy="267073"/>
            </a:xfrm>
            <a:custGeom>
              <a:avLst/>
              <a:pathLst>
                <a:path w="0" h="267073">
                  <a:moveTo>
                    <a:pt x="0" y="26707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720249" y="6177504"/>
              <a:ext cx="188849" cy="188849"/>
            </a:xfrm>
            <a:custGeom>
              <a:avLst/>
              <a:pathLst>
                <a:path w="188849" h="188849">
                  <a:moveTo>
                    <a:pt x="0" y="188849"/>
                  </a:moveTo>
                  <a:lnTo>
                    <a:pt x="18884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720249" y="6366354"/>
              <a:ext cx="267073" cy="0"/>
            </a:xfrm>
            <a:custGeom>
              <a:avLst/>
              <a:pathLst>
                <a:path w="267073" h="0">
                  <a:moveTo>
                    <a:pt x="0" y="0"/>
                  </a:moveTo>
                  <a:lnTo>
                    <a:pt x="267073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720249" y="6366354"/>
              <a:ext cx="188849" cy="188849"/>
            </a:xfrm>
            <a:custGeom>
              <a:avLst/>
              <a:pathLst>
                <a:path w="188849" h="188849">
                  <a:moveTo>
                    <a:pt x="0" y="0"/>
                  </a:moveTo>
                  <a:lnTo>
                    <a:pt x="188849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720249" y="6366354"/>
              <a:ext cx="0" cy="267073"/>
            </a:xfrm>
            <a:custGeom>
              <a:avLst/>
              <a:pathLst>
                <a:path w="0" h="267073">
                  <a:moveTo>
                    <a:pt x="0" y="0"/>
                  </a:moveTo>
                  <a:lnTo>
                    <a:pt x="0" y="267073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531399" y="6366354"/>
              <a:ext cx="188849" cy="188849"/>
            </a:xfrm>
            <a:custGeom>
              <a:avLst/>
              <a:pathLst>
                <a:path w="188849" h="188849">
                  <a:moveTo>
                    <a:pt x="188849" y="0"/>
                  </a:moveTo>
                  <a:lnTo>
                    <a:pt x="0" y="188849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453175" y="6366354"/>
              <a:ext cx="267073" cy="0"/>
            </a:xfrm>
            <a:custGeom>
              <a:avLst/>
              <a:pathLst>
                <a:path w="267073" h="0">
                  <a:moveTo>
                    <a:pt x="267073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531399" y="6177504"/>
              <a:ext cx="188849" cy="188849"/>
            </a:xfrm>
            <a:custGeom>
              <a:avLst/>
              <a:pathLst>
                <a:path w="188849" h="188849">
                  <a:moveTo>
                    <a:pt x="188849" y="18884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4601564" y="6247654"/>
              <a:ext cx="237369" cy="237339"/>
            </a:xfrm>
            <a:custGeom>
              <a:avLst/>
              <a:pathLst>
                <a:path w="237369" h="237339">
                  <a:moveTo>
                    <a:pt x="118684" y="0"/>
                  </a:moveTo>
                  <a:lnTo>
                    <a:pt x="126212" y="238"/>
                  </a:lnTo>
                  <a:lnTo>
                    <a:pt x="133710" y="954"/>
                  </a:lnTo>
                  <a:lnTo>
                    <a:pt x="141148" y="2145"/>
                  </a:lnTo>
                  <a:lnTo>
                    <a:pt x="148495" y="3804"/>
                  </a:lnTo>
                  <a:lnTo>
                    <a:pt x="155722" y="5926"/>
                  </a:lnTo>
                  <a:lnTo>
                    <a:pt x="162800" y="8502"/>
                  </a:lnTo>
                  <a:lnTo>
                    <a:pt x="169700" y="11522"/>
                  </a:lnTo>
                  <a:lnTo>
                    <a:pt x="176395" y="14974"/>
                  </a:lnTo>
                  <a:lnTo>
                    <a:pt x="182858" y="18843"/>
                  </a:lnTo>
                  <a:lnTo>
                    <a:pt x="189062" y="23114"/>
                  </a:lnTo>
                  <a:lnTo>
                    <a:pt x="194983" y="27770"/>
                  </a:lnTo>
                  <a:lnTo>
                    <a:pt x="200596" y="32792"/>
                  </a:lnTo>
                  <a:lnTo>
                    <a:pt x="205880" y="38160"/>
                  </a:lnTo>
                  <a:lnTo>
                    <a:pt x="210812" y="43853"/>
                  </a:lnTo>
                  <a:lnTo>
                    <a:pt x="215374" y="49847"/>
                  </a:lnTo>
                  <a:lnTo>
                    <a:pt x="219546" y="56118"/>
                  </a:lnTo>
                  <a:lnTo>
                    <a:pt x="223312" y="62641"/>
                  </a:lnTo>
                  <a:lnTo>
                    <a:pt x="226657" y="69389"/>
                  </a:lnTo>
                  <a:lnTo>
                    <a:pt x="229567" y="76337"/>
                  </a:lnTo>
                  <a:lnTo>
                    <a:pt x="232030" y="83455"/>
                  </a:lnTo>
                  <a:lnTo>
                    <a:pt x="234038" y="90715"/>
                  </a:lnTo>
                  <a:lnTo>
                    <a:pt x="235580" y="98087"/>
                  </a:lnTo>
                  <a:lnTo>
                    <a:pt x="236652" y="105543"/>
                  </a:lnTo>
                  <a:lnTo>
                    <a:pt x="237249" y="113051"/>
                  </a:lnTo>
                  <a:lnTo>
                    <a:pt x="237369" y="120582"/>
                  </a:lnTo>
                  <a:lnTo>
                    <a:pt x="237010" y="128106"/>
                  </a:lnTo>
                  <a:lnTo>
                    <a:pt x="236175" y="135592"/>
                  </a:lnTo>
                  <a:lnTo>
                    <a:pt x="234867" y="143009"/>
                  </a:lnTo>
                  <a:lnTo>
                    <a:pt x="233092" y="150329"/>
                  </a:lnTo>
                  <a:lnTo>
                    <a:pt x="230855" y="157522"/>
                  </a:lnTo>
                  <a:lnTo>
                    <a:pt x="228167" y="164558"/>
                  </a:lnTo>
                  <a:lnTo>
                    <a:pt x="225038" y="171409"/>
                  </a:lnTo>
                  <a:lnTo>
                    <a:pt x="221481" y="178049"/>
                  </a:lnTo>
                  <a:lnTo>
                    <a:pt x="217510" y="184449"/>
                  </a:lnTo>
                  <a:lnTo>
                    <a:pt x="213141" y="190585"/>
                  </a:lnTo>
                  <a:lnTo>
                    <a:pt x="208391" y="196431"/>
                  </a:lnTo>
                  <a:lnTo>
                    <a:pt x="203280" y="201964"/>
                  </a:lnTo>
                  <a:lnTo>
                    <a:pt x="197829" y="207161"/>
                  </a:lnTo>
                  <a:lnTo>
                    <a:pt x="192059" y="212003"/>
                  </a:lnTo>
                  <a:lnTo>
                    <a:pt x="185994" y="216469"/>
                  </a:lnTo>
                  <a:lnTo>
                    <a:pt x="179657" y="220541"/>
                  </a:lnTo>
                  <a:lnTo>
                    <a:pt x="173075" y="224203"/>
                  </a:lnTo>
                  <a:lnTo>
                    <a:pt x="166274" y="227441"/>
                  </a:lnTo>
                  <a:lnTo>
                    <a:pt x="159282" y="230240"/>
                  </a:lnTo>
                  <a:lnTo>
                    <a:pt x="152126" y="232590"/>
                  </a:lnTo>
                  <a:lnTo>
                    <a:pt x="144835" y="234482"/>
                  </a:lnTo>
                  <a:lnTo>
                    <a:pt x="137439" y="235907"/>
                  </a:lnTo>
                  <a:lnTo>
                    <a:pt x="129967" y="236861"/>
                  </a:lnTo>
                  <a:lnTo>
                    <a:pt x="122450" y="237339"/>
                  </a:lnTo>
                  <a:lnTo>
                    <a:pt x="114918" y="237339"/>
                  </a:lnTo>
                  <a:lnTo>
                    <a:pt x="107401" y="236861"/>
                  </a:lnTo>
                  <a:lnTo>
                    <a:pt x="99929" y="235907"/>
                  </a:lnTo>
                  <a:lnTo>
                    <a:pt x="92533" y="234482"/>
                  </a:lnTo>
                  <a:lnTo>
                    <a:pt x="85243" y="232590"/>
                  </a:lnTo>
                  <a:lnTo>
                    <a:pt x="78086" y="230240"/>
                  </a:lnTo>
                  <a:lnTo>
                    <a:pt x="71094" y="227441"/>
                  </a:lnTo>
                  <a:lnTo>
                    <a:pt x="64293" y="224203"/>
                  </a:lnTo>
                  <a:lnTo>
                    <a:pt x="57711" y="220541"/>
                  </a:lnTo>
                  <a:lnTo>
                    <a:pt x="51374" y="216469"/>
                  </a:lnTo>
                  <a:lnTo>
                    <a:pt x="45309" y="212003"/>
                  </a:lnTo>
                  <a:lnTo>
                    <a:pt x="39539" y="207161"/>
                  </a:lnTo>
                  <a:lnTo>
                    <a:pt x="34088" y="201964"/>
                  </a:lnTo>
                  <a:lnTo>
                    <a:pt x="28977" y="196431"/>
                  </a:lnTo>
                  <a:lnTo>
                    <a:pt x="24228" y="190585"/>
                  </a:lnTo>
                  <a:lnTo>
                    <a:pt x="19858" y="184449"/>
                  </a:lnTo>
                  <a:lnTo>
                    <a:pt x="15887" y="178049"/>
                  </a:lnTo>
                  <a:lnTo>
                    <a:pt x="12330" y="171409"/>
                  </a:lnTo>
                  <a:lnTo>
                    <a:pt x="9201" y="164558"/>
                  </a:lnTo>
                  <a:lnTo>
                    <a:pt x="6513" y="157522"/>
                  </a:lnTo>
                  <a:lnTo>
                    <a:pt x="4276" y="150329"/>
                  </a:lnTo>
                  <a:lnTo>
                    <a:pt x="2501" y="143009"/>
                  </a:lnTo>
                  <a:lnTo>
                    <a:pt x="1193" y="135592"/>
                  </a:lnTo>
                  <a:lnTo>
                    <a:pt x="358" y="128106"/>
                  </a:lnTo>
                  <a:lnTo>
                    <a:pt x="0" y="120582"/>
                  </a:lnTo>
                  <a:lnTo>
                    <a:pt x="119" y="113051"/>
                  </a:lnTo>
                  <a:lnTo>
                    <a:pt x="716" y="105543"/>
                  </a:lnTo>
                  <a:lnTo>
                    <a:pt x="1788" y="98087"/>
                  </a:lnTo>
                  <a:lnTo>
                    <a:pt x="3331" y="90715"/>
                  </a:lnTo>
                  <a:lnTo>
                    <a:pt x="5338" y="83455"/>
                  </a:lnTo>
                  <a:lnTo>
                    <a:pt x="7801" y="76337"/>
                  </a:lnTo>
                  <a:lnTo>
                    <a:pt x="10711" y="69389"/>
                  </a:lnTo>
                  <a:lnTo>
                    <a:pt x="14056" y="62641"/>
                  </a:lnTo>
                  <a:lnTo>
                    <a:pt x="17822" y="56118"/>
                  </a:lnTo>
                  <a:lnTo>
                    <a:pt x="21994" y="49847"/>
                  </a:lnTo>
                  <a:lnTo>
                    <a:pt x="26556" y="43853"/>
                  </a:lnTo>
                  <a:lnTo>
                    <a:pt x="31488" y="38160"/>
                  </a:lnTo>
                  <a:lnTo>
                    <a:pt x="36772" y="32792"/>
                  </a:lnTo>
                  <a:lnTo>
                    <a:pt x="42385" y="27770"/>
                  </a:lnTo>
                  <a:lnTo>
                    <a:pt x="48306" y="23114"/>
                  </a:lnTo>
                  <a:lnTo>
                    <a:pt x="54510" y="18843"/>
                  </a:lnTo>
                  <a:lnTo>
                    <a:pt x="60973" y="14974"/>
                  </a:lnTo>
                  <a:lnTo>
                    <a:pt x="67668" y="11522"/>
                  </a:lnTo>
                  <a:lnTo>
                    <a:pt x="74568" y="8502"/>
                  </a:lnTo>
                  <a:lnTo>
                    <a:pt x="81646" y="5926"/>
                  </a:lnTo>
                  <a:lnTo>
                    <a:pt x="88873" y="3804"/>
                  </a:lnTo>
                  <a:lnTo>
                    <a:pt x="96220" y="2145"/>
                  </a:lnTo>
                  <a:lnTo>
                    <a:pt x="103658" y="954"/>
                  </a:lnTo>
                  <a:lnTo>
                    <a:pt x="111156" y="238"/>
                  </a:lnTo>
                  <a:lnTo>
                    <a:pt x="118684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4482880" y="6128955"/>
              <a:ext cx="474738" cy="474678"/>
            </a:xfrm>
            <a:custGeom>
              <a:avLst/>
              <a:pathLst>
                <a:path w="474738" h="474678">
                  <a:moveTo>
                    <a:pt x="237369" y="0"/>
                  </a:moveTo>
                  <a:lnTo>
                    <a:pt x="252425" y="477"/>
                  </a:lnTo>
                  <a:lnTo>
                    <a:pt x="267421" y="1909"/>
                  </a:lnTo>
                  <a:lnTo>
                    <a:pt x="282297" y="4290"/>
                  </a:lnTo>
                  <a:lnTo>
                    <a:pt x="296991" y="7608"/>
                  </a:lnTo>
                  <a:lnTo>
                    <a:pt x="311445" y="11853"/>
                  </a:lnTo>
                  <a:lnTo>
                    <a:pt x="325601" y="17005"/>
                  </a:lnTo>
                  <a:lnTo>
                    <a:pt x="339401" y="23045"/>
                  </a:lnTo>
                  <a:lnTo>
                    <a:pt x="352791" y="29948"/>
                  </a:lnTo>
                  <a:lnTo>
                    <a:pt x="365716" y="37686"/>
                  </a:lnTo>
                  <a:lnTo>
                    <a:pt x="378124" y="46228"/>
                  </a:lnTo>
                  <a:lnTo>
                    <a:pt x="389966" y="55540"/>
                  </a:lnTo>
                  <a:lnTo>
                    <a:pt x="401193" y="65585"/>
                  </a:lnTo>
                  <a:lnTo>
                    <a:pt x="411760" y="76321"/>
                  </a:lnTo>
                  <a:lnTo>
                    <a:pt x="421625" y="87706"/>
                  </a:lnTo>
                  <a:lnTo>
                    <a:pt x="430748" y="99694"/>
                  </a:lnTo>
                  <a:lnTo>
                    <a:pt x="439092" y="112236"/>
                  </a:lnTo>
                  <a:lnTo>
                    <a:pt x="446625" y="125282"/>
                  </a:lnTo>
                  <a:lnTo>
                    <a:pt x="453314" y="138779"/>
                  </a:lnTo>
                  <a:lnTo>
                    <a:pt x="459134" y="152674"/>
                  </a:lnTo>
                  <a:lnTo>
                    <a:pt x="464061" y="166910"/>
                  </a:lnTo>
                  <a:lnTo>
                    <a:pt x="468076" y="181430"/>
                  </a:lnTo>
                  <a:lnTo>
                    <a:pt x="471161" y="196175"/>
                  </a:lnTo>
                  <a:lnTo>
                    <a:pt x="473305" y="211086"/>
                  </a:lnTo>
                  <a:lnTo>
                    <a:pt x="474499" y="226103"/>
                  </a:lnTo>
                  <a:lnTo>
                    <a:pt x="474738" y="241165"/>
                  </a:lnTo>
                  <a:lnTo>
                    <a:pt x="474021" y="256212"/>
                  </a:lnTo>
                  <a:lnTo>
                    <a:pt x="472351" y="271184"/>
                  </a:lnTo>
                  <a:lnTo>
                    <a:pt x="469735" y="286019"/>
                  </a:lnTo>
                  <a:lnTo>
                    <a:pt x="466184" y="300659"/>
                  </a:lnTo>
                  <a:lnTo>
                    <a:pt x="461711" y="315044"/>
                  </a:lnTo>
                  <a:lnTo>
                    <a:pt x="456334" y="329116"/>
                  </a:lnTo>
                  <a:lnTo>
                    <a:pt x="450077" y="342819"/>
                  </a:lnTo>
                  <a:lnTo>
                    <a:pt x="442962" y="356098"/>
                  </a:lnTo>
                  <a:lnTo>
                    <a:pt x="435020" y="368898"/>
                  </a:lnTo>
                  <a:lnTo>
                    <a:pt x="426282" y="381170"/>
                  </a:lnTo>
                  <a:lnTo>
                    <a:pt x="416783" y="392862"/>
                  </a:lnTo>
                  <a:lnTo>
                    <a:pt x="406561" y="403928"/>
                  </a:lnTo>
                  <a:lnTo>
                    <a:pt x="395659" y="414323"/>
                  </a:lnTo>
                  <a:lnTo>
                    <a:pt x="384119" y="424007"/>
                  </a:lnTo>
                  <a:lnTo>
                    <a:pt x="371988" y="432938"/>
                  </a:lnTo>
                  <a:lnTo>
                    <a:pt x="359315" y="441083"/>
                  </a:lnTo>
                  <a:lnTo>
                    <a:pt x="346151" y="448407"/>
                  </a:lnTo>
                  <a:lnTo>
                    <a:pt x="332549" y="454882"/>
                  </a:lnTo>
                  <a:lnTo>
                    <a:pt x="318564" y="460480"/>
                  </a:lnTo>
                  <a:lnTo>
                    <a:pt x="304252" y="465181"/>
                  </a:lnTo>
                  <a:lnTo>
                    <a:pt x="289670" y="468964"/>
                  </a:lnTo>
                  <a:lnTo>
                    <a:pt x="274878" y="471815"/>
                  </a:lnTo>
                  <a:lnTo>
                    <a:pt x="259935" y="473722"/>
                  </a:lnTo>
                  <a:lnTo>
                    <a:pt x="244901" y="474678"/>
                  </a:lnTo>
                  <a:lnTo>
                    <a:pt x="229836" y="474678"/>
                  </a:lnTo>
                  <a:lnTo>
                    <a:pt x="214802" y="473722"/>
                  </a:lnTo>
                  <a:lnTo>
                    <a:pt x="199859" y="471815"/>
                  </a:lnTo>
                  <a:lnTo>
                    <a:pt x="185067" y="468964"/>
                  </a:lnTo>
                  <a:lnTo>
                    <a:pt x="170486" y="465181"/>
                  </a:lnTo>
                  <a:lnTo>
                    <a:pt x="156173" y="460480"/>
                  </a:lnTo>
                  <a:lnTo>
                    <a:pt x="142188" y="454882"/>
                  </a:lnTo>
                  <a:lnTo>
                    <a:pt x="128586" y="448407"/>
                  </a:lnTo>
                  <a:lnTo>
                    <a:pt x="115422" y="441083"/>
                  </a:lnTo>
                  <a:lnTo>
                    <a:pt x="102749" y="432938"/>
                  </a:lnTo>
                  <a:lnTo>
                    <a:pt x="90618" y="424007"/>
                  </a:lnTo>
                  <a:lnTo>
                    <a:pt x="79078" y="414323"/>
                  </a:lnTo>
                  <a:lnTo>
                    <a:pt x="68176" y="403928"/>
                  </a:lnTo>
                  <a:lnTo>
                    <a:pt x="57954" y="392862"/>
                  </a:lnTo>
                  <a:lnTo>
                    <a:pt x="48456" y="381170"/>
                  </a:lnTo>
                  <a:lnTo>
                    <a:pt x="39717" y="368898"/>
                  </a:lnTo>
                  <a:lnTo>
                    <a:pt x="31775" y="356098"/>
                  </a:lnTo>
                  <a:lnTo>
                    <a:pt x="24661" y="342819"/>
                  </a:lnTo>
                  <a:lnTo>
                    <a:pt x="18403" y="329116"/>
                  </a:lnTo>
                  <a:lnTo>
                    <a:pt x="13026" y="315044"/>
                  </a:lnTo>
                  <a:lnTo>
                    <a:pt x="8553" y="300659"/>
                  </a:lnTo>
                  <a:lnTo>
                    <a:pt x="5002" y="286019"/>
                  </a:lnTo>
                  <a:lnTo>
                    <a:pt x="2386" y="271184"/>
                  </a:lnTo>
                  <a:lnTo>
                    <a:pt x="716" y="256212"/>
                  </a:lnTo>
                  <a:lnTo>
                    <a:pt x="0" y="241165"/>
                  </a:lnTo>
                  <a:lnTo>
                    <a:pt x="239" y="226103"/>
                  </a:lnTo>
                  <a:lnTo>
                    <a:pt x="1432" y="211086"/>
                  </a:lnTo>
                  <a:lnTo>
                    <a:pt x="3576" y="196175"/>
                  </a:lnTo>
                  <a:lnTo>
                    <a:pt x="6662" y="181430"/>
                  </a:lnTo>
                  <a:lnTo>
                    <a:pt x="10676" y="166910"/>
                  </a:lnTo>
                  <a:lnTo>
                    <a:pt x="15603" y="152674"/>
                  </a:lnTo>
                  <a:lnTo>
                    <a:pt x="21423" y="138779"/>
                  </a:lnTo>
                  <a:lnTo>
                    <a:pt x="28112" y="125282"/>
                  </a:lnTo>
                  <a:lnTo>
                    <a:pt x="35645" y="112236"/>
                  </a:lnTo>
                  <a:lnTo>
                    <a:pt x="43989" y="99694"/>
                  </a:lnTo>
                  <a:lnTo>
                    <a:pt x="53112" y="87706"/>
                  </a:lnTo>
                  <a:lnTo>
                    <a:pt x="62977" y="76321"/>
                  </a:lnTo>
                  <a:lnTo>
                    <a:pt x="73545" y="65585"/>
                  </a:lnTo>
                  <a:lnTo>
                    <a:pt x="84771" y="55540"/>
                  </a:lnTo>
                  <a:lnTo>
                    <a:pt x="96613" y="46228"/>
                  </a:lnTo>
                  <a:lnTo>
                    <a:pt x="109021" y="37686"/>
                  </a:lnTo>
                  <a:lnTo>
                    <a:pt x="121946" y="29948"/>
                  </a:lnTo>
                  <a:lnTo>
                    <a:pt x="135336" y="23045"/>
                  </a:lnTo>
                  <a:lnTo>
                    <a:pt x="149136" y="17005"/>
                  </a:lnTo>
                  <a:lnTo>
                    <a:pt x="163292" y="11853"/>
                  </a:lnTo>
                  <a:lnTo>
                    <a:pt x="177746" y="7608"/>
                  </a:lnTo>
                  <a:lnTo>
                    <a:pt x="192441" y="4290"/>
                  </a:lnTo>
                  <a:lnTo>
                    <a:pt x="207316" y="1909"/>
                  </a:lnTo>
                  <a:lnTo>
                    <a:pt x="222312" y="477"/>
                  </a:lnTo>
                  <a:lnTo>
                    <a:pt x="237369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4453209" y="6099280"/>
              <a:ext cx="534080" cy="534013"/>
            </a:xfrm>
            <a:custGeom>
              <a:avLst/>
              <a:pathLst>
                <a:path w="534080" h="534013">
                  <a:moveTo>
                    <a:pt x="267040" y="0"/>
                  </a:moveTo>
                  <a:lnTo>
                    <a:pt x="283979" y="537"/>
                  </a:lnTo>
                  <a:lnTo>
                    <a:pt x="300849" y="2148"/>
                  </a:lnTo>
                  <a:lnTo>
                    <a:pt x="317584" y="4826"/>
                  </a:lnTo>
                  <a:lnTo>
                    <a:pt x="334115" y="8560"/>
                  </a:lnTo>
                  <a:lnTo>
                    <a:pt x="350376" y="13334"/>
                  </a:lnTo>
                  <a:lnTo>
                    <a:pt x="366301" y="19131"/>
                  </a:lnTo>
                  <a:lnTo>
                    <a:pt x="381827" y="25925"/>
                  </a:lnTo>
                  <a:lnTo>
                    <a:pt x="396890" y="33691"/>
                  </a:lnTo>
                  <a:lnTo>
                    <a:pt x="411431" y="42397"/>
                  </a:lnTo>
                  <a:lnTo>
                    <a:pt x="425390" y="52007"/>
                  </a:lnTo>
                  <a:lnTo>
                    <a:pt x="438711" y="62483"/>
                  </a:lnTo>
                  <a:lnTo>
                    <a:pt x="451342" y="73783"/>
                  </a:lnTo>
                  <a:lnTo>
                    <a:pt x="463230" y="85861"/>
                  </a:lnTo>
                  <a:lnTo>
                    <a:pt x="474328" y="98669"/>
                  </a:lnTo>
                  <a:lnTo>
                    <a:pt x="484592" y="112155"/>
                  </a:lnTo>
                  <a:lnTo>
                    <a:pt x="493979" y="126265"/>
                  </a:lnTo>
                  <a:lnTo>
                    <a:pt x="502453" y="140942"/>
                  </a:lnTo>
                  <a:lnTo>
                    <a:pt x="509979" y="156127"/>
                  </a:lnTo>
                  <a:lnTo>
                    <a:pt x="516526" y="171758"/>
                  </a:lnTo>
                  <a:lnTo>
                    <a:pt x="522069" y="187774"/>
                  </a:lnTo>
                  <a:lnTo>
                    <a:pt x="526585" y="204108"/>
                  </a:lnTo>
                  <a:lnTo>
                    <a:pt x="530056" y="220696"/>
                  </a:lnTo>
                  <a:lnTo>
                    <a:pt x="532468" y="237471"/>
                  </a:lnTo>
                  <a:lnTo>
                    <a:pt x="533811" y="254365"/>
                  </a:lnTo>
                  <a:lnTo>
                    <a:pt x="534080" y="271311"/>
                  </a:lnTo>
                  <a:lnTo>
                    <a:pt x="533273" y="288239"/>
                  </a:lnTo>
                  <a:lnTo>
                    <a:pt x="531395" y="305082"/>
                  </a:lnTo>
                  <a:lnTo>
                    <a:pt x="528452" y="321772"/>
                  </a:lnTo>
                  <a:lnTo>
                    <a:pt x="524457" y="338241"/>
                  </a:lnTo>
                  <a:lnTo>
                    <a:pt x="519425" y="354425"/>
                  </a:lnTo>
                  <a:lnTo>
                    <a:pt x="513376" y="370256"/>
                  </a:lnTo>
                  <a:lnTo>
                    <a:pt x="506336" y="385672"/>
                  </a:lnTo>
                  <a:lnTo>
                    <a:pt x="498332" y="400610"/>
                  </a:lnTo>
                  <a:lnTo>
                    <a:pt x="489397" y="415011"/>
                  </a:lnTo>
                  <a:lnTo>
                    <a:pt x="479567" y="428816"/>
                  </a:lnTo>
                  <a:lnTo>
                    <a:pt x="468881" y="441969"/>
                  </a:lnTo>
                  <a:lnTo>
                    <a:pt x="457382" y="454419"/>
                  </a:lnTo>
                  <a:lnTo>
                    <a:pt x="445116" y="466114"/>
                  </a:lnTo>
                  <a:lnTo>
                    <a:pt x="432134" y="477007"/>
                  </a:lnTo>
                  <a:lnTo>
                    <a:pt x="418486" y="487056"/>
                  </a:lnTo>
                  <a:lnTo>
                    <a:pt x="404229" y="496218"/>
                  </a:lnTo>
                  <a:lnTo>
                    <a:pt x="389420" y="504458"/>
                  </a:lnTo>
                  <a:lnTo>
                    <a:pt x="374118" y="511742"/>
                  </a:lnTo>
                  <a:lnTo>
                    <a:pt x="358384" y="518041"/>
                  </a:lnTo>
                  <a:lnTo>
                    <a:pt x="342283" y="523329"/>
                  </a:lnTo>
                  <a:lnTo>
                    <a:pt x="325879" y="527585"/>
                  </a:lnTo>
                  <a:lnTo>
                    <a:pt x="309238" y="530792"/>
                  </a:lnTo>
                  <a:lnTo>
                    <a:pt x="292427" y="532938"/>
                  </a:lnTo>
                  <a:lnTo>
                    <a:pt x="275513" y="534013"/>
                  </a:lnTo>
                  <a:lnTo>
                    <a:pt x="258566" y="534013"/>
                  </a:lnTo>
                  <a:lnTo>
                    <a:pt x="241653" y="532938"/>
                  </a:lnTo>
                  <a:lnTo>
                    <a:pt x="224842" y="530792"/>
                  </a:lnTo>
                  <a:lnTo>
                    <a:pt x="208201" y="527585"/>
                  </a:lnTo>
                  <a:lnTo>
                    <a:pt x="191796" y="523329"/>
                  </a:lnTo>
                  <a:lnTo>
                    <a:pt x="175695" y="518041"/>
                  </a:lnTo>
                  <a:lnTo>
                    <a:pt x="159962" y="511742"/>
                  </a:lnTo>
                  <a:lnTo>
                    <a:pt x="144659" y="504458"/>
                  </a:lnTo>
                  <a:lnTo>
                    <a:pt x="129850" y="496218"/>
                  </a:lnTo>
                  <a:lnTo>
                    <a:pt x="115593" y="487056"/>
                  </a:lnTo>
                  <a:lnTo>
                    <a:pt x="101946" y="477007"/>
                  </a:lnTo>
                  <a:lnTo>
                    <a:pt x="88963" y="466114"/>
                  </a:lnTo>
                  <a:lnTo>
                    <a:pt x="76698" y="454419"/>
                  </a:lnTo>
                  <a:lnTo>
                    <a:pt x="65199" y="441969"/>
                  </a:lnTo>
                  <a:lnTo>
                    <a:pt x="54513" y="428816"/>
                  </a:lnTo>
                  <a:lnTo>
                    <a:pt x="44682" y="415011"/>
                  </a:lnTo>
                  <a:lnTo>
                    <a:pt x="35747" y="400610"/>
                  </a:lnTo>
                  <a:lnTo>
                    <a:pt x="27743" y="385672"/>
                  </a:lnTo>
                  <a:lnTo>
                    <a:pt x="20703" y="370256"/>
                  </a:lnTo>
                  <a:lnTo>
                    <a:pt x="14655" y="354425"/>
                  </a:lnTo>
                  <a:lnTo>
                    <a:pt x="9623" y="338241"/>
                  </a:lnTo>
                  <a:lnTo>
                    <a:pt x="5627" y="321772"/>
                  </a:lnTo>
                  <a:lnTo>
                    <a:pt x="2684" y="305082"/>
                  </a:lnTo>
                  <a:lnTo>
                    <a:pt x="806" y="288239"/>
                  </a:lnTo>
                  <a:lnTo>
                    <a:pt x="0" y="271311"/>
                  </a:lnTo>
                  <a:lnTo>
                    <a:pt x="268" y="254365"/>
                  </a:lnTo>
                  <a:lnTo>
                    <a:pt x="1611" y="237471"/>
                  </a:lnTo>
                  <a:lnTo>
                    <a:pt x="4023" y="220696"/>
                  </a:lnTo>
                  <a:lnTo>
                    <a:pt x="7494" y="204108"/>
                  </a:lnTo>
                  <a:lnTo>
                    <a:pt x="12010" y="187774"/>
                  </a:lnTo>
                  <a:lnTo>
                    <a:pt x="17553" y="171758"/>
                  </a:lnTo>
                  <a:lnTo>
                    <a:pt x="24101" y="156127"/>
                  </a:lnTo>
                  <a:lnTo>
                    <a:pt x="31627" y="140942"/>
                  </a:lnTo>
                  <a:lnTo>
                    <a:pt x="40100" y="126265"/>
                  </a:lnTo>
                  <a:lnTo>
                    <a:pt x="49488" y="112155"/>
                  </a:lnTo>
                  <a:lnTo>
                    <a:pt x="59751" y="98669"/>
                  </a:lnTo>
                  <a:lnTo>
                    <a:pt x="70849" y="85861"/>
                  </a:lnTo>
                  <a:lnTo>
                    <a:pt x="82738" y="73783"/>
                  </a:lnTo>
                  <a:lnTo>
                    <a:pt x="95368" y="62483"/>
                  </a:lnTo>
                  <a:lnTo>
                    <a:pt x="108690" y="52007"/>
                  </a:lnTo>
                  <a:lnTo>
                    <a:pt x="122649" y="42397"/>
                  </a:lnTo>
                  <a:lnTo>
                    <a:pt x="137189" y="33691"/>
                  </a:lnTo>
                  <a:lnTo>
                    <a:pt x="152253" y="25925"/>
                  </a:lnTo>
                  <a:lnTo>
                    <a:pt x="167778" y="19131"/>
                  </a:lnTo>
                  <a:lnTo>
                    <a:pt x="183704" y="13334"/>
                  </a:lnTo>
                  <a:lnTo>
                    <a:pt x="199965" y="8560"/>
                  </a:lnTo>
                  <a:lnTo>
                    <a:pt x="216496" y="4826"/>
                  </a:lnTo>
                  <a:lnTo>
                    <a:pt x="233230" y="2148"/>
                  </a:lnTo>
                  <a:lnTo>
                    <a:pt x="250101" y="537"/>
                  </a:lnTo>
                  <a:lnTo>
                    <a:pt x="267040" y="0"/>
                  </a:lnTo>
                </a:path>
              </a:pathLst>
            </a:custGeom>
            <a:ln w="14905" cap="flat">
              <a:solidFill>
                <a:srgbClr val="7FC5D8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4482850" y="6366354"/>
              <a:ext cx="279762" cy="137497"/>
            </a:xfrm>
            <a:custGeom>
              <a:avLst/>
              <a:pathLst>
                <a:path w="279762" h="137497">
                  <a:moveTo>
                    <a:pt x="237398" y="0"/>
                  </a:moveTo>
                  <a:lnTo>
                    <a:pt x="232025" y="5115"/>
                  </a:lnTo>
                  <a:lnTo>
                    <a:pt x="226405" y="9964"/>
                  </a:lnTo>
                  <a:lnTo>
                    <a:pt x="220546" y="14537"/>
                  </a:lnTo>
                  <a:lnTo>
                    <a:pt x="214459" y="18825"/>
                  </a:lnTo>
                  <a:lnTo>
                    <a:pt x="208156" y="22821"/>
                  </a:lnTo>
                  <a:lnTo>
                    <a:pt x="201646" y="26515"/>
                  </a:lnTo>
                  <a:lnTo>
                    <a:pt x="194940" y="29902"/>
                  </a:lnTo>
                  <a:lnTo>
                    <a:pt x="188051" y="32972"/>
                  </a:lnTo>
                  <a:lnTo>
                    <a:pt x="180989" y="35720"/>
                  </a:lnTo>
                  <a:lnTo>
                    <a:pt x="173766" y="38139"/>
                  </a:lnTo>
                  <a:lnTo>
                    <a:pt x="166394" y="40223"/>
                  </a:lnTo>
                  <a:lnTo>
                    <a:pt x="158886" y="41965"/>
                  </a:lnTo>
                  <a:lnTo>
                    <a:pt x="151253" y="43362"/>
                  </a:lnTo>
                  <a:lnTo>
                    <a:pt x="143508" y="44406"/>
                  </a:lnTo>
                  <a:lnTo>
                    <a:pt x="135664" y="45095"/>
                  </a:lnTo>
                  <a:lnTo>
                    <a:pt x="127734" y="45424"/>
                  </a:lnTo>
                  <a:lnTo>
                    <a:pt x="119731" y="45389"/>
                  </a:lnTo>
                  <a:lnTo>
                    <a:pt x="111668" y="44987"/>
                  </a:lnTo>
                  <a:lnTo>
                    <a:pt x="103557" y="44215"/>
                  </a:lnTo>
                  <a:lnTo>
                    <a:pt x="95413" y="43070"/>
                  </a:lnTo>
                  <a:lnTo>
                    <a:pt x="87249" y="41551"/>
                  </a:lnTo>
                  <a:lnTo>
                    <a:pt x="79078" y="39657"/>
                  </a:lnTo>
                  <a:lnTo>
                    <a:pt x="70914" y="37385"/>
                  </a:lnTo>
                  <a:lnTo>
                    <a:pt x="62770" y="34735"/>
                  </a:lnTo>
                  <a:lnTo>
                    <a:pt x="54661" y="31707"/>
                  </a:lnTo>
                  <a:lnTo>
                    <a:pt x="46600" y="28302"/>
                  </a:lnTo>
                  <a:lnTo>
                    <a:pt x="38599" y="24519"/>
                  </a:lnTo>
                  <a:lnTo>
                    <a:pt x="30675" y="20360"/>
                  </a:lnTo>
                  <a:lnTo>
                    <a:pt x="22839" y="15826"/>
                  </a:lnTo>
                  <a:lnTo>
                    <a:pt x="15105" y="10920"/>
                  </a:lnTo>
                  <a:lnTo>
                    <a:pt x="7487" y="5643"/>
                  </a:lnTo>
                  <a:lnTo>
                    <a:pt x="0" y="0"/>
                  </a:lnTo>
                  <a:lnTo>
                    <a:pt x="4519" y="12848"/>
                  </a:lnTo>
                  <a:lnTo>
                    <a:pt x="9720" y="25199"/>
                  </a:lnTo>
                  <a:lnTo>
                    <a:pt x="15562" y="37018"/>
                  </a:lnTo>
                  <a:lnTo>
                    <a:pt x="22002" y="48271"/>
                  </a:lnTo>
                  <a:lnTo>
                    <a:pt x="28996" y="58930"/>
                  </a:lnTo>
                  <a:lnTo>
                    <a:pt x="36498" y="68969"/>
                  </a:lnTo>
                  <a:lnTo>
                    <a:pt x="44461" y="78364"/>
                  </a:lnTo>
                  <a:lnTo>
                    <a:pt x="52837" y="87096"/>
                  </a:lnTo>
                  <a:lnTo>
                    <a:pt x="61579" y="95148"/>
                  </a:lnTo>
                  <a:lnTo>
                    <a:pt x="70635" y="102508"/>
                  </a:lnTo>
                  <a:lnTo>
                    <a:pt x="79958" y="109166"/>
                  </a:lnTo>
                  <a:lnTo>
                    <a:pt x="89498" y="115115"/>
                  </a:lnTo>
                  <a:lnTo>
                    <a:pt x="99204" y="120353"/>
                  </a:lnTo>
                  <a:lnTo>
                    <a:pt x="109030" y="124879"/>
                  </a:lnTo>
                  <a:lnTo>
                    <a:pt x="118925" y="128696"/>
                  </a:lnTo>
                  <a:lnTo>
                    <a:pt x="128842" y="131812"/>
                  </a:lnTo>
                  <a:lnTo>
                    <a:pt x="138735" y="134237"/>
                  </a:lnTo>
                  <a:lnTo>
                    <a:pt x="148557" y="135981"/>
                  </a:lnTo>
                  <a:lnTo>
                    <a:pt x="158265" y="137062"/>
                  </a:lnTo>
                  <a:lnTo>
                    <a:pt x="167817" y="137497"/>
                  </a:lnTo>
                  <a:lnTo>
                    <a:pt x="177170" y="137307"/>
                  </a:lnTo>
                  <a:lnTo>
                    <a:pt x="186286" y="136516"/>
                  </a:lnTo>
                  <a:lnTo>
                    <a:pt x="195127" y="135149"/>
                  </a:lnTo>
                  <a:lnTo>
                    <a:pt x="203659" y="133235"/>
                  </a:lnTo>
                  <a:lnTo>
                    <a:pt x="211848" y="130804"/>
                  </a:lnTo>
                  <a:lnTo>
                    <a:pt x="219664" y="127887"/>
                  </a:lnTo>
                  <a:lnTo>
                    <a:pt x="227080" y="124520"/>
                  </a:lnTo>
                  <a:lnTo>
                    <a:pt x="234070" y="120736"/>
                  </a:lnTo>
                  <a:lnTo>
                    <a:pt x="240612" y="116572"/>
                  </a:lnTo>
                  <a:lnTo>
                    <a:pt x="246685" y="112068"/>
                  </a:lnTo>
                  <a:lnTo>
                    <a:pt x="252272" y="107260"/>
                  </a:lnTo>
                  <a:lnTo>
                    <a:pt x="257360" y="102191"/>
                  </a:lnTo>
                  <a:lnTo>
                    <a:pt x="261937" y="96898"/>
                  </a:lnTo>
                  <a:lnTo>
                    <a:pt x="265994" y="91424"/>
                  </a:lnTo>
                  <a:lnTo>
                    <a:pt x="269527" y="85810"/>
                  </a:lnTo>
                  <a:lnTo>
                    <a:pt x="272532" y="80096"/>
                  </a:lnTo>
                  <a:lnTo>
                    <a:pt x="275010" y="74322"/>
                  </a:lnTo>
                  <a:lnTo>
                    <a:pt x="276965" y="68531"/>
                  </a:lnTo>
                  <a:lnTo>
                    <a:pt x="278402" y="62760"/>
                  </a:lnTo>
                  <a:lnTo>
                    <a:pt x="279331" y="57050"/>
                  </a:lnTo>
                  <a:lnTo>
                    <a:pt x="279762" y="51439"/>
                  </a:lnTo>
                  <a:lnTo>
                    <a:pt x="279711" y="45963"/>
                  </a:lnTo>
                  <a:lnTo>
                    <a:pt x="279193" y="40658"/>
                  </a:lnTo>
                  <a:lnTo>
                    <a:pt x="278228" y="35558"/>
                  </a:lnTo>
                  <a:lnTo>
                    <a:pt x="276839" y="30697"/>
                  </a:lnTo>
                  <a:lnTo>
                    <a:pt x="275047" y="26105"/>
                  </a:lnTo>
                  <a:lnTo>
                    <a:pt x="272880" y="21810"/>
                  </a:lnTo>
                  <a:lnTo>
                    <a:pt x="270365" y="17840"/>
                  </a:lnTo>
                  <a:lnTo>
                    <a:pt x="267531" y="14219"/>
                  </a:lnTo>
                  <a:lnTo>
                    <a:pt x="264410" y="10971"/>
                  </a:lnTo>
                  <a:lnTo>
                    <a:pt x="261034" y="8114"/>
                  </a:lnTo>
                  <a:lnTo>
                    <a:pt x="257437" y="5666"/>
                  </a:lnTo>
                  <a:lnTo>
                    <a:pt x="253655" y="3643"/>
                  </a:lnTo>
                  <a:lnTo>
                    <a:pt x="249723" y="2056"/>
                  </a:lnTo>
                  <a:lnTo>
                    <a:pt x="245678" y="916"/>
                  </a:lnTo>
                  <a:lnTo>
                    <a:pt x="241557" y="229"/>
                  </a:lnTo>
                  <a:close/>
                </a:path>
              </a:pathLst>
            </a:custGeom>
            <a:solidFill>
              <a:srgbClr val="EC8DBD">
                <a:alpha val="27843"/>
              </a:srgbClr>
            </a:solidFill>
            <a:ln w="25746" cap="flat">
              <a:solidFill>
                <a:srgbClr val="EC8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482850" y="6320929"/>
              <a:ext cx="237398" cy="90848"/>
            </a:xfrm>
            <a:custGeom>
              <a:avLst/>
              <a:pathLst>
                <a:path w="237398" h="90848">
                  <a:moveTo>
                    <a:pt x="237398" y="45424"/>
                  </a:moveTo>
                  <a:lnTo>
                    <a:pt x="237398" y="45424"/>
                  </a:lnTo>
                  <a:lnTo>
                    <a:pt x="237398" y="45424"/>
                  </a:lnTo>
                  <a:lnTo>
                    <a:pt x="237398" y="45424"/>
                  </a:lnTo>
                  <a:lnTo>
                    <a:pt x="237398" y="45424"/>
                  </a:lnTo>
                  <a:lnTo>
                    <a:pt x="237398" y="45424"/>
                  </a:lnTo>
                  <a:lnTo>
                    <a:pt x="232025" y="50539"/>
                  </a:lnTo>
                  <a:lnTo>
                    <a:pt x="226405" y="55388"/>
                  </a:lnTo>
                  <a:lnTo>
                    <a:pt x="220546" y="59961"/>
                  </a:lnTo>
                  <a:lnTo>
                    <a:pt x="214459" y="64249"/>
                  </a:lnTo>
                  <a:lnTo>
                    <a:pt x="208156" y="68245"/>
                  </a:lnTo>
                  <a:lnTo>
                    <a:pt x="201646" y="71940"/>
                  </a:lnTo>
                  <a:lnTo>
                    <a:pt x="194940" y="75326"/>
                  </a:lnTo>
                  <a:lnTo>
                    <a:pt x="188051" y="78397"/>
                  </a:lnTo>
                  <a:lnTo>
                    <a:pt x="180989" y="81145"/>
                  </a:lnTo>
                  <a:lnTo>
                    <a:pt x="173766" y="83564"/>
                  </a:lnTo>
                  <a:lnTo>
                    <a:pt x="166394" y="85647"/>
                  </a:lnTo>
                  <a:lnTo>
                    <a:pt x="158886" y="87390"/>
                  </a:lnTo>
                  <a:lnTo>
                    <a:pt x="151253" y="88786"/>
                  </a:lnTo>
                  <a:lnTo>
                    <a:pt x="143508" y="89831"/>
                  </a:lnTo>
                  <a:lnTo>
                    <a:pt x="135664" y="90519"/>
                  </a:lnTo>
                  <a:lnTo>
                    <a:pt x="127734" y="90848"/>
                  </a:lnTo>
                  <a:lnTo>
                    <a:pt x="119731" y="90813"/>
                  </a:lnTo>
                  <a:lnTo>
                    <a:pt x="111668" y="90411"/>
                  </a:lnTo>
                  <a:lnTo>
                    <a:pt x="103557" y="89639"/>
                  </a:lnTo>
                  <a:lnTo>
                    <a:pt x="95413" y="88495"/>
                  </a:lnTo>
                  <a:lnTo>
                    <a:pt x="87249" y="86976"/>
                  </a:lnTo>
                  <a:lnTo>
                    <a:pt x="79078" y="85081"/>
                  </a:lnTo>
                  <a:lnTo>
                    <a:pt x="70914" y="82809"/>
                  </a:lnTo>
                  <a:lnTo>
                    <a:pt x="62770" y="80159"/>
                  </a:lnTo>
                  <a:lnTo>
                    <a:pt x="54661" y="77132"/>
                  </a:lnTo>
                  <a:lnTo>
                    <a:pt x="46600" y="73726"/>
                  </a:lnTo>
                  <a:lnTo>
                    <a:pt x="38599" y="69943"/>
                  </a:lnTo>
                  <a:lnTo>
                    <a:pt x="30675" y="65784"/>
                  </a:lnTo>
                  <a:lnTo>
                    <a:pt x="22839" y="61251"/>
                  </a:lnTo>
                  <a:lnTo>
                    <a:pt x="15105" y="56344"/>
                  </a:lnTo>
                  <a:lnTo>
                    <a:pt x="7487" y="51068"/>
                  </a:lnTo>
                  <a:lnTo>
                    <a:pt x="0" y="45424"/>
                  </a:lnTo>
                  <a:lnTo>
                    <a:pt x="7487" y="39780"/>
                  </a:lnTo>
                  <a:lnTo>
                    <a:pt x="15105" y="34503"/>
                  </a:lnTo>
                  <a:lnTo>
                    <a:pt x="22839" y="29597"/>
                  </a:lnTo>
                  <a:lnTo>
                    <a:pt x="30675" y="25063"/>
                  </a:lnTo>
                  <a:lnTo>
                    <a:pt x="38599" y="20904"/>
                  </a:lnTo>
                  <a:lnTo>
                    <a:pt x="46600" y="17121"/>
                  </a:lnTo>
                  <a:lnTo>
                    <a:pt x="54661" y="13716"/>
                  </a:lnTo>
                  <a:lnTo>
                    <a:pt x="62770" y="10688"/>
                  </a:lnTo>
                  <a:lnTo>
                    <a:pt x="70914" y="8038"/>
                  </a:lnTo>
                  <a:lnTo>
                    <a:pt x="79078" y="5767"/>
                  </a:lnTo>
                  <a:lnTo>
                    <a:pt x="87249" y="3872"/>
                  </a:lnTo>
                  <a:lnTo>
                    <a:pt x="95413" y="2353"/>
                  </a:lnTo>
                  <a:lnTo>
                    <a:pt x="103557" y="1209"/>
                  </a:lnTo>
                  <a:lnTo>
                    <a:pt x="111668" y="437"/>
                  </a:lnTo>
                  <a:lnTo>
                    <a:pt x="119731" y="35"/>
                  </a:lnTo>
                  <a:lnTo>
                    <a:pt x="127734" y="0"/>
                  </a:lnTo>
                  <a:lnTo>
                    <a:pt x="135664" y="328"/>
                  </a:lnTo>
                  <a:lnTo>
                    <a:pt x="143508" y="1017"/>
                  </a:lnTo>
                  <a:lnTo>
                    <a:pt x="151253" y="2062"/>
                  </a:lnTo>
                  <a:lnTo>
                    <a:pt x="158886" y="3458"/>
                  </a:lnTo>
                  <a:lnTo>
                    <a:pt x="166394" y="5200"/>
                  </a:lnTo>
                  <a:lnTo>
                    <a:pt x="173766" y="7284"/>
                  </a:lnTo>
                  <a:lnTo>
                    <a:pt x="180989" y="9703"/>
                  </a:lnTo>
                  <a:lnTo>
                    <a:pt x="188051" y="12451"/>
                  </a:lnTo>
                  <a:lnTo>
                    <a:pt x="194940" y="15522"/>
                  </a:lnTo>
                  <a:lnTo>
                    <a:pt x="201646" y="18908"/>
                  </a:lnTo>
                  <a:lnTo>
                    <a:pt x="208156" y="22603"/>
                  </a:lnTo>
                  <a:lnTo>
                    <a:pt x="214459" y="26598"/>
                  </a:lnTo>
                  <a:lnTo>
                    <a:pt x="220546" y="30887"/>
                  </a:lnTo>
                  <a:lnTo>
                    <a:pt x="226405" y="35460"/>
                  </a:lnTo>
                  <a:lnTo>
                    <a:pt x="232025" y="40308"/>
                  </a:lnTo>
                  <a:lnTo>
                    <a:pt x="237398" y="45424"/>
                  </a:lnTo>
                </a:path>
              </a:pathLst>
            </a:custGeom>
            <a:ln w="25746" cap="flat">
              <a:solidFill>
                <a:srgbClr val="EC8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4685937" y="6332042"/>
              <a:ext cx="68622" cy="68622"/>
            </a:xfrm>
            <a:prstGeom prst="ellipse">
              <a:avLst/>
            </a:prstGeom>
            <a:solidFill>
              <a:srgbClr val="EC8DBD">
                <a:alpha val="100000"/>
              </a:srgbClr>
            </a:solidFill>
            <a:ln w="9000" cap="rnd">
              <a:solidFill>
                <a:srgbClr val="EC8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4685937" y="6332042"/>
              <a:ext cx="68622" cy="68622"/>
            </a:xfrm>
            <a:prstGeom prst="ellipse">
              <a:avLst/>
            </a:prstGeom>
            <a:solidFill>
              <a:srgbClr val="EC8DBD">
                <a:alpha val="100000"/>
              </a:srgbClr>
            </a:solidFill>
            <a:ln w="9000" cap="rnd">
              <a:solidFill>
                <a:srgbClr val="EC8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4685937" y="6332042"/>
              <a:ext cx="68622" cy="68622"/>
            </a:xfrm>
            <a:prstGeom prst="ellipse">
              <a:avLst/>
            </a:prstGeom>
            <a:solidFill>
              <a:srgbClr val="EC8DBD">
                <a:alpha val="100000"/>
              </a:srgbClr>
            </a:solidFill>
            <a:ln w="9000" cap="rnd">
              <a:solidFill>
                <a:srgbClr val="EC8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4685937" y="6332042"/>
              <a:ext cx="68622" cy="68622"/>
            </a:xfrm>
            <a:prstGeom prst="ellipse">
              <a:avLst/>
            </a:prstGeom>
            <a:solidFill>
              <a:srgbClr val="EC8DBD">
                <a:alpha val="100000"/>
              </a:srgbClr>
            </a:solidFill>
            <a:ln w="9000" cap="rnd">
              <a:solidFill>
                <a:srgbClr val="EC8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4685937" y="6332042"/>
              <a:ext cx="68622" cy="68622"/>
            </a:xfrm>
            <a:prstGeom prst="ellipse">
              <a:avLst/>
            </a:prstGeom>
            <a:solidFill>
              <a:srgbClr val="EC8DBD">
                <a:alpha val="100000"/>
              </a:srgbClr>
            </a:solidFill>
            <a:ln w="9000" cap="rnd">
              <a:solidFill>
                <a:srgbClr val="EC8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4685937" y="6332042"/>
              <a:ext cx="68622" cy="68622"/>
            </a:xfrm>
            <a:prstGeom prst="ellipse">
              <a:avLst/>
            </a:prstGeom>
            <a:solidFill>
              <a:srgbClr val="EC8DBD">
                <a:alpha val="100000"/>
              </a:srgbClr>
            </a:solidFill>
            <a:ln w="9000" cap="rnd">
              <a:solidFill>
                <a:srgbClr val="EC8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4685937" y="6332042"/>
              <a:ext cx="68622" cy="68622"/>
            </a:xfrm>
            <a:prstGeom prst="ellipse">
              <a:avLst/>
            </a:prstGeom>
            <a:solidFill>
              <a:srgbClr val="EC8DBD">
                <a:alpha val="100000"/>
              </a:srgbClr>
            </a:solidFill>
            <a:ln w="9000" cap="rnd">
              <a:solidFill>
                <a:srgbClr val="EC8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4448539" y="6332042"/>
              <a:ext cx="68622" cy="68622"/>
            </a:xfrm>
            <a:prstGeom prst="ellipse">
              <a:avLst/>
            </a:prstGeom>
            <a:solidFill>
              <a:srgbClr val="EC8DBD">
                <a:alpha val="100000"/>
              </a:srgbClr>
            </a:solidFill>
            <a:ln w="9000" cap="rnd">
              <a:solidFill>
                <a:srgbClr val="EC8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720249" y="6128955"/>
              <a:ext cx="0" cy="237398"/>
            </a:xfrm>
            <a:custGeom>
              <a:avLst/>
              <a:pathLst>
                <a:path w="0" h="237398">
                  <a:moveTo>
                    <a:pt x="0" y="237398"/>
                  </a:moveTo>
                  <a:lnTo>
                    <a:pt x="0" y="229212"/>
                  </a:lnTo>
                  <a:lnTo>
                    <a:pt x="0" y="221026"/>
                  </a:lnTo>
                  <a:lnTo>
                    <a:pt x="0" y="212840"/>
                  </a:lnTo>
                  <a:lnTo>
                    <a:pt x="0" y="204654"/>
                  </a:lnTo>
                  <a:lnTo>
                    <a:pt x="0" y="196468"/>
                  </a:lnTo>
                  <a:lnTo>
                    <a:pt x="0" y="188281"/>
                  </a:lnTo>
                  <a:lnTo>
                    <a:pt x="0" y="180095"/>
                  </a:lnTo>
                  <a:lnTo>
                    <a:pt x="0" y="171909"/>
                  </a:lnTo>
                  <a:lnTo>
                    <a:pt x="0" y="163723"/>
                  </a:lnTo>
                  <a:lnTo>
                    <a:pt x="0" y="155537"/>
                  </a:lnTo>
                  <a:lnTo>
                    <a:pt x="0" y="147351"/>
                  </a:lnTo>
                  <a:lnTo>
                    <a:pt x="0" y="139164"/>
                  </a:lnTo>
                  <a:lnTo>
                    <a:pt x="0" y="130978"/>
                  </a:lnTo>
                  <a:lnTo>
                    <a:pt x="0" y="122792"/>
                  </a:lnTo>
                  <a:lnTo>
                    <a:pt x="0" y="114606"/>
                  </a:lnTo>
                  <a:lnTo>
                    <a:pt x="0" y="106420"/>
                  </a:lnTo>
                  <a:lnTo>
                    <a:pt x="0" y="98234"/>
                  </a:lnTo>
                  <a:lnTo>
                    <a:pt x="0" y="90047"/>
                  </a:lnTo>
                  <a:lnTo>
                    <a:pt x="0" y="81861"/>
                  </a:lnTo>
                  <a:lnTo>
                    <a:pt x="0" y="73675"/>
                  </a:lnTo>
                  <a:lnTo>
                    <a:pt x="0" y="65489"/>
                  </a:lnTo>
                  <a:lnTo>
                    <a:pt x="0" y="57303"/>
                  </a:lnTo>
                  <a:lnTo>
                    <a:pt x="0" y="49117"/>
                  </a:lnTo>
                  <a:lnTo>
                    <a:pt x="0" y="40930"/>
                  </a:lnTo>
                  <a:lnTo>
                    <a:pt x="0" y="32744"/>
                  </a:lnTo>
                  <a:lnTo>
                    <a:pt x="0" y="24558"/>
                  </a:lnTo>
                  <a:lnTo>
                    <a:pt x="0" y="16372"/>
                  </a:lnTo>
                  <a:lnTo>
                    <a:pt x="0" y="8186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720249" y="6198487"/>
              <a:ext cx="167866" cy="167866"/>
            </a:xfrm>
            <a:custGeom>
              <a:avLst/>
              <a:pathLst>
                <a:path w="167866" h="167866">
                  <a:moveTo>
                    <a:pt x="0" y="167866"/>
                  </a:moveTo>
                  <a:lnTo>
                    <a:pt x="5788" y="162077"/>
                  </a:lnTo>
                  <a:lnTo>
                    <a:pt x="11576" y="156289"/>
                  </a:lnTo>
                  <a:lnTo>
                    <a:pt x="17365" y="150500"/>
                  </a:lnTo>
                  <a:lnTo>
                    <a:pt x="23153" y="144712"/>
                  </a:lnTo>
                  <a:lnTo>
                    <a:pt x="28942" y="138923"/>
                  </a:lnTo>
                  <a:lnTo>
                    <a:pt x="34730" y="133135"/>
                  </a:lnTo>
                  <a:lnTo>
                    <a:pt x="40519" y="127346"/>
                  </a:lnTo>
                  <a:lnTo>
                    <a:pt x="46307" y="121558"/>
                  </a:lnTo>
                  <a:lnTo>
                    <a:pt x="52096" y="115769"/>
                  </a:lnTo>
                  <a:lnTo>
                    <a:pt x="57884" y="109981"/>
                  </a:lnTo>
                  <a:lnTo>
                    <a:pt x="63673" y="104192"/>
                  </a:lnTo>
                  <a:lnTo>
                    <a:pt x="69461" y="98404"/>
                  </a:lnTo>
                  <a:lnTo>
                    <a:pt x="75250" y="92615"/>
                  </a:lnTo>
                  <a:lnTo>
                    <a:pt x="81038" y="86827"/>
                  </a:lnTo>
                  <a:lnTo>
                    <a:pt x="86827" y="81038"/>
                  </a:lnTo>
                  <a:lnTo>
                    <a:pt x="92615" y="75250"/>
                  </a:lnTo>
                  <a:lnTo>
                    <a:pt x="98404" y="69461"/>
                  </a:lnTo>
                  <a:lnTo>
                    <a:pt x="104192" y="63673"/>
                  </a:lnTo>
                  <a:lnTo>
                    <a:pt x="109981" y="57884"/>
                  </a:lnTo>
                  <a:lnTo>
                    <a:pt x="115769" y="52096"/>
                  </a:lnTo>
                  <a:lnTo>
                    <a:pt x="121558" y="46307"/>
                  </a:lnTo>
                  <a:lnTo>
                    <a:pt x="127346" y="40519"/>
                  </a:lnTo>
                  <a:lnTo>
                    <a:pt x="133135" y="34730"/>
                  </a:lnTo>
                  <a:lnTo>
                    <a:pt x="138923" y="28942"/>
                  </a:lnTo>
                  <a:lnTo>
                    <a:pt x="144712" y="23153"/>
                  </a:lnTo>
                  <a:lnTo>
                    <a:pt x="150500" y="17365"/>
                  </a:lnTo>
                  <a:lnTo>
                    <a:pt x="156289" y="11576"/>
                  </a:lnTo>
                  <a:lnTo>
                    <a:pt x="162077" y="5788"/>
                  </a:lnTo>
                  <a:lnTo>
                    <a:pt x="167866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720249" y="6366354"/>
              <a:ext cx="237398" cy="0"/>
            </a:xfrm>
            <a:custGeom>
              <a:avLst/>
              <a:pathLst>
                <a:path w="237398" h="0">
                  <a:moveTo>
                    <a:pt x="0" y="0"/>
                  </a:moveTo>
                  <a:lnTo>
                    <a:pt x="8186" y="0"/>
                  </a:lnTo>
                  <a:lnTo>
                    <a:pt x="16372" y="0"/>
                  </a:lnTo>
                  <a:lnTo>
                    <a:pt x="24558" y="0"/>
                  </a:lnTo>
                  <a:lnTo>
                    <a:pt x="32744" y="0"/>
                  </a:lnTo>
                  <a:lnTo>
                    <a:pt x="40930" y="0"/>
                  </a:lnTo>
                  <a:lnTo>
                    <a:pt x="49117" y="0"/>
                  </a:lnTo>
                  <a:lnTo>
                    <a:pt x="57303" y="0"/>
                  </a:lnTo>
                  <a:lnTo>
                    <a:pt x="65489" y="0"/>
                  </a:lnTo>
                  <a:lnTo>
                    <a:pt x="73675" y="0"/>
                  </a:lnTo>
                  <a:lnTo>
                    <a:pt x="81861" y="0"/>
                  </a:lnTo>
                  <a:lnTo>
                    <a:pt x="90047" y="0"/>
                  </a:lnTo>
                  <a:lnTo>
                    <a:pt x="98234" y="0"/>
                  </a:lnTo>
                  <a:lnTo>
                    <a:pt x="106420" y="0"/>
                  </a:lnTo>
                  <a:lnTo>
                    <a:pt x="114606" y="0"/>
                  </a:lnTo>
                  <a:lnTo>
                    <a:pt x="122792" y="0"/>
                  </a:lnTo>
                  <a:lnTo>
                    <a:pt x="130978" y="0"/>
                  </a:lnTo>
                  <a:lnTo>
                    <a:pt x="139164" y="0"/>
                  </a:lnTo>
                  <a:lnTo>
                    <a:pt x="147351" y="0"/>
                  </a:lnTo>
                  <a:lnTo>
                    <a:pt x="155537" y="0"/>
                  </a:lnTo>
                  <a:lnTo>
                    <a:pt x="163723" y="0"/>
                  </a:lnTo>
                  <a:lnTo>
                    <a:pt x="171909" y="0"/>
                  </a:lnTo>
                  <a:lnTo>
                    <a:pt x="180095" y="0"/>
                  </a:lnTo>
                  <a:lnTo>
                    <a:pt x="188281" y="0"/>
                  </a:lnTo>
                  <a:lnTo>
                    <a:pt x="196468" y="0"/>
                  </a:lnTo>
                  <a:lnTo>
                    <a:pt x="204654" y="0"/>
                  </a:lnTo>
                  <a:lnTo>
                    <a:pt x="212840" y="0"/>
                  </a:lnTo>
                  <a:lnTo>
                    <a:pt x="221026" y="0"/>
                  </a:lnTo>
                  <a:lnTo>
                    <a:pt x="229212" y="0"/>
                  </a:lnTo>
                  <a:lnTo>
                    <a:pt x="237398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720249" y="6366354"/>
              <a:ext cx="167866" cy="167866"/>
            </a:xfrm>
            <a:custGeom>
              <a:avLst/>
              <a:pathLst>
                <a:path w="167866" h="167866">
                  <a:moveTo>
                    <a:pt x="0" y="0"/>
                  </a:moveTo>
                  <a:lnTo>
                    <a:pt x="5788" y="5788"/>
                  </a:lnTo>
                  <a:lnTo>
                    <a:pt x="11576" y="11576"/>
                  </a:lnTo>
                  <a:lnTo>
                    <a:pt x="17365" y="17365"/>
                  </a:lnTo>
                  <a:lnTo>
                    <a:pt x="23153" y="23153"/>
                  </a:lnTo>
                  <a:lnTo>
                    <a:pt x="28942" y="28942"/>
                  </a:lnTo>
                  <a:lnTo>
                    <a:pt x="34730" y="34730"/>
                  </a:lnTo>
                  <a:lnTo>
                    <a:pt x="40519" y="40519"/>
                  </a:lnTo>
                  <a:lnTo>
                    <a:pt x="46307" y="46307"/>
                  </a:lnTo>
                  <a:lnTo>
                    <a:pt x="52096" y="52096"/>
                  </a:lnTo>
                  <a:lnTo>
                    <a:pt x="57884" y="57884"/>
                  </a:lnTo>
                  <a:lnTo>
                    <a:pt x="63673" y="63673"/>
                  </a:lnTo>
                  <a:lnTo>
                    <a:pt x="69461" y="69461"/>
                  </a:lnTo>
                  <a:lnTo>
                    <a:pt x="75250" y="75250"/>
                  </a:lnTo>
                  <a:lnTo>
                    <a:pt x="81038" y="81038"/>
                  </a:lnTo>
                  <a:lnTo>
                    <a:pt x="86827" y="86827"/>
                  </a:lnTo>
                  <a:lnTo>
                    <a:pt x="92615" y="92615"/>
                  </a:lnTo>
                  <a:lnTo>
                    <a:pt x="98404" y="98404"/>
                  </a:lnTo>
                  <a:lnTo>
                    <a:pt x="104192" y="104192"/>
                  </a:lnTo>
                  <a:lnTo>
                    <a:pt x="109981" y="109981"/>
                  </a:lnTo>
                  <a:lnTo>
                    <a:pt x="115769" y="115769"/>
                  </a:lnTo>
                  <a:lnTo>
                    <a:pt x="121558" y="121558"/>
                  </a:lnTo>
                  <a:lnTo>
                    <a:pt x="127346" y="127346"/>
                  </a:lnTo>
                  <a:lnTo>
                    <a:pt x="133135" y="133135"/>
                  </a:lnTo>
                  <a:lnTo>
                    <a:pt x="138923" y="138923"/>
                  </a:lnTo>
                  <a:lnTo>
                    <a:pt x="144712" y="144712"/>
                  </a:lnTo>
                  <a:lnTo>
                    <a:pt x="150500" y="150500"/>
                  </a:lnTo>
                  <a:lnTo>
                    <a:pt x="156289" y="156289"/>
                  </a:lnTo>
                  <a:lnTo>
                    <a:pt x="162077" y="162077"/>
                  </a:lnTo>
                  <a:lnTo>
                    <a:pt x="167866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720249" y="6366354"/>
              <a:ext cx="0" cy="237398"/>
            </a:xfrm>
            <a:custGeom>
              <a:avLst/>
              <a:pathLst>
                <a:path w="0" h="237398">
                  <a:moveTo>
                    <a:pt x="0" y="0"/>
                  </a:moveTo>
                  <a:lnTo>
                    <a:pt x="0" y="8186"/>
                  </a:lnTo>
                  <a:lnTo>
                    <a:pt x="0" y="16372"/>
                  </a:lnTo>
                  <a:lnTo>
                    <a:pt x="0" y="24558"/>
                  </a:lnTo>
                  <a:lnTo>
                    <a:pt x="0" y="32744"/>
                  </a:lnTo>
                  <a:lnTo>
                    <a:pt x="0" y="40930"/>
                  </a:lnTo>
                  <a:lnTo>
                    <a:pt x="0" y="49117"/>
                  </a:lnTo>
                  <a:lnTo>
                    <a:pt x="0" y="57303"/>
                  </a:lnTo>
                  <a:lnTo>
                    <a:pt x="0" y="65489"/>
                  </a:lnTo>
                  <a:lnTo>
                    <a:pt x="0" y="73675"/>
                  </a:lnTo>
                  <a:lnTo>
                    <a:pt x="0" y="81861"/>
                  </a:lnTo>
                  <a:lnTo>
                    <a:pt x="0" y="90047"/>
                  </a:lnTo>
                  <a:lnTo>
                    <a:pt x="0" y="98234"/>
                  </a:lnTo>
                  <a:lnTo>
                    <a:pt x="0" y="106420"/>
                  </a:lnTo>
                  <a:lnTo>
                    <a:pt x="0" y="114606"/>
                  </a:lnTo>
                  <a:lnTo>
                    <a:pt x="0" y="122792"/>
                  </a:lnTo>
                  <a:lnTo>
                    <a:pt x="0" y="130978"/>
                  </a:lnTo>
                  <a:lnTo>
                    <a:pt x="0" y="139164"/>
                  </a:lnTo>
                  <a:lnTo>
                    <a:pt x="0" y="147351"/>
                  </a:lnTo>
                  <a:lnTo>
                    <a:pt x="0" y="155537"/>
                  </a:lnTo>
                  <a:lnTo>
                    <a:pt x="0" y="163723"/>
                  </a:lnTo>
                  <a:lnTo>
                    <a:pt x="0" y="171909"/>
                  </a:lnTo>
                  <a:lnTo>
                    <a:pt x="0" y="180095"/>
                  </a:lnTo>
                  <a:lnTo>
                    <a:pt x="0" y="188281"/>
                  </a:lnTo>
                  <a:lnTo>
                    <a:pt x="0" y="196468"/>
                  </a:lnTo>
                  <a:lnTo>
                    <a:pt x="0" y="204654"/>
                  </a:lnTo>
                  <a:lnTo>
                    <a:pt x="0" y="212840"/>
                  </a:lnTo>
                  <a:lnTo>
                    <a:pt x="0" y="221026"/>
                  </a:lnTo>
                  <a:lnTo>
                    <a:pt x="0" y="229212"/>
                  </a:lnTo>
                  <a:lnTo>
                    <a:pt x="0" y="237398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552382" y="6366354"/>
              <a:ext cx="167866" cy="167866"/>
            </a:xfrm>
            <a:custGeom>
              <a:avLst/>
              <a:pathLst>
                <a:path w="167866" h="167866">
                  <a:moveTo>
                    <a:pt x="167866" y="0"/>
                  </a:moveTo>
                  <a:lnTo>
                    <a:pt x="162077" y="5788"/>
                  </a:lnTo>
                  <a:lnTo>
                    <a:pt x="156289" y="11576"/>
                  </a:lnTo>
                  <a:lnTo>
                    <a:pt x="150500" y="17365"/>
                  </a:lnTo>
                  <a:lnTo>
                    <a:pt x="144712" y="23153"/>
                  </a:lnTo>
                  <a:lnTo>
                    <a:pt x="138923" y="28942"/>
                  </a:lnTo>
                  <a:lnTo>
                    <a:pt x="133135" y="34730"/>
                  </a:lnTo>
                  <a:lnTo>
                    <a:pt x="127346" y="40519"/>
                  </a:lnTo>
                  <a:lnTo>
                    <a:pt x="121558" y="46307"/>
                  </a:lnTo>
                  <a:lnTo>
                    <a:pt x="115769" y="52096"/>
                  </a:lnTo>
                  <a:lnTo>
                    <a:pt x="109981" y="57884"/>
                  </a:lnTo>
                  <a:lnTo>
                    <a:pt x="104192" y="63673"/>
                  </a:lnTo>
                  <a:lnTo>
                    <a:pt x="98404" y="69461"/>
                  </a:lnTo>
                  <a:lnTo>
                    <a:pt x="92615" y="75250"/>
                  </a:lnTo>
                  <a:lnTo>
                    <a:pt x="86827" y="81038"/>
                  </a:lnTo>
                  <a:lnTo>
                    <a:pt x="81038" y="86827"/>
                  </a:lnTo>
                  <a:lnTo>
                    <a:pt x="75250" y="92615"/>
                  </a:lnTo>
                  <a:lnTo>
                    <a:pt x="69461" y="98404"/>
                  </a:lnTo>
                  <a:lnTo>
                    <a:pt x="63673" y="104192"/>
                  </a:lnTo>
                  <a:lnTo>
                    <a:pt x="57884" y="109981"/>
                  </a:lnTo>
                  <a:lnTo>
                    <a:pt x="52096" y="115769"/>
                  </a:lnTo>
                  <a:lnTo>
                    <a:pt x="46307" y="121558"/>
                  </a:lnTo>
                  <a:lnTo>
                    <a:pt x="40519" y="127346"/>
                  </a:lnTo>
                  <a:lnTo>
                    <a:pt x="34730" y="133135"/>
                  </a:lnTo>
                  <a:lnTo>
                    <a:pt x="28942" y="138923"/>
                  </a:lnTo>
                  <a:lnTo>
                    <a:pt x="23153" y="144712"/>
                  </a:lnTo>
                  <a:lnTo>
                    <a:pt x="17365" y="150500"/>
                  </a:lnTo>
                  <a:lnTo>
                    <a:pt x="11576" y="156289"/>
                  </a:lnTo>
                  <a:lnTo>
                    <a:pt x="5788" y="162077"/>
                  </a:lnTo>
                  <a:lnTo>
                    <a:pt x="0" y="167866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482850" y="6366354"/>
              <a:ext cx="237398" cy="0"/>
            </a:xfrm>
            <a:custGeom>
              <a:avLst/>
              <a:pathLst>
                <a:path w="237398" h="0">
                  <a:moveTo>
                    <a:pt x="237398" y="0"/>
                  </a:moveTo>
                  <a:lnTo>
                    <a:pt x="229212" y="0"/>
                  </a:lnTo>
                  <a:lnTo>
                    <a:pt x="221026" y="0"/>
                  </a:lnTo>
                  <a:lnTo>
                    <a:pt x="212840" y="0"/>
                  </a:lnTo>
                  <a:lnTo>
                    <a:pt x="204654" y="0"/>
                  </a:lnTo>
                  <a:lnTo>
                    <a:pt x="196468" y="0"/>
                  </a:lnTo>
                  <a:lnTo>
                    <a:pt x="188281" y="0"/>
                  </a:lnTo>
                  <a:lnTo>
                    <a:pt x="180095" y="0"/>
                  </a:lnTo>
                  <a:lnTo>
                    <a:pt x="171909" y="0"/>
                  </a:lnTo>
                  <a:lnTo>
                    <a:pt x="163723" y="0"/>
                  </a:lnTo>
                  <a:lnTo>
                    <a:pt x="155537" y="0"/>
                  </a:lnTo>
                  <a:lnTo>
                    <a:pt x="147351" y="0"/>
                  </a:lnTo>
                  <a:lnTo>
                    <a:pt x="139164" y="0"/>
                  </a:lnTo>
                  <a:lnTo>
                    <a:pt x="130978" y="0"/>
                  </a:lnTo>
                  <a:lnTo>
                    <a:pt x="122792" y="0"/>
                  </a:lnTo>
                  <a:lnTo>
                    <a:pt x="114606" y="0"/>
                  </a:lnTo>
                  <a:lnTo>
                    <a:pt x="106420" y="0"/>
                  </a:lnTo>
                  <a:lnTo>
                    <a:pt x="98234" y="0"/>
                  </a:lnTo>
                  <a:lnTo>
                    <a:pt x="90047" y="0"/>
                  </a:lnTo>
                  <a:lnTo>
                    <a:pt x="81861" y="0"/>
                  </a:lnTo>
                  <a:lnTo>
                    <a:pt x="73675" y="0"/>
                  </a:lnTo>
                  <a:lnTo>
                    <a:pt x="65489" y="0"/>
                  </a:lnTo>
                  <a:lnTo>
                    <a:pt x="57303" y="0"/>
                  </a:lnTo>
                  <a:lnTo>
                    <a:pt x="49117" y="0"/>
                  </a:lnTo>
                  <a:lnTo>
                    <a:pt x="40930" y="0"/>
                  </a:lnTo>
                  <a:lnTo>
                    <a:pt x="32744" y="0"/>
                  </a:lnTo>
                  <a:lnTo>
                    <a:pt x="24558" y="0"/>
                  </a:lnTo>
                  <a:lnTo>
                    <a:pt x="16372" y="0"/>
                  </a:lnTo>
                  <a:lnTo>
                    <a:pt x="8186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552382" y="6198487"/>
              <a:ext cx="167866" cy="167866"/>
            </a:xfrm>
            <a:custGeom>
              <a:avLst/>
              <a:pathLst>
                <a:path w="167866" h="167866">
                  <a:moveTo>
                    <a:pt x="167866" y="167866"/>
                  </a:moveTo>
                  <a:lnTo>
                    <a:pt x="162077" y="162077"/>
                  </a:lnTo>
                  <a:lnTo>
                    <a:pt x="156289" y="156289"/>
                  </a:lnTo>
                  <a:lnTo>
                    <a:pt x="150500" y="150500"/>
                  </a:lnTo>
                  <a:lnTo>
                    <a:pt x="144712" y="144712"/>
                  </a:lnTo>
                  <a:lnTo>
                    <a:pt x="138923" y="138923"/>
                  </a:lnTo>
                  <a:lnTo>
                    <a:pt x="133135" y="133135"/>
                  </a:lnTo>
                  <a:lnTo>
                    <a:pt x="127346" y="127346"/>
                  </a:lnTo>
                  <a:lnTo>
                    <a:pt x="121558" y="121558"/>
                  </a:lnTo>
                  <a:lnTo>
                    <a:pt x="115769" y="115769"/>
                  </a:lnTo>
                  <a:lnTo>
                    <a:pt x="109981" y="109981"/>
                  </a:lnTo>
                  <a:lnTo>
                    <a:pt x="104192" y="104192"/>
                  </a:lnTo>
                  <a:lnTo>
                    <a:pt x="98404" y="98404"/>
                  </a:lnTo>
                  <a:lnTo>
                    <a:pt x="92615" y="92615"/>
                  </a:lnTo>
                  <a:lnTo>
                    <a:pt x="86827" y="86827"/>
                  </a:lnTo>
                  <a:lnTo>
                    <a:pt x="81038" y="81038"/>
                  </a:lnTo>
                  <a:lnTo>
                    <a:pt x="75250" y="75250"/>
                  </a:lnTo>
                  <a:lnTo>
                    <a:pt x="69461" y="69461"/>
                  </a:lnTo>
                  <a:lnTo>
                    <a:pt x="63673" y="63673"/>
                  </a:lnTo>
                  <a:lnTo>
                    <a:pt x="57884" y="57884"/>
                  </a:lnTo>
                  <a:lnTo>
                    <a:pt x="52096" y="52096"/>
                  </a:lnTo>
                  <a:lnTo>
                    <a:pt x="46307" y="46307"/>
                  </a:lnTo>
                  <a:lnTo>
                    <a:pt x="40519" y="40519"/>
                  </a:lnTo>
                  <a:lnTo>
                    <a:pt x="34730" y="34730"/>
                  </a:lnTo>
                  <a:lnTo>
                    <a:pt x="28942" y="28942"/>
                  </a:lnTo>
                  <a:lnTo>
                    <a:pt x="23153" y="23153"/>
                  </a:lnTo>
                  <a:lnTo>
                    <a:pt x="17365" y="17365"/>
                  </a:lnTo>
                  <a:lnTo>
                    <a:pt x="11576" y="11576"/>
                  </a:lnTo>
                  <a:lnTo>
                    <a:pt x="5788" y="578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6A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tx1007"/>
            <p:cNvSpPr/>
            <p:nvPr/>
          </p:nvSpPr>
          <p:spPr>
            <a:xfrm>
              <a:off x="4583605" y="6056797"/>
              <a:ext cx="273288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008" name="tx1008"/>
            <p:cNvSpPr/>
            <p:nvPr/>
          </p:nvSpPr>
          <p:spPr>
            <a:xfrm>
              <a:off x="4666834" y="6134912"/>
              <a:ext cx="484529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009" name="tx1009"/>
            <p:cNvSpPr/>
            <p:nvPr/>
          </p:nvSpPr>
          <p:spPr>
            <a:xfrm>
              <a:off x="4875508" y="6324034"/>
              <a:ext cx="223629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010" name="tx1010"/>
            <p:cNvSpPr/>
            <p:nvPr/>
          </p:nvSpPr>
          <p:spPr>
            <a:xfrm>
              <a:off x="4657448" y="6510592"/>
              <a:ext cx="503301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011" name="tx1011"/>
            <p:cNvSpPr/>
            <p:nvPr/>
          </p:nvSpPr>
          <p:spPr>
            <a:xfrm>
              <a:off x="4574219" y="6588816"/>
              <a:ext cx="292060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012" name="tx1012"/>
            <p:cNvSpPr/>
            <p:nvPr/>
          </p:nvSpPr>
          <p:spPr>
            <a:xfrm>
              <a:off x="4270471" y="6510592"/>
              <a:ext cx="521855" cy="846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013" name="tx1013"/>
            <p:cNvSpPr/>
            <p:nvPr/>
          </p:nvSpPr>
          <p:spPr>
            <a:xfrm>
              <a:off x="4325890" y="6324034"/>
              <a:ext cx="254570" cy="824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014" name="tx1014"/>
            <p:cNvSpPr/>
            <p:nvPr/>
          </p:nvSpPr>
          <p:spPr>
            <a:xfrm>
              <a:off x="4279857" y="6134912"/>
              <a:ext cx="503083" cy="82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015" name="tx1015"/>
            <p:cNvSpPr/>
            <p:nvPr/>
          </p:nvSpPr>
          <p:spPr>
            <a:xfrm>
              <a:off x="4177856" y="6214771"/>
              <a:ext cx="183013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016" name="tx1016"/>
            <p:cNvSpPr/>
            <p:nvPr/>
          </p:nvSpPr>
          <p:spPr>
            <a:xfrm>
              <a:off x="4127002" y="6096071"/>
              <a:ext cx="233868" cy="65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2026-03-18T21:41:20Z</dcterms:modified>
  <cp:category/>
</cp:coreProperties>
</file>