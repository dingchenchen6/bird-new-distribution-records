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360960" y="0"/>
              <a:ext cx="8422078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487486" y="126525"/>
              <a:ext cx="6499469" cy="649946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3737220" y="451498"/>
              <a:ext cx="0" cy="2924761"/>
            </a:xfrm>
            <a:custGeom>
              <a:avLst/>
              <a:pathLst>
                <a:path w="0" h="2924761">
                  <a:moveTo>
                    <a:pt x="0" y="2924761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3737220" y="1308141"/>
              <a:ext cx="2068118" cy="2068118"/>
            </a:xfrm>
            <a:custGeom>
              <a:avLst/>
              <a:pathLst>
                <a:path w="2068118" h="2068118">
                  <a:moveTo>
                    <a:pt x="0" y="2068118"/>
                  </a:moveTo>
                  <a:lnTo>
                    <a:pt x="2068118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737220" y="3376260"/>
              <a:ext cx="2924761" cy="0"/>
            </a:xfrm>
            <a:custGeom>
              <a:avLst/>
              <a:pathLst>
                <a:path w="2924761" h="0">
                  <a:moveTo>
                    <a:pt x="0" y="0"/>
                  </a:moveTo>
                  <a:lnTo>
                    <a:pt x="292476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737220" y="3376260"/>
              <a:ext cx="2068118" cy="2068118"/>
            </a:xfrm>
            <a:custGeom>
              <a:avLst/>
              <a:pathLst>
                <a:path w="2068118" h="2068118">
                  <a:moveTo>
                    <a:pt x="0" y="0"/>
                  </a:moveTo>
                  <a:lnTo>
                    <a:pt x="2068118" y="2068118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737220" y="3376260"/>
              <a:ext cx="0" cy="2924761"/>
            </a:xfrm>
            <a:custGeom>
              <a:avLst/>
              <a:pathLst>
                <a:path w="0" h="2924761">
                  <a:moveTo>
                    <a:pt x="0" y="0"/>
                  </a:moveTo>
                  <a:lnTo>
                    <a:pt x="0" y="292476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1669102" y="3376260"/>
              <a:ext cx="2068118" cy="2068118"/>
            </a:xfrm>
            <a:custGeom>
              <a:avLst/>
              <a:pathLst>
                <a:path w="2068118" h="2068118">
                  <a:moveTo>
                    <a:pt x="2068118" y="0"/>
                  </a:moveTo>
                  <a:lnTo>
                    <a:pt x="0" y="2068118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2459" y="3376260"/>
              <a:ext cx="2924761" cy="0"/>
            </a:xfrm>
            <a:custGeom>
              <a:avLst/>
              <a:pathLst>
                <a:path w="2924761" h="0">
                  <a:moveTo>
                    <a:pt x="2924761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669102" y="1308141"/>
              <a:ext cx="2068118" cy="2068118"/>
            </a:xfrm>
            <a:custGeom>
              <a:avLst/>
              <a:pathLst>
                <a:path w="2068118" h="2068118">
                  <a:moveTo>
                    <a:pt x="2068118" y="2068118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3737220" y="3376260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779282" y="2418201"/>
              <a:ext cx="1915875" cy="1915634"/>
            </a:xfrm>
            <a:custGeom>
              <a:avLst/>
              <a:pathLst>
                <a:path w="1915875" h="1915634">
                  <a:moveTo>
                    <a:pt x="957937" y="0"/>
                  </a:moveTo>
                  <a:lnTo>
                    <a:pt x="1018701" y="1928"/>
                  </a:lnTo>
                  <a:lnTo>
                    <a:pt x="1079220" y="7707"/>
                  </a:lnTo>
                  <a:lnTo>
                    <a:pt x="1139251" y="17313"/>
                  </a:lnTo>
                  <a:lnTo>
                    <a:pt x="1198552" y="30707"/>
                  </a:lnTo>
                  <a:lnTo>
                    <a:pt x="1256884" y="47834"/>
                  </a:lnTo>
                  <a:lnTo>
                    <a:pt x="1314012" y="68627"/>
                  </a:lnTo>
                  <a:lnTo>
                    <a:pt x="1369706" y="93002"/>
                  </a:lnTo>
                  <a:lnTo>
                    <a:pt x="1423742" y="120859"/>
                  </a:lnTo>
                  <a:lnTo>
                    <a:pt x="1475903" y="152088"/>
                  </a:lnTo>
                  <a:lnTo>
                    <a:pt x="1525978" y="186562"/>
                  </a:lnTo>
                  <a:lnTo>
                    <a:pt x="1573766" y="224143"/>
                  </a:lnTo>
                  <a:lnTo>
                    <a:pt x="1619074" y="264678"/>
                  </a:lnTo>
                  <a:lnTo>
                    <a:pt x="1661719" y="308006"/>
                  </a:lnTo>
                  <a:lnTo>
                    <a:pt x="1701531" y="353952"/>
                  </a:lnTo>
                  <a:lnTo>
                    <a:pt x="1738349" y="402330"/>
                  </a:lnTo>
                  <a:lnTo>
                    <a:pt x="1772024" y="452945"/>
                  </a:lnTo>
                  <a:lnTo>
                    <a:pt x="1802421" y="505595"/>
                  </a:lnTo>
                  <a:lnTo>
                    <a:pt x="1829418" y="560066"/>
                  </a:lnTo>
                  <a:lnTo>
                    <a:pt x="1852906" y="616140"/>
                  </a:lnTo>
                  <a:lnTo>
                    <a:pt x="1872790" y="673591"/>
                  </a:lnTo>
                  <a:lnTo>
                    <a:pt x="1888990" y="732187"/>
                  </a:lnTo>
                  <a:lnTo>
                    <a:pt x="1901441" y="791693"/>
                  </a:lnTo>
                  <a:lnTo>
                    <a:pt x="1910093" y="851869"/>
                  </a:lnTo>
                  <a:lnTo>
                    <a:pt x="1914911" y="912472"/>
                  </a:lnTo>
                  <a:lnTo>
                    <a:pt x="1915875" y="973259"/>
                  </a:lnTo>
                  <a:lnTo>
                    <a:pt x="1912983" y="1033984"/>
                  </a:lnTo>
                  <a:lnTo>
                    <a:pt x="1906244" y="1094404"/>
                  </a:lnTo>
                  <a:lnTo>
                    <a:pt x="1895688" y="1154275"/>
                  </a:lnTo>
                  <a:lnTo>
                    <a:pt x="1881355" y="1213356"/>
                  </a:lnTo>
                  <a:lnTo>
                    <a:pt x="1863304" y="1271408"/>
                  </a:lnTo>
                  <a:lnTo>
                    <a:pt x="1841607" y="1328199"/>
                  </a:lnTo>
                  <a:lnTo>
                    <a:pt x="1816352" y="1383500"/>
                  </a:lnTo>
                  <a:lnTo>
                    <a:pt x="1787641" y="1437087"/>
                  </a:lnTo>
                  <a:lnTo>
                    <a:pt x="1755588" y="1488746"/>
                  </a:lnTo>
                  <a:lnTo>
                    <a:pt x="1720324" y="1538268"/>
                  </a:lnTo>
                  <a:lnTo>
                    <a:pt x="1681990" y="1585453"/>
                  </a:lnTo>
                  <a:lnTo>
                    <a:pt x="1640740" y="1630112"/>
                  </a:lnTo>
                  <a:lnTo>
                    <a:pt x="1596741" y="1672065"/>
                  </a:lnTo>
                  <a:lnTo>
                    <a:pt x="1550170" y="1711143"/>
                  </a:lnTo>
                  <a:lnTo>
                    <a:pt x="1501214" y="1747188"/>
                  </a:lnTo>
                  <a:lnTo>
                    <a:pt x="1450070" y="1780056"/>
                  </a:lnTo>
                  <a:lnTo>
                    <a:pt x="1396945" y="1809614"/>
                  </a:lnTo>
                  <a:lnTo>
                    <a:pt x="1342052" y="1835744"/>
                  </a:lnTo>
                  <a:lnTo>
                    <a:pt x="1285613" y="1858339"/>
                  </a:lnTo>
                  <a:lnTo>
                    <a:pt x="1227854" y="1877309"/>
                  </a:lnTo>
                  <a:lnTo>
                    <a:pt x="1169008" y="1892577"/>
                  </a:lnTo>
                  <a:lnTo>
                    <a:pt x="1109312" y="1904082"/>
                  </a:lnTo>
                  <a:lnTo>
                    <a:pt x="1049007" y="1911778"/>
                  </a:lnTo>
                  <a:lnTo>
                    <a:pt x="988335" y="1915634"/>
                  </a:lnTo>
                  <a:lnTo>
                    <a:pt x="927540" y="1915634"/>
                  </a:lnTo>
                  <a:lnTo>
                    <a:pt x="866868" y="1911778"/>
                  </a:lnTo>
                  <a:lnTo>
                    <a:pt x="806563" y="1904082"/>
                  </a:lnTo>
                  <a:lnTo>
                    <a:pt x="746867" y="1892577"/>
                  </a:lnTo>
                  <a:lnTo>
                    <a:pt x="688021" y="1877309"/>
                  </a:lnTo>
                  <a:lnTo>
                    <a:pt x="630262" y="1858339"/>
                  </a:lnTo>
                  <a:lnTo>
                    <a:pt x="573823" y="1835744"/>
                  </a:lnTo>
                  <a:lnTo>
                    <a:pt x="518930" y="1809614"/>
                  </a:lnTo>
                  <a:lnTo>
                    <a:pt x="465804" y="1780056"/>
                  </a:lnTo>
                  <a:lnTo>
                    <a:pt x="414661" y="1747188"/>
                  </a:lnTo>
                  <a:lnTo>
                    <a:pt x="365705" y="1711143"/>
                  </a:lnTo>
                  <a:lnTo>
                    <a:pt x="319134" y="1672065"/>
                  </a:lnTo>
                  <a:lnTo>
                    <a:pt x="275135" y="1630112"/>
                  </a:lnTo>
                  <a:lnTo>
                    <a:pt x="233885" y="1585453"/>
                  </a:lnTo>
                  <a:lnTo>
                    <a:pt x="195551" y="1538268"/>
                  </a:lnTo>
                  <a:lnTo>
                    <a:pt x="160287" y="1488746"/>
                  </a:lnTo>
                  <a:lnTo>
                    <a:pt x="128234" y="1437087"/>
                  </a:lnTo>
                  <a:lnTo>
                    <a:pt x="99523" y="1383500"/>
                  </a:lnTo>
                  <a:lnTo>
                    <a:pt x="74268" y="1328199"/>
                  </a:lnTo>
                  <a:lnTo>
                    <a:pt x="52571" y="1271408"/>
                  </a:lnTo>
                  <a:lnTo>
                    <a:pt x="34520" y="1213356"/>
                  </a:lnTo>
                  <a:lnTo>
                    <a:pt x="20187" y="1154275"/>
                  </a:lnTo>
                  <a:lnTo>
                    <a:pt x="9631" y="1094404"/>
                  </a:lnTo>
                  <a:lnTo>
                    <a:pt x="2892" y="1033984"/>
                  </a:lnTo>
                  <a:lnTo>
                    <a:pt x="0" y="973259"/>
                  </a:lnTo>
                  <a:lnTo>
                    <a:pt x="964" y="912472"/>
                  </a:lnTo>
                  <a:lnTo>
                    <a:pt x="5782" y="851869"/>
                  </a:lnTo>
                  <a:lnTo>
                    <a:pt x="14434" y="791693"/>
                  </a:lnTo>
                  <a:lnTo>
                    <a:pt x="26885" y="732187"/>
                  </a:lnTo>
                  <a:lnTo>
                    <a:pt x="43085" y="673591"/>
                  </a:lnTo>
                  <a:lnTo>
                    <a:pt x="62969" y="616140"/>
                  </a:lnTo>
                  <a:lnTo>
                    <a:pt x="86457" y="560066"/>
                  </a:lnTo>
                  <a:lnTo>
                    <a:pt x="113454" y="505595"/>
                  </a:lnTo>
                  <a:lnTo>
                    <a:pt x="143851" y="452945"/>
                  </a:lnTo>
                  <a:lnTo>
                    <a:pt x="177526" y="402330"/>
                  </a:lnTo>
                  <a:lnTo>
                    <a:pt x="214344" y="353952"/>
                  </a:lnTo>
                  <a:lnTo>
                    <a:pt x="254156" y="308006"/>
                  </a:lnTo>
                  <a:lnTo>
                    <a:pt x="296801" y="264678"/>
                  </a:lnTo>
                  <a:lnTo>
                    <a:pt x="342109" y="224143"/>
                  </a:lnTo>
                  <a:lnTo>
                    <a:pt x="389897" y="186562"/>
                  </a:lnTo>
                  <a:lnTo>
                    <a:pt x="439972" y="152088"/>
                  </a:lnTo>
                  <a:lnTo>
                    <a:pt x="492133" y="120859"/>
                  </a:lnTo>
                  <a:lnTo>
                    <a:pt x="546169" y="93002"/>
                  </a:lnTo>
                  <a:lnTo>
                    <a:pt x="601863" y="68627"/>
                  </a:lnTo>
                  <a:lnTo>
                    <a:pt x="658991" y="47834"/>
                  </a:lnTo>
                  <a:lnTo>
                    <a:pt x="717323" y="30707"/>
                  </a:lnTo>
                  <a:lnTo>
                    <a:pt x="776624" y="17313"/>
                  </a:lnTo>
                  <a:lnTo>
                    <a:pt x="836654" y="7707"/>
                  </a:lnTo>
                  <a:lnTo>
                    <a:pt x="897174" y="1928"/>
                  </a:lnTo>
                  <a:lnTo>
                    <a:pt x="957937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1821344" y="1460143"/>
              <a:ext cx="3831751" cy="3831269"/>
            </a:xfrm>
            <a:custGeom>
              <a:avLst/>
              <a:pathLst>
                <a:path w="3831751" h="3831269">
                  <a:moveTo>
                    <a:pt x="1915875" y="0"/>
                  </a:moveTo>
                  <a:lnTo>
                    <a:pt x="2037403" y="3857"/>
                  </a:lnTo>
                  <a:lnTo>
                    <a:pt x="2158441" y="15415"/>
                  </a:lnTo>
                  <a:lnTo>
                    <a:pt x="2278503" y="34626"/>
                  </a:lnTo>
                  <a:lnTo>
                    <a:pt x="2397104" y="61414"/>
                  </a:lnTo>
                  <a:lnTo>
                    <a:pt x="2513768" y="95669"/>
                  </a:lnTo>
                  <a:lnTo>
                    <a:pt x="2628024" y="137255"/>
                  </a:lnTo>
                  <a:lnTo>
                    <a:pt x="2739413" y="186004"/>
                  </a:lnTo>
                  <a:lnTo>
                    <a:pt x="2847485" y="241719"/>
                  </a:lnTo>
                  <a:lnTo>
                    <a:pt x="2951807" y="304176"/>
                  </a:lnTo>
                  <a:lnTo>
                    <a:pt x="3051956" y="373124"/>
                  </a:lnTo>
                  <a:lnTo>
                    <a:pt x="3147532" y="448286"/>
                  </a:lnTo>
                  <a:lnTo>
                    <a:pt x="3238148" y="529357"/>
                  </a:lnTo>
                  <a:lnTo>
                    <a:pt x="3323439" y="616013"/>
                  </a:lnTo>
                  <a:lnTo>
                    <a:pt x="3403063" y="707904"/>
                  </a:lnTo>
                  <a:lnTo>
                    <a:pt x="3476698" y="804660"/>
                  </a:lnTo>
                  <a:lnTo>
                    <a:pt x="3544049" y="905891"/>
                  </a:lnTo>
                  <a:lnTo>
                    <a:pt x="3604843" y="1011190"/>
                  </a:lnTo>
                  <a:lnTo>
                    <a:pt x="3658837" y="1120133"/>
                  </a:lnTo>
                  <a:lnTo>
                    <a:pt x="3705812" y="1232281"/>
                  </a:lnTo>
                  <a:lnTo>
                    <a:pt x="3745580" y="1347182"/>
                  </a:lnTo>
                  <a:lnTo>
                    <a:pt x="3777980" y="1464375"/>
                  </a:lnTo>
                  <a:lnTo>
                    <a:pt x="3802882" y="1583386"/>
                  </a:lnTo>
                  <a:lnTo>
                    <a:pt x="3820186" y="1703738"/>
                  </a:lnTo>
                  <a:lnTo>
                    <a:pt x="3829822" y="1824944"/>
                  </a:lnTo>
                  <a:lnTo>
                    <a:pt x="3831751" y="1946518"/>
                  </a:lnTo>
                  <a:lnTo>
                    <a:pt x="3825966" y="2067969"/>
                  </a:lnTo>
                  <a:lnTo>
                    <a:pt x="3812489" y="2188809"/>
                  </a:lnTo>
                  <a:lnTo>
                    <a:pt x="3791376" y="2308550"/>
                  </a:lnTo>
                  <a:lnTo>
                    <a:pt x="3762710" y="2426712"/>
                  </a:lnTo>
                  <a:lnTo>
                    <a:pt x="3726608" y="2542817"/>
                  </a:lnTo>
                  <a:lnTo>
                    <a:pt x="3683214" y="2656399"/>
                  </a:lnTo>
                  <a:lnTo>
                    <a:pt x="3632704" y="2767000"/>
                  </a:lnTo>
                  <a:lnTo>
                    <a:pt x="3575282" y="2874175"/>
                  </a:lnTo>
                  <a:lnTo>
                    <a:pt x="3511177" y="2977492"/>
                  </a:lnTo>
                  <a:lnTo>
                    <a:pt x="3440648" y="3076536"/>
                  </a:lnTo>
                  <a:lnTo>
                    <a:pt x="3363980" y="3170906"/>
                  </a:lnTo>
                  <a:lnTo>
                    <a:pt x="3281481" y="3260225"/>
                  </a:lnTo>
                  <a:lnTo>
                    <a:pt x="3193483" y="3344131"/>
                  </a:lnTo>
                  <a:lnTo>
                    <a:pt x="3100340" y="3422286"/>
                  </a:lnTo>
                  <a:lnTo>
                    <a:pt x="3002429" y="3494377"/>
                  </a:lnTo>
                  <a:lnTo>
                    <a:pt x="2900141" y="3560113"/>
                  </a:lnTo>
                  <a:lnTo>
                    <a:pt x="2793891" y="3619229"/>
                  </a:lnTo>
                  <a:lnTo>
                    <a:pt x="2684105" y="3671488"/>
                  </a:lnTo>
                  <a:lnTo>
                    <a:pt x="2571226" y="3716678"/>
                  </a:lnTo>
                  <a:lnTo>
                    <a:pt x="2455708" y="3754618"/>
                  </a:lnTo>
                  <a:lnTo>
                    <a:pt x="2338016" y="3785154"/>
                  </a:lnTo>
                  <a:lnTo>
                    <a:pt x="2218625" y="3808165"/>
                  </a:lnTo>
                  <a:lnTo>
                    <a:pt x="2098014" y="3823557"/>
                  </a:lnTo>
                  <a:lnTo>
                    <a:pt x="1976670" y="3831269"/>
                  </a:lnTo>
                  <a:lnTo>
                    <a:pt x="1855081" y="3831269"/>
                  </a:lnTo>
                  <a:lnTo>
                    <a:pt x="1733737" y="3823557"/>
                  </a:lnTo>
                  <a:lnTo>
                    <a:pt x="1613126" y="3808165"/>
                  </a:lnTo>
                  <a:lnTo>
                    <a:pt x="1493735" y="3785154"/>
                  </a:lnTo>
                  <a:lnTo>
                    <a:pt x="1376043" y="3754618"/>
                  </a:lnTo>
                  <a:lnTo>
                    <a:pt x="1260525" y="3716678"/>
                  </a:lnTo>
                  <a:lnTo>
                    <a:pt x="1147646" y="3671488"/>
                  </a:lnTo>
                  <a:lnTo>
                    <a:pt x="1037860" y="3619229"/>
                  </a:lnTo>
                  <a:lnTo>
                    <a:pt x="931609" y="3560113"/>
                  </a:lnTo>
                  <a:lnTo>
                    <a:pt x="829322" y="3494377"/>
                  </a:lnTo>
                  <a:lnTo>
                    <a:pt x="731410" y="3422286"/>
                  </a:lnTo>
                  <a:lnTo>
                    <a:pt x="638268" y="3344131"/>
                  </a:lnTo>
                  <a:lnTo>
                    <a:pt x="550270" y="3260225"/>
                  </a:lnTo>
                  <a:lnTo>
                    <a:pt x="467771" y="3170906"/>
                  </a:lnTo>
                  <a:lnTo>
                    <a:pt x="391103" y="3076536"/>
                  </a:lnTo>
                  <a:lnTo>
                    <a:pt x="320574" y="2977492"/>
                  </a:lnTo>
                  <a:lnTo>
                    <a:pt x="256469" y="2874175"/>
                  </a:lnTo>
                  <a:lnTo>
                    <a:pt x="199046" y="2767000"/>
                  </a:lnTo>
                  <a:lnTo>
                    <a:pt x="148537" y="2656399"/>
                  </a:lnTo>
                  <a:lnTo>
                    <a:pt x="105143" y="2542817"/>
                  </a:lnTo>
                  <a:lnTo>
                    <a:pt x="69041" y="2426712"/>
                  </a:lnTo>
                  <a:lnTo>
                    <a:pt x="40375" y="2308550"/>
                  </a:lnTo>
                  <a:lnTo>
                    <a:pt x="19262" y="2188809"/>
                  </a:lnTo>
                  <a:lnTo>
                    <a:pt x="5785" y="2067969"/>
                  </a:lnTo>
                  <a:lnTo>
                    <a:pt x="0" y="1946518"/>
                  </a:lnTo>
                  <a:lnTo>
                    <a:pt x="1929" y="1824944"/>
                  </a:lnTo>
                  <a:lnTo>
                    <a:pt x="11565" y="1703738"/>
                  </a:lnTo>
                  <a:lnTo>
                    <a:pt x="28868" y="1583386"/>
                  </a:lnTo>
                  <a:lnTo>
                    <a:pt x="53771" y="1464375"/>
                  </a:lnTo>
                  <a:lnTo>
                    <a:pt x="86171" y="1347182"/>
                  </a:lnTo>
                  <a:lnTo>
                    <a:pt x="125939" y="1232281"/>
                  </a:lnTo>
                  <a:lnTo>
                    <a:pt x="172914" y="1120133"/>
                  </a:lnTo>
                  <a:lnTo>
                    <a:pt x="226908" y="1011190"/>
                  </a:lnTo>
                  <a:lnTo>
                    <a:pt x="287702" y="905891"/>
                  </a:lnTo>
                  <a:lnTo>
                    <a:pt x="355053" y="804660"/>
                  </a:lnTo>
                  <a:lnTo>
                    <a:pt x="428688" y="707904"/>
                  </a:lnTo>
                  <a:lnTo>
                    <a:pt x="508312" y="616013"/>
                  </a:lnTo>
                  <a:lnTo>
                    <a:pt x="593603" y="529357"/>
                  </a:lnTo>
                  <a:lnTo>
                    <a:pt x="684219" y="448286"/>
                  </a:lnTo>
                  <a:lnTo>
                    <a:pt x="779794" y="373124"/>
                  </a:lnTo>
                  <a:lnTo>
                    <a:pt x="879944" y="304176"/>
                  </a:lnTo>
                  <a:lnTo>
                    <a:pt x="984266" y="241719"/>
                  </a:lnTo>
                  <a:lnTo>
                    <a:pt x="1092338" y="186004"/>
                  </a:lnTo>
                  <a:lnTo>
                    <a:pt x="1203727" y="137255"/>
                  </a:lnTo>
                  <a:lnTo>
                    <a:pt x="1317983" y="95669"/>
                  </a:lnTo>
                  <a:lnTo>
                    <a:pt x="1434646" y="61414"/>
                  </a:lnTo>
                  <a:lnTo>
                    <a:pt x="1553248" y="34626"/>
                  </a:lnTo>
                  <a:lnTo>
                    <a:pt x="1673309" y="15415"/>
                  </a:lnTo>
                  <a:lnTo>
                    <a:pt x="1794348" y="3857"/>
                  </a:lnTo>
                  <a:lnTo>
                    <a:pt x="1915875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2827" y="451498"/>
              <a:ext cx="5848786" cy="5848049"/>
            </a:xfrm>
            <a:custGeom>
              <a:avLst/>
              <a:pathLst>
                <a:path w="5848786" h="5848049">
                  <a:moveTo>
                    <a:pt x="2924393" y="0"/>
                  </a:moveTo>
                  <a:lnTo>
                    <a:pt x="3109892" y="5888"/>
                  </a:lnTo>
                  <a:lnTo>
                    <a:pt x="3294645" y="23530"/>
                  </a:lnTo>
                  <a:lnTo>
                    <a:pt x="3477907" y="52854"/>
                  </a:lnTo>
                  <a:lnTo>
                    <a:pt x="3658940" y="93742"/>
                  </a:lnTo>
                  <a:lnTo>
                    <a:pt x="3837016" y="146030"/>
                  </a:lnTo>
                  <a:lnTo>
                    <a:pt x="4011416" y="209506"/>
                  </a:lnTo>
                  <a:lnTo>
                    <a:pt x="4181440" y="283916"/>
                  </a:lnTo>
                  <a:lnTo>
                    <a:pt x="4346402" y="368960"/>
                  </a:lnTo>
                  <a:lnTo>
                    <a:pt x="4505638" y="464295"/>
                  </a:lnTo>
                  <a:lnTo>
                    <a:pt x="4658507" y="569537"/>
                  </a:lnTo>
                  <a:lnTo>
                    <a:pt x="4804393" y="684264"/>
                  </a:lnTo>
                  <a:lnTo>
                    <a:pt x="4942709" y="808011"/>
                  </a:lnTo>
                  <a:lnTo>
                    <a:pt x="5072898" y="940283"/>
                  </a:lnTo>
                  <a:lnTo>
                    <a:pt x="5194436" y="1080545"/>
                  </a:lnTo>
                  <a:lnTo>
                    <a:pt x="5306833" y="1228233"/>
                  </a:lnTo>
                  <a:lnTo>
                    <a:pt x="5409636" y="1382752"/>
                  </a:lnTo>
                  <a:lnTo>
                    <a:pt x="5502433" y="1543481"/>
                  </a:lnTo>
                  <a:lnTo>
                    <a:pt x="5584849" y="1709771"/>
                  </a:lnTo>
                  <a:lnTo>
                    <a:pt x="5656552" y="1880954"/>
                  </a:lnTo>
                  <a:lnTo>
                    <a:pt x="5717253" y="2056339"/>
                  </a:lnTo>
                  <a:lnTo>
                    <a:pt x="5766709" y="2235222"/>
                  </a:lnTo>
                  <a:lnTo>
                    <a:pt x="5804720" y="2416881"/>
                  </a:lnTo>
                  <a:lnTo>
                    <a:pt x="5831133" y="2600585"/>
                  </a:lnTo>
                  <a:lnTo>
                    <a:pt x="5845841" y="2785595"/>
                  </a:lnTo>
                  <a:lnTo>
                    <a:pt x="5848786" y="2971165"/>
                  </a:lnTo>
                  <a:lnTo>
                    <a:pt x="5839955" y="3156548"/>
                  </a:lnTo>
                  <a:lnTo>
                    <a:pt x="5819384" y="3340998"/>
                  </a:lnTo>
                  <a:lnTo>
                    <a:pt x="5787156" y="3523771"/>
                  </a:lnTo>
                  <a:lnTo>
                    <a:pt x="5743401" y="3704133"/>
                  </a:lnTo>
                  <a:lnTo>
                    <a:pt x="5688294" y="3881356"/>
                  </a:lnTo>
                  <a:lnTo>
                    <a:pt x="5622059" y="4054728"/>
                  </a:lnTo>
                  <a:lnTo>
                    <a:pt x="5544960" y="4223549"/>
                  </a:lnTo>
                  <a:lnTo>
                    <a:pt x="5457310" y="4387141"/>
                  </a:lnTo>
                  <a:lnTo>
                    <a:pt x="5359460" y="4544845"/>
                  </a:lnTo>
                  <a:lnTo>
                    <a:pt x="5251806" y="4696024"/>
                  </a:lnTo>
                  <a:lnTo>
                    <a:pt x="5134780" y="4840072"/>
                  </a:lnTo>
                  <a:lnTo>
                    <a:pt x="5008853" y="4976407"/>
                  </a:lnTo>
                  <a:lnTo>
                    <a:pt x="4874533" y="5104481"/>
                  </a:lnTo>
                  <a:lnTo>
                    <a:pt x="4732360" y="5223778"/>
                  </a:lnTo>
                  <a:lnTo>
                    <a:pt x="4582907" y="5333818"/>
                  </a:lnTo>
                  <a:lnTo>
                    <a:pt x="4426776" y="5434157"/>
                  </a:lnTo>
                  <a:lnTo>
                    <a:pt x="4264596" y="5524392"/>
                  </a:lnTo>
                  <a:lnTo>
                    <a:pt x="4097019" y="5604159"/>
                  </a:lnTo>
                  <a:lnTo>
                    <a:pt x="3924720" y="5673137"/>
                  </a:lnTo>
                  <a:lnTo>
                    <a:pt x="3748393" y="5731048"/>
                  </a:lnTo>
                  <a:lnTo>
                    <a:pt x="3568748" y="5777660"/>
                  </a:lnTo>
                  <a:lnTo>
                    <a:pt x="3386509" y="5812784"/>
                  </a:lnTo>
                  <a:lnTo>
                    <a:pt x="3202409" y="5836278"/>
                  </a:lnTo>
                  <a:lnTo>
                    <a:pt x="3017189" y="5848049"/>
                  </a:lnTo>
                  <a:lnTo>
                    <a:pt x="2831596" y="5848049"/>
                  </a:lnTo>
                  <a:lnTo>
                    <a:pt x="2646376" y="5836278"/>
                  </a:lnTo>
                  <a:lnTo>
                    <a:pt x="2462276" y="5812784"/>
                  </a:lnTo>
                  <a:lnTo>
                    <a:pt x="2280037" y="5777660"/>
                  </a:lnTo>
                  <a:lnTo>
                    <a:pt x="2100392" y="5731048"/>
                  </a:lnTo>
                  <a:lnTo>
                    <a:pt x="1924065" y="5673137"/>
                  </a:lnTo>
                  <a:lnTo>
                    <a:pt x="1751766" y="5604159"/>
                  </a:lnTo>
                  <a:lnTo>
                    <a:pt x="1584189" y="5524392"/>
                  </a:lnTo>
                  <a:lnTo>
                    <a:pt x="1422009" y="5434157"/>
                  </a:lnTo>
                  <a:lnTo>
                    <a:pt x="1265878" y="5333818"/>
                  </a:lnTo>
                  <a:lnTo>
                    <a:pt x="1116425" y="5223778"/>
                  </a:lnTo>
                  <a:lnTo>
                    <a:pt x="974252" y="5104481"/>
                  </a:lnTo>
                  <a:lnTo>
                    <a:pt x="839932" y="4976407"/>
                  </a:lnTo>
                  <a:lnTo>
                    <a:pt x="714006" y="4840072"/>
                  </a:lnTo>
                  <a:lnTo>
                    <a:pt x="596979" y="4696024"/>
                  </a:lnTo>
                  <a:lnTo>
                    <a:pt x="489325" y="4544845"/>
                  </a:lnTo>
                  <a:lnTo>
                    <a:pt x="391475" y="4387141"/>
                  </a:lnTo>
                  <a:lnTo>
                    <a:pt x="303825" y="4223549"/>
                  </a:lnTo>
                  <a:lnTo>
                    <a:pt x="226726" y="4054728"/>
                  </a:lnTo>
                  <a:lnTo>
                    <a:pt x="160491" y="3881356"/>
                  </a:lnTo>
                  <a:lnTo>
                    <a:pt x="105384" y="3704133"/>
                  </a:lnTo>
                  <a:lnTo>
                    <a:pt x="61629" y="3523771"/>
                  </a:lnTo>
                  <a:lnTo>
                    <a:pt x="29401" y="3340998"/>
                  </a:lnTo>
                  <a:lnTo>
                    <a:pt x="8830" y="3156548"/>
                  </a:lnTo>
                  <a:lnTo>
                    <a:pt x="0" y="2971165"/>
                  </a:lnTo>
                  <a:lnTo>
                    <a:pt x="2944" y="2785595"/>
                  </a:lnTo>
                  <a:lnTo>
                    <a:pt x="17652" y="2600585"/>
                  </a:lnTo>
                  <a:lnTo>
                    <a:pt x="44065" y="2416881"/>
                  </a:lnTo>
                  <a:lnTo>
                    <a:pt x="82076" y="2235222"/>
                  </a:lnTo>
                  <a:lnTo>
                    <a:pt x="131532" y="2056339"/>
                  </a:lnTo>
                  <a:lnTo>
                    <a:pt x="192233" y="1880954"/>
                  </a:lnTo>
                  <a:lnTo>
                    <a:pt x="263936" y="1709771"/>
                  </a:lnTo>
                  <a:lnTo>
                    <a:pt x="346352" y="1543481"/>
                  </a:lnTo>
                  <a:lnTo>
                    <a:pt x="439149" y="1382752"/>
                  </a:lnTo>
                  <a:lnTo>
                    <a:pt x="541952" y="1228233"/>
                  </a:lnTo>
                  <a:lnTo>
                    <a:pt x="654349" y="1080545"/>
                  </a:lnTo>
                  <a:lnTo>
                    <a:pt x="775887" y="940283"/>
                  </a:lnTo>
                  <a:lnTo>
                    <a:pt x="906076" y="808011"/>
                  </a:lnTo>
                  <a:lnTo>
                    <a:pt x="1044392" y="684264"/>
                  </a:lnTo>
                  <a:lnTo>
                    <a:pt x="1190278" y="569537"/>
                  </a:lnTo>
                  <a:lnTo>
                    <a:pt x="1343147" y="464295"/>
                  </a:lnTo>
                  <a:lnTo>
                    <a:pt x="1502383" y="368960"/>
                  </a:lnTo>
                  <a:lnTo>
                    <a:pt x="1667345" y="283916"/>
                  </a:lnTo>
                  <a:lnTo>
                    <a:pt x="1837369" y="209506"/>
                  </a:lnTo>
                  <a:lnTo>
                    <a:pt x="2011769" y="146030"/>
                  </a:lnTo>
                  <a:lnTo>
                    <a:pt x="2189845" y="93742"/>
                  </a:lnTo>
                  <a:lnTo>
                    <a:pt x="2370878" y="52854"/>
                  </a:lnTo>
                  <a:lnTo>
                    <a:pt x="2554140" y="23530"/>
                  </a:lnTo>
                  <a:lnTo>
                    <a:pt x="2738893" y="5888"/>
                  </a:lnTo>
                  <a:lnTo>
                    <a:pt x="2924393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8" name="pg18"/>
            <p:cNvSpPr/>
            <p:nvPr/>
          </p:nvSpPr>
          <p:spPr>
            <a:xfrm>
              <a:off x="3062898" y="2245784"/>
              <a:ext cx="3126952" cy="2632450"/>
            </a:xfrm>
            <a:custGeom>
              <a:avLst/>
              <a:pathLst>
                <a:path w="3126952" h="2632450">
                  <a:moveTo>
                    <a:pt x="3126952" y="1130475"/>
                  </a:moveTo>
                  <a:lnTo>
                    <a:pt x="3070338" y="1022870"/>
                  </a:lnTo>
                  <a:lnTo>
                    <a:pt x="3009117" y="920339"/>
                  </a:lnTo>
                  <a:lnTo>
                    <a:pt x="2943630" y="823076"/>
                  </a:lnTo>
                  <a:lnTo>
                    <a:pt x="2874226" y="731251"/>
                  </a:lnTo>
                  <a:lnTo>
                    <a:pt x="2801260" y="645015"/>
                  </a:lnTo>
                  <a:lnTo>
                    <a:pt x="2725093" y="564498"/>
                  </a:lnTo>
                  <a:lnTo>
                    <a:pt x="2646089" y="489809"/>
                  </a:lnTo>
                  <a:lnTo>
                    <a:pt x="2564617" y="421035"/>
                  </a:lnTo>
                  <a:lnTo>
                    <a:pt x="2481048" y="358243"/>
                  </a:lnTo>
                  <a:lnTo>
                    <a:pt x="2395751" y="301478"/>
                  </a:lnTo>
                  <a:lnTo>
                    <a:pt x="2309098" y="250764"/>
                  </a:lnTo>
                  <a:lnTo>
                    <a:pt x="2221457" y="206105"/>
                  </a:lnTo>
                  <a:lnTo>
                    <a:pt x="2133194" y="167481"/>
                  </a:lnTo>
                  <a:lnTo>
                    <a:pt x="2044673" y="134856"/>
                  </a:lnTo>
                  <a:lnTo>
                    <a:pt x="1956251" y="108170"/>
                  </a:lnTo>
                  <a:lnTo>
                    <a:pt x="1868279" y="87346"/>
                  </a:lnTo>
                  <a:lnTo>
                    <a:pt x="1781102" y="72284"/>
                  </a:lnTo>
                  <a:lnTo>
                    <a:pt x="1695058" y="62869"/>
                  </a:lnTo>
                  <a:lnTo>
                    <a:pt x="1610472" y="58964"/>
                  </a:lnTo>
                  <a:lnTo>
                    <a:pt x="1527664" y="60417"/>
                  </a:lnTo>
                  <a:lnTo>
                    <a:pt x="1446940" y="67057"/>
                  </a:lnTo>
                  <a:lnTo>
                    <a:pt x="1368594" y="78697"/>
                  </a:lnTo>
                  <a:lnTo>
                    <a:pt x="1292909" y="95135"/>
                  </a:lnTo>
                  <a:lnTo>
                    <a:pt x="1220152" y="116152"/>
                  </a:lnTo>
                  <a:lnTo>
                    <a:pt x="1150579" y="141516"/>
                  </a:lnTo>
                  <a:lnTo>
                    <a:pt x="1084429" y="170982"/>
                  </a:lnTo>
                  <a:lnTo>
                    <a:pt x="1021924" y="204291"/>
                  </a:lnTo>
                  <a:lnTo>
                    <a:pt x="963273" y="241175"/>
                  </a:lnTo>
                  <a:lnTo>
                    <a:pt x="908665" y="281352"/>
                  </a:lnTo>
                  <a:lnTo>
                    <a:pt x="858273" y="324533"/>
                  </a:lnTo>
                  <a:lnTo>
                    <a:pt x="812251" y="370420"/>
                  </a:lnTo>
                  <a:lnTo>
                    <a:pt x="770738" y="418705"/>
                  </a:lnTo>
                  <a:lnTo>
                    <a:pt x="733849" y="469077"/>
                  </a:lnTo>
                  <a:lnTo>
                    <a:pt x="701684" y="521216"/>
                  </a:lnTo>
                  <a:lnTo>
                    <a:pt x="674322" y="574801"/>
                  </a:lnTo>
                  <a:lnTo>
                    <a:pt x="704761" y="510879"/>
                  </a:lnTo>
                  <a:lnTo>
                    <a:pt x="741465" y="448761"/>
                  </a:lnTo>
                  <a:lnTo>
                    <a:pt x="784323" y="388908"/>
                  </a:lnTo>
                  <a:lnTo>
                    <a:pt x="833194" y="331772"/>
                  </a:lnTo>
                  <a:lnTo>
                    <a:pt x="887906" y="277799"/>
                  </a:lnTo>
                  <a:lnTo>
                    <a:pt x="948260" y="227422"/>
                  </a:lnTo>
                  <a:lnTo>
                    <a:pt x="1014027" y="181063"/>
                  </a:lnTo>
                  <a:lnTo>
                    <a:pt x="1084951" y="139128"/>
                  </a:lnTo>
                  <a:lnTo>
                    <a:pt x="1160749" y="102011"/>
                  </a:lnTo>
                  <a:lnTo>
                    <a:pt x="1241112" y="70085"/>
                  </a:lnTo>
                  <a:lnTo>
                    <a:pt x="1325707" y="43705"/>
                  </a:lnTo>
                  <a:lnTo>
                    <a:pt x="1414175" y="23206"/>
                  </a:lnTo>
                  <a:lnTo>
                    <a:pt x="1506139" y="8900"/>
                  </a:lnTo>
                  <a:lnTo>
                    <a:pt x="1601195" y="1076"/>
                  </a:lnTo>
                  <a:lnTo>
                    <a:pt x="1698925" y="0"/>
                  </a:lnTo>
                  <a:lnTo>
                    <a:pt x="1798888" y="5908"/>
                  </a:lnTo>
                  <a:lnTo>
                    <a:pt x="1862182" y="98970"/>
                  </a:lnTo>
                  <a:lnTo>
                    <a:pt x="1918021" y="195311"/>
                  </a:lnTo>
                  <a:lnTo>
                    <a:pt x="1966260" y="294348"/>
                  </a:lnTo>
                  <a:lnTo>
                    <a:pt x="2006800" y="395496"/>
                  </a:lnTo>
                  <a:lnTo>
                    <a:pt x="2039587" y="498166"/>
                  </a:lnTo>
                  <a:lnTo>
                    <a:pt x="2064609" y="601774"/>
                  </a:lnTo>
                  <a:lnTo>
                    <a:pt x="2081899" y="705742"/>
                  </a:lnTo>
                  <a:lnTo>
                    <a:pt x="2091532" y="809502"/>
                  </a:lnTo>
                  <a:lnTo>
                    <a:pt x="2093625" y="912496"/>
                  </a:lnTo>
                  <a:lnTo>
                    <a:pt x="2088333" y="1014185"/>
                  </a:lnTo>
                  <a:lnTo>
                    <a:pt x="2075851" y="1114045"/>
                  </a:lnTo>
                  <a:lnTo>
                    <a:pt x="2056411" y="1211574"/>
                  </a:lnTo>
                  <a:lnTo>
                    <a:pt x="2030277" y="1306295"/>
                  </a:lnTo>
                  <a:lnTo>
                    <a:pt x="1997749" y="1397755"/>
                  </a:lnTo>
                  <a:lnTo>
                    <a:pt x="1959154" y="1485529"/>
                  </a:lnTo>
                  <a:lnTo>
                    <a:pt x="1914848" y="1569223"/>
                  </a:lnTo>
                  <a:lnTo>
                    <a:pt x="1865213" y="1648473"/>
                  </a:lnTo>
                  <a:lnTo>
                    <a:pt x="1810650" y="1722951"/>
                  </a:lnTo>
                  <a:lnTo>
                    <a:pt x="1751583" y="1792360"/>
                  </a:lnTo>
                  <a:lnTo>
                    <a:pt x="1688452" y="1856441"/>
                  </a:lnTo>
                  <a:lnTo>
                    <a:pt x="1621711" y="1914971"/>
                  </a:lnTo>
                  <a:lnTo>
                    <a:pt x="1551822" y="1967765"/>
                  </a:lnTo>
                  <a:lnTo>
                    <a:pt x="1479260" y="2014674"/>
                  </a:lnTo>
                  <a:lnTo>
                    <a:pt x="1404500" y="2055586"/>
                  </a:lnTo>
                  <a:lnTo>
                    <a:pt x="1328024" y="2090430"/>
                  </a:lnTo>
                  <a:lnTo>
                    <a:pt x="1250308" y="2119170"/>
                  </a:lnTo>
                  <a:lnTo>
                    <a:pt x="1171828" y="2141806"/>
                  </a:lnTo>
                  <a:lnTo>
                    <a:pt x="1093052" y="2158377"/>
                  </a:lnTo>
                  <a:lnTo>
                    <a:pt x="1014438" y="2168956"/>
                  </a:lnTo>
                  <a:lnTo>
                    <a:pt x="936436" y="2173648"/>
                  </a:lnTo>
                  <a:lnTo>
                    <a:pt x="859476" y="2172595"/>
                  </a:lnTo>
                  <a:lnTo>
                    <a:pt x="783975" y="2165966"/>
                  </a:lnTo>
                  <a:lnTo>
                    <a:pt x="710330" y="2153963"/>
                  </a:lnTo>
                  <a:lnTo>
                    <a:pt x="638917" y="2136815"/>
                  </a:lnTo>
                  <a:lnTo>
                    <a:pt x="570090" y="2114775"/>
                  </a:lnTo>
                  <a:lnTo>
                    <a:pt x="504177" y="2088121"/>
                  </a:lnTo>
                  <a:lnTo>
                    <a:pt x="441479" y="2057154"/>
                  </a:lnTo>
                  <a:lnTo>
                    <a:pt x="382272" y="2022193"/>
                  </a:lnTo>
                  <a:lnTo>
                    <a:pt x="326801" y="1983573"/>
                  </a:lnTo>
                  <a:lnTo>
                    <a:pt x="275282" y="1941644"/>
                  </a:lnTo>
                  <a:lnTo>
                    <a:pt x="227900" y="1896769"/>
                  </a:lnTo>
                  <a:lnTo>
                    <a:pt x="184810" y="1849318"/>
                  </a:lnTo>
                  <a:lnTo>
                    <a:pt x="146134" y="1799671"/>
                  </a:lnTo>
                  <a:lnTo>
                    <a:pt x="111963" y="1748208"/>
                  </a:lnTo>
                  <a:lnTo>
                    <a:pt x="82356" y="1695315"/>
                  </a:lnTo>
                  <a:lnTo>
                    <a:pt x="57341" y="1641373"/>
                  </a:lnTo>
                  <a:lnTo>
                    <a:pt x="36915" y="1586763"/>
                  </a:lnTo>
                  <a:lnTo>
                    <a:pt x="21045" y="1531858"/>
                  </a:lnTo>
                  <a:lnTo>
                    <a:pt x="9668" y="1477022"/>
                  </a:lnTo>
                  <a:lnTo>
                    <a:pt x="2692" y="1422612"/>
                  </a:lnTo>
                  <a:lnTo>
                    <a:pt x="0" y="1368968"/>
                  </a:lnTo>
                  <a:lnTo>
                    <a:pt x="1446" y="1316419"/>
                  </a:lnTo>
                  <a:lnTo>
                    <a:pt x="6861" y="1265276"/>
                  </a:lnTo>
                  <a:lnTo>
                    <a:pt x="16055" y="1215829"/>
                  </a:lnTo>
                  <a:lnTo>
                    <a:pt x="28814" y="1168352"/>
                  </a:lnTo>
                  <a:lnTo>
                    <a:pt x="44906" y="1123096"/>
                  </a:lnTo>
                  <a:lnTo>
                    <a:pt x="64083" y="1080288"/>
                  </a:lnTo>
                  <a:lnTo>
                    <a:pt x="86079" y="1040132"/>
                  </a:lnTo>
                  <a:lnTo>
                    <a:pt x="110617" y="1002806"/>
                  </a:lnTo>
                  <a:lnTo>
                    <a:pt x="137411" y="968463"/>
                  </a:lnTo>
                  <a:lnTo>
                    <a:pt x="166163" y="937231"/>
                  </a:lnTo>
                  <a:lnTo>
                    <a:pt x="196570" y="909209"/>
                  </a:lnTo>
                  <a:lnTo>
                    <a:pt x="228326" y="884469"/>
                  </a:lnTo>
                  <a:lnTo>
                    <a:pt x="261123" y="863057"/>
                  </a:lnTo>
                  <a:lnTo>
                    <a:pt x="294652" y="844993"/>
                  </a:lnTo>
                  <a:lnTo>
                    <a:pt x="328609" y="830268"/>
                  </a:lnTo>
                  <a:lnTo>
                    <a:pt x="362695" y="818848"/>
                  </a:lnTo>
                  <a:lnTo>
                    <a:pt x="328293" y="884954"/>
                  </a:lnTo>
                  <a:lnTo>
                    <a:pt x="306853" y="953511"/>
                  </a:lnTo>
                  <a:lnTo>
                    <a:pt x="298185" y="1022112"/>
                  </a:lnTo>
                  <a:lnTo>
                    <a:pt x="301668" y="1088487"/>
                  </a:lnTo>
                  <a:lnTo>
                    <a:pt x="316298" y="1150581"/>
                  </a:lnTo>
                  <a:lnTo>
                    <a:pt x="340737" y="1206613"/>
                  </a:lnTo>
                  <a:lnTo>
                    <a:pt x="373377" y="1255130"/>
                  </a:lnTo>
                  <a:lnTo>
                    <a:pt x="412416" y="1295041"/>
                  </a:lnTo>
                  <a:lnTo>
                    <a:pt x="455929" y="1325642"/>
                  </a:lnTo>
                  <a:lnTo>
                    <a:pt x="501947" y="1346626"/>
                  </a:lnTo>
                  <a:lnTo>
                    <a:pt x="548533" y="1358072"/>
                  </a:lnTo>
                  <a:lnTo>
                    <a:pt x="593859" y="1360424"/>
                  </a:lnTo>
                  <a:lnTo>
                    <a:pt x="636265" y="1354461"/>
                  </a:lnTo>
                  <a:lnTo>
                    <a:pt x="674322" y="1341248"/>
                  </a:lnTo>
                  <a:lnTo>
                    <a:pt x="700146" y="1392672"/>
                  </a:lnTo>
                  <a:lnTo>
                    <a:pt x="736001" y="1440559"/>
                  </a:lnTo>
                  <a:lnTo>
                    <a:pt x="781394" y="1483445"/>
                  </a:lnTo>
                  <a:lnTo>
                    <a:pt x="835640" y="1519932"/>
                  </a:lnTo>
                  <a:lnTo>
                    <a:pt x="897877" y="1548716"/>
                  </a:lnTo>
                  <a:lnTo>
                    <a:pt x="967070" y="1568603"/>
                  </a:lnTo>
                  <a:lnTo>
                    <a:pt x="1042032" y="1578531"/>
                  </a:lnTo>
                  <a:lnTo>
                    <a:pt x="1121439" y="1577592"/>
                  </a:lnTo>
                  <a:lnTo>
                    <a:pt x="1070645" y="1619893"/>
                  </a:lnTo>
                  <a:lnTo>
                    <a:pt x="1015924" y="1656496"/>
                  </a:lnTo>
                  <a:lnTo>
                    <a:pt x="957909" y="1687046"/>
                  </a:lnTo>
                  <a:lnTo>
                    <a:pt x="897262" y="1711255"/>
                  </a:lnTo>
                  <a:lnTo>
                    <a:pt x="834672" y="1728909"/>
                  </a:lnTo>
                  <a:lnTo>
                    <a:pt x="770840" y="1739868"/>
                  </a:lnTo>
                  <a:lnTo>
                    <a:pt x="706479" y="1744068"/>
                  </a:lnTo>
                  <a:lnTo>
                    <a:pt x="642299" y="1741516"/>
                  </a:lnTo>
                  <a:lnTo>
                    <a:pt x="579002" y="1732298"/>
                  </a:lnTo>
                  <a:lnTo>
                    <a:pt x="517278" y="1716570"/>
                  </a:lnTo>
                  <a:lnTo>
                    <a:pt x="457790" y="1694559"/>
                  </a:lnTo>
                  <a:lnTo>
                    <a:pt x="401174" y="1666558"/>
                  </a:lnTo>
                  <a:lnTo>
                    <a:pt x="348025" y="1632927"/>
                  </a:lnTo>
                  <a:lnTo>
                    <a:pt x="298900" y="1594082"/>
                  </a:lnTo>
                  <a:lnTo>
                    <a:pt x="254303" y="1550494"/>
                  </a:lnTo>
                  <a:lnTo>
                    <a:pt x="248439" y="1470105"/>
                  </a:lnTo>
                  <a:lnTo>
                    <a:pt x="254810" y="1394072"/>
                  </a:lnTo>
                  <a:lnTo>
                    <a:pt x="272326" y="1324066"/>
                  </a:lnTo>
                  <a:lnTo>
                    <a:pt x="299685" y="1261566"/>
                  </a:lnTo>
                  <a:lnTo>
                    <a:pt x="335399" y="1207832"/>
                  </a:lnTo>
                  <a:lnTo>
                    <a:pt x="377831" y="1163881"/>
                  </a:lnTo>
                  <a:lnTo>
                    <a:pt x="425227" y="1130475"/>
                  </a:lnTo>
                  <a:lnTo>
                    <a:pt x="387656" y="1146017"/>
                  </a:lnTo>
                  <a:lnTo>
                    <a:pt x="351148" y="1165622"/>
                  </a:lnTo>
                  <a:lnTo>
                    <a:pt x="316034" y="1189213"/>
                  </a:lnTo>
                  <a:lnTo>
                    <a:pt x="282635" y="1216691"/>
                  </a:lnTo>
                  <a:lnTo>
                    <a:pt x="251270" y="1247934"/>
                  </a:lnTo>
                  <a:lnTo>
                    <a:pt x="222247" y="1282797"/>
                  </a:lnTo>
                  <a:lnTo>
                    <a:pt x="195863" y="1321110"/>
                  </a:lnTo>
                  <a:lnTo>
                    <a:pt x="172404" y="1362686"/>
                  </a:lnTo>
                  <a:lnTo>
                    <a:pt x="152146" y="1407315"/>
                  </a:lnTo>
                  <a:lnTo>
                    <a:pt x="135346" y="1454766"/>
                  </a:lnTo>
                  <a:lnTo>
                    <a:pt x="122248" y="1504790"/>
                  </a:lnTo>
                  <a:lnTo>
                    <a:pt x="113077" y="1557122"/>
                  </a:lnTo>
                  <a:lnTo>
                    <a:pt x="108042" y="1611477"/>
                  </a:lnTo>
                  <a:lnTo>
                    <a:pt x="107332" y="1667556"/>
                  </a:lnTo>
                  <a:lnTo>
                    <a:pt x="111113" y="1725047"/>
                  </a:lnTo>
                  <a:lnTo>
                    <a:pt x="119533" y="1783622"/>
                  </a:lnTo>
                  <a:lnTo>
                    <a:pt x="132716" y="1842945"/>
                  </a:lnTo>
                  <a:lnTo>
                    <a:pt x="150762" y="1902668"/>
                  </a:lnTo>
                  <a:lnTo>
                    <a:pt x="173749" y="1962434"/>
                  </a:lnTo>
                  <a:lnTo>
                    <a:pt x="201728" y="2021881"/>
                  </a:lnTo>
                  <a:lnTo>
                    <a:pt x="234729" y="2080640"/>
                  </a:lnTo>
                  <a:lnTo>
                    <a:pt x="272752" y="2138339"/>
                  </a:lnTo>
                  <a:lnTo>
                    <a:pt x="315775" y="2194605"/>
                  </a:lnTo>
                  <a:lnTo>
                    <a:pt x="363747" y="2249063"/>
                  </a:lnTo>
                  <a:lnTo>
                    <a:pt x="416595" y="2301340"/>
                  </a:lnTo>
                  <a:lnTo>
                    <a:pt x="474216" y="2351067"/>
                  </a:lnTo>
                  <a:lnTo>
                    <a:pt x="536483" y="2397880"/>
                  </a:lnTo>
                  <a:lnTo>
                    <a:pt x="603244" y="2441420"/>
                  </a:lnTo>
                  <a:lnTo>
                    <a:pt x="674322" y="2481337"/>
                  </a:lnTo>
                  <a:lnTo>
                    <a:pt x="749513" y="2517292"/>
                  </a:lnTo>
                  <a:lnTo>
                    <a:pt x="828591" y="2548957"/>
                  </a:lnTo>
                  <a:lnTo>
                    <a:pt x="911306" y="2576016"/>
                  </a:lnTo>
                  <a:lnTo>
                    <a:pt x="997386" y="2598170"/>
                  </a:lnTo>
                  <a:lnTo>
                    <a:pt x="1086536" y="2615134"/>
                  </a:lnTo>
                  <a:lnTo>
                    <a:pt x="1178440" y="2626643"/>
                  </a:lnTo>
                  <a:lnTo>
                    <a:pt x="1272764" y="2632450"/>
                  </a:lnTo>
                  <a:lnTo>
                    <a:pt x="1369154" y="2632329"/>
                  </a:lnTo>
                  <a:lnTo>
                    <a:pt x="1467239" y="2626075"/>
                  </a:lnTo>
                  <a:lnTo>
                    <a:pt x="1566633" y="2613508"/>
                  </a:lnTo>
                  <a:lnTo>
                    <a:pt x="1666935" y="2594470"/>
                  </a:lnTo>
                  <a:lnTo>
                    <a:pt x="1767730" y="2568829"/>
                  </a:lnTo>
                  <a:lnTo>
                    <a:pt x="1868593" y="2536479"/>
                  </a:lnTo>
                  <a:lnTo>
                    <a:pt x="1969088" y="2497343"/>
                  </a:lnTo>
                  <a:lnTo>
                    <a:pt x="2068772" y="2451368"/>
                  </a:lnTo>
                  <a:lnTo>
                    <a:pt x="2167195" y="2398532"/>
                  </a:lnTo>
                  <a:lnTo>
                    <a:pt x="2263902" y="2338842"/>
                  </a:lnTo>
                  <a:lnTo>
                    <a:pt x="2358436" y="2272332"/>
                  </a:lnTo>
                  <a:lnTo>
                    <a:pt x="2450338" y="2199068"/>
                  </a:lnTo>
                  <a:lnTo>
                    <a:pt x="2539153" y="2119145"/>
                  </a:lnTo>
                  <a:lnTo>
                    <a:pt x="2624424" y="2032688"/>
                  </a:lnTo>
                  <a:lnTo>
                    <a:pt x="2705702" y="1939851"/>
                  </a:lnTo>
                  <a:lnTo>
                    <a:pt x="2782545" y="1840818"/>
                  </a:lnTo>
                  <a:lnTo>
                    <a:pt x="2854518" y="1735803"/>
                  </a:lnTo>
                  <a:lnTo>
                    <a:pt x="2921196" y="1625049"/>
                  </a:lnTo>
                  <a:lnTo>
                    <a:pt x="2982168" y="1508827"/>
                  </a:lnTo>
                  <a:lnTo>
                    <a:pt x="3037036" y="1387435"/>
                  </a:lnTo>
                  <a:lnTo>
                    <a:pt x="3085418" y="1261201"/>
                  </a:lnTo>
                  <a:close/>
                </a:path>
              </a:pathLst>
            </a:custGeom>
            <a:solidFill>
              <a:srgbClr val="00BFC4">
                <a:alpha val="23921"/>
              </a:srgbClr>
            </a:solidFill>
            <a:ln w="22223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g19"/>
            <p:cNvSpPr/>
            <p:nvPr/>
          </p:nvSpPr>
          <p:spPr>
            <a:xfrm>
              <a:off x="3574632" y="3150480"/>
              <a:ext cx="794906" cy="597965"/>
            </a:xfrm>
            <a:custGeom>
              <a:avLst/>
              <a:pathLst>
                <a:path w="794906" h="597965">
                  <a:moveTo>
                    <a:pt x="794906" y="225779"/>
                  </a:moveTo>
                  <a:lnTo>
                    <a:pt x="742011" y="155424"/>
                  </a:lnTo>
                  <a:lnTo>
                    <a:pt x="682079" y="97736"/>
                  </a:lnTo>
                  <a:lnTo>
                    <a:pt x="617378" y="53300"/>
                  </a:lnTo>
                  <a:lnTo>
                    <a:pt x="550204" y="22342"/>
                  </a:lnTo>
                  <a:lnTo>
                    <a:pt x="482826" y="4734"/>
                  </a:lnTo>
                  <a:lnTo>
                    <a:pt x="417440" y="0"/>
                  </a:lnTo>
                  <a:lnTo>
                    <a:pt x="356113" y="7334"/>
                  </a:lnTo>
                  <a:lnTo>
                    <a:pt x="300740" y="25630"/>
                  </a:lnTo>
                  <a:lnTo>
                    <a:pt x="253004" y="53505"/>
                  </a:lnTo>
                  <a:lnTo>
                    <a:pt x="214331" y="89342"/>
                  </a:lnTo>
                  <a:lnTo>
                    <a:pt x="185868" y="131326"/>
                  </a:lnTo>
                  <a:lnTo>
                    <a:pt x="168450" y="177494"/>
                  </a:lnTo>
                  <a:lnTo>
                    <a:pt x="162587" y="225779"/>
                  </a:lnTo>
                  <a:lnTo>
                    <a:pt x="174159" y="182593"/>
                  </a:lnTo>
                  <a:lnTo>
                    <a:pt x="207297" y="148340"/>
                  </a:lnTo>
                  <a:lnTo>
                    <a:pt x="257430" y="130936"/>
                  </a:lnTo>
                  <a:lnTo>
                    <a:pt x="279806" y="194370"/>
                  </a:lnTo>
                  <a:lnTo>
                    <a:pt x="267468" y="253882"/>
                  </a:lnTo>
                  <a:lnTo>
                    <a:pt x="230332" y="293524"/>
                  </a:lnTo>
                  <a:lnTo>
                    <a:pt x="184078" y="305982"/>
                  </a:lnTo>
                  <a:lnTo>
                    <a:pt x="144403" y="293643"/>
                  </a:lnTo>
                  <a:lnTo>
                    <a:pt x="121940" y="266426"/>
                  </a:lnTo>
                  <a:lnTo>
                    <a:pt x="119401" y="237351"/>
                  </a:lnTo>
                  <a:lnTo>
                    <a:pt x="131740" y="217514"/>
                  </a:lnTo>
                  <a:lnTo>
                    <a:pt x="149038" y="212230"/>
                  </a:lnTo>
                  <a:lnTo>
                    <a:pt x="130652" y="225779"/>
                  </a:lnTo>
                  <a:lnTo>
                    <a:pt x="130973" y="257393"/>
                  </a:lnTo>
                  <a:lnTo>
                    <a:pt x="162587" y="283263"/>
                  </a:lnTo>
                  <a:lnTo>
                    <a:pt x="180572" y="339331"/>
                  </a:lnTo>
                  <a:lnTo>
                    <a:pt x="215878" y="389789"/>
                  </a:lnTo>
                  <a:lnTo>
                    <a:pt x="266975" y="430652"/>
                  </a:lnTo>
                  <a:lnTo>
                    <a:pt x="331527" y="458305"/>
                  </a:lnTo>
                  <a:lnTo>
                    <a:pt x="406469" y="469661"/>
                  </a:lnTo>
                  <a:lnTo>
                    <a:pt x="353088" y="497842"/>
                  </a:lnTo>
                  <a:lnTo>
                    <a:pt x="297552" y="515211"/>
                  </a:lnTo>
                  <a:lnTo>
                    <a:pt x="241936" y="521911"/>
                  </a:lnTo>
                  <a:lnTo>
                    <a:pt x="188194" y="518466"/>
                  </a:lnTo>
                  <a:lnTo>
                    <a:pt x="138094" y="505740"/>
                  </a:lnTo>
                  <a:lnTo>
                    <a:pt x="93158" y="484895"/>
                  </a:lnTo>
                  <a:lnTo>
                    <a:pt x="54616" y="457325"/>
                  </a:lnTo>
                  <a:lnTo>
                    <a:pt x="23376" y="424594"/>
                  </a:lnTo>
                  <a:lnTo>
                    <a:pt x="0" y="388367"/>
                  </a:lnTo>
                  <a:lnTo>
                    <a:pt x="15217" y="324249"/>
                  </a:lnTo>
                  <a:lnTo>
                    <a:pt x="47520" y="273441"/>
                  </a:lnTo>
                  <a:lnTo>
                    <a:pt x="92114" y="239797"/>
                  </a:lnTo>
                  <a:lnTo>
                    <a:pt x="143426" y="225779"/>
                  </a:lnTo>
                  <a:lnTo>
                    <a:pt x="113382" y="233572"/>
                  </a:lnTo>
                  <a:lnTo>
                    <a:pt x="86049" y="250648"/>
                  </a:lnTo>
                  <a:lnTo>
                    <a:pt x="63566" y="276233"/>
                  </a:lnTo>
                  <a:lnTo>
                    <a:pt x="47875" y="309123"/>
                  </a:lnTo>
                  <a:lnTo>
                    <a:pt x="40646" y="347720"/>
                  </a:lnTo>
                  <a:lnTo>
                    <a:pt x="43203" y="390097"/>
                  </a:lnTo>
                  <a:lnTo>
                    <a:pt x="56460" y="434066"/>
                  </a:lnTo>
                  <a:lnTo>
                    <a:pt x="80876" y="477261"/>
                  </a:lnTo>
                  <a:lnTo>
                    <a:pt x="116426" y="517228"/>
                  </a:lnTo>
                  <a:lnTo>
                    <a:pt x="162587" y="551519"/>
                  </a:lnTo>
                  <a:lnTo>
                    <a:pt x="218340" y="577789"/>
                  </a:lnTo>
                  <a:lnTo>
                    <a:pt x="282194" y="593891"/>
                  </a:lnTo>
                  <a:lnTo>
                    <a:pt x="352225" y="597965"/>
                  </a:lnTo>
                  <a:lnTo>
                    <a:pt x="426134" y="588519"/>
                  </a:lnTo>
                  <a:lnTo>
                    <a:pt x="501312" y="564504"/>
                  </a:lnTo>
                  <a:lnTo>
                    <a:pt x="574933" y="525366"/>
                  </a:lnTo>
                  <a:lnTo>
                    <a:pt x="644038" y="471091"/>
                  </a:lnTo>
                  <a:lnTo>
                    <a:pt x="705643" y="402229"/>
                  </a:lnTo>
                  <a:lnTo>
                    <a:pt x="756841" y="319900"/>
                  </a:lnTo>
                  <a:close/>
                </a:path>
              </a:pathLst>
            </a:custGeom>
            <a:solidFill>
              <a:srgbClr val="BE84DB">
                <a:alpha val="23921"/>
              </a:srgbClr>
            </a:solidFill>
            <a:ln w="22223" cap="flat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3670835" y="3243490"/>
              <a:ext cx="296318" cy="271053"/>
            </a:xfrm>
            <a:custGeom>
              <a:avLst/>
              <a:pathLst>
                <a:path w="296318" h="271053">
                  <a:moveTo>
                    <a:pt x="296318" y="132769"/>
                  </a:moveTo>
                  <a:lnTo>
                    <a:pt x="269975" y="78217"/>
                  </a:lnTo>
                  <a:lnTo>
                    <a:pt x="232325" y="36963"/>
                  </a:lnTo>
                  <a:lnTo>
                    <a:pt x="188325" y="10828"/>
                  </a:lnTo>
                  <a:lnTo>
                    <a:pt x="143029" y="17"/>
                  </a:lnTo>
                  <a:lnTo>
                    <a:pt x="101099" y="3211"/>
                  </a:lnTo>
                  <a:lnTo>
                    <a:pt x="66384" y="17802"/>
                  </a:lnTo>
                  <a:lnTo>
                    <a:pt x="121379" y="0"/>
                  </a:lnTo>
                  <a:lnTo>
                    <a:pt x="188325" y="10828"/>
                  </a:lnTo>
                  <a:lnTo>
                    <a:pt x="215381" y="71053"/>
                  </a:lnTo>
                  <a:lnTo>
                    <a:pt x="216480" y="132769"/>
                  </a:lnTo>
                  <a:lnTo>
                    <a:pt x="194728" y="185931"/>
                  </a:lnTo>
                  <a:lnTo>
                    <a:pt x="156711" y="223096"/>
                  </a:lnTo>
                  <a:lnTo>
                    <a:pt x="110991" y="240460"/>
                  </a:lnTo>
                  <a:lnTo>
                    <a:pt x="66384" y="238156"/>
                  </a:lnTo>
                  <a:lnTo>
                    <a:pt x="30332" y="219807"/>
                  </a:lnTo>
                  <a:lnTo>
                    <a:pt x="7672" y="191481"/>
                  </a:lnTo>
                  <a:lnTo>
                    <a:pt x="0" y="160267"/>
                  </a:lnTo>
                  <a:lnTo>
                    <a:pt x="5707" y="132769"/>
                  </a:lnTo>
                  <a:lnTo>
                    <a:pt x="20653" y="113826"/>
                  </a:lnTo>
                  <a:lnTo>
                    <a:pt x="39286" y="105671"/>
                  </a:lnTo>
                  <a:lnTo>
                    <a:pt x="48682" y="140102"/>
                  </a:lnTo>
                  <a:lnTo>
                    <a:pt x="66384" y="132769"/>
                  </a:lnTo>
                  <a:lnTo>
                    <a:pt x="81050" y="168174"/>
                  </a:lnTo>
                  <a:lnTo>
                    <a:pt x="120580" y="186965"/>
                  </a:lnTo>
                  <a:lnTo>
                    <a:pt x="84568" y="200633"/>
                  </a:lnTo>
                  <a:lnTo>
                    <a:pt x="49853" y="194463"/>
                  </a:lnTo>
                  <a:lnTo>
                    <a:pt x="25737" y="173416"/>
                  </a:lnTo>
                  <a:lnTo>
                    <a:pt x="47223" y="132769"/>
                  </a:lnTo>
                  <a:lnTo>
                    <a:pt x="26372" y="147332"/>
                  </a:lnTo>
                  <a:lnTo>
                    <a:pt x="15826" y="175193"/>
                  </a:lnTo>
                  <a:lnTo>
                    <a:pt x="21675" y="210208"/>
                  </a:lnTo>
                  <a:lnTo>
                    <a:pt x="46790" y="243893"/>
                  </a:lnTo>
                  <a:lnTo>
                    <a:pt x="90045" y="266956"/>
                  </a:lnTo>
                  <a:lnTo>
                    <a:pt x="146223" y="271053"/>
                  </a:lnTo>
                  <a:lnTo>
                    <a:pt x="206644" y="250461"/>
                  </a:lnTo>
                  <a:lnTo>
                    <a:pt x="260445" y="203401"/>
                  </a:lnTo>
                  <a:close/>
                </a:path>
              </a:pathLst>
            </a:custGeom>
            <a:solidFill>
              <a:srgbClr val="F8766D">
                <a:alpha val="23921"/>
              </a:srgbClr>
            </a:solidFill>
            <a:ln w="22223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3662701" y="3261912"/>
              <a:ext cx="381098" cy="302515"/>
            </a:xfrm>
            <a:custGeom>
              <a:avLst/>
              <a:pathLst>
                <a:path w="381098" h="302515">
                  <a:moveTo>
                    <a:pt x="381098" y="114347"/>
                  </a:moveTo>
                  <a:lnTo>
                    <a:pt x="333381" y="55264"/>
                  </a:lnTo>
                  <a:lnTo>
                    <a:pt x="276750" y="16958"/>
                  </a:lnTo>
                  <a:lnTo>
                    <a:pt x="217907" y="0"/>
                  </a:lnTo>
                  <a:lnTo>
                    <a:pt x="163267" y="3061"/>
                  </a:lnTo>
                  <a:lnTo>
                    <a:pt x="118463" y="23097"/>
                  </a:lnTo>
                  <a:lnTo>
                    <a:pt x="87919" y="55636"/>
                  </a:lnTo>
                  <a:lnTo>
                    <a:pt x="74519" y="95186"/>
                  </a:lnTo>
                  <a:lnTo>
                    <a:pt x="101617" y="87249"/>
                  </a:lnTo>
                  <a:lnTo>
                    <a:pt x="92584" y="132413"/>
                  </a:lnTo>
                  <a:lnTo>
                    <a:pt x="65486" y="123380"/>
                  </a:lnTo>
                  <a:lnTo>
                    <a:pt x="74519" y="114347"/>
                  </a:lnTo>
                  <a:lnTo>
                    <a:pt x="48971" y="114347"/>
                  </a:lnTo>
                  <a:lnTo>
                    <a:pt x="38388" y="150478"/>
                  </a:lnTo>
                  <a:lnTo>
                    <a:pt x="74519" y="190992"/>
                  </a:lnTo>
                  <a:lnTo>
                    <a:pt x="118515" y="220563"/>
                  </a:lnTo>
                  <a:lnTo>
                    <a:pt x="182911" y="222739"/>
                  </a:lnTo>
                  <a:lnTo>
                    <a:pt x="124014" y="233840"/>
                  </a:lnTo>
                  <a:lnTo>
                    <a:pt x="74519" y="219734"/>
                  </a:lnTo>
                  <a:lnTo>
                    <a:pt x="43355" y="189584"/>
                  </a:lnTo>
                  <a:lnTo>
                    <a:pt x="33872" y="154994"/>
                  </a:lnTo>
                  <a:lnTo>
                    <a:pt x="36197" y="114347"/>
                  </a:lnTo>
                  <a:lnTo>
                    <a:pt x="15909" y="130052"/>
                  </a:lnTo>
                  <a:lnTo>
                    <a:pt x="2611" y="155863"/>
                  </a:lnTo>
                  <a:lnTo>
                    <a:pt x="0" y="188867"/>
                  </a:lnTo>
                  <a:lnTo>
                    <a:pt x="10648" y="224974"/>
                  </a:lnTo>
                  <a:lnTo>
                    <a:pt x="35671" y="259329"/>
                  </a:lnTo>
                  <a:lnTo>
                    <a:pt x="74519" y="286798"/>
                  </a:lnTo>
                  <a:lnTo>
                    <a:pt x="124938" y="302515"/>
                  </a:lnTo>
                  <a:lnTo>
                    <a:pt x="183099" y="302413"/>
                  </a:lnTo>
                  <a:lnTo>
                    <a:pt x="243881" y="283710"/>
                  </a:lnTo>
                  <a:lnTo>
                    <a:pt x="301304" y="245282"/>
                  </a:lnTo>
                  <a:lnTo>
                    <a:pt x="349058" y="187910"/>
                  </a:lnTo>
                  <a:close/>
                </a:path>
              </a:pathLst>
            </a:custGeom>
            <a:solidFill>
              <a:srgbClr val="7AD151">
                <a:alpha val="23921"/>
              </a:srgbClr>
            </a:solidFill>
            <a:ln w="22223" cap="flat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3683024" y="3308515"/>
              <a:ext cx="169163" cy="145183"/>
            </a:xfrm>
            <a:custGeom>
              <a:avLst/>
              <a:pathLst>
                <a:path w="169163" h="145183">
                  <a:moveTo>
                    <a:pt x="169163" y="67744"/>
                  </a:moveTo>
                  <a:lnTo>
                    <a:pt x="137166" y="19842"/>
                  </a:lnTo>
                  <a:lnTo>
                    <a:pt x="92518" y="1368"/>
                  </a:lnTo>
                  <a:lnTo>
                    <a:pt x="54195" y="10261"/>
                  </a:lnTo>
                  <a:lnTo>
                    <a:pt x="121940" y="0"/>
                  </a:lnTo>
                  <a:lnTo>
                    <a:pt x="138519" y="58244"/>
                  </a:lnTo>
                  <a:lnTo>
                    <a:pt x="116775" y="107066"/>
                  </a:lnTo>
                  <a:lnTo>
                    <a:pt x="74989" y="127170"/>
                  </a:lnTo>
                  <a:lnTo>
                    <a:pt x="37018" y="116835"/>
                  </a:lnTo>
                  <a:lnTo>
                    <a:pt x="19429" y="89590"/>
                  </a:lnTo>
                  <a:lnTo>
                    <a:pt x="24274" y="64373"/>
                  </a:lnTo>
                  <a:lnTo>
                    <a:pt x="40646" y="54195"/>
                  </a:lnTo>
                  <a:lnTo>
                    <a:pt x="54195" y="67744"/>
                  </a:lnTo>
                  <a:lnTo>
                    <a:pt x="67744" y="81293"/>
                  </a:lnTo>
                  <a:lnTo>
                    <a:pt x="54195" y="115647"/>
                  </a:lnTo>
                  <a:lnTo>
                    <a:pt x="0" y="121940"/>
                  </a:lnTo>
                  <a:lnTo>
                    <a:pt x="15873" y="67744"/>
                  </a:lnTo>
                  <a:lnTo>
                    <a:pt x="9945" y="93293"/>
                  </a:lnTo>
                  <a:lnTo>
                    <a:pt x="22260" y="123058"/>
                  </a:lnTo>
                  <a:lnTo>
                    <a:pt x="54195" y="144389"/>
                  </a:lnTo>
                  <a:lnTo>
                    <a:pt x="98905" y="145183"/>
                  </a:lnTo>
                  <a:lnTo>
                    <a:pt x="142697" y="118841"/>
                  </a:lnTo>
                  <a:close/>
                </a:path>
              </a:pathLst>
            </a:custGeom>
            <a:solidFill>
              <a:srgbClr val="F1B722">
                <a:alpha val="23921"/>
              </a:srgbClr>
            </a:solidFill>
            <a:ln w="22223" cap="flat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g23"/>
            <p:cNvSpPr/>
            <p:nvPr/>
          </p:nvSpPr>
          <p:spPr>
            <a:xfrm>
              <a:off x="3673469" y="3308515"/>
              <a:ext cx="159556" cy="143834"/>
            </a:xfrm>
            <a:custGeom>
              <a:avLst/>
              <a:pathLst>
                <a:path w="159556" h="143834">
                  <a:moveTo>
                    <a:pt x="159556" y="67744"/>
                  </a:moveTo>
                  <a:lnTo>
                    <a:pt x="130126" y="29422"/>
                  </a:lnTo>
                  <a:lnTo>
                    <a:pt x="92492" y="17962"/>
                  </a:lnTo>
                  <a:lnTo>
                    <a:pt x="63750" y="29422"/>
                  </a:lnTo>
                  <a:lnTo>
                    <a:pt x="131495" y="0"/>
                  </a:lnTo>
                  <a:lnTo>
                    <a:pt x="152179" y="44050"/>
                  </a:lnTo>
                  <a:lnTo>
                    <a:pt x="148066" y="90337"/>
                  </a:lnTo>
                  <a:lnTo>
                    <a:pt x="122463" y="126457"/>
                  </a:lnTo>
                  <a:lnTo>
                    <a:pt x="84138" y="143834"/>
                  </a:lnTo>
                  <a:lnTo>
                    <a:pt x="44464" y="139721"/>
                  </a:lnTo>
                  <a:lnTo>
                    <a:pt x="14071" y="117424"/>
                  </a:lnTo>
                  <a:lnTo>
                    <a:pt x="0" y="84826"/>
                  </a:lnTo>
                  <a:lnTo>
                    <a:pt x="4112" y="51765"/>
                  </a:lnTo>
                  <a:lnTo>
                    <a:pt x="23103" y="27097"/>
                  </a:lnTo>
                  <a:lnTo>
                    <a:pt x="37196" y="78743"/>
                  </a:lnTo>
                  <a:lnTo>
                    <a:pt x="63750" y="67744"/>
                  </a:lnTo>
                  <a:lnTo>
                    <a:pt x="50201" y="81293"/>
                  </a:lnTo>
                  <a:lnTo>
                    <a:pt x="63750" y="67744"/>
                  </a:lnTo>
                  <a:lnTo>
                    <a:pt x="46814" y="84681"/>
                  </a:lnTo>
                  <a:lnTo>
                    <a:pt x="63750" y="115647"/>
                  </a:lnTo>
                  <a:lnTo>
                    <a:pt x="114559" y="118553"/>
                  </a:lnTo>
                  <a:close/>
                </a:path>
              </a:pathLst>
            </a:custGeom>
            <a:solidFill>
              <a:srgbClr val="619CFF">
                <a:alpha val="23921"/>
              </a:srgbClr>
            </a:solidFill>
            <a:ln w="22223" cap="flat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311337" y="2245784"/>
              <a:ext cx="2878512" cy="1750695"/>
            </a:xfrm>
            <a:custGeom>
              <a:avLst/>
              <a:pathLst>
                <a:path w="2878512" h="1750695">
                  <a:moveTo>
                    <a:pt x="425882" y="574801"/>
                  </a:moveTo>
                  <a:lnTo>
                    <a:pt x="456321" y="510879"/>
                  </a:lnTo>
                  <a:lnTo>
                    <a:pt x="493025" y="448761"/>
                  </a:lnTo>
                  <a:lnTo>
                    <a:pt x="535883" y="388908"/>
                  </a:lnTo>
                  <a:lnTo>
                    <a:pt x="584754" y="331772"/>
                  </a:lnTo>
                  <a:lnTo>
                    <a:pt x="639467" y="277799"/>
                  </a:lnTo>
                  <a:lnTo>
                    <a:pt x="699821" y="227422"/>
                  </a:lnTo>
                  <a:lnTo>
                    <a:pt x="765588" y="181063"/>
                  </a:lnTo>
                  <a:lnTo>
                    <a:pt x="836512" y="139128"/>
                  </a:lnTo>
                  <a:lnTo>
                    <a:pt x="912310" y="102011"/>
                  </a:lnTo>
                  <a:lnTo>
                    <a:pt x="992673" y="70085"/>
                  </a:lnTo>
                  <a:lnTo>
                    <a:pt x="1077267" y="43705"/>
                  </a:lnTo>
                  <a:lnTo>
                    <a:pt x="1165736" y="23206"/>
                  </a:lnTo>
                  <a:lnTo>
                    <a:pt x="1257699" y="8900"/>
                  </a:lnTo>
                  <a:lnTo>
                    <a:pt x="1352756" y="1076"/>
                  </a:lnTo>
                  <a:lnTo>
                    <a:pt x="1450485" y="0"/>
                  </a:lnTo>
                  <a:lnTo>
                    <a:pt x="1550449" y="5908"/>
                  </a:lnTo>
                  <a:lnTo>
                    <a:pt x="1625391" y="21661"/>
                  </a:lnTo>
                  <a:lnTo>
                    <a:pt x="1700781" y="41609"/>
                  </a:lnTo>
                  <a:lnTo>
                    <a:pt x="1776404" y="65810"/>
                  </a:lnTo>
                  <a:lnTo>
                    <a:pt x="1852040" y="94311"/>
                  </a:lnTo>
                  <a:lnTo>
                    <a:pt x="1927467" y="127148"/>
                  </a:lnTo>
                  <a:lnTo>
                    <a:pt x="2002459" y="164347"/>
                  </a:lnTo>
                  <a:lnTo>
                    <a:pt x="2076789" y="205922"/>
                  </a:lnTo>
                  <a:lnTo>
                    <a:pt x="2150228" y="251877"/>
                  </a:lnTo>
                  <a:lnTo>
                    <a:pt x="2222545" y="302202"/>
                  </a:lnTo>
                  <a:lnTo>
                    <a:pt x="2293508" y="356879"/>
                  </a:lnTo>
                  <a:lnTo>
                    <a:pt x="2362887" y="415876"/>
                  </a:lnTo>
                  <a:lnTo>
                    <a:pt x="2430452" y="479151"/>
                  </a:lnTo>
                  <a:lnTo>
                    <a:pt x="2495971" y="546649"/>
                  </a:lnTo>
                  <a:lnTo>
                    <a:pt x="2559217" y="618306"/>
                  </a:lnTo>
                  <a:lnTo>
                    <a:pt x="2619965" y="694045"/>
                  </a:lnTo>
                  <a:lnTo>
                    <a:pt x="2677989" y="773776"/>
                  </a:lnTo>
                  <a:lnTo>
                    <a:pt x="2733070" y="857401"/>
                  </a:lnTo>
                  <a:lnTo>
                    <a:pt x="2784992" y="944809"/>
                  </a:lnTo>
                  <a:lnTo>
                    <a:pt x="2833542" y="1035878"/>
                  </a:lnTo>
                  <a:lnTo>
                    <a:pt x="2878512" y="1130475"/>
                  </a:lnTo>
                  <a:lnTo>
                    <a:pt x="2797985" y="1211508"/>
                  </a:lnTo>
                  <a:lnTo>
                    <a:pt x="2714876" y="1287046"/>
                  </a:lnTo>
                  <a:lnTo>
                    <a:pt x="2629467" y="1357010"/>
                  </a:lnTo>
                  <a:lnTo>
                    <a:pt x="2542041" y="1421334"/>
                  </a:lnTo>
                  <a:lnTo>
                    <a:pt x="2452884" y="1479965"/>
                  </a:lnTo>
                  <a:lnTo>
                    <a:pt x="2362282" y="1532863"/>
                  </a:lnTo>
                  <a:lnTo>
                    <a:pt x="2270521" y="1580001"/>
                  </a:lnTo>
                  <a:lnTo>
                    <a:pt x="2177889" y="1621364"/>
                  </a:lnTo>
                  <a:lnTo>
                    <a:pt x="2084673" y="1656951"/>
                  </a:lnTo>
                  <a:lnTo>
                    <a:pt x="1991157" y="1686773"/>
                  </a:lnTo>
                  <a:lnTo>
                    <a:pt x="1897626" y="1710855"/>
                  </a:lnTo>
                  <a:lnTo>
                    <a:pt x="1804361" y="1729233"/>
                  </a:lnTo>
                  <a:lnTo>
                    <a:pt x="1711643" y="1741955"/>
                  </a:lnTo>
                  <a:lnTo>
                    <a:pt x="1619746" y="1749085"/>
                  </a:lnTo>
                  <a:lnTo>
                    <a:pt x="1528943" y="1750695"/>
                  </a:lnTo>
                  <a:lnTo>
                    <a:pt x="1439503" y="1746871"/>
                  </a:lnTo>
                  <a:lnTo>
                    <a:pt x="1351689" y="1737711"/>
                  </a:lnTo>
                  <a:lnTo>
                    <a:pt x="1265759" y="1723324"/>
                  </a:lnTo>
                  <a:lnTo>
                    <a:pt x="1181966" y="1703831"/>
                  </a:lnTo>
                  <a:lnTo>
                    <a:pt x="1100558" y="1679364"/>
                  </a:lnTo>
                  <a:lnTo>
                    <a:pt x="1021773" y="1650064"/>
                  </a:lnTo>
                  <a:lnTo>
                    <a:pt x="945845" y="1616086"/>
                  </a:lnTo>
                  <a:lnTo>
                    <a:pt x="872999" y="1577592"/>
                  </a:lnTo>
                  <a:lnTo>
                    <a:pt x="793593" y="1578531"/>
                  </a:lnTo>
                  <a:lnTo>
                    <a:pt x="718630" y="1568603"/>
                  </a:lnTo>
                  <a:lnTo>
                    <a:pt x="649437" y="1548716"/>
                  </a:lnTo>
                  <a:lnTo>
                    <a:pt x="587201" y="1519932"/>
                  </a:lnTo>
                  <a:lnTo>
                    <a:pt x="532955" y="1483445"/>
                  </a:lnTo>
                  <a:lnTo>
                    <a:pt x="487562" y="1440559"/>
                  </a:lnTo>
                  <a:lnTo>
                    <a:pt x="451707" y="1392672"/>
                  </a:lnTo>
                  <a:lnTo>
                    <a:pt x="425882" y="1341248"/>
                  </a:lnTo>
                  <a:lnTo>
                    <a:pt x="396154" y="1394324"/>
                  </a:lnTo>
                  <a:lnTo>
                    <a:pt x="354617" y="1442710"/>
                  </a:lnTo>
                  <a:lnTo>
                    <a:pt x="302024" y="1484442"/>
                  </a:lnTo>
                  <a:lnTo>
                    <a:pt x="239418" y="1517673"/>
                  </a:lnTo>
                  <a:lnTo>
                    <a:pt x="168111" y="1540716"/>
                  </a:lnTo>
                  <a:lnTo>
                    <a:pt x="89665" y="1552077"/>
                  </a:lnTo>
                  <a:lnTo>
                    <a:pt x="5864" y="1550494"/>
                  </a:lnTo>
                  <a:lnTo>
                    <a:pt x="0" y="1470105"/>
                  </a:lnTo>
                  <a:lnTo>
                    <a:pt x="6370" y="1394072"/>
                  </a:lnTo>
                  <a:lnTo>
                    <a:pt x="23887" y="1324066"/>
                  </a:lnTo>
                  <a:lnTo>
                    <a:pt x="51246" y="1261566"/>
                  </a:lnTo>
                  <a:lnTo>
                    <a:pt x="86960" y="1207832"/>
                  </a:lnTo>
                  <a:lnTo>
                    <a:pt x="129392" y="1163881"/>
                  </a:lnTo>
                  <a:lnTo>
                    <a:pt x="176787" y="1130475"/>
                  </a:lnTo>
                  <a:lnTo>
                    <a:pt x="142003" y="1085513"/>
                  </a:lnTo>
                  <a:lnTo>
                    <a:pt x="116085" y="1029816"/>
                  </a:lnTo>
                  <a:lnTo>
                    <a:pt x="101501" y="965194"/>
                  </a:lnTo>
                  <a:lnTo>
                    <a:pt x="100346" y="893959"/>
                  </a:lnTo>
                  <a:lnTo>
                    <a:pt x="114256" y="818848"/>
                  </a:lnTo>
                </a:path>
              </a:pathLst>
            </a:custGeom>
            <a:ln w="24933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574632" y="3224965"/>
              <a:ext cx="794906" cy="395176"/>
            </a:xfrm>
            <a:custGeom>
              <a:avLst/>
              <a:pathLst>
                <a:path w="794906" h="395176">
                  <a:moveTo>
                    <a:pt x="162587" y="151294"/>
                  </a:moveTo>
                  <a:lnTo>
                    <a:pt x="174159" y="108108"/>
                  </a:lnTo>
                  <a:lnTo>
                    <a:pt x="207297" y="73855"/>
                  </a:lnTo>
                  <a:lnTo>
                    <a:pt x="257430" y="56451"/>
                  </a:lnTo>
                  <a:lnTo>
                    <a:pt x="314408" y="26698"/>
                  </a:lnTo>
                  <a:lnTo>
                    <a:pt x="377669" y="7582"/>
                  </a:lnTo>
                  <a:lnTo>
                    <a:pt x="445640" y="0"/>
                  </a:lnTo>
                  <a:lnTo>
                    <a:pt x="516640" y="4641"/>
                  </a:lnTo>
                  <a:lnTo>
                    <a:pt x="588902" y="21973"/>
                  </a:lnTo>
                  <a:lnTo>
                    <a:pt x="660602" y="52233"/>
                  </a:lnTo>
                  <a:lnTo>
                    <a:pt x="729887" y="95420"/>
                  </a:lnTo>
                  <a:lnTo>
                    <a:pt x="794906" y="151294"/>
                  </a:lnTo>
                  <a:lnTo>
                    <a:pt x="750129" y="217494"/>
                  </a:lnTo>
                  <a:lnTo>
                    <a:pt x="698992" y="273725"/>
                  </a:lnTo>
                  <a:lnTo>
                    <a:pt x="643156" y="319452"/>
                  </a:lnTo>
                  <a:lnTo>
                    <a:pt x="584313" y="354386"/>
                  </a:lnTo>
                  <a:lnTo>
                    <a:pt x="524156" y="378483"/>
                  </a:lnTo>
                  <a:lnTo>
                    <a:pt x="464344" y="391937"/>
                  </a:lnTo>
                  <a:lnTo>
                    <a:pt x="406469" y="395176"/>
                  </a:lnTo>
                  <a:lnTo>
                    <a:pt x="331527" y="383820"/>
                  </a:lnTo>
                  <a:lnTo>
                    <a:pt x="266975" y="356167"/>
                  </a:lnTo>
                  <a:lnTo>
                    <a:pt x="215878" y="315304"/>
                  </a:lnTo>
                  <a:lnTo>
                    <a:pt x="180572" y="264846"/>
                  </a:lnTo>
                  <a:lnTo>
                    <a:pt x="162587" y="208778"/>
                  </a:lnTo>
                  <a:lnTo>
                    <a:pt x="142962" y="249957"/>
                  </a:lnTo>
                  <a:lnTo>
                    <a:pt x="107592" y="284064"/>
                  </a:lnTo>
                  <a:lnTo>
                    <a:pt x="58795" y="306630"/>
                  </a:lnTo>
                  <a:lnTo>
                    <a:pt x="0" y="313882"/>
                  </a:lnTo>
                  <a:lnTo>
                    <a:pt x="15217" y="249764"/>
                  </a:lnTo>
                  <a:lnTo>
                    <a:pt x="47520" y="198956"/>
                  </a:lnTo>
                  <a:lnTo>
                    <a:pt x="92114" y="165312"/>
                  </a:lnTo>
                  <a:lnTo>
                    <a:pt x="143426" y="151294"/>
                  </a:lnTo>
                  <a:lnTo>
                    <a:pt x="149038" y="137745"/>
                  </a:lnTo>
                </a:path>
              </a:pathLst>
            </a:custGeom>
            <a:ln w="24933" cap="flat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3696573" y="3243490"/>
              <a:ext cx="270581" cy="196640"/>
            </a:xfrm>
            <a:custGeom>
              <a:avLst/>
              <a:pathLst>
                <a:path w="270581" h="196640">
                  <a:moveTo>
                    <a:pt x="40646" y="17802"/>
                  </a:moveTo>
                  <a:lnTo>
                    <a:pt x="95641" y="0"/>
                  </a:lnTo>
                  <a:lnTo>
                    <a:pt x="162587" y="10828"/>
                  </a:lnTo>
                  <a:lnTo>
                    <a:pt x="206587" y="36963"/>
                  </a:lnTo>
                  <a:lnTo>
                    <a:pt x="244237" y="78217"/>
                  </a:lnTo>
                  <a:lnTo>
                    <a:pt x="270581" y="132769"/>
                  </a:lnTo>
                  <a:lnTo>
                    <a:pt x="213390" y="179056"/>
                  </a:lnTo>
                  <a:lnTo>
                    <a:pt x="151274" y="196640"/>
                  </a:lnTo>
                  <a:lnTo>
                    <a:pt x="94842" y="186965"/>
                  </a:lnTo>
                  <a:lnTo>
                    <a:pt x="55312" y="168174"/>
                  </a:lnTo>
                  <a:lnTo>
                    <a:pt x="40646" y="132769"/>
                  </a:lnTo>
                  <a:lnTo>
                    <a:pt x="0" y="173416"/>
                  </a:lnTo>
                  <a:lnTo>
                    <a:pt x="21485" y="132769"/>
                  </a:lnTo>
                  <a:lnTo>
                    <a:pt x="13548" y="105671"/>
                  </a:lnTo>
                </a:path>
              </a:pathLst>
            </a:custGeom>
            <a:ln w="24933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3696573" y="3310147"/>
              <a:ext cx="347225" cy="174504"/>
            </a:xfrm>
            <a:custGeom>
              <a:avLst/>
              <a:pathLst>
                <a:path w="347225" h="174504">
                  <a:moveTo>
                    <a:pt x="40646" y="46951"/>
                  </a:moveTo>
                  <a:lnTo>
                    <a:pt x="67744" y="39014"/>
                  </a:lnTo>
                  <a:lnTo>
                    <a:pt x="115055" y="12051"/>
                  </a:lnTo>
                  <a:lnTo>
                    <a:pt x="170399" y="0"/>
                  </a:lnTo>
                  <a:lnTo>
                    <a:pt x="230169" y="4532"/>
                  </a:lnTo>
                  <a:lnTo>
                    <a:pt x="290460" y="26545"/>
                  </a:lnTo>
                  <a:lnTo>
                    <a:pt x="347225" y="66112"/>
                  </a:lnTo>
                  <a:lnTo>
                    <a:pt x="303748" y="118446"/>
                  </a:lnTo>
                  <a:lnTo>
                    <a:pt x="253078" y="154104"/>
                  </a:lnTo>
                  <a:lnTo>
                    <a:pt x="199966" y="172566"/>
                  </a:lnTo>
                  <a:lnTo>
                    <a:pt x="149038" y="174504"/>
                  </a:lnTo>
                  <a:lnTo>
                    <a:pt x="84642" y="172328"/>
                  </a:lnTo>
                  <a:lnTo>
                    <a:pt x="40646" y="142757"/>
                  </a:lnTo>
                  <a:lnTo>
                    <a:pt x="0" y="106759"/>
                  </a:lnTo>
                  <a:lnTo>
                    <a:pt x="2324" y="66112"/>
                  </a:lnTo>
                  <a:lnTo>
                    <a:pt x="40646" y="66112"/>
                  </a:lnTo>
                </a:path>
              </a:pathLst>
            </a:custGeom>
            <a:ln w="24933" cap="flat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3683024" y="3308515"/>
              <a:ext cx="169163" cy="121940"/>
            </a:xfrm>
            <a:custGeom>
              <a:avLst/>
              <a:pathLst>
                <a:path w="169163" h="121940">
                  <a:moveTo>
                    <a:pt x="54195" y="10261"/>
                  </a:moveTo>
                  <a:lnTo>
                    <a:pt x="121940" y="0"/>
                  </a:lnTo>
                  <a:lnTo>
                    <a:pt x="151560" y="27415"/>
                  </a:lnTo>
                  <a:lnTo>
                    <a:pt x="169163" y="67744"/>
                  </a:lnTo>
                  <a:lnTo>
                    <a:pt x="116155" y="93409"/>
                  </a:lnTo>
                  <a:lnTo>
                    <a:pt x="67744" y="81293"/>
                  </a:lnTo>
                  <a:lnTo>
                    <a:pt x="54195" y="67744"/>
                  </a:lnTo>
                  <a:lnTo>
                    <a:pt x="39530" y="103150"/>
                  </a:lnTo>
                  <a:lnTo>
                    <a:pt x="0" y="121940"/>
                  </a:lnTo>
                  <a:lnTo>
                    <a:pt x="15873" y="67744"/>
                  </a:lnTo>
                  <a:lnTo>
                    <a:pt x="40646" y="54195"/>
                  </a:lnTo>
                </a:path>
              </a:pathLst>
            </a:custGeom>
            <a:ln w="24933" cap="flat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3696573" y="3308515"/>
              <a:ext cx="136452" cy="86076"/>
            </a:xfrm>
            <a:custGeom>
              <a:avLst/>
              <a:pathLst>
                <a:path w="136452" h="86076">
                  <a:moveTo>
                    <a:pt x="40646" y="29422"/>
                  </a:moveTo>
                  <a:lnTo>
                    <a:pt x="108391" y="0"/>
                  </a:lnTo>
                  <a:lnTo>
                    <a:pt x="136452" y="67744"/>
                  </a:lnTo>
                  <a:lnTo>
                    <a:pt x="84903" y="86076"/>
                  </a:lnTo>
                  <a:lnTo>
                    <a:pt x="40646" y="67744"/>
                  </a:lnTo>
                  <a:lnTo>
                    <a:pt x="40646" y="67744"/>
                  </a:lnTo>
                  <a:lnTo>
                    <a:pt x="27097" y="81293"/>
                  </a:lnTo>
                  <a:lnTo>
                    <a:pt x="40646" y="67744"/>
                  </a:lnTo>
                  <a:lnTo>
                    <a:pt x="0" y="27097"/>
                  </a:lnTo>
                </a:path>
              </a:pathLst>
            </a:custGeom>
            <a:ln w="24933" cap="flat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3930670" y="3339775"/>
              <a:ext cx="72969" cy="72969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0636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3700736" y="3224808"/>
              <a:ext cx="72969" cy="72969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0636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3822676" y="3217834"/>
              <a:ext cx="72969" cy="72969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0636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3673638" y="3312677"/>
              <a:ext cx="72969" cy="72969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0636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3700736" y="3339775"/>
              <a:ext cx="72969" cy="72969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0636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3754932" y="3393971"/>
              <a:ext cx="72969" cy="72969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0636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3660089" y="3380422"/>
              <a:ext cx="72969" cy="72969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0636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3681574" y="3339775"/>
              <a:ext cx="72969" cy="72969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0636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4007314" y="3339775"/>
              <a:ext cx="72969" cy="72969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0636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3700736" y="3320614"/>
              <a:ext cx="72969" cy="72969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0636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3727834" y="3312677"/>
              <a:ext cx="72969" cy="72969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0636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3700736" y="3339775"/>
              <a:ext cx="72969" cy="72969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0636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3700736" y="3416420"/>
              <a:ext cx="72969" cy="72969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0636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3809127" y="3448167"/>
              <a:ext cx="72969" cy="72969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0636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3660089" y="3380422"/>
              <a:ext cx="72969" cy="72969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0636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3662413" y="3339775"/>
              <a:ext cx="72969" cy="72969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0636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4333054" y="3339775"/>
              <a:ext cx="72969" cy="72969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0636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3700736" y="3339775"/>
              <a:ext cx="72969" cy="72969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0636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3795578" y="3244932"/>
              <a:ext cx="72969" cy="72969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0636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3687187" y="3326226"/>
              <a:ext cx="72969" cy="72969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0636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3700736" y="3397259"/>
              <a:ext cx="72969" cy="72969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0636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3944617" y="3583657"/>
              <a:ext cx="72969" cy="72969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0636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3538148" y="3502363"/>
              <a:ext cx="72969" cy="72969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0636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3681574" y="3339775"/>
              <a:ext cx="72969" cy="72969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0636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3796541" y="3339775"/>
              <a:ext cx="72969" cy="72969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0636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3700736" y="3301453"/>
              <a:ext cx="72969" cy="72969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0636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3768481" y="3272030"/>
              <a:ext cx="72969" cy="72969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0636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3660089" y="3299128"/>
              <a:ext cx="72969" cy="72969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0636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3700736" y="3339775"/>
              <a:ext cx="72969" cy="72969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0636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3700736" y="3339775"/>
              <a:ext cx="72969" cy="72969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0636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3687187" y="3353324"/>
              <a:ext cx="72969" cy="72969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0636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3700736" y="3339775"/>
              <a:ext cx="72969" cy="72969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0636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6153365" y="3339775"/>
              <a:ext cx="72969" cy="72969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0636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3700736" y="2784101"/>
              <a:ext cx="72969" cy="72969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0636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4825302" y="2215209"/>
              <a:ext cx="72969" cy="72969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0636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3389109" y="3028148"/>
              <a:ext cx="72969" cy="72969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0636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3700736" y="3550548"/>
              <a:ext cx="72969" cy="72969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0636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4147852" y="3786892"/>
              <a:ext cx="72969" cy="72969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0636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3280717" y="3759794"/>
              <a:ext cx="72969" cy="72969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0636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3451640" y="3339775"/>
              <a:ext cx="72969" cy="72969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0636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3815703" y="3339775"/>
              <a:ext cx="72969" cy="72969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0636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3700736" y="3282292"/>
              <a:ext cx="72969" cy="72969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0636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3768481" y="3272030"/>
              <a:ext cx="72969" cy="72969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0636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3687187" y="3326226"/>
              <a:ext cx="72969" cy="72969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0636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3700736" y="3339775"/>
              <a:ext cx="72969" cy="72969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0636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3714285" y="3353324"/>
              <a:ext cx="72969" cy="72969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0636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3646540" y="3393971"/>
              <a:ext cx="72969" cy="72969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0636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3662413" y="3339775"/>
              <a:ext cx="72969" cy="72969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0636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3737220" y="776472"/>
              <a:ext cx="0" cy="2599787"/>
            </a:xfrm>
            <a:custGeom>
              <a:avLst/>
              <a:pathLst>
                <a:path w="0" h="2599787">
                  <a:moveTo>
                    <a:pt x="0" y="2599787"/>
                  </a:moveTo>
                  <a:lnTo>
                    <a:pt x="0" y="2510139"/>
                  </a:lnTo>
                  <a:lnTo>
                    <a:pt x="0" y="2420491"/>
                  </a:lnTo>
                  <a:lnTo>
                    <a:pt x="0" y="2330844"/>
                  </a:lnTo>
                  <a:lnTo>
                    <a:pt x="0" y="2241196"/>
                  </a:lnTo>
                  <a:lnTo>
                    <a:pt x="0" y="2151548"/>
                  </a:lnTo>
                  <a:lnTo>
                    <a:pt x="0" y="2061900"/>
                  </a:lnTo>
                  <a:lnTo>
                    <a:pt x="0" y="1972252"/>
                  </a:lnTo>
                  <a:lnTo>
                    <a:pt x="0" y="1882604"/>
                  </a:lnTo>
                  <a:lnTo>
                    <a:pt x="0" y="1792957"/>
                  </a:lnTo>
                  <a:lnTo>
                    <a:pt x="0" y="1703309"/>
                  </a:lnTo>
                  <a:lnTo>
                    <a:pt x="0" y="1613661"/>
                  </a:lnTo>
                  <a:lnTo>
                    <a:pt x="0" y="1524013"/>
                  </a:lnTo>
                  <a:lnTo>
                    <a:pt x="0" y="1434365"/>
                  </a:lnTo>
                  <a:lnTo>
                    <a:pt x="0" y="1344717"/>
                  </a:lnTo>
                  <a:lnTo>
                    <a:pt x="0" y="1255069"/>
                  </a:lnTo>
                  <a:lnTo>
                    <a:pt x="0" y="1165422"/>
                  </a:lnTo>
                  <a:lnTo>
                    <a:pt x="0" y="1075774"/>
                  </a:lnTo>
                  <a:lnTo>
                    <a:pt x="0" y="986126"/>
                  </a:lnTo>
                  <a:lnTo>
                    <a:pt x="0" y="896478"/>
                  </a:lnTo>
                  <a:lnTo>
                    <a:pt x="0" y="806830"/>
                  </a:lnTo>
                  <a:lnTo>
                    <a:pt x="0" y="717182"/>
                  </a:lnTo>
                  <a:lnTo>
                    <a:pt x="0" y="627534"/>
                  </a:lnTo>
                  <a:lnTo>
                    <a:pt x="0" y="537887"/>
                  </a:lnTo>
                  <a:lnTo>
                    <a:pt x="0" y="448239"/>
                  </a:lnTo>
                  <a:lnTo>
                    <a:pt x="0" y="358591"/>
                  </a:lnTo>
                  <a:lnTo>
                    <a:pt x="0" y="268943"/>
                  </a:lnTo>
                  <a:lnTo>
                    <a:pt x="0" y="179295"/>
                  </a:lnTo>
                  <a:lnTo>
                    <a:pt x="0" y="89647"/>
                  </a:lnTo>
                  <a:lnTo>
                    <a:pt x="0" y="0"/>
                  </a:lnTo>
                </a:path>
              </a:pathLst>
            </a:custGeom>
            <a:ln w="11382" cap="flat">
              <a:solidFill>
                <a:srgbClr val="4E4E4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3737220" y="1537932"/>
              <a:ext cx="1838327" cy="1838327"/>
            </a:xfrm>
            <a:custGeom>
              <a:avLst/>
              <a:pathLst>
                <a:path w="1838327" h="1838327">
                  <a:moveTo>
                    <a:pt x="0" y="1838327"/>
                  </a:moveTo>
                  <a:lnTo>
                    <a:pt x="63390" y="1774936"/>
                  </a:lnTo>
                  <a:lnTo>
                    <a:pt x="126781" y="1711546"/>
                  </a:lnTo>
                  <a:lnTo>
                    <a:pt x="190171" y="1648155"/>
                  </a:lnTo>
                  <a:lnTo>
                    <a:pt x="253562" y="1584765"/>
                  </a:lnTo>
                  <a:lnTo>
                    <a:pt x="316953" y="1521374"/>
                  </a:lnTo>
                  <a:lnTo>
                    <a:pt x="380343" y="1457983"/>
                  </a:lnTo>
                  <a:lnTo>
                    <a:pt x="443734" y="1394593"/>
                  </a:lnTo>
                  <a:lnTo>
                    <a:pt x="507124" y="1331202"/>
                  </a:lnTo>
                  <a:lnTo>
                    <a:pt x="570515" y="1267812"/>
                  </a:lnTo>
                  <a:lnTo>
                    <a:pt x="633906" y="1204421"/>
                  </a:lnTo>
                  <a:lnTo>
                    <a:pt x="697296" y="1141030"/>
                  </a:lnTo>
                  <a:lnTo>
                    <a:pt x="760687" y="1077640"/>
                  </a:lnTo>
                  <a:lnTo>
                    <a:pt x="824077" y="1014249"/>
                  </a:lnTo>
                  <a:lnTo>
                    <a:pt x="887468" y="950859"/>
                  </a:lnTo>
                  <a:lnTo>
                    <a:pt x="950859" y="887468"/>
                  </a:lnTo>
                  <a:lnTo>
                    <a:pt x="1014249" y="824077"/>
                  </a:lnTo>
                  <a:lnTo>
                    <a:pt x="1077640" y="760687"/>
                  </a:lnTo>
                  <a:lnTo>
                    <a:pt x="1141030" y="697296"/>
                  </a:lnTo>
                  <a:lnTo>
                    <a:pt x="1204421" y="633906"/>
                  </a:lnTo>
                  <a:lnTo>
                    <a:pt x="1267812" y="570515"/>
                  </a:lnTo>
                  <a:lnTo>
                    <a:pt x="1331202" y="507124"/>
                  </a:lnTo>
                  <a:lnTo>
                    <a:pt x="1394593" y="443734"/>
                  </a:lnTo>
                  <a:lnTo>
                    <a:pt x="1457983" y="380343"/>
                  </a:lnTo>
                  <a:lnTo>
                    <a:pt x="1521374" y="316953"/>
                  </a:lnTo>
                  <a:lnTo>
                    <a:pt x="1584765" y="253562"/>
                  </a:lnTo>
                  <a:lnTo>
                    <a:pt x="1648155" y="190171"/>
                  </a:lnTo>
                  <a:lnTo>
                    <a:pt x="1711546" y="126781"/>
                  </a:lnTo>
                  <a:lnTo>
                    <a:pt x="1774936" y="63390"/>
                  </a:lnTo>
                  <a:lnTo>
                    <a:pt x="1838327" y="0"/>
                  </a:lnTo>
                </a:path>
              </a:pathLst>
            </a:custGeom>
            <a:ln w="11382" cap="flat">
              <a:solidFill>
                <a:srgbClr val="4E4E4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3737220" y="3376260"/>
              <a:ext cx="2599787" cy="0"/>
            </a:xfrm>
            <a:custGeom>
              <a:avLst/>
              <a:pathLst>
                <a:path w="2599787" h="0">
                  <a:moveTo>
                    <a:pt x="0" y="0"/>
                  </a:moveTo>
                  <a:lnTo>
                    <a:pt x="89647" y="0"/>
                  </a:lnTo>
                  <a:lnTo>
                    <a:pt x="179295" y="0"/>
                  </a:lnTo>
                  <a:lnTo>
                    <a:pt x="268943" y="0"/>
                  </a:lnTo>
                  <a:lnTo>
                    <a:pt x="358591" y="0"/>
                  </a:lnTo>
                  <a:lnTo>
                    <a:pt x="448239" y="0"/>
                  </a:lnTo>
                  <a:lnTo>
                    <a:pt x="537887" y="0"/>
                  </a:lnTo>
                  <a:lnTo>
                    <a:pt x="627534" y="0"/>
                  </a:lnTo>
                  <a:lnTo>
                    <a:pt x="717182" y="0"/>
                  </a:lnTo>
                  <a:lnTo>
                    <a:pt x="806830" y="0"/>
                  </a:lnTo>
                  <a:lnTo>
                    <a:pt x="896478" y="0"/>
                  </a:lnTo>
                  <a:lnTo>
                    <a:pt x="986126" y="0"/>
                  </a:lnTo>
                  <a:lnTo>
                    <a:pt x="1075774" y="0"/>
                  </a:lnTo>
                  <a:lnTo>
                    <a:pt x="1165422" y="0"/>
                  </a:lnTo>
                  <a:lnTo>
                    <a:pt x="1255069" y="0"/>
                  </a:lnTo>
                  <a:lnTo>
                    <a:pt x="1344717" y="0"/>
                  </a:lnTo>
                  <a:lnTo>
                    <a:pt x="1434365" y="0"/>
                  </a:lnTo>
                  <a:lnTo>
                    <a:pt x="1524013" y="0"/>
                  </a:lnTo>
                  <a:lnTo>
                    <a:pt x="1613661" y="0"/>
                  </a:lnTo>
                  <a:lnTo>
                    <a:pt x="1703309" y="0"/>
                  </a:lnTo>
                  <a:lnTo>
                    <a:pt x="1792957" y="0"/>
                  </a:lnTo>
                  <a:lnTo>
                    <a:pt x="1882604" y="0"/>
                  </a:lnTo>
                  <a:lnTo>
                    <a:pt x="1972252" y="0"/>
                  </a:lnTo>
                  <a:lnTo>
                    <a:pt x="2061900" y="0"/>
                  </a:lnTo>
                  <a:lnTo>
                    <a:pt x="2151548" y="0"/>
                  </a:lnTo>
                  <a:lnTo>
                    <a:pt x="2241196" y="0"/>
                  </a:lnTo>
                  <a:lnTo>
                    <a:pt x="2330844" y="0"/>
                  </a:lnTo>
                  <a:lnTo>
                    <a:pt x="2420491" y="0"/>
                  </a:lnTo>
                  <a:lnTo>
                    <a:pt x="2510139" y="0"/>
                  </a:lnTo>
                  <a:lnTo>
                    <a:pt x="2599787" y="0"/>
                  </a:lnTo>
                </a:path>
              </a:pathLst>
            </a:custGeom>
            <a:ln w="11382" cap="flat">
              <a:solidFill>
                <a:srgbClr val="4E4E4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3737220" y="3376260"/>
              <a:ext cx="1838327" cy="1838327"/>
            </a:xfrm>
            <a:custGeom>
              <a:avLst/>
              <a:pathLst>
                <a:path w="1838327" h="1838327">
                  <a:moveTo>
                    <a:pt x="0" y="0"/>
                  </a:moveTo>
                  <a:lnTo>
                    <a:pt x="63390" y="63390"/>
                  </a:lnTo>
                  <a:lnTo>
                    <a:pt x="126781" y="126781"/>
                  </a:lnTo>
                  <a:lnTo>
                    <a:pt x="190171" y="190171"/>
                  </a:lnTo>
                  <a:lnTo>
                    <a:pt x="253562" y="253562"/>
                  </a:lnTo>
                  <a:lnTo>
                    <a:pt x="316953" y="316953"/>
                  </a:lnTo>
                  <a:lnTo>
                    <a:pt x="380343" y="380343"/>
                  </a:lnTo>
                  <a:lnTo>
                    <a:pt x="443734" y="443734"/>
                  </a:lnTo>
                  <a:lnTo>
                    <a:pt x="507124" y="507124"/>
                  </a:lnTo>
                  <a:lnTo>
                    <a:pt x="570515" y="570515"/>
                  </a:lnTo>
                  <a:lnTo>
                    <a:pt x="633906" y="633906"/>
                  </a:lnTo>
                  <a:lnTo>
                    <a:pt x="697296" y="697296"/>
                  </a:lnTo>
                  <a:lnTo>
                    <a:pt x="760687" y="760687"/>
                  </a:lnTo>
                  <a:lnTo>
                    <a:pt x="824077" y="824077"/>
                  </a:lnTo>
                  <a:lnTo>
                    <a:pt x="887468" y="887468"/>
                  </a:lnTo>
                  <a:lnTo>
                    <a:pt x="950859" y="950859"/>
                  </a:lnTo>
                  <a:lnTo>
                    <a:pt x="1014249" y="1014249"/>
                  </a:lnTo>
                  <a:lnTo>
                    <a:pt x="1077640" y="1077640"/>
                  </a:lnTo>
                  <a:lnTo>
                    <a:pt x="1141030" y="1141030"/>
                  </a:lnTo>
                  <a:lnTo>
                    <a:pt x="1204421" y="1204421"/>
                  </a:lnTo>
                  <a:lnTo>
                    <a:pt x="1267812" y="1267812"/>
                  </a:lnTo>
                  <a:lnTo>
                    <a:pt x="1331202" y="1331202"/>
                  </a:lnTo>
                  <a:lnTo>
                    <a:pt x="1394593" y="1394593"/>
                  </a:lnTo>
                  <a:lnTo>
                    <a:pt x="1457983" y="1457983"/>
                  </a:lnTo>
                  <a:lnTo>
                    <a:pt x="1521374" y="1521374"/>
                  </a:lnTo>
                  <a:lnTo>
                    <a:pt x="1584765" y="1584765"/>
                  </a:lnTo>
                  <a:lnTo>
                    <a:pt x="1648155" y="1648155"/>
                  </a:lnTo>
                  <a:lnTo>
                    <a:pt x="1711546" y="1711546"/>
                  </a:lnTo>
                  <a:lnTo>
                    <a:pt x="1774936" y="1774936"/>
                  </a:lnTo>
                  <a:lnTo>
                    <a:pt x="1838327" y="1838327"/>
                  </a:lnTo>
                </a:path>
              </a:pathLst>
            </a:custGeom>
            <a:ln w="11382" cap="flat">
              <a:solidFill>
                <a:srgbClr val="4E4E4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3737220" y="3376260"/>
              <a:ext cx="0" cy="2599787"/>
            </a:xfrm>
            <a:custGeom>
              <a:avLst/>
              <a:pathLst>
                <a:path w="0" h="2599787">
                  <a:moveTo>
                    <a:pt x="0" y="0"/>
                  </a:moveTo>
                  <a:lnTo>
                    <a:pt x="0" y="89647"/>
                  </a:lnTo>
                  <a:lnTo>
                    <a:pt x="0" y="179295"/>
                  </a:lnTo>
                  <a:lnTo>
                    <a:pt x="0" y="268943"/>
                  </a:lnTo>
                  <a:lnTo>
                    <a:pt x="0" y="358591"/>
                  </a:lnTo>
                  <a:lnTo>
                    <a:pt x="0" y="448239"/>
                  </a:lnTo>
                  <a:lnTo>
                    <a:pt x="0" y="537887"/>
                  </a:lnTo>
                  <a:lnTo>
                    <a:pt x="0" y="627534"/>
                  </a:lnTo>
                  <a:lnTo>
                    <a:pt x="0" y="717182"/>
                  </a:lnTo>
                  <a:lnTo>
                    <a:pt x="0" y="806830"/>
                  </a:lnTo>
                  <a:lnTo>
                    <a:pt x="0" y="896478"/>
                  </a:lnTo>
                  <a:lnTo>
                    <a:pt x="0" y="986126"/>
                  </a:lnTo>
                  <a:lnTo>
                    <a:pt x="0" y="1075774"/>
                  </a:lnTo>
                  <a:lnTo>
                    <a:pt x="0" y="1165422"/>
                  </a:lnTo>
                  <a:lnTo>
                    <a:pt x="0" y="1255069"/>
                  </a:lnTo>
                  <a:lnTo>
                    <a:pt x="0" y="1344717"/>
                  </a:lnTo>
                  <a:lnTo>
                    <a:pt x="0" y="1434365"/>
                  </a:lnTo>
                  <a:lnTo>
                    <a:pt x="0" y="1524013"/>
                  </a:lnTo>
                  <a:lnTo>
                    <a:pt x="0" y="1613661"/>
                  </a:lnTo>
                  <a:lnTo>
                    <a:pt x="0" y="1703309"/>
                  </a:lnTo>
                  <a:lnTo>
                    <a:pt x="0" y="1792957"/>
                  </a:lnTo>
                  <a:lnTo>
                    <a:pt x="0" y="1882604"/>
                  </a:lnTo>
                  <a:lnTo>
                    <a:pt x="0" y="1972252"/>
                  </a:lnTo>
                  <a:lnTo>
                    <a:pt x="0" y="2061900"/>
                  </a:lnTo>
                  <a:lnTo>
                    <a:pt x="0" y="2151548"/>
                  </a:lnTo>
                  <a:lnTo>
                    <a:pt x="0" y="2241196"/>
                  </a:lnTo>
                  <a:lnTo>
                    <a:pt x="0" y="2330844"/>
                  </a:lnTo>
                  <a:lnTo>
                    <a:pt x="0" y="2420491"/>
                  </a:lnTo>
                  <a:lnTo>
                    <a:pt x="0" y="2510139"/>
                  </a:lnTo>
                  <a:lnTo>
                    <a:pt x="0" y="2599787"/>
                  </a:lnTo>
                </a:path>
              </a:pathLst>
            </a:custGeom>
            <a:ln w="11382" cap="flat">
              <a:solidFill>
                <a:srgbClr val="4E4E4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1898893" y="3376260"/>
              <a:ext cx="1838327" cy="1838327"/>
            </a:xfrm>
            <a:custGeom>
              <a:avLst/>
              <a:pathLst>
                <a:path w="1838327" h="1838327">
                  <a:moveTo>
                    <a:pt x="1838327" y="0"/>
                  </a:moveTo>
                  <a:lnTo>
                    <a:pt x="1774936" y="63390"/>
                  </a:lnTo>
                  <a:lnTo>
                    <a:pt x="1711546" y="126781"/>
                  </a:lnTo>
                  <a:lnTo>
                    <a:pt x="1648155" y="190171"/>
                  </a:lnTo>
                  <a:lnTo>
                    <a:pt x="1584765" y="253562"/>
                  </a:lnTo>
                  <a:lnTo>
                    <a:pt x="1521374" y="316953"/>
                  </a:lnTo>
                  <a:lnTo>
                    <a:pt x="1457983" y="380343"/>
                  </a:lnTo>
                  <a:lnTo>
                    <a:pt x="1394593" y="443734"/>
                  </a:lnTo>
                  <a:lnTo>
                    <a:pt x="1331202" y="507124"/>
                  </a:lnTo>
                  <a:lnTo>
                    <a:pt x="1267812" y="570515"/>
                  </a:lnTo>
                  <a:lnTo>
                    <a:pt x="1204421" y="633906"/>
                  </a:lnTo>
                  <a:lnTo>
                    <a:pt x="1141030" y="697296"/>
                  </a:lnTo>
                  <a:lnTo>
                    <a:pt x="1077640" y="760687"/>
                  </a:lnTo>
                  <a:lnTo>
                    <a:pt x="1014249" y="824077"/>
                  </a:lnTo>
                  <a:lnTo>
                    <a:pt x="950859" y="887468"/>
                  </a:lnTo>
                  <a:lnTo>
                    <a:pt x="887468" y="950859"/>
                  </a:lnTo>
                  <a:lnTo>
                    <a:pt x="824077" y="1014249"/>
                  </a:lnTo>
                  <a:lnTo>
                    <a:pt x="760687" y="1077640"/>
                  </a:lnTo>
                  <a:lnTo>
                    <a:pt x="697296" y="1141030"/>
                  </a:lnTo>
                  <a:lnTo>
                    <a:pt x="633906" y="1204421"/>
                  </a:lnTo>
                  <a:lnTo>
                    <a:pt x="570515" y="1267812"/>
                  </a:lnTo>
                  <a:lnTo>
                    <a:pt x="507124" y="1331202"/>
                  </a:lnTo>
                  <a:lnTo>
                    <a:pt x="443734" y="1394593"/>
                  </a:lnTo>
                  <a:lnTo>
                    <a:pt x="380343" y="1457983"/>
                  </a:lnTo>
                  <a:lnTo>
                    <a:pt x="316953" y="1521374"/>
                  </a:lnTo>
                  <a:lnTo>
                    <a:pt x="253562" y="1584765"/>
                  </a:lnTo>
                  <a:lnTo>
                    <a:pt x="190171" y="1648155"/>
                  </a:lnTo>
                  <a:lnTo>
                    <a:pt x="126781" y="1711546"/>
                  </a:lnTo>
                  <a:lnTo>
                    <a:pt x="63390" y="1774936"/>
                  </a:lnTo>
                  <a:lnTo>
                    <a:pt x="0" y="1838327"/>
                  </a:lnTo>
                </a:path>
              </a:pathLst>
            </a:custGeom>
            <a:ln w="11382" cap="flat">
              <a:solidFill>
                <a:srgbClr val="4E4E4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1137432" y="3376260"/>
              <a:ext cx="2599787" cy="0"/>
            </a:xfrm>
            <a:custGeom>
              <a:avLst/>
              <a:pathLst>
                <a:path w="2599787" h="0">
                  <a:moveTo>
                    <a:pt x="2599787" y="0"/>
                  </a:moveTo>
                  <a:lnTo>
                    <a:pt x="2510139" y="0"/>
                  </a:lnTo>
                  <a:lnTo>
                    <a:pt x="2420491" y="0"/>
                  </a:lnTo>
                  <a:lnTo>
                    <a:pt x="2330844" y="0"/>
                  </a:lnTo>
                  <a:lnTo>
                    <a:pt x="2241196" y="0"/>
                  </a:lnTo>
                  <a:lnTo>
                    <a:pt x="2151548" y="0"/>
                  </a:lnTo>
                  <a:lnTo>
                    <a:pt x="2061900" y="0"/>
                  </a:lnTo>
                  <a:lnTo>
                    <a:pt x="1972252" y="0"/>
                  </a:lnTo>
                  <a:lnTo>
                    <a:pt x="1882604" y="0"/>
                  </a:lnTo>
                  <a:lnTo>
                    <a:pt x="1792957" y="0"/>
                  </a:lnTo>
                  <a:lnTo>
                    <a:pt x="1703309" y="0"/>
                  </a:lnTo>
                  <a:lnTo>
                    <a:pt x="1613661" y="0"/>
                  </a:lnTo>
                  <a:lnTo>
                    <a:pt x="1524013" y="0"/>
                  </a:lnTo>
                  <a:lnTo>
                    <a:pt x="1434365" y="0"/>
                  </a:lnTo>
                  <a:lnTo>
                    <a:pt x="1344717" y="0"/>
                  </a:lnTo>
                  <a:lnTo>
                    <a:pt x="1255069" y="0"/>
                  </a:lnTo>
                  <a:lnTo>
                    <a:pt x="1165422" y="0"/>
                  </a:lnTo>
                  <a:lnTo>
                    <a:pt x="1075774" y="0"/>
                  </a:lnTo>
                  <a:lnTo>
                    <a:pt x="986126" y="0"/>
                  </a:lnTo>
                  <a:lnTo>
                    <a:pt x="896478" y="0"/>
                  </a:lnTo>
                  <a:lnTo>
                    <a:pt x="806830" y="0"/>
                  </a:lnTo>
                  <a:lnTo>
                    <a:pt x="717182" y="0"/>
                  </a:lnTo>
                  <a:lnTo>
                    <a:pt x="627534" y="0"/>
                  </a:lnTo>
                  <a:lnTo>
                    <a:pt x="537887" y="0"/>
                  </a:lnTo>
                  <a:lnTo>
                    <a:pt x="448239" y="0"/>
                  </a:lnTo>
                  <a:lnTo>
                    <a:pt x="358591" y="0"/>
                  </a:lnTo>
                  <a:lnTo>
                    <a:pt x="268943" y="0"/>
                  </a:lnTo>
                  <a:lnTo>
                    <a:pt x="179295" y="0"/>
                  </a:lnTo>
                  <a:lnTo>
                    <a:pt x="89647" y="0"/>
                  </a:lnTo>
                  <a:lnTo>
                    <a:pt x="0" y="0"/>
                  </a:lnTo>
                </a:path>
              </a:pathLst>
            </a:custGeom>
            <a:ln w="11382" cap="flat">
              <a:solidFill>
                <a:srgbClr val="4E4E4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1898893" y="1537932"/>
              <a:ext cx="1838327" cy="1838327"/>
            </a:xfrm>
            <a:custGeom>
              <a:avLst/>
              <a:pathLst>
                <a:path w="1838327" h="1838327">
                  <a:moveTo>
                    <a:pt x="1838327" y="1838327"/>
                  </a:moveTo>
                  <a:lnTo>
                    <a:pt x="1774936" y="1774936"/>
                  </a:lnTo>
                  <a:lnTo>
                    <a:pt x="1711546" y="1711546"/>
                  </a:lnTo>
                  <a:lnTo>
                    <a:pt x="1648155" y="1648155"/>
                  </a:lnTo>
                  <a:lnTo>
                    <a:pt x="1584765" y="1584765"/>
                  </a:lnTo>
                  <a:lnTo>
                    <a:pt x="1521374" y="1521374"/>
                  </a:lnTo>
                  <a:lnTo>
                    <a:pt x="1457983" y="1457983"/>
                  </a:lnTo>
                  <a:lnTo>
                    <a:pt x="1394593" y="1394593"/>
                  </a:lnTo>
                  <a:lnTo>
                    <a:pt x="1331202" y="1331202"/>
                  </a:lnTo>
                  <a:lnTo>
                    <a:pt x="1267812" y="1267812"/>
                  </a:lnTo>
                  <a:lnTo>
                    <a:pt x="1204421" y="1204421"/>
                  </a:lnTo>
                  <a:lnTo>
                    <a:pt x="1141030" y="1141030"/>
                  </a:lnTo>
                  <a:lnTo>
                    <a:pt x="1077640" y="1077640"/>
                  </a:lnTo>
                  <a:lnTo>
                    <a:pt x="1014249" y="1014249"/>
                  </a:lnTo>
                  <a:lnTo>
                    <a:pt x="950859" y="950859"/>
                  </a:lnTo>
                  <a:lnTo>
                    <a:pt x="887468" y="887468"/>
                  </a:lnTo>
                  <a:lnTo>
                    <a:pt x="824077" y="824077"/>
                  </a:lnTo>
                  <a:lnTo>
                    <a:pt x="760687" y="760687"/>
                  </a:lnTo>
                  <a:lnTo>
                    <a:pt x="697296" y="697296"/>
                  </a:lnTo>
                  <a:lnTo>
                    <a:pt x="633906" y="633906"/>
                  </a:lnTo>
                  <a:lnTo>
                    <a:pt x="570515" y="570515"/>
                  </a:lnTo>
                  <a:lnTo>
                    <a:pt x="507124" y="507124"/>
                  </a:lnTo>
                  <a:lnTo>
                    <a:pt x="443734" y="443734"/>
                  </a:lnTo>
                  <a:lnTo>
                    <a:pt x="380343" y="380343"/>
                  </a:lnTo>
                  <a:lnTo>
                    <a:pt x="316953" y="316953"/>
                  </a:lnTo>
                  <a:lnTo>
                    <a:pt x="253562" y="253562"/>
                  </a:lnTo>
                  <a:lnTo>
                    <a:pt x="190171" y="190171"/>
                  </a:lnTo>
                  <a:lnTo>
                    <a:pt x="126781" y="126781"/>
                  </a:lnTo>
                  <a:lnTo>
                    <a:pt x="63390" y="63390"/>
                  </a:lnTo>
                  <a:lnTo>
                    <a:pt x="0" y="0"/>
                  </a:lnTo>
                </a:path>
              </a:pathLst>
            </a:custGeom>
            <a:ln w="11382" cap="flat">
              <a:solidFill>
                <a:srgbClr val="4E4E4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tx86"/>
            <p:cNvSpPr/>
            <p:nvPr/>
          </p:nvSpPr>
          <p:spPr>
            <a:xfrm>
              <a:off x="3563310" y="397429"/>
              <a:ext cx="347821" cy="1050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5497001" y="1253933"/>
              <a:ext cx="616674" cy="1052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6519672" y="3322399"/>
              <a:ext cx="284618" cy="1048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89" name="tx89"/>
            <p:cNvSpPr/>
            <p:nvPr/>
          </p:nvSpPr>
          <p:spPr>
            <a:xfrm>
              <a:off x="5485056" y="5387600"/>
              <a:ext cx="640566" cy="1077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90" name="tx90"/>
            <p:cNvSpPr/>
            <p:nvPr/>
          </p:nvSpPr>
          <p:spPr>
            <a:xfrm>
              <a:off x="3551364" y="6244243"/>
              <a:ext cx="371713" cy="1077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91" name="tx91"/>
            <p:cNvSpPr/>
            <p:nvPr/>
          </p:nvSpPr>
          <p:spPr>
            <a:xfrm>
              <a:off x="1337012" y="5387600"/>
              <a:ext cx="664180" cy="1077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92" name="tx92"/>
            <p:cNvSpPr/>
            <p:nvPr/>
          </p:nvSpPr>
          <p:spPr>
            <a:xfrm>
              <a:off x="650460" y="3322399"/>
              <a:ext cx="323998" cy="1048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93" name="tx93"/>
            <p:cNvSpPr/>
            <p:nvPr/>
          </p:nvSpPr>
          <p:spPr>
            <a:xfrm>
              <a:off x="1348958" y="1253933"/>
              <a:ext cx="640288" cy="1052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94" name="rc94"/>
            <p:cNvSpPr/>
            <p:nvPr/>
          </p:nvSpPr>
          <p:spPr>
            <a:xfrm>
              <a:off x="7248440" y="2732652"/>
              <a:ext cx="189936" cy="189936"/>
            </a:xfrm>
            <a:prstGeom prst="rect">
              <a:avLst/>
            </a:prstGeom>
            <a:solidFill>
              <a:srgbClr val="00BFC4">
                <a:alpha val="23921"/>
              </a:srgbClr>
            </a:solidFill>
            <a:ln w="22223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7255625" y="2827620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933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6"/>
            <p:cNvSpPr/>
            <p:nvPr/>
          </p:nvSpPr>
          <p:spPr>
            <a:xfrm>
              <a:off x="7306923" y="2791135"/>
              <a:ext cx="72969" cy="72969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0636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rc97"/>
            <p:cNvSpPr/>
            <p:nvPr/>
          </p:nvSpPr>
          <p:spPr>
            <a:xfrm>
              <a:off x="7248440" y="2952108"/>
              <a:ext cx="189936" cy="189936"/>
            </a:xfrm>
            <a:prstGeom prst="rect">
              <a:avLst/>
            </a:prstGeom>
            <a:solidFill>
              <a:srgbClr val="BE84DB">
                <a:alpha val="23921"/>
              </a:srgbClr>
            </a:solidFill>
            <a:ln w="22223" cap="flat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7255625" y="3047076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933" cap="flat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9"/>
            <p:cNvSpPr/>
            <p:nvPr/>
          </p:nvSpPr>
          <p:spPr>
            <a:xfrm>
              <a:off x="7306923" y="3010591"/>
              <a:ext cx="72969" cy="72969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0636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rc100"/>
            <p:cNvSpPr/>
            <p:nvPr/>
          </p:nvSpPr>
          <p:spPr>
            <a:xfrm>
              <a:off x="7248440" y="3171564"/>
              <a:ext cx="189936" cy="189936"/>
            </a:xfrm>
            <a:prstGeom prst="rect">
              <a:avLst/>
            </a:prstGeom>
            <a:solidFill>
              <a:srgbClr val="F8766D">
                <a:alpha val="23921"/>
              </a:srgbClr>
            </a:solidFill>
            <a:ln w="22223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7255625" y="326653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933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2"/>
            <p:cNvSpPr/>
            <p:nvPr/>
          </p:nvSpPr>
          <p:spPr>
            <a:xfrm>
              <a:off x="7306923" y="3230047"/>
              <a:ext cx="72969" cy="72969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0636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rc103"/>
            <p:cNvSpPr/>
            <p:nvPr/>
          </p:nvSpPr>
          <p:spPr>
            <a:xfrm>
              <a:off x="7248440" y="3391020"/>
              <a:ext cx="189936" cy="189936"/>
            </a:xfrm>
            <a:prstGeom prst="rect">
              <a:avLst/>
            </a:prstGeom>
            <a:solidFill>
              <a:srgbClr val="7AD151">
                <a:alpha val="23921"/>
              </a:srgbClr>
            </a:solidFill>
            <a:ln w="22223" cap="flat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7255625" y="348598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933" cap="flat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5"/>
            <p:cNvSpPr/>
            <p:nvPr/>
          </p:nvSpPr>
          <p:spPr>
            <a:xfrm>
              <a:off x="7306923" y="3449503"/>
              <a:ext cx="72969" cy="72969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0636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rc106"/>
            <p:cNvSpPr/>
            <p:nvPr/>
          </p:nvSpPr>
          <p:spPr>
            <a:xfrm>
              <a:off x="7248440" y="3610476"/>
              <a:ext cx="189936" cy="189936"/>
            </a:xfrm>
            <a:prstGeom prst="rect">
              <a:avLst/>
            </a:prstGeom>
            <a:solidFill>
              <a:srgbClr val="F1B722">
                <a:alpha val="23921"/>
              </a:srgbClr>
            </a:solidFill>
            <a:ln w="22223" cap="flat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7255625" y="3705444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933" cap="flat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8"/>
            <p:cNvSpPr/>
            <p:nvPr/>
          </p:nvSpPr>
          <p:spPr>
            <a:xfrm>
              <a:off x="7306923" y="3668959"/>
              <a:ext cx="72969" cy="72969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0636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rc109"/>
            <p:cNvSpPr/>
            <p:nvPr/>
          </p:nvSpPr>
          <p:spPr>
            <a:xfrm>
              <a:off x="7248440" y="3829932"/>
              <a:ext cx="189936" cy="189936"/>
            </a:xfrm>
            <a:prstGeom prst="rect">
              <a:avLst/>
            </a:prstGeom>
            <a:solidFill>
              <a:srgbClr val="619CFF">
                <a:alpha val="23921"/>
              </a:srgbClr>
            </a:solidFill>
            <a:ln w="22223" cap="flat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7255625" y="3924900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933" cap="flat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7306923" y="3888415"/>
              <a:ext cx="72969" cy="72969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0636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tx112"/>
            <p:cNvSpPr/>
            <p:nvPr/>
          </p:nvSpPr>
          <p:spPr>
            <a:xfrm>
              <a:off x="7535377" y="2770818"/>
              <a:ext cx="933350" cy="1091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Passeriformes</a:t>
              </a:r>
            </a:p>
          </p:txBody>
        </p:sp>
        <p:sp>
          <p:nvSpPr>
            <p:cNvPr id="113" name="tx113"/>
            <p:cNvSpPr/>
            <p:nvPr/>
          </p:nvSpPr>
          <p:spPr>
            <a:xfrm>
              <a:off x="7535377" y="2988920"/>
              <a:ext cx="1038894" cy="1105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Charadriiformes</a:t>
              </a:r>
            </a:p>
          </p:txBody>
        </p:sp>
        <p:sp>
          <p:nvSpPr>
            <p:cNvPr id="114" name="tx114"/>
            <p:cNvSpPr/>
            <p:nvPr/>
          </p:nvSpPr>
          <p:spPr>
            <a:xfrm>
              <a:off x="7535377" y="3182203"/>
              <a:ext cx="957597" cy="13670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Accipitriformes</a:t>
              </a:r>
            </a:p>
          </p:txBody>
        </p:sp>
        <p:sp>
          <p:nvSpPr>
            <p:cNvPr id="115" name="tx115"/>
            <p:cNvSpPr/>
            <p:nvPr/>
          </p:nvSpPr>
          <p:spPr>
            <a:xfrm>
              <a:off x="7535377" y="3429186"/>
              <a:ext cx="860325" cy="1091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Anseriformes</a:t>
              </a:r>
            </a:p>
          </p:txBody>
        </p:sp>
        <p:sp>
          <p:nvSpPr>
            <p:cNvPr id="116" name="tx116"/>
            <p:cNvSpPr/>
            <p:nvPr/>
          </p:nvSpPr>
          <p:spPr>
            <a:xfrm>
              <a:off x="7535377" y="3648642"/>
              <a:ext cx="1006589" cy="1091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Pelecaniformes</a:t>
              </a:r>
            </a:p>
          </p:txBody>
        </p:sp>
        <p:sp>
          <p:nvSpPr>
            <p:cNvPr id="117" name="tx117"/>
            <p:cNvSpPr/>
            <p:nvPr/>
          </p:nvSpPr>
          <p:spPr>
            <a:xfrm>
              <a:off x="7535377" y="3866744"/>
              <a:ext cx="982057" cy="1105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Columbiformes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2026-03-18T22:01:37Z</dcterms:modified>
  <cp:category/>
</cp:coreProperties>
</file>