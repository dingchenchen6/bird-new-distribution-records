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338225" y="440031"/>
              <a:ext cx="757550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Piciformes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921552" y="2492420"/>
              <a:ext cx="3075935" cy="2641734"/>
            </a:xfrm>
            <a:custGeom>
              <a:avLst/>
              <a:pathLst>
                <a:path w="3075935" h="2641734">
                  <a:moveTo>
                    <a:pt x="3075935" y="1320916"/>
                  </a:moveTo>
                  <a:lnTo>
                    <a:pt x="3044006" y="1227915"/>
                  </a:lnTo>
                  <a:lnTo>
                    <a:pt x="3008338" y="1137551"/>
                  </a:lnTo>
                  <a:lnTo>
                    <a:pt x="2969094" y="1049971"/>
                  </a:lnTo>
                  <a:lnTo>
                    <a:pt x="2926443" y="965316"/>
                  </a:lnTo>
                  <a:lnTo>
                    <a:pt x="2880560" y="883714"/>
                  </a:lnTo>
                  <a:lnTo>
                    <a:pt x="2831623" y="805287"/>
                  </a:lnTo>
                  <a:lnTo>
                    <a:pt x="2779816" y="730144"/>
                  </a:lnTo>
                  <a:lnTo>
                    <a:pt x="2725327" y="658388"/>
                  </a:lnTo>
                  <a:lnTo>
                    <a:pt x="2668346" y="590109"/>
                  </a:lnTo>
                  <a:lnTo>
                    <a:pt x="2609066" y="525389"/>
                  </a:lnTo>
                  <a:lnTo>
                    <a:pt x="2547684" y="464300"/>
                  </a:lnTo>
                  <a:lnTo>
                    <a:pt x="2484398" y="406902"/>
                  </a:lnTo>
                  <a:lnTo>
                    <a:pt x="2419407" y="353247"/>
                  </a:lnTo>
                  <a:lnTo>
                    <a:pt x="2352910" y="303375"/>
                  </a:lnTo>
                  <a:lnTo>
                    <a:pt x="2285109" y="257319"/>
                  </a:lnTo>
                  <a:lnTo>
                    <a:pt x="2216204" y="215097"/>
                  </a:lnTo>
                  <a:lnTo>
                    <a:pt x="2146395" y="176722"/>
                  </a:lnTo>
                  <a:lnTo>
                    <a:pt x="2075881" y="142195"/>
                  </a:lnTo>
                  <a:lnTo>
                    <a:pt x="2004859" y="111505"/>
                  </a:lnTo>
                  <a:lnTo>
                    <a:pt x="1933524" y="84636"/>
                  </a:lnTo>
                  <a:lnTo>
                    <a:pt x="1862069" y="61559"/>
                  </a:lnTo>
                  <a:lnTo>
                    <a:pt x="1790685" y="42236"/>
                  </a:lnTo>
                  <a:lnTo>
                    <a:pt x="1719557" y="26620"/>
                  </a:lnTo>
                  <a:lnTo>
                    <a:pt x="1648869" y="14658"/>
                  </a:lnTo>
                  <a:lnTo>
                    <a:pt x="1578799" y="6283"/>
                  </a:lnTo>
                  <a:lnTo>
                    <a:pt x="1509522" y="1424"/>
                  </a:lnTo>
                  <a:lnTo>
                    <a:pt x="1441205" y="0"/>
                  </a:lnTo>
                  <a:lnTo>
                    <a:pt x="1374013" y="1921"/>
                  </a:lnTo>
                  <a:lnTo>
                    <a:pt x="1308104" y="7092"/>
                  </a:lnTo>
                  <a:lnTo>
                    <a:pt x="1243629" y="15410"/>
                  </a:lnTo>
                  <a:lnTo>
                    <a:pt x="1180734" y="26763"/>
                  </a:lnTo>
                  <a:lnTo>
                    <a:pt x="1119558" y="41035"/>
                  </a:lnTo>
                  <a:lnTo>
                    <a:pt x="1060232" y="58102"/>
                  </a:lnTo>
                  <a:lnTo>
                    <a:pt x="1002882" y="77836"/>
                  </a:lnTo>
                  <a:lnTo>
                    <a:pt x="947623" y="100101"/>
                  </a:lnTo>
                  <a:lnTo>
                    <a:pt x="894565" y="124759"/>
                  </a:lnTo>
                  <a:lnTo>
                    <a:pt x="843809" y="151666"/>
                  </a:lnTo>
                  <a:lnTo>
                    <a:pt x="795448" y="180673"/>
                  </a:lnTo>
                  <a:lnTo>
                    <a:pt x="849657" y="148389"/>
                  </a:lnTo>
                  <a:lnTo>
                    <a:pt x="906845" y="118750"/>
                  </a:lnTo>
                  <a:lnTo>
                    <a:pt x="966880" y="91962"/>
                  </a:lnTo>
                  <a:lnTo>
                    <a:pt x="1029617" y="68225"/>
                  </a:lnTo>
                  <a:lnTo>
                    <a:pt x="1094899" y="47731"/>
                  </a:lnTo>
                  <a:lnTo>
                    <a:pt x="1162557" y="30663"/>
                  </a:lnTo>
                  <a:lnTo>
                    <a:pt x="1232411" y="17196"/>
                  </a:lnTo>
                  <a:lnTo>
                    <a:pt x="1304270" y="7496"/>
                  </a:lnTo>
                  <a:lnTo>
                    <a:pt x="1377931" y="1717"/>
                  </a:lnTo>
                  <a:lnTo>
                    <a:pt x="1453184" y="5"/>
                  </a:lnTo>
                  <a:lnTo>
                    <a:pt x="1529805" y="2493"/>
                  </a:lnTo>
                  <a:lnTo>
                    <a:pt x="1607566" y="9301"/>
                  </a:lnTo>
                  <a:lnTo>
                    <a:pt x="1686227" y="20540"/>
                  </a:lnTo>
                  <a:lnTo>
                    <a:pt x="1765542" y="36304"/>
                  </a:lnTo>
                  <a:lnTo>
                    <a:pt x="1845260" y="56676"/>
                  </a:lnTo>
                  <a:lnTo>
                    <a:pt x="1925120" y="81725"/>
                  </a:lnTo>
                  <a:lnTo>
                    <a:pt x="2004859" y="111505"/>
                  </a:lnTo>
                  <a:lnTo>
                    <a:pt x="2062618" y="193231"/>
                  </a:lnTo>
                  <a:lnTo>
                    <a:pt x="2115001" y="277549"/>
                  </a:lnTo>
                  <a:lnTo>
                    <a:pt x="2161903" y="364114"/>
                  </a:lnTo>
                  <a:lnTo>
                    <a:pt x="2203243" y="452575"/>
                  </a:lnTo>
                  <a:lnTo>
                    <a:pt x="2238960" y="542581"/>
                  </a:lnTo>
                  <a:lnTo>
                    <a:pt x="2269016" y="633780"/>
                  </a:lnTo>
                  <a:lnTo>
                    <a:pt x="2293394" y="725820"/>
                  </a:lnTo>
                  <a:lnTo>
                    <a:pt x="2312099" y="818353"/>
                  </a:lnTo>
                  <a:lnTo>
                    <a:pt x="2325157" y="911032"/>
                  </a:lnTo>
                  <a:lnTo>
                    <a:pt x="2332615" y="1003517"/>
                  </a:lnTo>
                  <a:lnTo>
                    <a:pt x="2334541" y="1095472"/>
                  </a:lnTo>
                  <a:lnTo>
                    <a:pt x="2331022" y="1186571"/>
                  </a:lnTo>
                  <a:lnTo>
                    <a:pt x="2322165" y="1276493"/>
                  </a:lnTo>
                  <a:lnTo>
                    <a:pt x="2308094" y="1364930"/>
                  </a:lnTo>
                  <a:lnTo>
                    <a:pt x="2288952" y="1451581"/>
                  </a:lnTo>
                  <a:lnTo>
                    <a:pt x="2264899" y="1536159"/>
                  </a:lnTo>
                  <a:lnTo>
                    <a:pt x="2236112" y="1618389"/>
                  </a:lnTo>
                  <a:lnTo>
                    <a:pt x="2202780" y="1698010"/>
                  </a:lnTo>
                  <a:lnTo>
                    <a:pt x="2165111" y="1774773"/>
                  </a:lnTo>
                  <a:lnTo>
                    <a:pt x="2123322" y="1848446"/>
                  </a:lnTo>
                  <a:lnTo>
                    <a:pt x="2077644" y="1918814"/>
                  </a:lnTo>
                  <a:lnTo>
                    <a:pt x="2028319" y="1985674"/>
                  </a:lnTo>
                  <a:lnTo>
                    <a:pt x="1975600" y="2048844"/>
                  </a:lnTo>
                  <a:lnTo>
                    <a:pt x="1919747" y="2108158"/>
                  </a:lnTo>
                  <a:lnTo>
                    <a:pt x="1861028" y="2163468"/>
                  </a:lnTo>
                  <a:lnTo>
                    <a:pt x="1799719" y="2214642"/>
                  </a:lnTo>
                  <a:lnTo>
                    <a:pt x="1736101" y="2261569"/>
                  </a:lnTo>
                  <a:lnTo>
                    <a:pt x="1670457" y="2304156"/>
                  </a:lnTo>
                  <a:lnTo>
                    <a:pt x="1603075" y="2342327"/>
                  </a:lnTo>
                  <a:lnTo>
                    <a:pt x="1534245" y="2376027"/>
                  </a:lnTo>
                  <a:lnTo>
                    <a:pt x="1464255" y="2405218"/>
                  </a:lnTo>
                  <a:lnTo>
                    <a:pt x="1393396" y="2429880"/>
                  </a:lnTo>
                  <a:lnTo>
                    <a:pt x="1321955" y="2450014"/>
                  </a:lnTo>
                  <a:lnTo>
                    <a:pt x="1250216" y="2465635"/>
                  </a:lnTo>
                  <a:lnTo>
                    <a:pt x="1178459" y="2476778"/>
                  </a:lnTo>
                  <a:lnTo>
                    <a:pt x="1106960" y="2483495"/>
                  </a:lnTo>
                  <a:lnTo>
                    <a:pt x="1035989" y="2485855"/>
                  </a:lnTo>
                  <a:lnTo>
                    <a:pt x="965806" y="2483941"/>
                  </a:lnTo>
                  <a:lnTo>
                    <a:pt x="896667" y="2477856"/>
                  </a:lnTo>
                  <a:lnTo>
                    <a:pt x="828817" y="2467713"/>
                  </a:lnTo>
                  <a:lnTo>
                    <a:pt x="762489" y="2453641"/>
                  </a:lnTo>
                  <a:lnTo>
                    <a:pt x="697910" y="2435785"/>
                  </a:lnTo>
                  <a:lnTo>
                    <a:pt x="635291" y="2414299"/>
                  </a:lnTo>
                  <a:lnTo>
                    <a:pt x="574834" y="2389351"/>
                  </a:lnTo>
                  <a:lnTo>
                    <a:pt x="516727" y="2361118"/>
                  </a:lnTo>
                  <a:lnTo>
                    <a:pt x="461144" y="2329790"/>
                  </a:lnTo>
                  <a:lnTo>
                    <a:pt x="408246" y="2295562"/>
                  </a:lnTo>
                  <a:lnTo>
                    <a:pt x="358180" y="2258641"/>
                  </a:lnTo>
                  <a:lnTo>
                    <a:pt x="311077" y="2219239"/>
                  </a:lnTo>
                  <a:lnTo>
                    <a:pt x="267053" y="2177574"/>
                  </a:lnTo>
                  <a:lnTo>
                    <a:pt x="226211" y="2133870"/>
                  </a:lnTo>
                  <a:lnTo>
                    <a:pt x="188636" y="2088355"/>
                  </a:lnTo>
                  <a:lnTo>
                    <a:pt x="154399" y="2041257"/>
                  </a:lnTo>
                  <a:lnTo>
                    <a:pt x="123553" y="1992811"/>
                  </a:lnTo>
                  <a:lnTo>
                    <a:pt x="96139" y="1943249"/>
                  </a:lnTo>
                  <a:lnTo>
                    <a:pt x="72179" y="1892803"/>
                  </a:lnTo>
                  <a:lnTo>
                    <a:pt x="51681" y="1841707"/>
                  </a:lnTo>
                  <a:lnTo>
                    <a:pt x="34640" y="1790190"/>
                  </a:lnTo>
                  <a:lnTo>
                    <a:pt x="21032" y="1738478"/>
                  </a:lnTo>
                  <a:lnTo>
                    <a:pt x="10821" y="1686794"/>
                  </a:lnTo>
                  <a:lnTo>
                    <a:pt x="3957" y="1635355"/>
                  </a:lnTo>
                  <a:lnTo>
                    <a:pt x="376" y="1584374"/>
                  </a:lnTo>
                  <a:lnTo>
                    <a:pt x="0" y="1534056"/>
                  </a:lnTo>
                  <a:lnTo>
                    <a:pt x="2739" y="1484597"/>
                  </a:lnTo>
                  <a:lnTo>
                    <a:pt x="8491" y="1436188"/>
                  </a:lnTo>
                  <a:lnTo>
                    <a:pt x="17143" y="1389009"/>
                  </a:lnTo>
                  <a:lnTo>
                    <a:pt x="28572" y="1343230"/>
                  </a:lnTo>
                  <a:lnTo>
                    <a:pt x="42643" y="1299012"/>
                  </a:lnTo>
                  <a:lnTo>
                    <a:pt x="59214" y="1256504"/>
                  </a:lnTo>
                  <a:lnTo>
                    <a:pt x="78133" y="1215845"/>
                  </a:lnTo>
                  <a:lnTo>
                    <a:pt x="99242" y="1177161"/>
                  </a:lnTo>
                  <a:lnTo>
                    <a:pt x="122376" y="1140567"/>
                  </a:lnTo>
                  <a:lnTo>
                    <a:pt x="147364" y="1106164"/>
                  </a:lnTo>
                  <a:lnTo>
                    <a:pt x="174030" y="1074042"/>
                  </a:lnTo>
                  <a:lnTo>
                    <a:pt x="202193" y="1044277"/>
                  </a:lnTo>
                  <a:lnTo>
                    <a:pt x="231673" y="1016931"/>
                  </a:lnTo>
                  <a:lnTo>
                    <a:pt x="262283" y="992055"/>
                  </a:lnTo>
                  <a:lnTo>
                    <a:pt x="293838" y="969685"/>
                  </a:lnTo>
                  <a:lnTo>
                    <a:pt x="326151" y="949844"/>
                  </a:lnTo>
                  <a:lnTo>
                    <a:pt x="359037" y="932543"/>
                  </a:lnTo>
                  <a:lnTo>
                    <a:pt x="392311" y="917779"/>
                  </a:lnTo>
                  <a:lnTo>
                    <a:pt x="366143" y="1002521"/>
                  </a:lnTo>
                  <a:lnTo>
                    <a:pt x="355496" y="1085757"/>
                  </a:lnTo>
                  <a:lnTo>
                    <a:pt x="359302" y="1164861"/>
                  </a:lnTo>
                  <a:lnTo>
                    <a:pt x="376073" y="1237497"/>
                  </a:lnTo>
                  <a:lnTo>
                    <a:pt x="403962" y="1301684"/>
                  </a:lnTo>
                  <a:lnTo>
                    <a:pt x="440838" y="1355842"/>
                  </a:lnTo>
                  <a:lnTo>
                    <a:pt x="484366" y="1398838"/>
                  </a:lnTo>
                  <a:lnTo>
                    <a:pt x="532086" y="1430004"/>
                  </a:lnTo>
                  <a:lnTo>
                    <a:pt x="581506" y="1449148"/>
                  </a:lnTo>
                  <a:lnTo>
                    <a:pt x="630182" y="1456547"/>
                  </a:lnTo>
                  <a:lnTo>
                    <a:pt x="675801" y="1452926"/>
                  </a:lnTo>
                  <a:lnTo>
                    <a:pt x="716262" y="1439426"/>
                  </a:lnTo>
                  <a:lnTo>
                    <a:pt x="749743" y="1417551"/>
                  </a:lnTo>
                  <a:lnTo>
                    <a:pt x="774761" y="1389113"/>
                  </a:lnTo>
                  <a:lnTo>
                    <a:pt x="790220" y="1356163"/>
                  </a:lnTo>
                  <a:lnTo>
                    <a:pt x="795448" y="1320916"/>
                  </a:lnTo>
                  <a:lnTo>
                    <a:pt x="755500" y="1323120"/>
                  </a:lnTo>
                  <a:lnTo>
                    <a:pt x="715917" y="1329719"/>
                  </a:lnTo>
                  <a:lnTo>
                    <a:pt x="677060" y="1340672"/>
                  </a:lnTo>
                  <a:lnTo>
                    <a:pt x="639287" y="1355913"/>
                  </a:lnTo>
                  <a:lnTo>
                    <a:pt x="602953" y="1375348"/>
                  </a:lnTo>
                  <a:lnTo>
                    <a:pt x="568404" y="1398861"/>
                  </a:lnTo>
                  <a:lnTo>
                    <a:pt x="535974" y="1426305"/>
                  </a:lnTo>
                  <a:lnTo>
                    <a:pt x="505992" y="1457514"/>
                  </a:lnTo>
                  <a:lnTo>
                    <a:pt x="478770" y="1492294"/>
                  </a:lnTo>
                  <a:lnTo>
                    <a:pt x="454608" y="1530430"/>
                  </a:lnTo>
                  <a:lnTo>
                    <a:pt x="433789" y="1571685"/>
                  </a:lnTo>
                  <a:lnTo>
                    <a:pt x="416580" y="1615801"/>
                  </a:lnTo>
                  <a:lnTo>
                    <a:pt x="403229" y="1662500"/>
                  </a:lnTo>
                  <a:lnTo>
                    <a:pt x="393964" y="1711486"/>
                  </a:lnTo>
                  <a:lnTo>
                    <a:pt x="388992" y="1762445"/>
                  </a:lnTo>
                  <a:lnTo>
                    <a:pt x="388498" y="1815048"/>
                  </a:lnTo>
                  <a:lnTo>
                    <a:pt x="392642" y="1868953"/>
                  </a:lnTo>
                  <a:lnTo>
                    <a:pt x="401561" y="1923805"/>
                  </a:lnTo>
                  <a:lnTo>
                    <a:pt x="415367" y="1979236"/>
                  </a:lnTo>
                  <a:lnTo>
                    <a:pt x="434144" y="2034872"/>
                  </a:lnTo>
                  <a:lnTo>
                    <a:pt x="457952" y="2090330"/>
                  </a:lnTo>
                  <a:lnTo>
                    <a:pt x="486821" y="2145222"/>
                  </a:lnTo>
                  <a:lnTo>
                    <a:pt x="520756" y="2199156"/>
                  </a:lnTo>
                  <a:lnTo>
                    <a:pt x="559732" y="2251739"/>
                  </a:lnTo>
                  <a:lnTo>
                    <a:pt x="603697" y="2302577"/>
                  </a:lnTo>
                  <a:lnTo>
                    <a:pt x="652570" y="2351279"/>
                  </a:lnTo>
                  <a:lnTo>
                    <a:pt x="706243" y="2397457"/>
                  </a:lnTo>
                  <a:lnTo>
                    <a:pt x="764581" y="2440730"/>
                  </a:lnTo>
                  <a:lnTo>
                    <a:pt x="827418" y="2480723"/>
                  </a:lnTo>
                  <a:lnTo>
                    <a:pt x="894565" y="2517073"/>
                  </a:lnTo>
                  <a:lnTo>
                    <a:pt x="965803" y="2549426"/>
                  </a:lnTo>
                  <a:lnTo>
                    <a:pt x="1040890" y="2577442"/>
                  </a:lnTo>
                  <a:lnTo>
                    <a:pt x="1119558" y="2600797"/>
                  </a:lnTo>
                  <a:lnTo>
                    <a:pt x="1201515" y="2619184"/>
                  </a:lnTo>
                  <a:lnTo>
                    <a:pt x="1286445" y="2632312"/>
                  </a:lnTo>
                  <a:lnTo>
                    <a:pt x="1374013" y="2639911"/>
                  </a:lnTo>
                  <a:lnTo>
                    <a:pt x="1463860" y="2641734"/>
                  </a:lnTo>
                  <a:lnTo>
                    <a:pt x="1555610" y="2637556"/>
                  </a:lnTo>
                  <a:lnTo>
                    <a:pt x="1648869" y="2627174"/>
                  </a:lnTo>
                  <a:lnTo>
                    <a:pt x="1743227" y="2610415"/>
                  </a:lnTo>
                  <a:lnTo>
                    <a:pt x="1838258" y="2587130"/>
                  </a:lnTo>
                  <a:lnTo>
                    <a:pt x="1933524" y="2557196"/>
                  </a:lnTo>
                  <a:lnTo>
                    <a:pt x="2028577" y="2520523"/>
                  </a:lnTo>
                  <a:lnTo>
                    <a:pt x="2122959" y="2477046"/>
                  </a:lnTo>
                  <a:lnTo>
                    <a:pt x="2216204" y="2426735"/>
                  </a:lnTo>
                  <a:lnTo>
                    <a:pt x="2307842" y="2369587"/>
                  </a:lnTo>
                  <a:lnTo>
                    <a:pt x="2397398" y="2305631"/>
                  </a:lnTo>
                  <a:lnTo>
                    <a:pt x="2484398" y="2234930"/>
                  </a:lnTo>
                  <a:lnTo>
                    <a:pt x="2568366" y="2157576"/>
                  </a:lnTo>
                  <a:lnTo>
                    <a:pt x="2648832" y="2073695"/>
                  </a:lnTo>
                  <a:lnTo>
                    <a:pt x="2725327" y="1983444"/>
                  </a:lnTo>
                  <a:lnTo>
                    <a:pt x="2797393" y="1887012"/>
                  </a:lnTo>
                  <a:lnTo>
                    <a:pt x="2864578" y="1784619"/>
                  </a:lnTo>
                  <a:lnTo>
                    <a:pt x="2926443" y="1676516"/>
                  </a:lnTo>
                  <a:lnTo>
                    <a:pt x="2982562" y="1562986"/>
                  </a:lnTo>
                  <a:lnTo>
                    <a:pt x="3032524" y="1444339"/>
                  </a:lnTo>
                  <a:close/>
                </a:path>
              </a:pathLst>
            </a:custGeom>
            <a:solidFill>
              <a:srgbClr val="78C8A0">
                <a:alpha val="25882"/>
              </a:srgbClr>
            </a:solidFill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313864" y="2492426"/>
              <a:ext cx="2683623" cy="1757263"/>
            </a:xfrm>
            <a:custGeom>
              <a:avLst/>
              <a:pathLst>
                <a:path w="2683623" h="1757263">
                  <a:moveTo>
                    <a:pt x="403136" y="180667"/>
                  </a:moveTo>
                  <a:lnTo>
                    <a:pt x="457346" y="148383"/>
                  </a:lnTo>
                  <a:lnTo>
                    <a:pt x="514533" y="118744"/>
                  </a:lnTo>
                  <a:lnTo>
                    <a:pt x="574568" y="91957"/>
                  </a:lnTo>
                  <a:lnTo>
                    <a:pt x="637305" y="68220"/>
                  </a:lnTo>
                  <a:lnTo>
                    <a:pt x="702587" y="47725"/>
                  </a:lnTo>
                  <a:lnTo>
                    <a:pt x="770245" y="30657"/>
                  </a:lnTo>
                  <a:lnTo>
                    <a:pt x="840099" y="17190"/>
                  </a:lnTo>
                  <a:lnTo>
                    <a:pt x="911958" y="7490"/>
                  </a:lnTo>
                  <a:lnTo>
                    <a:pt x="985620" y="1711"/>
                  </a:lnTo>
                  <a:lnTo>
                    <a:pt x="1060872" y="0"/>
                  </a:lnTo>
                  <a:lnTo>
                    <a:pt x="1137493" y="2487"/>
                  </a:lnTo>
                  <a:lnTo>
                    <a:pt x="1215254" y="9296"/>
                  </a:lnTo>
                  <a:lnTo>
                    <a:pt x="1293915" y="20534"/>
                  </a:lnTo>
                  <a:lnTo>
                    <a:pt x="1373231" y="36298"/>
                  </a:lnTo>
                  <a:lnTo>
                    <a:pt x="1452948" y="56670"/>
                  </a:lnTo>
                  <a:lnTo>
                    <a:pt x="1532808" y="81719"/>
                  </a:lnTo>
                  <a:lnTo>
                    <a:pt x="1612547" y="111500"/>
                  </a:lnTo>
                  <a:lnTo>
                    <a:pt x="1676824" y="139101"/>
                  </a:lnTo>
                  <a:lnTo>
                    <a:pt x="1740700" y="169844"/>
                  </a:lnTo>
                  <a:lnTo>
                    <a:pt x="1804031" y="203735"/>
                  </a:lnTo>
                  <a:lnTo>
                    <a:pt x="1866667" y="240776"/>
                  </a:lnTo>
                  <a:lnTo>
                    <a:pt x="1928463" y="280961"/>
                  </a:lnTo>
                  <a:lnTo>
                    <a:pt x="1989268" y="324278"/>
                  </a:lnTo>
                  <a:lnTo>
                    <a:pt x="2048936" y="370708"/>
                  </a:lnTo>
                  <a:lnTo>
                    <a:pt x="2107317" y="420225"/>
                  </a:lnTo>
                  <a:lnTo>
                    <a:pt x="2164263" y="472797"/>
                  </a:lnTo>
                  <a:lnTo>
                    <a:pt x="2219627" y="528384"/>
                  </a:lnTo>
                  <a:lnTo>
                    <a:pt x="2273262" y="586940"/>
                  </a:lnTo>
                  <a:lnTo>
                    <a:pt x="2325023" y="648413"/>
                  </a:lnTo>
                  <a:lnTo>
                    <a:pt x="2374767" y="712743"/>
                  </a:lnTo>
                  <a:lnTo>
                    <a:pt x="2422352" y="779863"/>
                  </a:lnTo>
                  <a:lnTo>
                    <a:pt x="2467639" y="849701"/>
                  </a:lnTo>
                  <a:lnTo>
                    <a:pt x="2510489" y="922178"/>
                  </a:lnTo>
                  <a:lnTo>
                    <a:pt x="2550770" y="997207"/>
                  </a:lnTo>
                  <a:lnTo>
                    <a:pt x="2588350" y="1074696"/>
                  </a:lnTo>
                  <a:lnTo>
                    <a:pt x="2623101" y="1154547"/>
                  </a:lnTo>
                  <a:lnTo>
                    <a:pt x="2654899" y="1236655"/>
                  </a:lnTo>
                  <a:lnTo>
                    <a:pt x="2683623" y="1320910"/>
                  </a:lnTo>
                  <a:lnTo>
                    <a:pt x="2611692" y="1375127"/>
                  </a:lnTo>
                  <a:lnTo>
                    <a:pt x="2538517" y="1425815"/>
                  </a:lnTo>
                  <a:lnTo>
                    <a:pt x="2464228" y="1472946"/>
                  </a:lnTo>
                  <a:lnTo>
                    <a:pt x="2388954" y="1516496"/>
                  </a:lnTo>
                  <a:lnTo>
                    <a:pt x="2312826" y="1556448"/>
                  </a:lnTo>
                  <a:lnTo>
                    <a:pt x="2235977" y="1592787"/>
                  </a:lnTo>
                  <a:lnTo>
                    <a:pt x="2158537" y="1625501"/>
                  </a:lnTo>
                  <a:lnTo>
                    <a:pt x="2080637" y="1654586"/>
                  </a:lnTo>
                  <a:lnTo>
                    <a:pt x="2002409" y="1680039"/>
                  </a:lnTo>
                  <a:lnTo>
                    <a:pt x="1923985" y="1701863"/>
                  </a:lnTo>
                  <a:lnTo>
                    <a:pt x="1845494" y="1720065"/>
                  </a:lnTo>
                  <a:lnTo>
                    <a:pt x="1767067" y="1734654"/>
                  </a:lnTo>
                  <a:lnTo>
                    <a:pt x="1688834" y="1745648"/>
                  </a:lnTo>
                  <a:lnTo>
                    <a:pt x="1610924" y="1753064"/>
                  </a:lnTo>
                  <a:lnTo>
                    <a:pt x="1533465" y="1756926"/>
                  </a:lnTo>
                  <a:lnTo>
                    <a:pt x="1456584" y="1757263"/>
                  </a:lnTo>
                  <a:lnTo>
                    <a:pt x="1380407" y="1754105"/>
                  </a:lnTo>
                  <a:lnTo>
                    <a:pt x="1305058" y="1747488"/>
                  </a:lnTo>
                  <a:lnTo>
                    <a:pt x="1230662" y="1737452"/>
                  </a:lnTo>
                  <a:lnTo>
                    <a:pt x="1157340" y="1724041"/>
                  </a:lnTo>
                  <a:lnTo>
                    <a:pt x="1085213" y="1707302"/>
                  </a:lnTo>
                  <a:lnTo>
                    <a:pt x="1014398" y="1687287"/>
                  </a:lnTo>
                  <a:lnTo>
                    <a:pt x="945014" y="1664051"/>
                  </a:lnTo>
                  <a:lnTo>
                    <a:pt x="877175" y="1637653"/>
                  </a:lnTo>
                  <a:lnTo>
                    <a:pt x="810994" y="1608156"/>
                  </a:lnTo>
                  <a:lnTo>
                    <a:pt x="746581" y="1575626"/>
                  </a:lnTo>
                  <a:lnTo>
                    <a:pt x="684045" y="1540133"/>
                  </a:lnTo>
                  <a:lnTo>
                    <a:pt x="623491" y="1501751"/>
                  </a:lnTo>
                  <a:lnTo>
                    <a:pt x="565024" y="1460556"/>
                  </a:lnTo>
                  <a:lnTo>
                    <a:pt x="508744" y="1416628"/>
                  </a:lnTo>
                  <a:lnTo>
                    <a:pt x="454750" y="1370051"/>
                  </a:lnTo>
                  <a:lnTo>
                    <a:pt x="403136" y="1320910"/>
                  </a:lnTo>
                  <a:lnTo>
                    <a:pt x="403136" y="1320910"/>
                  </a:lnTo>
                  <a:lnTo>
                    <a:pt x="403136" y="1320910"/>
                  </a:lnTo>
                  <a:lnTo>
                    <a:pt x="403136" y="1320910"/>
                  </a:lnTo>
                  <a:lnTo>
                    <a:pt x="351439" y="1317213"/>
                  </a:lnTo>
                  <a:lnTo>
                    <a:pt x="300533" y="1306158"/>
                  </a:lnTo>
                  <a:lnTo>
                    <a:pt x="251202" y="1287859"/>
                  </a:lnTo>
                  <a:lnTo>
                    <a:pt x="204217" y="1262503"/>
                  </a:lnTo>
                  <a:lnTo>
                    <a:pt x="160329" y="1230348"/>
                  </a:lnTo>
                  <a:lnTo>
                    <a:pt x="120263" y="1191727"/>
                  </a:lnTo>
                  <a:lnTo>
                    <a:pt x="84710" y="1147037"/>
                  </a:lnTo>
                  <a:lnTo>
                    <a:pt x="54324" y="1096742"/>
                  </a:lnTo>
                  <a:lnTo>
                    <a:pt x="29713" y="1041370"/>
                  </a:lnTo>
                  <a:lnTo>
                    <a:pt x="11437" y="981501"/>
                  </a:lnTo>
                  <a:lnTo>
                    <a:pt x="0" y="917774"/>
                  </a:lnTo>
                </a:path>
              </a:pathLst>
            </a:custGeom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2641492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894810" y="2572325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282263" y="3378599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2026-03-19T04:05:48Z</dcterms:modified>
  <cp:category/>
</cp:coreProperties>
</file>