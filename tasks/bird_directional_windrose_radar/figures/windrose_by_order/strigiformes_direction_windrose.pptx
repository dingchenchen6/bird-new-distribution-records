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80678" y="408490"/>
              <a:ext cx="872644" cy="142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Strigiformes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886876" y="2066101"/>
              <a:ext cx="3110611" cy="3265445"/>
            </a:xfrm>
            <a:custGeom>
              <a:avLst/>
              <a:pathLst>
                <a:path w="3110611" h="3265445">
                  <a:moveTo>
                    <a:pt x="3110611" y="1747235"/>
                  </a:moveTo>
                  <a:lnTo>
                    <a:pt x="3095451" y="1662473"/>
                  </a:lnTo>
                  <a:lnTo>
                    <a:pt x="3077161" y="1578843"/>
                  </a:lnTo>
                  <a:lnTo>
                    <a:pt x="3055805" y="1496461"/>
                  </a:lnTo>
                  <a:lnTo>
                    <a:pt x="3031449" y="1415439"/>
                  </a:lnTo>
                  <a:lnTo>
                    <a:pt x="3004165" y="1335884"/>
                  </a:lnTo>
                  <a:lnTo>
                    <a:pt x="2974030" y="1257903"/>
                  </a:lnTo>
                  <a:lnTo>
                    <a:pt x="2941123" y="1181595"/>
                  </a:lnTo>
                  <a:lnTo>
                    <a:pt x="2905525" y="1107059"/>
                  </a:lnTo>
                  <a:lnTo>
                    <a:pt x="2867324" y="1034388"/>
                  </a:lnTo>
                  <a:lnTo>
                    <a:pt x="2826609" y="963672"/>
                  </a:lnTo>
                  <a:lnTo>
                    <a:pt x="2783473" y="894998"/>
                  </a:lnTo>
                  <a:lnTo>
                    <a:pt x="2738011" y="828445"/>
                  </a:lnTo>
                  <a:lnTo>
                    <a:pt x="2690321" y="764092"/>
                  </a:lnTo>
                  <a:lnTo>
                    <a:pt x="2640504" y="702012"/>
                  </a:lnTo>
                  <a:lnTo>
                    <a:pt x="2588662" y="642273"/>
                  </a:lnTo>
                  <a:lnTo>
                    <a:pt x="2534900" y="584938"/>
                  </a:lnTo>
                  <a:lnTo>
                    <a:pt x="2479327" y="530068"/>
                  </a:lnTo>
                  <a:lnTo>
                    <a:pt x="2422049" y="477717"/>
                  </a:lnTo>
                  <a:lnTo>
                    <a:pt x="2363178" y="427935"/>
                  </a:lnTo>
                  <a:lnTo>
                    <a:pt x="2302825" y="380768"/>
                  </a:lnTo>
                  <a:lnTo>
                    <a:pt x="2241103" y="336256"/>
                  </a:lnTo>
                  <a:lnTo>
                    <a:pt x="2178125" y="294435"/>
                  </a:lnTo>
                  <a:lnTo>
                    <a:pt x="2114007" y="255337"/>
                  </a:lnTo>
                  <a:lnTo>
                    <a:pt x="2048861" y="218987"/>
                  </a:lnTo>
                  <a:lnTo>
                    <a:pt x="1982805" y="185407"/>
                  </a:lnTo>
                  <a:lnTo>
                    <a:pt x="1915954" y="154615"/>
                  </a:lnTo>
                  <a:lnTo>
                    <a:pt x="1848423" y="126622"/>
                  </a:lnTo>
                  <a:lnTo>
                    <a:pt x="1780327" y="101436"/>
                  </a:lnTo>
                  <a:lnTo>
                    <a:pt x="1711781" y="79059"/>
                  </a:lnTo>
                  <a:lnTo>
                    <a:pt x="1642900" y="59489"/>
                  </a:lnTo>
                  <a:lnTo>
                    <a:pt x="1573796" y="42720"/>
                  </a:lnTo>
                  <a:lnTo>
                    <a:pt x="1504583" y="28741"/>
                  </a:lnTo>
                  <a:lnTo>
                    <a:pt x="1435372" y="17537"/>
                  </a:lnTo>
                  <a:lnTo>
                    <a:pt x="1366272" y="9087"/>
                  </a:lnTo>
                  <a:lnTo>
                    <a:pt x="1297392" y="3367"/>
                  </a:lnTo>
                  <a:lnTo>
                    <a:pt x="1228840" y="349"/>
                  </a:lnTo>
                  <a:lnTo>
                    <a:pt x="1160719" y="0"/>
                  </a:lnTo>
                  <a:lnTo>
                    <a:pt x="1093133" y="2283"/>
                  </a:lnTo>
                  <a:lnTo>
                    <a:pt x="1026184" y="7158"/>
                  </a:lnTo>
                  <a:lnTo>
                    <a:pt x="959969" y="14580"/>
                  </a:lnTo>
                  <a:lnTo>
                    <a:pt x="894584" y="24501"/>
                  </a:lnTo>
                  <a:lnTo>
                    <a:pt x="830124" y="36870"/>
                  </a:lnTo>
                  <a:lnTo>
                    <a:pt x="904729" y="38498"/>
                  </a:lnTo>
                  <a:lnTo>
                    <a:pt x="979192" y="43379"/>
                  </a:lnTo>
                  <a:lnTo>
                    <a:pt x="1053372" y="51503"/>
                  </a:lnTo>
                  <a:lnTo>
                    <a:pt x="1127126" y="62854"/>
                  </a:lnTo>
                  <a:lnTo>
                    <a:pt x="1200315" y="77413"/>
                  </a:lnTo>
                  <a:lnTo>
                    <a:pt x="1272799" y="95149"/>
                  </a:lnTo>
                  <a:lnTo>
                    <a:pt x="1344441" y="116031"/>
                  </a:lnTo>
                  <a:lnTo>
                    <a:pt x="1415103" y="140018"/>
                  </a:lnTo>
                  <a:lnTo>
                    <a:pt x="1484653" y="167064"/>
                  </a:lnTo>
                  <a:lnTo>
                    <a:pt x="1552956" y="197118"/>
                  </a:lnTo>
                  <a:lnTo>
                    <a:pt x="1619883" y="230123"/>
                  </a:lnTo>
                  <a:lnTo>
                    <a:pt x="1685307" y="266016"/>
                  </a:lnTo>
                  <a:lnTo>
                    <a:pt x="1749103" y="304728"/>
                  </a:lnTo>
                  <a:lnTo>
                    <a:pt x="1811149" y="346186"/>
                  </a:lnTo>
                  <a:lnTo>
                    <a:pt x="1871328" y="390311"/>
                  </a:lnTo>
                  <a:lnTo>
                    <a:pt x="1929526" y="437020"/>
                  </a:lnTo>
                  <a:lnTo>
                    <a:pt x="1985630" y="486222"/>
                  </a:lnTo>
                  <a:lnTo>
                    <a:pt x="2039535" y="537824"/>
                  </a:lnTo>
                  <a:lnTo>
                    <a:pt x="2105955" y="649294"/>
                  </a:lnTo>
                  <a:lnTo>
                    <a:pt x="2162593" y="763829"/>
                  </a:lnTo>
                  <a:lnTo>
                    <a:pt x="2209369" y="880598"/>
                  </a:lnTo>
                  <a:lnTo>
                    <a:pt x="2246274" y="998778"/>
                  </a:lnTo>
                  <a:lnTo>
                    <a:pt x="2273363" y="1117556"/>
                  </a:lnTo>
                  <a:lnTo>
                    <a:pt x="2290758" y="1236137"/>
                  </a:lnTo>
                  <a:lnTo>
                    <a:pt x="2298645" y="1353746"/>
                  </a:lnTo>
                  <a:lnTo>
                    <a:pt x="2297269" y="1469636"/>
                  </a:lnTo>
                  <a:lnTo>
                    <a:pt x="2286933" y="1583092"/>
                  </a:lnTo>
                  <a:lnTo>
                    <a:pt x="2267996" y="1693434"/>
                  </a:lnTo>
                  <a:lnTo>
                    <a:pt x="2240867" y="1800021"/>
                  </a:lnTo>
                  <a:lnTo>
                    <a:pt x="2205999" y="1902259"/>
                  </a:lnTo>
                  <a:lnTo>
                    <a:pt x="2163892" y="1999598"/>
                  </a:lnTo>
                  <a:lnTo>
                    <a:pt x="2115080" y="2091538"/>
                  </a:lnTo>
                  <a:lnTo>
                    <a:pt x="2060132" y="2177633"/>
                  </a:lnTo>
                  <a:lnTo>
                    <a:pt x="1999645" y="2257492"/>
                  </a:lnTo>
                  <a:lnTo>
                    <a:pt x="1934241" y="2330778"/>
                  </a:lnTo>
                  <a:lnTo>
                    <a:pt x="1864558" y="2397213"/>
                  </a:lnTo>
                  <a:lnTo>
                    <a:pt x="1791249" y="2456577"/>
                  </a:lnTo>
                  <a:lnTo>
                    <a:pt x="1714974" y="2508710"/>
                  </a:lnTo>
                  <a:lnTo>
                    <a:pt x="1636398" y="2553509"/>
                  </a:lnTo>
                  <a:lnTo>
                    <a:pt x="1556182" y="2590929"/>
                  </a:lnTo>
                  <a:lnTo>
                    <a:pt x="1474981" y="2620985"/>
                  </a:lnTo>
                  <a:lnTo>
                    <a:pt x="1393438" y="2643744"/>
                  </a:lnTo>
                  <a:lnTo>
                    <a:pt x="1312181" y="2659332"/>
                  </a:lnTo>
                  <a:lnTo>
                    <a:pt x="1231816" y="2667922"/>
                  </a:lnTo>
                  <a:lnTo>
                    <a:pt x="1152923" y="2669741"/>
                  </a:lnTo>
                  <a:lnTo>
                    <a:pt x="1076055" y="2665060"/>
                  </a:lnTo>
                  <a:lnTo>
                    <a:pt x="1001731" y="2654197"/>
                  </a:lnTo>
                  <a:lnTo>
                    <a:pt x="930434" y="2637507"/>
                  </a:lnTo>
                  <a:lnTo>
                    <a:pt x="862608" y="2615384"/>
                  </a:lnTo>
                  <a:lnTo>
                    <a:pt x="798655" y="2588255"/>
                  </a:lnTo>
                  <a:lnTo>
                    <a:pt x="738934" y="2556573"/>
                  </a:lnTo>
                  <a:lnTo>
                    <a:pt x="683754" y="2520820"/>
                  </a:lnTo>
                  <a:lnTo>
                    <a:pt x="633380" y="2481495"/>
                  </a:lnTo>
                  <a:lnTo>
                    <a:pt x="588025" y="2439114"/>
                  </a:lnTo>
                  <a:lnTo>
                    <a:pt x="547854" y="2394204"/>
                  </a:lnTo>
                  <a:lnTo>
                    <a:pt x="512981" y="2347299"/>
                  </a:lnTo>
                  <a:lnTo>
                    <a:pt x="483469" y="2298933"/>
                  </a:lnTo>
                  <a:lnTo>
                    <a:pt x="459332" y="2249641"/>
                  </a:lnTo>
                  <a:lnTo>
                    <a:pt x="440532" y="2199949"/>
                  </a:lnTo>
                  <a:lnTo>
                    <a:pt x="426987" y="2150372"/>
                  </a:lnTo>
                  <a:lnTo>
                    <a:pt x="418566" y="2101410"/>
                  </a:lnTo>
                  <a:lnTo>
                    <a:pt x="415093" y="2053542"/>
                  </a:lnTo>
                  <a:lnTo>
                    <a:pt x="416351" y="2007226"/>
                  </a:lnTo>
                  <a:lnTo>
                    <a:pt x="422081" y="1962892"/>
                  </a:lnTo>
                  <a:lnTo>
                    <a:pt x="431989" y="1920940"/>
                  </a:lnTo>
                  <a:lnTo>
                    <a:pt x="445747" y="1881735"/>
                  </a:lnTo>
                  <a:lnTo>
                    <a:pt x="462994" y="1845607"/>
                  </a:lnTo>
                  <a:lnTo>
                    <a:pt x="483345" y="1812849"/>
                  </a:lnTo>
                  <a:lnTo>
                    <a:pt x="506389" y="1783711"/>
                  </a:lnTo>
                  <a:lnTo>
                    <a:pt x="531698" y="1758401"/>
                  </a:lnTo>
                  <a:lnTo>
                    <a:pt x="558828" y="1737084"/>
                  </a:lnTo>
                  <a:lnTo>
                    <a:pt x="587323" y="1719878"/>
                  </a:lnTo>
                  <a:lnTo>
                    <a:pt x="616721" y="1706857"/>
                  </a:lnTo>
                  <a:lnTo>
                    <a:pt x="646559" y="1698049"/>
                  </a:lnTo>
                  <a:lnTo>
                    <a:pt x="676373" y="1693435"/>
                  </a:lnTo>
                  <a:lnTo>
                    <a:pt x="705707" y="1692952"/>
                  </a:lnTo>
                  <a:lnTo>
                    <a:pt x="734114" y="1696492"/>
                  </a:lnTo>
                  <a:lnTo>
                    <a:pt x="761162" y="1703903"/>
                  </a:lnTo>
                  <a:lnTo>
                    <a:pt x="786437" y="1714992"/>
                  </a:lnTo>
                  <a:lnTo>
                    <a:pt x="809546" y="1729526"/>
                  </a:lnTo>
                  <a:lnTo>
                    <a:pt x="830124" y="1747235"/>
                  </a:lnTo>
                  <a:lnTo>
                    <a:pt x="862706" y="1784601"/>
                  </a:lnTo>
                  <a:lnTo>
                    <a:pt x="890035" y="1826240"/>
                  </a:lnTo>
                  <a:lnTo>
                    <a:pt x="911694" y="1871598"/>
                  </a:lnTo>
                  <a:lnTo>
                    <a:pt x="927315" y="1920088"/>
                  </a:lnTo>
                  <a:lnTo>
                    <a:pt x="936584" y="1971088"/>
                  </a:lnTo>
                  <a:lnTo>
                    <a:pt x="939247" y="2023951"/>
                  </a:lnTo>
                  <a:lnTo>
                    <a:pt x="935106" y="2078005"/>
                  </a:lnTo>
                  <a:lnTo>
                    <a:pt x="924026" y="2132565"/>
                  </a:lnTo>
                  <a:lnTo>
                    <a:pt x="905935" y="2186930"/>
                  </a:lnTo>
                  <a:lnTo>
                    <a:pt x="880822" y="2240394"/>
                  </a:lnTo>
                  <a:lnTo>
                    <a:pt x="848742" y="2292251"/>
                  </a:lnTo>
                  <a:lnTo>
                    <a:pt x="809813" y="2341798"/>
                  </a:lnTo>
                  <a:lnTo>
                    <a:pt x="764216" y="2388342"/>
                  </a:lnTo>
                  <a:lnTo>
                    <a:pt x="712196" y="2431204"/>
                  </a:lnTo>
                  <a:lnTo>
                    <a:pt x="654057" y="2469728"/>
                  </a:lnTo>
                  <a:lnTo>
                    <a:pt x="590166" y="2503282"/>
                  </a:lnTo>
                  <a:lnTo>
                    <a:pt x="520944" y="2531263"/>
                  </a:lnTo>
                  <a:lnTo>
                    <a:pt x="446868" y="2553107"/>
                  </a:lnTo>
                  <a:lnTo>
                    <a:pt x="368470" y="2568287"/>
                  </a:lnTo>
                  <a:lnTo>
                    <a:pt x="286325" y="2576323"/>
                  </a:lnTo>
                  <a:lnTo>
                    <a:pt x="201059" y="2576782"/>
                  </a:lnTo>
                  <a:lnTo>
                    <a:pt x="113334" y="2569285"/>
                  </a:lnTo>
                  <a:lnTo>
                    <a:pt x="23850" y="2553509"/>
                  </a:lnTo>
                  <a:lnTo>
                    <a:pt x="9466" y="2474275"/>
                  </a:lnTo>
                  <a:lnTo>
                    <a:pt x="1588" y="2396352"/>
                  </a:lnTo>
                  <a:lnTo>
                    <a:pt x="0" y="2320229"/>
                  </a:lnTo>
                  <a:lnTo>
                    <a:pt x="4448" y="2246374"/>
                  </a:lnTo>
                  <a:lnTo>
                    <a:pt x="14650" y="2175229"/>
                  </a:lnTo>
                  <a:lnTo>
                    <a:pt x="30288" y="2107212"/>
                  </a:lnTo>
                  <a:lnTo>
                    <a:pt x="51018" y="2042711"/>
                  </a:lnTo>
                  <a:lnTo>
                    <a:pt x="76468" y="1982084"/>
                  </a:lnTo>
                  <a:lnTo>
                    <a:pt x="106245" y="1925655"/>
                  </a:lnTo>
                  <a:lnTo>
                    <a:pt x="139930" y="1873718"/>
                  </a:lnTo>
                  <a:lnTo>
                    <a:pt x="177088" y="1826528"/>
                  </a:lnTo>
                  <a:lnTo>
                    <a:pt x="217267" y="1784306"/>
                  </a:lnTo>
                  <a:lnTo>
                    <a:pt x="260003" y="1747235"/>
                  </a:lnTo>
                  <a:lnTo>
                    <a:pt x="234386" y="1776051"/>
                  </a:lnTo>
                  <a:lnTo>
                    <a:pt x="210283" y="1807339"/>
                  </a:lnTo>
                  <a:lnTo>
                    <a:pt x="187874" y="1841017"/>
                  </a:lnTo>
                  <a:lnTo>
                    <a:pt x="167331" y="1876993"/>
                  </a:lnTo>
                  <a:lnTo>
                    <a:pt x="148826" y="1915160"/>
                  </a:lnTo>
                  <a:lnTo>
                    <a:pt x="132520" y="1955404"/>
                  </a:lnTo>
                  <a:lnTo>
                    <a:pt x="118570" y="1997598"/>
                  </a:lnTo>
                  <a:lnTo>
                    <a:pt x="107126" y="2041606"/>
                  </a:lnTo>
                  <a:lnTo>
                    <a:pt x="98330" y="2087281"/>
                  </a:lnTo>
                  <a:lnTo>
                    <a:pt x="92314" y="2134468"/>
                  </a:lnTo>
                  <a:lnTo>
                    <a:pt x="89203" y="2183002"/>
                  </a:lnTo>
                  <a:lnTo>
                    <a:pt x="89111" y="2232709"/>
                  </a:lnTo>
                  <a:lnTo>
                    <a:pt x="92143" y="2283410"/>
                  </a:lnTo>
                  <a:lnTo>
                    <a:pt x="98394" y="2334915"/>
                  </a:lnTo>
                  <a:lnTo>
                    <a:pt x="107945" y="2387030"/>
                  </a:lnTo>
                  <a:lnTo>
                    <a:pt x="120869" y="2439554"/>
                  </a:lnTo>
                  <a:lnTo>
                    <a:pt x="137226" y="2492280"/>
                  </a:lnTo>
                  <a:lnTo>
                    <a:pt x="157063" y="2544998"/>
                  </a:lnTo>
                  <a:lnTo>
                    <a:pt x="180415" y="2597492"/>
                  </a:lnTo>
                  <a:lnTo>
                    <a:pt x="207305" y="2649545"/>
                  </a:lnTo>
                  <a:lnTo>
                    <a:pt x="237742" y="2700934"/>
                  </a:lnTo>
                  <a:lnTo>
                    <a:pt x="271722" y="2751437"/>
                  </a:lnTo>
                  <a:lnTo>
                    <a:pt x="309229" y="2800831"/>
                  </a:lnTo>
                  <a:lnTo>
                    <a:pt x="350231" y="2848890"/>
                  </a:lnTo>
                  <a:lnTo>
                    <a:pt x="394686" y="2895392"/>
                  </a:lnTo>
                  <a:lnTo>
                    <a:pt x="442534" y="2940114"/>
                  </a:lnTo>
                  <a:lnTo>
                    <a:pt x="493706" y="2982836"/>
                  </a:lnTo>
                  <a:lnTo>
                    <a:pt x="548117" y="3023340"/>
                  </a:lnTo>
                  <a:lnTo>
                    <a:pt x="605669" y="3061413"/>
                  </a:lnTo>
                  <a:lnTo>
                    <a:pt x="666252" y="3096844"/>
                  </a:lnTo>
                  <a:lnTo>
                    <a:pt x="729742" y="3129429"/>
                  </a:lnTo>
                  <a:lnTo>
                    <a:pt x="796001" y="3158970"/>
                  </a:lnTo>
                  <a:lnTo>
                    <a:pt x="864883" y="3185276"/>
                  </a:lnTo>
                  <a:lnTo>
                    <a:pt x="936225" y="3208161"/>
                  </a:lnTo>
                  <a:lnTo>
                    <a:pt x="1009855" y="3227451"/>
                  </a:lnTo>
                  <a:lnTo>
                    <a:pt x="1085589" y="3242977"/>
                  </a:lnTo>
                  <a:lnTo>
                    <a:pt x="1163233" y="3254581"/>
                  </a:lnTo>
                  <a:lnTo>
                    <a:pt x="1242582" y="3262116"/>
                  </a:lnTo>
                  <a:lnTo>
                    <a:pt x="1323421" y="3265445"/>
                  </a:lnTo>
                  <a:lnTo>
                    <a:pt x="1405525" y="3264443"/>
                  </a:lnTo>
                  <a:lnTo>
                    <a:pt x="1488663" y="3258995"/>
                  </a:lnTo>
                  <a:lnTo>
                    <a:pt x="1572594" y="3249002"/>
                  </a:lnTo>
                  <a:lnTo>
                    <a:pt x="1657071" y="3234374"/>
                  </a:lnTo>
                  <a:lnTo>
                    <a:pt x="1741838" y="3215037"/>
                  </a:lnTo>
                  <a:lnTo>
                    <a:pt x="1826635" y="3190930"/>
                  </a:lnTo>
                  <a:lnTo>
                    <a:pt x="1911198" y="3162007"/>
                  </a:lnTo>
                  <a:lnTo>
                    <a:pt x="1995255" y="3128237"/>
                  </a:lnTo>
                  <a:lnTo>
                    <a:pt x="2078535" y="3089601"/>
                  </a:lnTo>
                  <a:lnTo>
                    <a:pt x="2160762" y="3046099"/>
                  </a:lnTo>
                  <a:lnTo>
                    <a:pt x="2241656" y="2997743"/>
                  </a:lnTo>
                  <a:lnTo>
                    <a:pt x="2320940" y="2944564"/>
                  </a:lnTo>
                  <a:lnTo>
                    <a:pt x="2398334" y="2886606"/>
                  </a:lnTo>
                  <a:lnTo>
                    <a:pt x="2473560" y="2823930"/>
                  </a:lnTo>
                  <a:lnTo>
                    <a:pt x="2546340" y="2756613"/>
                  </a:lnTo>
                  <a:lnTo>
                    <a:pt x="2616402" y="2684746"/>
                  </a:lnTo>
                  <a:lnTo>
                    <a:pt x="2683473" y="2608439"/>
                  </a:lnTo>
                  <a:lnTo>
                    <a:pt x="2747287" y="2527814"/>
                  </a:lnTo>
                  <a:lnTo>
                    <a:pt x="2807583" y="2443011"/>
                  </a:lnTo>
                  <a:lnTo>
                    <a:pt x="2864103" y="2354185"/>
                  </a:lnTo>
                  <a:lnTo>
                    <a:pt x="2916601" y="2261505"/>
                  </a:lnTo>
                  <a:lnTo>
                    <a:pt x="2964833" y="2165156"/>
                  </a:lnTo>
                  <a:lnTo>
                    <a:pt x="3008569" y="2065334"/>
                  </a:lnTo>
                  <a:lnTo>
                    <a:pt x="3047584" y="1962255"/>
                  </a:lnTo>
                  <a:lnTo>
                    <a:pt x="3081665" y="1856142"/>
                  </a:lnTo>
                  <a:close/>
                </a:path>
              </a:pathLst>
            </a:custGeom>
            <a:solidFill>
              <a:srgbClr val="C4A46B">
                <a:alpha val="25882"/>
              </a:srgbClr>
            </a:solidFill>
            <a:ln w="24933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886876" y="2102972"/>
              <a:ext cx="3110611" cy="2516638"/>
            </a:xfrm>
            <a:custGeom>
              <a:avLst/>
              <a:pathLst>
                <a:path w="3110611" h="2516638">
                  <a:moveTo>
                    <a:pt x="830124" y="0"/>
                  </a:moveTo>
                  <a:lnTo>
                    <a:pt x="904729" y="1627"/>
                  </a:lnTo>
                  <a:lnTo>
                    <a:pt x="979192" y="6508"/>
                  </a:lnTo>
                  <a:lnTo>
                    <a:pt x="1053372" y="14632"/>
                  </a:lnTo>
                  <a:lnTo>
                    <a:pt x="1127126" y="25984"/>
                  </a:lnTo>
                  <a:lnTo>
                    <a:pt x="1200315" y="40542"/>
                  </a:lnTo>
                  <a:lnTo>
                    <a:pt x="1272799" y="58279"/>
                  </a:lnTo>
                  <a:lnTo>
                    <a:pt x="1344441" y="79160"/>
                  </a:lnTo>
                  <a:lnTo>
                    <a:pt x="1415103" y="103147"/>
                  </a:lnTo>
                  <a:lnTo>
                    <a:pt x="1484653" y="130193"/>
                  </a:lnTo>
                  <a:lnTo>
                    <a:pt x="1552956" y="160247"/>
                  </a:lnTo>
                  <a:lnTo>
                    <a:pt x="1619883" y="193252"/>
                  </a:lnTo>
                  <a:lnTo>
                    <a:pt x="1685307" y="229145"/>
                  </a:lnTo>
                  <a:lnTo>
                    <a:pt x="1749103" y="267857"/>
                  </a:lnTo>
                  <a:lnTo>
                    <a:pt x="1811149" y="309315"/>
                  </a:lnTo>
                  <a:lnTo>
                    <a:pt x="1871328" y="353441"/>
                  </a:lnTo>
                  <a:lnTo>
                    <a:pt x="1929526" y="400149"/>
                  </a:lnTo>
                  <a:lnTo>
                    <a:pt x="1985630" y="449351"/>
                  </a:lnTo>
                  <a:lnTo>
                    <a:pt x="2039535" y="500954"/>
                  </a:lnTo>
                  <a:lnTo>
                    <a:pt x="2103812" y="528555"/>
                  </a:lnTo>
                  <a:lnTo>
                    <a:pt x="2167688" y="559297"/>
                  </a:lnTo>
                  <a:lnTo>
                    <a:pt x="2231018" y="593189"/>
                  </a:lnTo>
                  <a:lnTo>
                    <a:pt x="2293655" y="630230"/>
                  </a:lnTo>
                  <a:lnTo>
                    <a:pt x="2355450" y="670415"/>
                  </a:lnTo>
                  <a:lnTo>
                    <a:pt x="2416256" y="713732"/>
                  </a:lnTo>
                  <a:lnTo>
                    <a:pt x="2475924" y="760162"/>
                  </a:lnTo>
                  <a:lnTo>
                    <a:pt x="2534304" y="809679"/>
                  </a:lnTo>
                  <a:lnTo>
                    <a:pt x="2591251" y="862251"/>
                  </a:lnTo>
                  <a:lnTo>
                    <a:pt x="2646614" y="917838"/>
                  </a:lnTo>
                  <a:lnTo>
                    <a:pt x="2700250" y="976394"/>
                  </a:lnTo>
                  <a:lnTo>
                    <a:pt x="2752011" y="1037867"/>
                  </a:lnTo>
                  <a:lnTo>
                    <a:pt x="2801755" y="1102197"/>
                  </a:lnTo>
                  <a:lnTo>
                    <a:pt x="2849340" y="1169317"/>
                  </a:lnTo>
                  <a:lnTo>
                    <a:pt x="2894626" y="1239155"/>
                  </a:lnTo>
                  <a:lnTo>
                    <a:pt x="2937477" y="1311632"/>
                  </a:lnTo>
                  <a:lnTo>
                    <a:pt x="2977758" y="1386661"/>
                  </a:lnTo>
                  <a:lnTo>
                    <a:pt x="3015338" y="1464150"/>
                  </a:lnTo>
                  <a:lnTo>
                    <a:pt x="3050089" y="1544001"/>
                  </a:lnTo>
                  <a:lnTo>
                    <a:pt x="3081886" y="1626109"/>
                  </a:lnTo>
                  <a:lnTo>
                    <a:pt x="3110611" y="1710364"/>
                  </a:lnTo>
                  <a:lnTo>
                    <a:pt x="3038680" y="1764581"/>
                  </a:lnTo>
                  <a:lnTo>
                    <a:pt x="2965505" y="1815269"/>
                  </a:lnTo>
                  <a:lnTo>
                    <a:pt x="2891215" y="1862400"/>
                  </a:lnTo>
                  <a:lnTo>
                    <a:pt x="2815941" y="1905950"/>
                  </a:lnTo>
                  <a:lnTo>
                    <a:pt x="2739814" y="1945902"/>
                  </a:lnTo>
                  <a:lnTo>
                    <a:pt x="2662965" y="1982241"/>
                  </a:lnTo>
                  <a:lnTo>
                    <a:pt x="2585525" y="2014955"/>
                  </a:lnTo>
                  <a:lnTo>
                    <a:pt x="2507625" y="2044040"/>
                  </a:lnTo>
                  <a:lnTo>
                    <a:pt x="2429397" y="2069493"/>
                  </a:lnTo>
                  <a:lnTo>
                    <a:pt x="2350973" y="2091317"/>
                  </a:lnTo>
                  <a:lnTo>
                    <a:pt x="2272482" y="2109519"/>
                  </a:lnTo>
                  <a:lnTo>
                    <a:pt x="2194055" y="2124108"/>
                  </a:lnTo>
                  <a:lnTo>
                    <a:pt x="2115822" y="2135102"/>
                  </a:lnTo>
                  <a:lnTo>
                    <a:pt x="2037912" y="2142518"/>
                  </a:lnTo>
                  <a:lnTo>
                    <a:pt x="1960453" y="2146380"/>
                  </a:lnTo>
                  <a:lnTo>
                    <a:pt x="1883572" y="2146717"/>
                  </a:lnTo>
                  <a:lnTo>
                    <a:pt x="1807394" y="2143558"/>
                  </a:lnTo>
                  <a:lnTo>
                    <a:pt x="1732046" y="2136942"/>
                  </a:lnTo>
                  <a:lnTo>
                    <a:pt x="1657650" y="2126906"/>
                  </a:lnTo>
                  <a:lnTo>
                    <a:pt x="1584328" y="2113495"/>
                  </a:lnTo>
                  <a:lnTo>
                    <a:pt x="1512200" y="2096756"/>
                  </a:lnTo>
                  <a:lnTo>
                    <a:pt x="1441386" y="2076741"/>
                  </a:lnTo>
                  <a:lnTo>
                    <a:pt x="1372002" y="2053505"/>
                  </a:lnTo>
                  <a:lnTo>
                    <a:pt x="1304163" y="2027107"/>
                  </a:lnTo>
                  <a:lnTo>
                    <a:pt x="1237982" y="1997610"/>
                  </a:lnTo>
                  <a:lnTo>
                    <a:pt x="1173569" y="1965080"/>
                  </a:lnTo>
                  <a:lnTo>
                    <a:pt x="1111033" y="1929587"/>
                  </a:lnTo>
                  <a:lnTo>
                    <a:pt x="1050479" y="1891205"/>
                  </a:lnTo>
                  <a:lnTo>
                    <a:pt x="992012" y="1850010"/>
                  </a:lnTo>
                  <a:lnTo>
                    <a:pt x="935732" y="1806082"/>
                  </a:lnTo>
                  <a:lnTo>
                    <a:pt x="881738" y="1759505"/>
                  </a:lnTo>
                  <a:lnTo>
                    <a:pt x="830124" y="1710364"/>
                  </a:lnTo>
                  <a:lnTo>
                    <a:pt x="830124" y="1710364"/>
                  </a:lnTo>
                  <a:lnTo>
                    <a:pt x="827644" y="1770326"/>
                  </a:lnTo>
                  <a:lnTo>
                    <a:pt x="820213" y="1829980"/>
                  </a:lnTo>
                  <a:lnTo>
                    <a:pt x="807855" y="1889020"/>
                  </a:lnTo>
                  <a:lnTo>
                    <a:pt x="790613" y="1947142"/>
                  </a:lnTo>
                  <a:lnTo>
                    <a:pt x="768546" y="2004042"/>
                  </a:lnTo>
                  <a:lnTo>
                    <a:pt x="741731" y="2059423"/>
                  </a:lnTo>
                  <a:lnTo>
                    <a:pt x="710257" y="2112990"/>
                  </a:lnTo>
                  <a:lnTo>
                    <a:pt x="674235" y="2164454"/>
                  </a:lnTo>
                  <a:lnTo>
                    <a:pt x="633788" y="2213531"/>
                  </a:lnTo>
                  <a:lnTo>
                    <a:pt x="589055" y="2259946"/>
                  </a:lnTo>
                  <a:lnTo>
                    <a:pt x="540193" y="2303429"/>
                  </a:lnTo>
                  <a:lnTo>
                    <a:pt x="487369" y="2343721"/>
                  </a:lnTo>
                  <a:lnTo>
                    <a:pt x="430769" y="2380569"/>
                  </a:lnTo>
                  <a:lnTo>
                    <a:pt x="370590" y="2413734"/>
                  </a:lnTo>
                  <a:lnTo>
                    <a:pt x="307043" y="2442985"/>
                  </a:lnTo>
                  <a:lnTo>
                    <a:pt x="240354" y="2468101"/>
                  </a:lnTo>
                  <a:lnTo>
                    <a:pt x="170758" y="2488876"/>
                  </a:lnTo>
                  <a:lnTo>
                    <a:pt x="98504" y="2505116"/>
                  </a:lnTo>
                  <a:lnTo>
                    <a:pt x="23850" y="2516638"/>
                  </a:lnTo>
                  <a:lnTo>
                    <a:pt x="9466" y="2437404"/>
                  </a:lnTo>
                  <a:lnTo>
                    <a:pt x="1588" y="2359481"/>
                  </a:lnTo>
                  <a:lnTo>
                    <a:pt x="0" y="2283358"/>
                  </a:lnTo>
                  <a:lnTo>
                    <a:pt x="4448" y="2209503"/>
                  </a:lnTo>
                  <a:lnTo>
                    <a:pt x="14650" y="2138359"/>
                  </a:lnTo>
                  <a:lnTo>
                    <a:pt x="30288" y="2070342"/>
                  </a:lnTo>
                  <a:lnTo>
                    <a:pt x="51018" y="2005841"/>
                  </a:lnTo>
                  <a:lnTo>
                    <a:pt x="76468" y="1945213"/>
                  </a:lnTo>
                  <a:lnTo>
                    <a:pt x="106245" y="1888785"/>
                  </a:lnTo>
                  <a:lnTo>
                    <a:pt x="139930" y="1836847"/>
                  </a:lnTo>
                  <a:lnTo>
                    <a:pt x="177088" y="1789657"/>
                  </a:lnTo>
                  <a:lnTo>
                    <a:pt x="217267" y="1747435"/>
                  </a:lnTo>
                  <a:lnTo>
                    <a:pt x="260003" y="1710364"/>
                  </a:lnTo>
                  <a:lnTo>
                    <a:pt x="313152" y="1673390"/>
                  </a:lnTo>
                  <a:lnTo>
                    <a:pt x="368409" y="1643980"/>
                  </a:lnTo>
                  <a:lnTo>
                    <a:pt x="424966" y="1622228"/>
                  </a:lnTo>
                  <a:lnTo>
                    <a:pt x="482016" y="1608151"/>
                  </a:lnTo>
                  <a:lnTo>
                    <a:pt x="538756" y="1601690"/>
                  </a:lnTo>
                  <a:lnTo>
                    <a:pt x="594397" y="1602711"/>
                  </a:lnTo>
                  <a:lnTo>
                    <a:pt x="648166" y="1611008"/>
                  </a:lnTo>
                  <a:lnTo>
                    <a:pt x="699320" y="1626301"/>
                  </a:lnTo>
                  <a:lnTo>
                    <a:pt x="747141" y="1648244"/>
                  </a:lnTo>
                  <a:lnTo>
                    <a:pt x="790954" y="1676423"/>
                  </a:lnTo>
                  <a:lnTo>
                    <a:pt x="830124" y="1710364"/>
                  </a:lnTo>
                </a:path>
              </a:pathLst>
            </a:custGeom>
            <a:ln w="24933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965886" y="3781736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2071371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894810" y="2572325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879126" y="4588009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115278" y="3781736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2026-03-19T04:05:43Z</dcterms:modified>
  <cp:category/>
</cp:coreProperties>
</file>