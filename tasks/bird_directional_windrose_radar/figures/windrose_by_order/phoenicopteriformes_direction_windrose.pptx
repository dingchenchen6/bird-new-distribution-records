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0506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874657"/>
              <a:ext cx="9004821" cy="59137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04045" y="69589"/>
              <a:ext cx="8632407" cy="80506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3997408" y="388772"/>
              <a:ext cx="1445682" cy="1353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Phoenicopteriformes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45005" y="912614"/>
              <a:ext cx="5750487" cy="57504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20249" y="1200139"/>
              <a:ext cx="0" cy="2587719"/>
            </a:xfrm>
            <a:custGeom>
              <a:avLst/>
              <a:pathLst>
                <a:path w="0" h="2587719">
                  <a:moveTo>
                    <a:pt x="0" y="2587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20249" y="1958064"/>
              <a:ext cx="1829794" cy="1829794"/>
            </a:xfrm>
            <a:custGeom>
              <a:avLst/>
              <a:pathLst>
                <a:path w="1829794" h="1829794">
                  <a:moveTo>
                    <a:pt x="0" y="1829794"/>
                  </a:moveTo>
                  <a:lnTo>
                    <a:pt x="1829794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20249" y="3787858"/>
              <a:ext cx="2587719" cy="0"/>
            </a:xfrm>
            <a:custGeom>
              <a:avLst/>
              <a:pathLst>
                <a:path w="2587719" h="0">
                  <a:moveTo>
                    <a:pt x="0" y="0"/>
                  </a:moveTo>
                  <a:lnTo>
                    <a:pt x="2587719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20249" y="3787858"/>
              <a:ext cx="1829794" cy="1829794"/>
            </a:xfrm>
            <a:custGeom>
              <a:avLst/>
              <a:pathLst>
                <a:path w="1829794" h="1829794">
                  <a:moveTo>
                    <a:pt x="0" y="0"/>
                  </a:moveTo>
                  <a:lnTo>
                    <a:pt x="1829794" y="1829794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20249" y="3787858"/>
              <a:ext cx="0" cy="2587719"/>
            </a:xfrm>
            <a:custGeom>
              <a:avLst/>
              <a:pathLst>
                <a:path w="0" h="2587719">
                  <a:moveTo>
                    <a:pt x="0" y="0"/>
                  </a:moveTo>
                  <a:lnTo>
                    <a:pt x="0" y="2587719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90455" y="3787858"/>
              <a:ext cx="1829794" cy="1829794"/>
            </a:xfrm>
            <a:custGeom>
              <a:avLst/>
              <a:pathLst>
                <a:path w="1829794" h="1829794">
                  <a:moveTo>
                    <a:pt x="1829794" y="0"/>
                  </a:moveTo>
                  <a:lnTo>
                    <a:pt x="0" y="1829794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32529" y="3787858"/>
              <a:ext cx="2587719" cy="0"/>
            </a:xfrm>
            <a:custGeom>
              <a:avLst/>
              <a:pathLst>
                <a:path w="2587719" h="0">
                  <a:moveTo>
                    <a:pt x="2587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90455" y="1958064"/>
              <a:ext cx="1829794" cy="1829794"/>
            </a:xfrm>
            <a:custGeom>
              <a:avLst/>
              <a:pathLst>
                <a:path w="1829794" h="1829794">
                  <a:moveTo>
                    <a:pt x="1829794" y="182979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0296" y="2637761"/>
              <a:ext cx="2299905" cy="2299616"/>
            </a:xfrm>
            <a:custGeom>
              <a:avLst/>
              <a:pathLst>
                <a:path w="2299905" h="2299616">
                  <a:moveTo>
                    <a:pt x="1149952" y="0"/>
                  </a:moveTo>
                  <a:lnTo>
                    <a:pt x="1222896" y="2315"/>
                  </a:lnTo>
                  <a:lnTo>
                    <a:pt x="1295546" y="9252"/>
                  </a:lnTo>
                  <a:lnTo>
                    <a:pt x="1367610" y="20783"/>
                  </a:lnTo>
                  <a:lnTo>
                    <a:pt x="1438797" y="36862"/>
                  </a:lnTo>
                  <a:lnTo>
                    <a:pt x="1508821" y="57423"/>
                  </a:lnTo>
                  <a:lnTo>
                    <a:pt x="1577400" y="82383"/>
                  </a:lnTo>
                  <a:lnTo>
                    <a:pt x="1644258" y="111643"/>
                  </a:lnTo>
                  <a:lnTo>
                    <a:pt x="1709126" y="145085"/>
                  </a:lnTo>
                  <a:lnTo>
                    <a:pt x="1771742" y="182573"/>
                  </a:lnTo>
                  <a:lnTo>
                    <a:pt x="1831854" y="223958"/>
                  </a:lnTo>
                  <a:lnTo>
                    <a:pt x="1889221" y="269071"/>
                  </a:lnTo>
                  <a:lnTo>
                    <a:pt x="1943610" y="317732"/>
                  </a:lnTo>
                  <a:lnTo>
                    <a:pt x="1994804" y="369745"/>
                  </a:lnTo>
                  <a:lnTo>
                    <a:pt x="2042596" y="424900"/>
                  </a:lnTo>
                  <a:lnTo>
                    <a:pt x="2086794" y="482975"/>
                  </a:lnTo>
                  <a:lnTo>
                    <a:pt x="2127219" y="543736"/>
                  </a:lnTo>
                  <a:lnTo>
                    <a:pt x="2163710" y="606939"/>
                  </a:lnTo>
                  <a:lnTo>
                    <a:pt x="2196118" y="672329"/>
                  </a:lnTo>
                  <a:lnTo>
                    <a:pt x="2224313" y="739643"/>
                  </a:lnTo>
                  <a:lnTo>
                    <a:pt x="2248183" y="808610"/>
                  </a:lnTo>
                  <a:lnTo>
                    <a:pt x="2267630" y="878951"/>
                  </a:lnTo>
                  <a:lnTo>
                    <a:pt x="2282577" y="950385"/>
                  </a:lnTo>
                  <a:lnTo>
                    <a:pt x="2292963" y="1022622"/>
                  </a:lnTo>
                  <a:lnTo>
                    <a:pt x="2298747" y="1095373"/>
                  </a:lnTo>
                  <a:lnTo>
                    <a:pt x="2299905" y="1168344"/>
                  </a:lnTo>
                  <a:lnTo>
                    <a:pt x="2296433" y="1241242"/>
                  </a:lnTo>
                  <a:lnTo>
                    <a:pt x="2288344" y="1313773"/>
                  </a:lnTo>
                  <a:lnTo>
                    <a:pt x="2275671" y="1385645"/>
                  </a:lnTo>
                  <a:lnTo>
                    <a:pt x="2258465" y="1456568"/>
                  </a:lnTo>
                  <a:lnTo>
                    <a:pt x="2236795" y="1526257"/>
                  </a:lnTo>
                  <a:lnTo>
                    <a:pt x="2210750" y="1594432"/>
                  </a:lnTo>
                  <a:lnTo>
                    <a:pt x="2180433" y="1660817"/>
                  </a:lnTo>
                  <a:lnTo>
                    <a:pt x="2145966" y="1725146"/>
                  </a:lnTo>
                  <a:lnTo>
                    <a:pt x="2107489" y="1787159"/>
                  </a:lnTo>
                  <a:lnTo>
                    <a:pt x="2065156" y="1846607"/>
                  </a:lnTo>
                  <a:lnTo>
                    <a:pt x="2019138" y="1903251"/>
                  </a:lnTo>
                  <a:lnTo>
                    <a:pt x="1969620" y="1956862"/>
                  </a:lnTo>
                  <a:lnTo>
                    <a:pt x="1916802" y="2007224"/>
                  </a:lnTo>
                  <a:lnTo>
                    <a:pt x="1860895" y="2054135"/>
                  </a:lnTo>
                  <a:lnTo>
                    <a:pt x="1802126" y="2097405"/>
                  </a:lnTo>
                  <a:lnTo>
                    <a:pt x="1740731" y="2136862"/>
                  </a:lnTo>
                  <a:lnTo>
                    <a:pt x="1676958" y="2172345"/>
                  </a:lnTo>
                  <a:lnTo>
                    <a:pt x="1611062" y="2203711"/>
                  </a:lnTo>
                  <a:lnTo>
                    <a:pt x="1543309" y="2230835"/>
                  </a:lnTo>
                  <a:lnTo>
                    <a:pt x="1473972" y="2253608"/>
                  </a:lnTo>
                  <a:lnTo>
                    <a:pt x="1403331" y="2271936"/>
                  </a:lnTo>
                  <a:lnTo>
                    <a:pt x="1331669" y="2285748"/>
                  </a:lnTo>
                  <a:lnTo>
                    <a:pt x="1259276" y="2294987"/>
                  </a:lnTo>
                  <a:lnTo>
                    <a:pt x="1186443" y="2299616"/>
                  </a:lnTo>
                  <a:lnTo>
                    <a:pt x="1113462" y="2299616"/>
                  </a:lnTo>
                  <a:lnTo>
                    <a:pt x="1040629" y="2294987"/>
                  </a:lnTo>
                  <a:lnTo>
                    <a:pt x="968235" y="2285748"/>
                  </a:lnTo>
                  <a:lnTo>
                    <a:pt x="896574" y="2271936"/>
                  </a:lnTo>
                  <a:lnTo>
                    <a:pt x="825932" y="2253608"/>
                  </a:lnTo>
                  <a:lnTo>
                    <a:pt x="756596" y="2230835"/>
                  </a:lnTo>
                  <a:lnTo>
                    <a:pt x="688843" y="2203711"/>
                  </a:lnTo>
                  <a:lnTo>
                    <a:pt x="622947" y="2172345"/>
                  </a:lnTo>
                  <a:lnTo>
                    <a:pt x="559173" y="2136862"/>
                  </a:lnTo>
                  <a:lnTo>
                    <a:pt x="497778" y="2097405"/>
                  </a:lnTo>
                  <a:lnTo>
                    <a:pt x="439009" y="2054135"/>
                  </a:lnTo>
                  <a:lnTo>
                    <a:pt x="383103" y="2007224"/>
                  </a:lnTo>
                  <a:lnTo>
                    <a:pt x="330284" y="1956862"/>
                  </a:lnTo>
                  <a:lnTo>
                    <a:pt x="280767" y="1903251"/>
                  </a:lnTo>
                  <a:lnTo>
                    <a:pt x="234749" y="1846607"/>
                  </a:lnTo>
                  <a:lnTo>
                    <a:pt x="192416" y="1787159"/>
                  </a:lnTo>
                  <a:lnTo>
                    <a:pt x="153939" y="1725146"/>
                  </a:lnTo>
                  <a:lnTo>
                    <a:pt x="119472" y="1660817"/>
                  </a:lnTo>
                  <a:lnTo>
                    <a:pt x="89155" y="1594432"/>
                  </a:lnTo>
                  <a:lnTo>
                    <a:pt x="63109" y="1526257"/>
                  </a:lnTo>
                  <a:lnTo>
                    <a:pt x="41440" y="1456568"/>
                  </a:lnTo>
                  <a:lnTo>
                    <a:pt x="24234" y="1385645"/>
                  </a:lnTo>
                  <a:lnTo>
                    <a:pt x="11561" y="1313773"/>
                  </a:lnTo>
                  <a:lnTo>
                    <a:pt x="3472" y="1241242"/>
                  </a:lnTo>
                  <a:lnTo>
                    <a:pt x="0" y="1168344"/>
                  </a:lnTo>
                  <a:lnTo>
                    <a:pt x="1157" y="1095373"/>
                  </a:lnTo>
                  <a:lnTo>
                    <a:pt x="6941" y="1022622"/>
                  </a:lnTo>
                  <a:lnTo>
                    <a:pt x="17327" y="950385"/>
                  </a:lnTo>
                  <a:lnTo>
                    <a:pt x="32274" y="878951"/>
                  </a:lnTo>
                  <a:lnTo>
                    <a:pt x="51722" y="808610"/>
                  </a:lnTo>
                  <a:lnTo>
                    <a:pt x="75591" y="739643"/>
                  </a:lnTo>
                  <a:lnTo>
                    <a:pt x="103787" y="672329"/>
                  </a:lnTo>
                  <a:lnTo>
                    <a:pt x="136195" y="606939"/>
                  </a:lnTo>
                  <a:lnTo>
                    <a:pt x="172685" y="543736"/>
                  </a:lnTo>
                  <a:lnTo>
                    <a:pt x="213110" y="482975"/>
                  </a:lnTo>
                  <a:lnTo>
                    <a:pt x="257308" y="424900"/>
                  </a:lnTo>
                  <a:lnTo>
                    <a:pt x="305100" y="369745"/>
                  </a:lnTo>
                  <a:lnTo>
                    <a:pt x="356294" y="317732"/>
                  </a:lnTo>
                  <a:lnTo>
                    <a:pt x="410684" y="269071"/>
                  </a:lnTo>
                  <a:lnTo>
                    <a:pt x="468050" y="223958"/>
                  </a:lnTo>
                  <a:lnTo>
                    <a:pt x="528163" y="182573"/>
                  </a:lnTo>
                  <a:lnTo>
                    <a:pt x="590779" y="145085"/>
                  </a:lnTo>
                  <a:lnTo>
                    <a:pt x="655646" y="111643"/>
                  </a:lnTo>
                  <a:lnTo>
                    <a:pt x="722504" y="82383"/>
                  </a:lnTo>
                  <a:lnTo>
                    <a:pt x="791083" y="57423"/>
                  </a:lnTo>
                  <a:lnTo>
                    <a:pt x="861108" y="36862"/>
                  </a:lnTo>
                  <a:lnTo>
                    <a:pt x="932295" y="20783"/>
                  </a:lnTo>
                  <a:lnTo>
                    <a:pt x="1004359" y="9252"/>
                  </a:lnTo>
                  <a:lnTo>
                    <a:pt x="1077009" y="2315"/>
                  </a:lnTo>
                  <a:lnTo>
                    <a:pt x="1149952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20343" y="1487663"/>
              <a:ext cx="4599811" cy="4599232"/>
            </a:xfrm>
            <a:custGeom>
              <a:avLst/>
              <a:pathLst>
                <a:path w="4599811" h="4599232">
                  <a:moveTo>
                    <a:pt x="2299905" y="0"/>
                  </a:moveTo>
                  <a:lnTo>
                    <a:pt x="2445792" y="4631"/>
                  </a:lnTo>
                  <a:lnTo>
                    <a:pt x="2591092" y="18505"/>
                  </a:lnTo>
                  <a:lnTo>
                    <a:pt x="2735220" y="41567"/>
                  </a:lnTo>
                  <a:lnTo>
                    <a:pt x="2877594" y="73724"/>
                  </a:lnTo>
                  <a:lnTo>
                    <a:pt x="3017643" y="114846"/>
                  </a:lnTo>
                  <a:lnTo>
                    <a:pt x="3154801" y="164767"/>
                  </a:lnTo>
                  <a:lnTo>
                    <a:pt x="3288517" y="223287"/>
                  </a:lnTo>
                  <a:lnTo>
                    <a:pt x="3418252" y="290171"/>
                  </a:lnTo>
                  <a:lnTo>
                    <a:pt x="3543484" y="365147"/>
                  </a:lnTo>
                  <a:lnTo>
                    <a:pt x="3663709" y="447916"/>
                  </a:lnTo>
                  <a:lnTo>
                    <a:pt x="3778442" y="538143"/>
                  </a:lnTo>
                  <a:lnTo>
                    <a:pt x="3887221" y="635465"/>
                  </a:lnTo>
                  <a:lnTo>
                    <a:pt x="3989609" y="739491"/>
                  </a:lnTo>
                  <a:lnTo>
                    <a:pt x="4085193" y="849800"/>
                  </a:lnTo>
                  <a:lnTo>
                    <a:pt x="4173589" y="965951"/>
                  </a:lnTo>
                  <a:lnTo>
                    <a:pt x="4254439" y="1087473"/>
                  </a:lnTo>
                  <a:lnTo>
                    <a:pt x="4327420" y="1213879"/>
                  </a:lnTo>
                  <a:lnTo>
                    <a:pt x="4392236" y="1344659"/>
                  </a:lnTo>
                  <a:lnTo>
                    <a:pt x="4448627" y="1479287"/>
                  </a:lnTo>
                  <a:lnTo>
                    <a:pt x="4496367" y="1617220"/>
                  </a:lnTo>
                  <a:lnTo>
                    <a:pt x="4535261" y="1757903"/>
                  </a:lnTo>
                  <a:lnTo>
                    <a:pt x="4565155" y="1900770"/>
                  </a:lnTo>
                  <a:lnTo>
                    <a:pt x="4585927" y="2045245"/>
                  </a:lnTo>
                  <a:lnTo>
                    <a:pt x="4597495" y="2190747"/>
                  </a:lnTo>
                  <a:lnTo>
                    <a:pt x="4599811" y="2336689"/>
                  </a:lnTo>
                  <a:lnTo>
                    <a:pt x="4592866" y="2482485"/>
                  </a:lnTo>
                  <a:lnTo>
                    <a:pt x="4576688" y="2627547"/>
                  </a:lnTo>
                  <a:lnTo>
                    <a:pt x="4551342" y="2771290"/>
                  </a:lnTo>
                  <a:lnTo>
                    <a:pt x="4516930" y="2913136"/>
                  </a:lnTo>
                  <a:lnTo>
                    <a:pt x="4473591" y="3052515"/>
                  </a:lnTo>
                  <a:lnTo>
                    <a:pt x="4421500" y="3188864"/>
                  </a:lnTo>
                  <a:lnTo>
                    <a:pt x="4360866" y="3321634"/>
                  </a:lnTo>
                  <a:lnTo>
                    <a:pt x="4291933" y="3450292"/>
                  </a:lnTo>
                  <a:lnTo>
                    <a:pt x="4214978" y="3574319"/>
                  </a:lnTo>
                  <a:lnTo>
                    <a:pt x="4130313" y="3693215"/>
                  </a:lnTo>
                  <a:lnTo>
                    <a:pt x="4038277" y="3806502"/>
                  </a:lnTo>
                  <a:lnTo>
                    <a:pt x="3939241" y="3913724"/>
                  </a:lnTo>
                  <a:lnTo>
                    <a:pt x="3833604" y="4014448"/>
                  </a:lnTo>
                  <a:lnTo>
                    <a:pt x="3721791" y="4108270"/>
                  </a:lnTo>
                  <a:lnTo>
                    <a:pt x="3604253" y="4194811"/>
                  </a:lnTo>
                  <a:lnTo>
                    <a:pt x="3481463" y="4273724"/>
                  </a:lnTo>
                  <a:lnTo>
                    <a:pt x="3353916" y="4344690"/>
                  </a:lnTo>
                  <a:lnTo>
                    <a:pt x="3222124" y="4407423"/>
                  </a:lnTo>
                  <a:lnTo>
                    <a:pt x="3086618" y="4461671"/>
                  </a:lnTo>
                  <a:lnTo>
                    <a:pt x="2947945" y="4507216"/>
                  </a:lnTo>
                  <a:lnTo>
                    <a:pt x="2806662" y="4543873"/>
                  </a:lnTo>
                  <a:lnTo>
                    <a:pt x="2663339" y="4571497"/>
                  </a:lnTo>
                  <a:lnTo>
                    <a:pt x="2518553" y="4589974"/>
                  </a:lnTo>
                  <a:lnTo>
                    <a:pt x="2372886" y="4599232"/>
                  </a:lnTo>
                  <a:lnTo>
                    <a:pt x="2226925" y="4599232"/>
                  </a:lnTo>
                  <a:lnTo>
                    <a:pt x="2081258" y="4589974"/>
                  </a:lnTo>
                  <a:lnTo>
                    <a:pt x="1936471" y="4571497"/>
                  </a:lnTo>
                  <a:lnTo>
                    <a:pt x="1793148" y="4543873"/>
                  </a:lnTo>
                  <a:lnTo>
                    <a:pt x="1651865" y="4507216"/>
                  </a:lnTo>
                  <a:lnTo>
                    <a:pt x="1513192" y="4461671"/>
                  </a:lnTo>
                  <a:lnTo>
                    <a:pt x="1377687" y="4407423"/>
                  </a:lnTo>
                  <a:lnTo>
                    <a:pt x="1245895" y="4344690"/>
                  </a:lnTo>
                  <a:lnTo>
                    <a:pt x="1118347" y="4273724"/>
                  </a:lnTo>
                  <a:lnTo>
                    <a:pt x="995557" y="4194811"/>
                  </a:lnTo>
                  <a:lnTo>
                    <a:pt x="878019" y="4108270"/>
                  </a:lnTo>
                  <a:lnTo>
                    <a:pt x="766206" y="4014448"/>
                  </a:lnTo>
                  <a:lnTo>
                    <a:pt x="660569" y="3913724"/>
                  </a:lnTo>
                  <a:lnTo>
                    <a:pt x="561534" y="3806502"/>
                  </a:lnTo>
                  <a:lnTo>
                    <a:pt x="469498" y="3693215"/>
                  </a:lnTo>
                  <a:lnTo>
                    <a:pt x="384832" y="3574319"/>
                  </a:lnTo>
                  <a:lnTo>
                    <a:pt x="307878" y="3450292"/>
                  </a:lnTo>
                  <a:lnTo>
                    <a:pt x="238945" y="3321634"/>
                  </a:lnTo>
                  <a:lnTo>
                    <a:pt x="178310" y="3188864"/>
                  </a:lnTo>
                  <a:lnTo>
                    <a:pt x="126219" y="3052515"/>
                  </a:lnTo>
                  <a:lnTo>
                    <a:pt x="82880" y="2913136"/>
                  </a:lnTo>
                  <a:lnTo>
                    <a:pt x="48468" y="2771290"/>
                  </a:lnTo>
                  <a:lnTo>
                    <a:pt x="23123" y="2627547"/>
                  </a:lnTo>
                  <a:lnTo>
                    <a:pt x="6945" y="2482485"/>
                  </a:lnTo>
                  <a:lnTo>
                    <a:pt x="0" y="2336689"/>
                  </a:lnTo>
                  <a:lnTo>
                    <a:pt x="2315" y="2190747"/>
                  </a:lnTo>
                  <a:lnTo>
                    <a:pt x="13883" y="2045245"/>
                  </a:lnTo>
                  <a:lnTo>
                    <a:pt x="34655" y="1900770"/>
                  </a:lnTo>
                  <a:lnTo>
                    <a:pt x="64549" y="1757903"/>
                  </a:lnTo>
                  <a:lnTo>
                    <a:pt x="103444" y="1617220"/>
                  </a:lnTo>
                  <a:lnTo>
                    <a:pt x="151183" y="1479287"/>
                  </a:lnTo>
                  <a:lnTo>
                    <a:pt x="207574" y="1344659"/>
                  </a:lnTo>
                  <a:lnTo>
                    <a:pt x="272390" y="1213879"/>
                  </a:lnTo>
                  <a:lnTo>
                    <a:pt x="345371" y="1087473"/>
                  </a:lnTo>
                  <a:lnTo>
                    <a:pt x="426221" y="965951"/>
                  </a:lnTo>
                  <a:lnTo>
                    <a:pt x="514617" y="849800"/>
                  </a:lnTo>
                  <a:lnTo>
                    <a:pt x="610201" y="739491"/>
                  </a:lnTo>
                  <a:lnTo>
                    <a:pt x="712589" y="635465"/>
                  </a:lnTo>
                  <a:lnTo>
                    <a:pt x="821368" y="538143"/>
                  </a:lnTo>
                  <a:lnTo>
                    <a:pt x="936101" y="447916"/>
                  </a:lnTo>
                  <a:lnTo>
                    <a:pt x="1056326" y="365147"/>
                  </a:lnTo>
                  <a:lnTo>
                    <a:pt x="1181558" y="290171"/>
                  </a:lnTo>
                  <a:lnTo>
                    <a:pt x="1311293" y="223287"/>
                  </a:lnTo>
                  <a:lnTo>
                    <a:pt x="1445009" y="164767"/>
                  </a:lnTo>
                  <a:lnTo>
                    <a:pt x="1582167" y="114846"/>
                  </a:lnTo>
                  <a:lnTo>
                    <a:pt x="1722216" y="73724"/>
                  </a:lnTo>
                  <a:lnTo>
                    <a:pt x="1864590" y="41567"/>
                  </a:lnTo>
                  <a:lnTo>
                    <a:pt x="2008718" y="18505"/>
                  </a:lnTo>
                  <a:lnTo>
                    <a:pt x="2154018" y="4631"/>
                  </a:lnTo>
                  <a:lnTo>
                    <a:pt x="2299905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32855" y="1200139"/>
              <a:ext cx="5174787" cy="5174136"/>
            </a:xfrm>
            <a:custGeom>
              <a:avLst/>
              <a:pathLst>
                <a:path w="5174787" h="5174136">
                  <a:moveTo>
                    <a:pt x="2587393" y="0"/>
                  </a:moveTo>
                  <a:lnTo>
                    <a:pt x="2751517" y="5209"/>
                  </a:lnTo>
                  <a:lnTo>
                    <a:pt x="2914979" y="20818"/>
                  </a:lnTo>
                  <a:lnTo>
                    <a:pt x="3077122" y="46763"/>
                  </a:lnTo>
                  <a:lnTo>
                    <a:pt x="3237294" y="82939"/>
                  </a:lnTo>
                  <a:lnTo>
                    <a:pt x="3394848" y="129201"/>
                  </a:lnTo>
                  <a:lnTo>
                    <a:pt x="3549151" y="185363"/>
                  </a:lnTo>
                  <a:lnTo>
                    <a:pt x="3699582" y="251198"/>
                  </a:lnTo>
                  <a:lnTo>
                    <a:pt x="3845534" y="326442"/>
                  </a:lnTo>
                  <a:lnTo>
                    <a:pt x="3986420" y="410791"/>
                  </a:lnTo>
                  <a:lnTo>
                    <a:pt x="4121673" y="503905"/>
                  </a:lnTo>
                  <a:lnTo>
                    <a:pt x="4250747" y="605411"/>
                  </a:lnTo>
                  <a:lnTo>
                    <a:pt x="4373124" y="714898"/>
                  </a:lnTo>
                  <a:lnTo>
                    <a:pt x="4488311" y="831927"/>
                  </a:lnTo>
                  <a:lnTo>
                    <a:pt x="4595843" y="956026"/>
                  </a:lnTo>
                  <a:lnTo>
                    <a:pt x="4695287" y="1086694"/>
                  </a:lnTo>
                  <a:lnTo>
                    <a:pt x="4786244" y="1223407"/>
                  </a:lnTo>
                  <a:lnTo>
                    <a:pt x="4868347" y="1365614"/>
                  </a:lnTo>
                  <a:lnTo>
                    <a:pt x="4941266" y="1512741"/>
                  </a:lnTo>
                  <a:lnTo>
                    <a:pt x="5004706" y="1664198"/>
                  </a:lnTo>
                  <a:lnTo>
                    <a:pt x="5058412" y="1819372"/>
                  </a:lnTo>
                  <a:lnTo>
                    <a:pt x="5102169" y="1977641"/>
                  </a:lnTo>
                  <a:lnTo>
                    <a:pt x="5135800" y="2138366"/>
                  </a:lnTo>
                  <a:lnTo>
                    <a:pt x="5159168" y="2300901"/>
                  </a:lnTo>
                  <a:lnTo>
                    <a:pt x="5172182" y="2464590"/>
                  </a:lnTo>
                  <a:lnTo>
                    <a:pt x="5174787" y="2628776"/>
                  </a:lnTo>
                  <a:lnTo>
                    <a:pt x="5166974" y="2792796"/>
                  </a:lnTo>
                  <a:lnTo>
                    <a:pt x="5148774" y="2955990"/>
                  </a:lnTo>
                  <a:lnTo>
                    <a:pt x="5120259" y="3117701"/>
                  </a:lnTo>
                  <a:lnTo>
                    <a:pt x="5081546" y="3277279"/>
                  </a:lnTo>
                  <a:lnTo>
                    <a:pt x="5032790" y="3434079"/>
                  </a:lnTo>
                  <a:lnTo>
                    <a:pt x="4974188" y="3587472"/>
                  </a:lnTo>
                  <a:lnTo>
                    <a:pt x="4905974" y="3736839"/>
                  </a:lnTo>
                  <a:lnTo>
                    <a:pt x="4828424" y="3881579"/>
                  </a:lnTo>
                  <a:lnTo>
                    <a:pt x="4741851" y="4021109"/>
                  </a:lnTo>
                  <a:lnTo>
                    <a:pt x="4646602" y="4154867"/>
                  </a:lnTo>
                  <a:lnTo>
                    <a:pt x="4543061" y="4282315"/>
                  </a:lnTo>
                  <a:lnTo>
                    <a:pt x="4431646" y="4402939"/>
                  </a:lnTo>
                  <a:lnTo>
                    <a:pt x="4312804" y="4516254"/>
                  </a:lnTo>
                  <a:lnTo>
                    <a:pt x="4187015" y="4621804"/>
                  </a:lnTo>
                  <a:lnTo>
                    <a:pt x="4054785" y="4719163"/>
                  </a:lnTo>
                  <a:lnTo>
                    <a:pt x="3916646" y="4807939"/>
                  </a:lnTo>
                  <a:lnTo>
                    <a:pt x="3773155" y="4887776"/>
                  </a:lnTo>
                  <a:lnTo>
                    <a:pt x="3624889" y="4958351"/>
                  </a:lnTo>
                  <a:lnTo>
                    <a:pt x="3472445" y="5019380"/>
                  </a:lnTo>
                  <a:lnTo>
                    <a:pt x="3316438" y="5070618"/>
                  </a:lnTo>
                  <a:lnTo>
                    <a:pt x="3157495" y="5111858"/>
                  </a:lnTo>
                  <a:lnTo>
                    <a:pt x="2996257" y="5142934"/>
                  </a:lnTo>
                  <a:lnTo>
                    <a:pt x="2833372" y="5163721"/>
                  </a:lnTo>
                  <a:lnTo>
                    <a:pt x="2669496" y="5174136"/>
                  </a:lnTo>
                  <a:lnTo>
                    <a:pt x="2505290" y="5174136"/>
                  </a:lnTo>
                  <a:lnTo>
                    <a:pt x="2341415" y="5163721"/>
                  </a:lnTo>
                  <a:lnTo>
                    <a:pt x="2178530" y="5142934"/>
                  </a:lnTo>
                  <a:lnTo>
                    <a:pt x="2017291" y="5111858"/>
                  </a:lnTo>
                  <a:lnTo>
                    <a:pt x="1858348" y="5070618"/>
                  </a:lnTo>
                  <a:lnTo>
                    <a:pt x="1702341" y="5019380"/>
                  </a:lnTo>
                  <a:lnTo>
                    <a:pt x="1549898" y="4958351"/>
                  </a:lnTo>
                  <a:lnTo>
                    <a:pt x="1401632" y="4887776"/>
                  </a:lnTo>
                  <a:lnTo>
                    <a:pt x="1258140" y="4807939"/>
                  </a:lnTo>
                  <a:lnTo>
                    <a:pt x="1120001" y="4719163"/>
                  </a:lnTo>
                  <a:lnTo>
                    <a:pt x="987771" y="4621804"/>
                  </a:lnTo>
                  <a:lnTo>
                    <a:pt x="861982" y="4516254"/>
                  </a:lnTo>
                  <a:lnTo>
                    <a:pt x="743141" y="4402939"/>
                  </a:lnTo>
                  <a:lnTo>
                    <a:pt x="631725" y="4282315"/>
                  </a:lnTo>
                  <a:lnTo>
                    <a:pt x="528185" y="4154867"/>
                  </a:lnTo>
                  <a:lnTo>
                    <a:pt x="432936" y="4021109"/>
                  </a:lnTo>
                  <a:lnTo>
                    <a:pt x="346362" y="3881579"/>
                  </a:lnTo>
                  <a:lnTo>
                    <a:pt x="268813" y="3736839"/>
                  </a:lnTo>
                  <a:lnTo>
                    <a:pt x="200599" y="3587472"/>
                  </a:lnTo>
                  <a:lnTo>
                    <a:pt x="141996" y="3434079"/>
                  </a:lnTo>
                  <a:lnTo>
                    <a:pt x="93240" y="3277279"/>
                  </a:lnTo>
                  <a:lnTo>
                    <a:pt x="54527" y="3117701"/>
                  </a:lnTo>
                  <a:lnTo>
                    <a:pt x="26013" y="2955990"/>
                  </a:lnTo>
                  <a:lnTo>
                    <a:pt x="7813" y="2792796"/>
                  </a:lnTo>
                  <a:lnTo>
                    <a:pt x="0" y="2628776"/>
                  </a:lnTo>
                  <a:lnTo>
                    <a:pt x="2605" y="2464590"/>
                  </a:lnTo>
                  <a:lnTo>
                    <a:pt x="15618" y="2300901"/>
                  </a:lnTo>
                  <a:lnTo>
                    <a:pt x="38987" y="2138366"/>
                  </a:lnTo>
                  <a:lnTo>
                    <a:pt x="72618" y="1977641"/>
                  </a:lnTo>
                  <a:lnTo>
                    <a:pt x="116374" y="1819372"/>
                  </a:lnTo>
                  <a:lnTo>
                    <a:pt x="170081" y="1664198"/>
                  </a:lnTo>
                  <a:lnTo>
                    <a:pt x="233521" y="1512741"/>
                  </a:lnTo>
                  <a:lnTo>
                    <a:pt x="306439" y="1365614"/>
                  </a:lnTo>
                  <a:lnTo>
                    <a:pt x="388542" y="1223407"/>
                  </a:lnTo>
                  <a:lnTo>
                    <a:pt x="479499" y="1086694"/>
                  </a:lnTo>
                  <a:lnTo>
                    <a:pt x="578944" y="956026"/>
                  </a:lnTo>
                  <a:lnTo>
                    <a:pt x="686476" y="831927"/>
                  </a:lnTo>
                  <a:lnTo>
                    <a:pt x="801662" y="714898"/>
                  </a:lnTo>
                  <a:lnTo>
                    <a:pt x="924039" y="605411"/>
                  </a:lnTo>
                  <a:lnTo>
                    <a:pt x="1053114" y="503905"/>
                  </a:lnTo>
                  <a:lnTo>
                    <a:pt x="1188367" y="410791"/>
                  </a:lnTo>
                  <a:lnTo>
                    <a:pt x="1329253" y="326442"/>
                  </a:lnTo>
                  <a:lnTo>
                    <a:pt x="1475205" y="251198"/>
                  </a:lnTo>
                  <a:lnTo>
                    <a:pt x="1625635" y="185363"/>
                  </a:lnTo>
                  <a:lnTo>
                    <a:pt x="1779938" y="129201"/>
                  </a:lnTo>
                  <a:lnTo>
                    <a:pt x="1937493" y="82939"/>
                  </a:lnTo>
                  <a:lnTo>
                    <a:pt x="2097664" y="46763"/>
                  </a:lnTo>
                  <a:lnTo>
                    <a:pt x="2259808" y="20818"/>
                  </a:lnTo>
                  <a:lnTo>
                    <a:pt x="2423270" y="5209"/>
                  </a:lnTo>
                  <a:lnTo>
                    <a:pt x="2587393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162050" y="1487663"/>
              <a:ext cx="2533859" cy="3540995"/>
            </a:xfrm>
            <a:custGeom>
              <a:avLst/>
              <a:pathLst>
                <a:path w="2533859" h="3540995">
                  <a:moveTo>
                    <a:pt x="558199" y="2300195"/>
                  </a:moveTo>
                  <a:lnTo>
                    <a:pt x="617130" y="2297820"/>
                  </a:lnTo>
                  <a:lnTo>
                    <a:pt x="675775" y="2290703"/>
                  </a:lnTo>
                  <a:lnTo>
                    <a:pt x="733847" y="2278867"/>
                  </a:lnTo>
                  <a:lnTo>
                    <a:pt x="791061" y="2262351"/>
                  </a:lnTo>
                  <a:lnTo>
                    <a:pt x="847136" y="2241208"/>
                  </a:lnTo>
                  <a:lnTo>
                    <a:pt x="901792" y="2215507"/>
                  </a:lnTo>
                  <a:lnTo>
                    <a:pt x="954754" y="2185331"/>
                  </a:lnTo>
                  <a:lnTo>
                    <a:pt x="1005751" y="2150780"/>
                  </a:lnTo>
                  <a:lnTo>
                    <a:pt x="1054519" y="2111965"/>
                  </a:lnTo>
                  <a:lnTo>
                    <a:pt x="1100797" y="2069015"/>
                  </a:lnTo>
                  <a:lnTo>
                    <a:pt x="1144333" y="2022070"/>
                  </a:lnTo>
                  <a:lnTo>
                    <a:pt x="1184882" y="1971286"/>
                  </a:lnTo>
                  <a:lnTo>
                    <a:pt x="1222208" y="1916829"/>
                  </a:lnTo>
                  <a:lnTo>
                    <a:pt x="1256082" y="1858880"/>
                  </a:lnTo>
                  <a:lnTo>
                    <a:pt x="1286285" y="1797633"/>
                  </a:lnTo>
                  <a:lnTo>
                    <a:pt x="1312609" y="1733292"/>
                  </a:lnTo>
                  <a:lnTo>
                    <a:pt x="1334856" y="1666074"/>
                  </a:lnTo>
                  <a:lnTo>
                    <a:pt x="1352839" y="1596205"/>
                  </a:lnTo>
                  <a:lnTo>
                    <a:pt x="1366384" y="1523922"/>
                  </a:lnTo>
                  <a:lnTo>
                    <a:pt x="1375328" y="1449473"/>
                  </a:lnTo>
                  <a:lnTo>
                    <a:pt x="1379520" y="1373114"/>
                  </a:lnTo>
                  <a:lnTo>
                    <a:pt x="1378826" y="1295109"/>
                  </a:lnTo>
                  <a:lnTo>
                    <a:pt x="1373121" y="1215730"/>
                  </a:lnTo>
                  <a:lnTo>
                    <a:pt x="1362297" y="1135257"/>
                  </a:lnTo>
                  <a:lnTo>
                    <a:pt x="1346260" y="1053975"/>
                  </a:lnTo>
                  <a:lnTo>
                    <a:pt x="1324930" y="972176"/>
                  </a:lnTo>
                  <a:lnTo>
                    <a:pt x="1298244" y="890157"/>
                  </a:lnTo>
                  <a:lnTo>
                    <a:pt x="1266151" y="808217"/>
                  </a:lnTo>
                  <a:lnTo>
                    <a:pt x="1228619" y="726660"/>
                  </a:lnTo>
                  <a:lnTo>
                    <a:pt x="1185630" y="645795"/>
                  </a:lnTo>
                  <a:lnTo>
                    <a:pt x="1137182" y="565928"/>
                  </a:lnTo>
                  <a:lnTo>
                    <a:pt x="1083290" y="487371"/>
                  </a:lnTo>
                  <a:lnTo>
                    <a:pt x="1023983" y="410432"/>
                  </a:lnTo>
                  <a:lnTo>
                    <a:pt x="959310" y="335422"/>
                  </a:lnTo>
                  <a:lnTo>
                    <a:pt x="889332" y="262649"/>
                  </a:lnTo>
                  <a:lnTo>
                    <a:pt x="814129" y="192419"/>
                  </a:lnTo>
                  <a:lnTo>
                    <a:pt x="733796" y="125035"/>
                  </a:lnTo>
                  <a:lnTo>
                    <a:pt x="648443" y="60796"/>
                  </a:lnTo>
                  <a:lnTo>
                    <a:pt x="558199" y="0"/>
                  </a:lnTo>
                  <a:lnTo>
                    <a:pt x="636730" y="1340"/>
                  </a:lnTo>
                  <a:lnTo>
                    <a:pt x="715170" y="5362"/>
                  </a:lnTo>
                  <a:lnTo>
                    <a:pt x="793426" y="12059"/>
                  </a:lnTo>
                  <a:lnTo>
                    <a:pt x="871409" y="21424"/>
                  </a:lnTo>
                  <a:lnTo>
                    <a:pt x="949026" y="33445"/>
                  </a:lnTo>
                  <a:lnTo>
                    <a:pt x="1026187" y="48110"/>
                  </a:lnTo>
                  <a:lnTo>
                    <a:pt x="1102803" y="65401"/>
                  </a:lnTo>
                  <a:lnTo>
                    <a:pt x="1178784" y="85297"/>
                  </a:lnTo>
                  <a:lnTo>
                    <a:pt x="1254041" y="107776"/>
                  </a:lnTo>
                  <a:lnTo>
                    <a:pt x="1328487" y="132811"/>
                  </a:lnTo>
                  <a:lnTo>
                    <a:pt x="1402035" y="160373"/>
                  </a:lnTo>
                  <a:lnTo>
                    <a:pt x="1474599" y="190430"/>
                  </a:lnTo>
                  <a:lnTo>
                    <a:pt x="1546094" y="222947"/>
                  </a:lnTo>
                  <a:lnTo>
                    <a:pt x="1616438" y="257885"/>
                  </a:lnTo>
                  <a:lnTo>
                    <a:pt x="1685548" y="295205"/>
                  </a:lnTo>
                  <a:lnTo>
                    <a:pt x="1753343" y="334863"/>
                  </a:lnTo>
                  <a:lnTo>
                    <a:pt x="1819745" y="376813"/>
                  </a:lnTo>
                  <a:lnTo>
                    <a:pt x="1884676" y="421004"/>
                  </a:lnTo>
                  <a:lnTo>
                    <a:pt x="1948060" y="467387"/>
                  </a:lnTo>
                  <a:lnTo>
                    <a:pt x="2009824" y="515907"/>
                  </a:lnTo>
                  <a:lnTo>
                    <a:pt x="2069895" y="566508"/>
                  </a:lnTo>
                  <a:lnTo>
                    <a:pt x="2128204" y="619129"/>
                  </a:lnTo>
                  <a:lnTo>
                    <a:pt x="2184682" y="673711"/>
                  </a:lnTo>
                  <a:lnTo>
                    <a:pt x="2257846" y="794438"/>
                  </a:lnTo>
                  <a:lnTo>
                    <a:pt x="2322447" y="917995"/>
                  </a:lnTo>
                  <a:lnTo>
                    <a:pt x="2378414" y="1043791"/>
                  </a:lnTo>
                  <a:lnTo>
                    <a:pt x="2425716" y="1171241"/>
                  </a:lnTo>
                  <a:lnTo>
                    <a:pt x="2464361" y="1299763"/>
                  </a:lnTo>
                  <a:lnTo>
                    <a:pt x="2494396" y="1428783"/>
                  </a:lnTo>
                  <a:lnTo>
                    <a:pt x="2515905" y="1557734"/>
                  </a:lnTo>
                  <a:lnTo>
                    <a:pt x="2529008" y="1686066"/>
                  </a:lnTo>
                  <a:lnTo>
                    <a:pt x="2533859" y="1813238"/>
                  </a:lnTo>
                  <a:lnTo>
                    <a:pt x="2530650" y="1938730"/>
                  </a:lnTo>
                  <a:lnTo>
                    <a:pt x="2519601" y="2062037"/>
                  </a:lnTo>
                  <a:lnTo>
                    <a:pt x="2500967" y="2182679"/>
                  </a:lnTo>
                  <a:lnTo>
                    <a:pt x="2475028" y="2300195"/>
                  </a:lnTo>
                  <a:lnTo>
                    <a:pt x="2442095" y="2414149"/>
                  </a:lnTo>
                  <a:lnTo>
                    <a:pt x="2402503" y="2524134"/>
                  </a:lnTo>
                  <a:lnTo>
                    <a:pt x="2356610" y="2629766"/>
                  </a:lnTo>
                  <a:lnTo>
                    <a:pt x="2304797" y="2730693"/>
                  </a:lnTo>
                  <a:lnTo>
                    <a:pt x="2247464" y="2826591"/>
                  </a:lnTo>
                  <a:lnTo>
                    <a:pt x="2185025" y="2917169"/>
                  </a:lnTo>
                  <a:lnTo>
                    <a:pt x="2117914" y="3002165"/>
                  </a:lnTo>
                  <a:lnTo>
                    <a:pt x="2046572" y="3081353"/>
                  </a:lnTo>
                  <a:lnTo>
                    <a:pt x="1971455" y="3154538"/>
                  </a:lnTo>
                  <a:lnTo>
                    <a:pt x="1893023" y="3221557"/>
                  </a:lnTo>
                  <a:lnTo>
                    <a:pt x="1811743" y="3282284"/>
                  </a:lnTo>
                  <a:lnTo>
                    <a:pt x="1728086" y="3336624"/>
                  </a:lnTo>
                  <a:lnTo>
                    <a:pt x="1642521" y="3384517"/>
                  </a:lnTo>
                  <a:lnTo>
                    <a:pt x="1555518" y="3425935"/>
                  </a:lnTo>
                  <a:lnTo>
                    <a:pt x="1467541" y="3460884"/>
                  </a:lnTo>
                  <a:lnTo>
                    <a:pt x="1379049" y="3489402"/>
                  </a:lnTo>
                  <a:lnTo>
                    <a:pt x="1290493" y="3511557"/>
                  </a:lnTo>
                  <a:lnTo>
                    <a:pt x="1202312" y="3527450"/>
                  </a:lnTo>
                  <a:lnTo>
                    <a:pt x="1114934" y="3537210"/>
                  </a:lnTo>
                  <a:lnTo>
                    <a:pt x="1028772" y="3540995"/>
                  </a:lnTo>
                  <a:lnTo>
                    <a:pt x="944223" y="3538989"/>
                  </a:lnTo>
                  <a:lnTo>
                    <a:pt x="861664" y="3531404"/>
                  </a:lnTo>
                  <a:lnTo>
                    <a:pt x="781457" y="3518473"/>
                  </a:lnTo>
                  <a:lnTo>
                    <a:pt x="703937" y="3500456"/>
                  </a:lnTo>
                  <a:lnTo>
                    <a:pt x="629420" y="3477630"/>
                  </a:lnTo>
                  <a:lnTo>
                    <a:pt x="558199" y="3450292"/>
                  </a:lnTo>
                  <a:lnTo>
                    <a:pt x="490538" y="3418758"/>
                  </a:lnTo>
                  <a:lnTo>
                    <a:pt x="426679" y="3383357"/>
                  </a:lnTo>
                  <a:lnTo>
                    <a:pt x="366835" y="3344434"/>
                  </a:lnTo>
                  <a:lnTo>
                    <a:pt x="311192" y="3302341"/>
                  </a:lnTo>
                  <a:lnTo>
                    <a:pt x="259908" y="3257445"/>
                  </a:lnTo>
                  <a:lnTo>
                    <a:pt x="213112" y="3210115"/>
                  </a:lnTo>
                  <a:lnTo>
                    <a:pt x="170905" y="3160727"/>
                  </a:lnTo>
                  <a:lnTo>
                    <a:pt x="133358" y="3109661"/>
                  </a:lnTo>
                  <a:lnTo>
                    <a:pt x="100515" y="3057296"/>
                  </a:lnTo>
                  <a:lnTo>
                    <a:pt x="72389" y="3004011"/>
                  </a:lnTo>
                  <a:lnTo>
                    <a:pt x="48967" y="2950181"/>
                  </a:lnTo>
                  <a:lnTo>
                    <a:pt x="30206" y="2896175"/>
                  </a:lnTo>
                  <a:lnTo>
                    <a:pt x="16038" y="2842356"/>
                  </a:lnTo>
                  <a:lnTo>
                    <a:pt x="6365" y="2789077"/>
                  </a:lnTo>
                  <a:lnTo>
                    <a:pt x="1068" y="2736679"/>
                  </a:lnTo>
                  <a:lnTo>
                    <a:pt x="0" y="2685492"/>
                  </a:lnTo>
                  <a:lnTo>
                    <a:pt x="2991" y="2635829"/>
                  </a:lnTo>
                  <a:lnTo>
                    <a:pt x="9851" y="2587990"/>
                  </a:lnTo>
                  <a:lnTo>
                    <a:pt x="20366" y="2542253"/>
                  </a:lnTo>
                  <a:lnTo>
                    <a:pt x="34305" y="2498881"/>
                  </a:lnTo>
                  <a:lnTo>
                    <a:pt x="51419" y="2458113"/>
                  </a:lnTo>
                  <a:lnTo>
                    <a:pt x="71442" y="2420169"/>
                  </a:lnTo>
                  <a:lnTo>
                    <a:pt x="94093" y="2385245"/>
                  </a:lnTo>
                  <a:lnTo>
                    <a:pt x="119079" y="2353513"/>
                  </a:lnTo>
                  <a:lnTo>
                    <a:pt x="146096" y="2325122"/>
                  </a:lnTo>
                  <a:lnTo>
                    <a:pt x="174833" y="2300195"/>
                  </a:lnTo>
                  <a:lnTo>
                    <a:pt x="204968" y="2278828"/>
                  </a:lnTo>
                  <a:lnTo>
                    <a:pt x="236177" y="2261094"/>
                  </a:lnTo>
                  <a:lnTo>
                    <a:pt x="268132" y="2247038"/>
                  </a:lnTo>
                  <a:lnTo>
                    <a:pt x="300504" y="2236679"/>
                  </a:lnTo>
                  <a:lnTo>
                    <a:pt x="332963" y="2230008"/>
                  </a:lnTo>
                  <a:lnTo>
                    <a:pt x="365185" y="2226994"/>
                  </a:lnTo>
                  <a:lnTo>
                    <a:pt x="396849" y="2227577"/>
                  </a:lnTo>
                  <a:lnTo>
                    <a:pt x="427640" y="2231672"/>
                  </a:lnTo>
                  <a:lnTo>
                    <a:pt x="457252" y="2239170"/>
                  </a:lnTo>
                  <a:lnTo>
                    <a:pt x="485390" y="2249938"/>
                  </a:lnTo>
                  <a:lnTo>
                    <a:pt x="511771" y="2263821"/>
                  </a:lnTo>
                  <a:lnTo>
                    <a:pt x="536125" y="2280639"/>
                  </a:lnTo>
                  <a:close/>
                </a:path>
              </a:pathLst>
            </a:custGeom>
            <a:solidFill>
              <a:srgbClr val="B4A0EB">
                <a:alpha val="27843"/>
              </a:srgbClr>
            </a:solidFill>
            <a:ln w="25746" cap="flat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720249" y="1487663"/>
              <a:ext cx="1626483" cy="2300195"/>
            </a:xfrm>
            <a:custGeom>
              <a:avLst/>
              <a:pathLst>
                <a:path w="1626483" h="2300195">
                  <a:moveTo>
                    <a:pt x="0" y="0"/>
                  </a:moveTo>
                  <a:lnTo>
                    <a:pt x="78531" y="1340"/>
                  </a:lnTo>
                  <a:lnTo>
                    <a:pt x="156970" y="5362"/>
                  </a:lnTo>
                  <a:lnTo>
                    <a:pt x="235227" y="12059"/>
                  </a:lnTo>
                  <a:lnTo>
                    <a:pt x="313209" y="21424"/>
                  </a:lnTo>
                  <a:lnTo>
                    <a:pt x="390827" y="33445"/>
                  </a:lnTo>
                  <a:lnTo>
                    <a:pt x="467988" y="48110"/>
                  </a:lnTo>
                  <a:lnTo>
                    <a:pt x="544604" y="65401"/>
                  </a:lnTo>
                  <a:lnTo>
                    <a:pt x="620585" y="85297"/>
                  </a:lnTo>
                  <a:lnTo>
                    <a:pt x="695842" y="107776"/>
                  </a:lnTo>
                  <a:lnTo>
                    <a:pt x="770288" y="132811"/>
                  </a:lnTo>
                  <a:lnTo>
                    <a:pt x="843836" y="160373"/>
                  </a:lnTo>
                  <a:lnTo>
                    <a:pt x="916400" y="190430"/>
                  </a:lnTo>
                  <a:lnTo>
                    <a:pt x="987895" y="222947"/>
                  </a:lnTo>
                  <a:lnTo>
                    <a:pt x="1058239" y="257885"/>
                  </a:lnTo>
                  <a:lnTo>
                    <a:pt x="1127349" y="295205"/>
                  </a:lnTo>
                  <a:lnTo>
                    <a:pt x="1195144" y="334863"/>
                  </a:lnTo>
                  <a:lnTo>
                    <a:pt x="1261546" y="376813"/>
                  </a:lnTo>
                  <a:lnTo>
                    <a:pt x="1326477" y="421004"/>
                  </a:lnTo>
                  <a:lnTo>
                    <a:pt x="1389861" y="467387"/>
                  </a:lnTo>
                  <a:lnTo>
                    <a:pt x="1451625" y="515907"/>
                  </a:lnTo>
                  <a:lnTo>
                    <a:pt x="1511696" y="566508"/>
                  </a:lnTo>
                  <a:lnTo>
                    <a:pt x="1570005" y="619129"/>
                  </a:lnTo>
                  <a:lnTo>
                    <a:pt x="1626483" y="673711"/>
                  </a:lnTo>
                  <a:lnTo>
                    <a:pt x="1613849" y="763682"/>
                  </a:lnTo>
                  <a:lnTo>
                    <a:pt x="1597811" y="852023"/>
                  </a:lnTo>
                  <a:lnTo>
                    <a:pt x="1578441" y="938622"/>
                  </a:lnTo>
                  <a:lnTo>
                    <a:pt x="1555815" y="1023370"/>
                  </a:lnTo>
                  <a:lnTo>
                    <a:pt x="1530014" y="1106160"/>
                  </a:lnTo>
                  <a:lnTo>
                    <a:pt x="1501121" y="1186887"/>
                  </a:lnTo>
                  <a:lnTo>
                    <a:pt x="1469222" y="1265452"/>
                  </a:lnTo>
                  <a:lnTo>
                    <a:pt x="1434406" y="1341755"/>
                  </a:lnTo>
                  <a:lnTo>
                    <a:pt x="1396767" y="1415702"/>
                  </a:lnTo>
                  <a:lnTo>
                    <a:pt x="1356398" y="1487201"/>
                  </a:lnTo>
                  <a:lnTo>
                    <a:pt x="1313398" y="1556163"/>
                  </a:lnTo>
                  <a:lnTo>
                    <a:pt x="1267869" y="1622504"/>
                  </a:lnTo>
                  <a:lnTo>
                    <a:pt x="1219912" y="1686142"/>
                  </a:lnTo>
                  <a:lnTo>
                    <a:pt x="1169635" y="1746998"/>
                  </a:lnTo>
                  <a:lnTo>
                    <a:pt x="1117144" y="1804998"/>
                  </a:lnTo>
                  <a:lnTo>
                    <a:pt x="1062551" y="1860071"/>
                  </a:lnTo>
                  <a:lnTo>
                    <a:pt x="1005968" y="1912150"/>
                  </a:lnTo>
                  <a:lnTo>
                    <a:pt x="947509" y="1961170"/>
                  </a:lnTo>
                  <a:lnTo>
                    <a:pt x="887290" y="2007073"/>
                  </a:lnTo>
                  <a:lnTo>
                    <a:pt x="825431" y="2049803"/>
                  </a:lnTo>
                  <a:lnTo>
                    <a:pt x="762050" y="2089307"/>
                  </a:lnTo>
                  <a:lnTo>
                    <a:pt x="697269" y="2125538"/>
                  </a:lnTo>
                  <a:lnTo>
                    <a:pt x="631210" y="2158451"/>
                  </a:lnTo>
                  <a:lnTo>
                    <a:pt x="563999" y="2188008"/>
                  </a:lnTo>
                  <a:lnTo>
                    <a:pt x="495759" y="2214172"/>
                  </a:lnTo>
                  <a:lnTo>
                    <a:pt x="426618" y="2236912"/>
                  </a:lnTo>
                  <a:lnTo>
                    <a:pt x="356702" y="2256200"/>
                  </a:lnTo>
                  <a:lnTo>
                    <a:pt x="286139" y="2272012"/>
                  </a:lnTo>
                  <a:lnTo>
                    <a:pt x="215058" y="2284331"/>
                  </a:lnTo>
                  <a:lnTo>
                    <a:pt x="143589" y="2293141"/>
                  </a:lnTo>
                  <a:lnTo>
                    <a:pt x="71859" y="2298431"/>
                  </a:lnTo>
                  <a:lnTo>
                    <a:pt x="0" y="2300195"/>
                  </a:lnTo>
                  <a:lnTo>
                    <a:pt x="0" y="2300195"/>
                  </a:lnTo>
                  <a:lnTo>
                    <a:pt x="0" y="2300195"/>
                  </a:lnTo>
                  <a:lnTo>
                    <a:pt x="0" y="2300195"/>
                  </a:lnTo>
                  <a:lnTo>
                    <a:pt x="0" y="2300195"/>
                  </a:lnTo>
                  <a:lnTo>
                    <a:pt x="0" y="2300195"/>
                  </a:lnTo>
                </a:path>
              </a:pathLst>
            </a:custGeom>
            <a:ln w="25746" cap="flat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9000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937" y="1453352"/>
              <a:ext cx="68622" cy="68622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9000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312421" y="2127063"/>
              <a:ext cx="68622" cy="68622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9000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9000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9000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9000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9000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9000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20249" y="1487663"/>
              <a:ext cx="0" cy="2300195"/>
            </a:xfrm>
            <a:custGeom>
              <a:avLst/>
              <a:pathLst>
                <a:path w="0" h="2300195">
                  <a:moveTo>
                    <a:pt x="0" y="2300195"/>
                  </a:moveTo>
                  <a:lnTo>
                    <a:pt x="0" y="2220878"/>
                  </a:lnTo>
                  <a:lnTo>
                    <a:pt x="0" y="2141560"/>
                  </a:lnTo>
                  <a:lnTo>
                    <a:pt x="0" y="2062243"/>
                  </a:lnTo>
                  <a:lnTo>
                    <a:pt x="0" y="1982926"/>
                  </a:lnTo>
                  <a:lnTo>
                    <a:pt x="0" y="1903609"/>
                  </a:lnTo>
                  <a:lnTo>
                    <a:pt x="0" y="1824292"/>
                  </a:lnTo>
                  <a:lnTo>
                    <a:pt x="0" y="1744975"/>
                  </a:lnTo>
                  <a:lnTo>
                    <a:pt x="0" y="1665658"/>
                  </a:lnTo>
                  <a:lnTo>
                    <a:pt x="0" y="1586341"/>
                  </a:lnTo>
                  <a:lnTo>
                    <a:pt x="0" y="1507024"/>
                  </a:lnTo>
                  <a:lnTo>
                    <a:pt x="0" y="1427707"/>
                  </a:lnTo>
                  <a:lnTo>
                    <a:pt x="0" y="1348390"/>
                  </a:lnTo>
                  <a:lnTo>
                    <a:pt x="0" y="1269073"/>
                  </a:lnTo>
                  <a:lnTo>
                    <a:pt x="0" y="1189756"/>
                  </a:lnTo>
                  <a:lnTo>
                    <a:pt x="0" y="1110439"/>
                  </a:lnTo>
                  <a:lnTo>
                    <a:pt x="0" y="1031121"/>
                  </a:lnTo>
                  <a:lnTo>
                    <a:pt x="0" y="951804"/>
                  </a:lnTo>
                  <a:lnTo>
                    <a:pt x="0" y="872487"/>
                  </a:lnTo>
                  <a:lnTo>
                    <a:pt x="0" y="793170"/>
                  </a:lnTo>
                  <a:lnTo>
                    <a:pt x="0" y="713853"/>
                  </a:lnTo>
                  <a:lnTo>
                    <a:pt x="0" y="634536"/>
                  </a:lnTo>
                  <a:lnTo>
                    <a:pt x="0" y="555219"/>
                  </a:lnTo>
                  <a:lnTo>
                    <a:pt x="0" y="475902"/>
                  </a:lnTo>
                  <a:lnTo>
                    <a:pt x="0" y="396585"/>
                  </a:lnTo>
                  <a:lnTo>
                    <a:pt x="0" y="317268"/>
                  </a:lnTo>
                  <a:lnTo>
                    <a:pt x="0" y="237951"/>
                  </a:lnTo>
                  <a:lnTo>
                    <a:pt x="0" y="158634"/>
                  </a:lnTo>
                  <a:lnTo>
                    <a:pt x="0" y="79317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20249" y="2161375"/>
              <a:ext cx="1626483" cy="1626483"/>
            </a:xfrm>
            <a:custGeom>
              <a:avLst/>
              <a:pathLst>
                <a:path w="1626483" h="1626483">
                  <a:moveTo>
                    <a:pt x="0" y="1626483"/>
                  </a:moveTo>
                  <a:lnTo>
                    <a:pt x="56085" y="1570397"/>
                  </a:lnTo>
                  <a:lnTo>
                    <a:pt x="112171" y="1514312"/>
                  </a:lnTo>
                  <a:lnTo>
                    <a:pt x="168256" y="1458226"/>
                  </a:lnTo>
                  <a:lnTo>
                    <a:pt x="224342" y="1402141"/>
                  </a:lnTo>
                  <a:lnTo>
                    <a:pt x="280428" y="1346055"/>
                  </a:lnTo>
                  <a:lnTo>
                    <a:pt x="336513" y="1289969"/>
                  </a:lnTo>
                  <a:lnTo>
                    <a:pt x="392599" y="1233884"/>
                  </a:lnTo>
                  <a:lnTo>
                    <a:pt x="448685" y="1177798"/>
                  </a:lnTo>
                  <a:lnTo>
                    <a:pt x="504770" y="1121712"/>
                  </a:lnTo>
                  <a:lnTo>
                    <a:pt x="560856" y="1065627"/>
                  </a:lnTo>
                  <a:lnTo>
                    <a:pt x="616942" y="1009541"/>
                  </a:lnTo>
                  <a:lnTo>
                    <a:pt x="673027" y="953455"/>
                  </a:lnTo>
                  <a:lnTo>
                    <a:pt x="729113" y="897370"/>
                  </a:lnTo>
                  <a:lnTo>
                    <a:pt x="785198" y="841284"/>
                  </a:lnTo>
                  <a:lnTo>
                    <a:pt x="841284" y="785198"/>
                  </a:lnTo>
                  <a:lnTo>
                    <a:pt x="897370" y="729113"/>
                  </a:lnTo>
                  <a:lnTo>
                    <a:pt x="953455" y="673027"/>
                  </a:lnTo>
                  <a:lnTo>
                    <a:pt x="1009541" y="616942"/>
                  </a:lnTo>
                  <a:lnTo>
                    <a:pt x="1065627" y="560856"/>
                  </a:lnTo>
                  <a:lnTo>
                    <a:pt x="1121712" y="504770"/>
                  </a:lnTo>
                  <a:lnTo>
                    <a:pt x="1177798" y="448685"/>
                  </a:lnTo>
                  <a:lnTo>
                    <a:pt x="1233884" y="392599"/>
                  </a:lnTo>
                  <a:lnTo>
                    <a:pt x="1289969" y="336513"/>
                  </a:lnTo>
                  <a:lnTo>
                    <a:pt x="1346055" y="280428"/>
                  </a:lnTo>
                  <a:lnTo>
                    <a:pt x="1402141" y="224342"/>
                  </a:lnTo>
                  <a:lnTo>
                    <a:pt x="1458226" y="168256"/>
                  </a:lnTo>
                  <a:lnTo>
                    <a:pt x="1514312" y="112171"/>
                  </a:lnTo>
                  <a:lnTo>
                    <a:pt x="1570397" y="56085"/>
                  </a:lnTo>
                  <a:lnTo>
                    <a:pt x="1626483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20249" y="3787858"/>
              <a:ext cx="2300195" cy="0"/>
            </a:xfrm>
            <a:custGeom>
              <a:avLst/>
              <a:pathLst>
                <a:path w="2300195" h="0">
                  <a:moveTo>
                    <a:pt x="0" y="0"/>
                  </a:moveTo>
                  <a:lnTo>
                    <a:pt x="79317" y="0"/>
                  </a:lnTo>
                  <a:lnTo>
                    <a:pt x="158634" y="0"/>
                  </a:lnTo>
                  <a:lnTo>
                    <a:pt x="237951" y="0"/>
                  </a:lnTo>
                  <a:lnTo>
                    <a:pt x="317268" y="0"/>
                  </a:lnTo>
                  <a:lnTo>
                    <a:pt x="396585" y="0"/>
                  </a:lnTo>
                  <a:lnTo>
                    <a:pt x="475902" y="0"/>
                  </a:lnTo>
                  <a:lnTo>
                    <a:pt x="555219" y="0"/>
                  </a:lnTo>
                  <a:lnTo>
                    <a:pt x="634536" y="0"/>
                  </a:lnTo>
                  <a:lnTo>
                    <a:pt x="713853" y="0"/>
                  </a:lnTo>
                  <a:lnTo>
                    <a:pt x="793170" y="0"/>
                  </a:lnTo>
                  <a:lnTo>
                    <a:pt x="872487" y="0"/>
                  </a:lnTo>
                  <a:lnTo>
                    <a:pt x="951804" y="0"/>
                  </a:lnTo>
                  <a:lnTo>
                    <a:pt x="1031121" y="0"/>
                  </a:lnTo>
                  <a:lnTo>
                    <a:pt x="1110439" y="0"/>
                  </a:lnTo>
                  <a:lnTo>
                    <a:pt x="1189756" y="0"/>
                  </a:lnTo>
                  <a:lnTo>
                    <a:pt x="1269073" y="0"/>
                  </a:lnTo>
                  <a:lnTo>
                    <a:pt x="1348390" y="0"/>
                  </a:lnTo>
                  <a:lnTo>
                    <a:pt x="1427707" y="0"/>
                  </a:lnTo>
                  <a:lnTo>
                    <a:pt x="1507024" y="0"/>
                  </a:lnTo>
                  <a:lnTo>
                    <a:pt x="1586341" y="0"/>
                  </a:lnTo>
                  <a:lnTo>
                    <a:pt x="1665658" y="0"/>
                  </a:lnTo>
                  <a:lnTo>
                    <a:pt x="1744975" y="0"/>
                  </a:lnTo>
                  <a:lnTo>
                    <a:pt x="1824292" y="0"/>
                  </a:lnTo>
                  <a:lnTo>
                    <a:pt x="1903609" y="0"/>
                  </a:lnTo>
                  <a:lnTo>
                    <a:pt x="1982926" y="0"/>
                  </a:lnTo>
                  <a:lnTo>
                    <a:pt x="2062243" y="0"/>
                  </a:lnTo>
                  <a:lnTo>
                    <a:pt x="2141560" y="0"/>
                  </a:lnTo>
                  <a:lnTo>
                    <a:pt x="2220878" y="0"/>
                  </a:lnTo>
                  <a:lnTo>
                    <a:pt x="2300195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20249" y="3787858"/>
              <a:ext cx="1626483" cy="1626483"/>
            </a:xfrm>
            <a:custGeom>
              <a:avLst/>
              <a:pathLst>
                <a:path w="1626483" h="1626483">
                  <a:moveTo>
                    <a:pt x="0" y="0"/>
                  </a:moveTo>
                  <a:lnTo>
                    <a:pt x="56085" y="56085"/>
                  </a:lnTo>
                  <a:lnTo>
                    <a:pt x="112171" y="112171"/>
                  </a:lnTo>
                  <a:lnTo>
                    <a:pt x="168256" y="168256"/>
                  </a:lnTo>
                  <a:lnTo>
                    <a:pt x="224342" y="224342"/>
                  </a:lnTo>
                  <a:lnTo>
                    <a:pt x="280428" y="280428"/>
                  </a:lnTo>
                  <a:lnTo>
                    <a:pt x="336513" y="336513"/>
                  </a:lnTo>
                  <a:lnTo>
                    <a:pt x="392599" y="392599"/>
                  </a:lnTo>
                  <a:lnTo>
                    <a:pt x="448685" y="448685"/>
                  </a:lnTo>
                  <a:lnTo>
                    <a:pt x="504770" y="504770"/>
                  </a:lnTo>
                  <a:lnTo>
                    <a:pt x="560856" y="560856"/>
                  </a:lnTo>
                  <a:lnTo>
                    <a:pt x="616942" y="616942"/>
                  </a:lnTo>
                  <a:lnTo>
                    <a:pt x="673027" y="673027"/>
                  </a:lnTo>
                  <a:lnTo>
                    <a:pt x="729113" y="729113"/>
                  </a:lnTo>
                  <a:lnTo>
                    <a:pt x="785198" y="785198"/>
                  </a:lnTo>
                  <a:lnTo>
                    <a:pt x="841284" y="841284"/>
                  </a:lnTo>
                  <a:lnTo>
                    <a:pt x="897370" y="897370"/>
                  </a:lnTo>
                  <a:lnTo>
                    <a:pt x="953455" y="953455"/>
                  </a:lnTo>
                  <a:lnTo>
                    <a:pt x="1009541" y="1009541"/>
                  </a:lnTo>
                  <a:lnTo>
                    <a:pt x="1065627" y="1065627"/>
                  </a:lnTo>
                  <a:lnTo>
                    <a:pt x="1121712" y="1121712"/>
                  </a:lnTo>
                  <a:lnTo>
                    <a:pt x="1177798" y="1177798"/>
                  </a:lnTo>
                  <a:lnTo>
                    <a:pt x="1233884" y="1233884"/>
                  </a:lnTo>
                  <a:lnTo>
                    <a:pt x="1289969" y="1289969"/>
                  </a:lnTo>
                  <a:lnTo>
                    <a:pt x="1346055" y="1346055"/>
                  </a:lnTo>
                  <a:lnTo>
                    <a:pt x="1402141" y="1402141"/>
                  </a:lnTo>
                  <a:lnTo>
                    <a:pt x="1458226" y="1458226"/>
                  </a:lnTo>
                  <a:lnTo>
                    <a:pt x="1514312" y="1514312"/>
                  </a:lnTo>
                  <a:lnTo>
                    <a:pt x="1570397" y="1570397"/>
                  </a:lnTo>
                  <a:lnTo>
                    <a:pt x="1626483" y="1626483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20249" y="3787858"/>
              <a:ext cx="0" cy="2300195"/>
            </a:xfrm>
            <a:custGeom>
              <a:avLst/>
              <a:pathLst>
                <a:path w="0" h="2300195">
                  <a:moveTo>
                    <a:pt x="0" y="0"/>
                  </a:moveTo>
                  <a:lnTo>
                    <a:pt x="0" y="79317"/>
                  </a:lnTo>
                  <a:lnTo>
                    <a:pt x="0" y="158634"/>
                  </a:lnTo>
                  <a:lnTo>
                    <a:pt x="0" y="237951"/>
                  </a:lnTo>
                  <a:lnTo>
                    <a:pt x="0" y="317268"/>
                  </a:lnTo>
                  <a:lnTo>
                    <a:pt x="0" y="396585"/>
                  </a:lnTo>
                  <a:lnTo>
                    <a:pt x="0" y="475902"/>
                  </a:lnTo>
                  <a:lnTo>
                    <a:pt x="0" y="555219"/>
                  </a:lnTo>
                  <a:lnTo>
                    <a:pt x="0" y="634536"/>
                  </a:lnTo>
                  <a:lnTo>
                    <a:pt x="0" y="713853"/>
                  </a:lnTo>
                  <a:lnTo>
                    <a:pt x="0" y="793170"/>
                  </a:lnTo>
                  <a:lnTo>
                    <a:pt x="0" y="872487"/>
                  </a:lnTo>
                  <a:lnTo>
                    <a:pt x="0" y="951804"/>
                  </a:lnTo>
                  <a:lnTo>
                    <a:pt x="0" y="1031121"/>
                  </a:lnTo>
                  <a:lnTo>
                    <a:pt x="0" y="1110439"/>
                  </a:lnTo>
                  <a:lnTo>
                    <a:pt x="0" y="1189756"/>
                  </a:lnTo>
                  <a:lnTo>
                    <a:pt x="0" y="1269073"/>
                  </a:lnTo>
                  <a:lnTo>
                    <a:pt x="0" y="1348390"/>
                  </a:lnTo>
                  <a:lnTo>
                    <a:pt x="0" y="1427707"/>
                  </a:lnTo>
                  <a:lnTo>
                    <a:pt x="0" y="1507024"/>
                  </a:lnTo>
                  <a:lnTo>
                    <a:pt x="0" y="1586341"/>
                  </a:lnTo>
                  <a:lnTo>
                    <a:pt x="0" y="1665658"/>
                  </a:lnTo>
                  <a:lnTo>
                    <a:pt x="0" y="1744975"/>
                  </a:lnTo>
                  <a:lnTo>
                    <a:pt x="0" y="1824292"/>
                  </a:lnTo>
                  <a:lnTo>
                    <a:pt x="0" y="1903609"/>
                  </a:lnTo>
                  <a:lnTo>
                    <a:pt x="0" y="1982926"/>
                  </a:lnTo>
                  <a:lnTo>
                    <a:pt x="0" y="2062243"/>
                  </a:lnTo>
                  <a:lnTo>
                    <a:pt x="0" y="2141560"/>
                  </a:lnTo>
                  <a:lnTo>
                    <a:pt x="0" y="2220878"/>
                  </a:lnTo>
                  <a:lnTo>
                    <a:pt x="0" y="2300195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93765" y="3787858"/>
              <a:ext cx="1626483" cy="1626483"/>
            </a:xfrm>
            <a:custGeom>
              <a:avLst/>
              <a:pathLst>
                <a:path w="1626483" h="1626483">
                  <a:moveTo>
                    <a:pt x="1626483" y="0"/>
                  </a:moveTo>
                  <a:lnTo>
                    <a:pt x="1570397" y="56085"/>
                  </a:lnTo>
                  <a:lnTo>
                    <a:pt x="1514312" y="112171"/>
                  </a:lnTo>
                  <a:lnTo>
                    <a:pt x="1458226" y="168256"/>
                  </a:lnTo>
                  <a:lnTo>
                    <a:pt x="1402141" y="224342"/>
                  </a:lnTo>
                  <a:lnTo>
                    <a:pt x="1346055" y="280428"/>
                  </a:lnTo>
                  <a:lnTo>
                    <a:pt x="1289969" y="336513"/>
                  </a:lnTo>
                  <a:lnTo>
                    <a:pt x="1233884" y="392599"/>
                  </a:lnTo>
                  <a:lnTo>
                    <a:pt x="1177798" y="448685"/>
                  </a:lnTo>
                  <a:lnTo>
                    <a:pt x="1121712" y="504770"/>
                  </a:lnTo>
                  <a:lnTo>
                    <a:pt x="1065627" y="560856"/>
                  </a:lnTo>
                  <a:lnTo>
                    <a:pt x="1009541" y="616942"/>
                  </a:lnTo>
                  <a:lnTo>
                    <a:pt x="953455" y="673027"/>
                  </a:lnTo>
                  <a:lnTo>
                    <a:pt x="897370" y="729113"/>
                  </a:lnTo>
                  <a:lnTo>
                    <a:pt x="841284" y="785198"/>
                  </a:lnTo>
                  <a:lnTo>
                    <a:pt x="785198" y="841284"/>
                  </a:lnTo>
                  <a:lnTo>
                    <a:pt x="729113" y="897370"/>
                  </a:lnTo>
                  <a:lnTo>
                    <a:pt x="673027" y="953455"/>
                  </a:lnTo>
                  <a:lnTo>
                    <a:pt x="616942" y="1009541"/>
                  </a:lnTo>
                  <a:lnTo>
                    <a:pt x="560856" y="1065627"/>
                  </a:lnTo>
                  <a:lnTo>
                    <a:pt x="504770" y="1121712"/>
                  </a:lnTo>
                  <a:lnTo>
                    <a:pt x="448685" y="1177798"/>
                  </a:lnTo>
                  <a:lnTo>
                    <a:pt x="392599" y="1233884"/>
                  </a:lnTo>
                  <a:lnTo>
                    <a:pt x="336513" y="1289969"/>
                  </a:lnTo>
                  <a:lnTo>
                    <a:pt x="280428" y="1346055"/>
                  </a:lnTo>
                  <a:lnTo>
                    <a:pt x="224342" y="1402141"/>
                  </a:lnTo>
                  <a:lnTo>
                    <a:pt x="168256" y="1458226"/>
                  </a:lnTo>
                  <a:lnTo>
                    <a:pt x="112171" y="1514312"/>
                  </a:lnTo>
                  <a:lnTo>
                    <a:pt x="56085" y="1570397"/>
                  </a:lnTo>
                  <a:lnTo>
                    <a:pt x="0" y="1626483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20054" y="3787858"/>
              <a:ext cx="2300195" cy="0"/>
            </a:xfrm>
            <a:custGeom>
              <a:avLst/>
              <a:pathLst>
                <a:path w="2300195" h="0">
                  <a:moveTo>
                    <a:pt x="2300195" y="0"/>
                  </a:moveTo>
                  <a:lnTo>
                    <a:pt x="2220878" y="0"/>
                  </a:lnTo>
                  <a:lnTo>
                    <a:pt x="2141560" y="0"/>
                  </a:lnTo>
                  <a:lnTo>
                    <a:pt x="2062243" y="0"/>
                  </a:lnTo>
                  <a:lnTo>
                    <a:pt x="1982926" y="0"/>
                  </a:lnTo>
                  <a:lnTo>
                    <a:pt x="1903609" y="0"/>
                  </a:lnTo>
                  <a:lnTo>
                    <a:pt x="1824292" y="0"/>
                  </a:lnTo>
                  <a:lnTo>
                    <a:pt x="1744975" y="0"/>
                  </a:lnTo>
                  <a:lnTo>
                    <a:pt x="1665658" y="0"/>
                  </a:lnTo>
                  <a:lnTo>
                    <a:pt x="1586341" y="0"/>
                  </a:lnTo>
                  <a:lnTo>
                    <a:pt x="1507024" y="0"/>
                  </a:lnTo>
                  <a:lnTo>
                    <a:pt x="1427707" y="0"/>
                  </a:lnTo>
                  <a:lnTo>
                    <a:pt x="1348390" y="0"/>
                  </a:lnTo>
                  <a:lnTo>
                    <a:pt x="1269073" y="0"/>
                  </a:lnTo>
                  <a:lnTo>
                    <a:pt x="1189756" y="0"/>
                  </a:lnTo>
                  <a:lnTo>
                    <a:pt x="1110439" y="0"/>
                  </a:lnTo>
                  <a:lnTo>
                    <a:pt x="1031121" y="0"/>
                  </a:lnTo>
                  <a:lnTo>
                    <a:pt x="951804" y="0"/>
                  </a:lnTo>
                  <a:lnTo>
                    <a:pt x="872487" y="0"/>
                  </a:lnTo>
                  <a:lnTo>
                    <a:pt x="793170" y="0"/>
                  </a:lnTo>
                  <a:lnTo>
                    <a:pt x="713853" y="0"/>
                  </a:lnTo>
                  <a:lnTo>
                    <a:pt x="634536" y="0"/>
                  </a:lnTo>
                  <a:lnTo>
                    <a:pt x="555219" y="0"/>
                  </a:lnTo>
                  <a:lnTo>
                    <a:pt x="475902" y="0"/>
                  </a:lnTo>
                  <a:lnTo>
                    <a:pt x="396585" y="0"/>
                  </a:lnTo>
                  <a:lnTo>
                    <a:pt x="317268" y="0"/>
                  </a:lnTo>
                  <a:lnTo>
                    <a:pt x="237951" y="0"/>
                  </a:lnTo>
                  <a:lnTo>
                    <a:pt x="158634" y="0"/>
                  </a:lnTo>
                  <a:lnTo>
                    <a:pt x="79317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093765" y="2161375"/>
              <a:ext cx="1626483" cy="1626483"/>
            </a:xfrm>
            <a:custGeom>
              <a:avLst/>
              <a:pathLst>
                <a:path w="1626483" h="1626483">
                  <a:moveTo>
                    <a:pt x="1626483" y="1626483"/>
                  </a:moveTo>
                  <a:lnTo>
                    <a:pt x="1570397" y="1570397"/>
                  </a:lnTo>
                  <a:lnTo>
                    <a:pt x="1514312" y="1514312"/>
                  </a:lnTo>
                  <a:lnTo>
                    <a:pt x="1458226" y="1458226"/>
                  </a:lnTo>
                  <a:lnTo>
                    <a:pt x="1402141" y="1402141"/>
                  </a:lnTo>
                  <a:lnTo>
                    <a:pt x="1346055" y="1346055"/>
                  </a:lnTo>
                  <a:lnTo>
                    <a:pt x="1289969" y="1289969"/>
                  </a:lnTo>
                  <a:lnTo>
                    <a:pt x="1233884" y="1233884"/>
                  </a:lnTo>
                  <a:lnTo>
                    <a:pt x="1177798" y="1177798"/>
                  </a:lnTo>
                  <a:lnTo>
                    <a:pt x="1121712" y="1121712"/>
                  </a:lnTo>
                  <a:lnTo>
                    <a:pt x="1065627" y="1065627"/>
                  </a:lnTo>
                  <a:lnTo>
                    <a:pt x="1009541" y="1009541"/>
                  </a:lnTo>
                  <a:lnTo>
                    <a:pt x="953455" y="953455"/>
                  </a:lnTo>
                  <a:lnTo>
                    <a:pt x="897370" y="897370"/>
                  </a:lnTo>
                  <a:lnTo>
                    <a:pt x="841284" y="841284"/>
                  </a:lnTo>
                  <a:lnTo>
                    <a:pt x="785198" y="785198"/>
                  </a:lnTo>
                  <a:lnTo>
                    <a:pt x="729113" y="729113"/>
                  </a:lnTo>
                  <a:lnTo>
                    <a:pt x="673027" y="673027"/>
                  </a:lnTo>
                  <a:lnTo>
                    <a:pt x="616942" y="616942"/>
                  </a:lnTo>
                  <a:lnTo>
                    <a:pt x="560856" y="560856"/>
                  </a:lnTo>
                  <a:lnTo>
                    <a:pt x="504770" y="504770"/>
                  </a:lnTo>
                  <a:lnTo>
                    <a:pt x="448685" y="448685"/>
                  </a:lnTo>
                  <a:lnTo>
                    <a:pt x="392599" y="392599"/>
                  </a:lnTo>
                  <a:lnTo>
                    <a:pt x="336513" y="336513"/>
                  </a:lnTo>
                  <a:lnTo>
                    <a:pt x="280428" y="280428"/>
                  </a:lnTo>
                  <a:lnTo>
                    <a:pt x="224342" y="224342"/>
                  </a:lnTo>
                  <a:lnTo>
                    <a:pt x="168256" y="168256"/>
                  </a:lnTo>
                  <a:lnTo>
                    <a:pt x="112171" y="112171"/>
                  </a:lnTo>
                  <a:lnTo>
                    <a:pt x="56085" y="56085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3605" y="1157656"/>
              <a:ext cx="273288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307778" y="1915472"/>
              <a:ext cx="484529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96154" y="3745539"/>
              <a:ext cx="223629" cy="8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98392" y="5573041"/>
              <a:ext cx="503301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4219" y="6330967"/>
              <a:ext cx="292060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29527" y="5573041"/>
              <a:ext cx="521855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05244" y="3745539"/>
              <a:ext cx="254570" cy="8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38913" y="1915472"/>
              <a:ext cx="503083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599361" y="2604877"/>
              <a:ext cx="183013" cy="65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48506" y="1454780"/>
              <a:ext cx="233868" cy="65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2026-03-18T21:41:48Z</dcterms:modified>
  <cp:category/>
</cp:coreProperties>
</file>