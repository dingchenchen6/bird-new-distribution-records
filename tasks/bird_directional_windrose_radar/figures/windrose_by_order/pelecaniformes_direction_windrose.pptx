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69382" y="440031"/>
              <a:ext cx="1095236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610346" y="2386977"/>
              <a:ext cx="3387141" cy="3017671"/>
            </a:xfrm>
            <a:custGeom>
              <a:avLst/>
              <a:pathLst>
                <a:path w="3387141" h="3017671">
                  <a:moveTo>
                    <a:pt x="3387141" y="1426359"/>
                  </a:moveTo>
                  <a:lnTo>
                    <a:pt x="3355212" y="1333358"/>
                  </a:lnTo>
                  <a:lnTo>
                    <a:pt x="3319544" y="1242994"/>
                  </a:lnTo>
                  <a:lnTo>
                    <a:pt x="3280300" y="1155414"/>
                  </a:lnTo>
                  <a:lnTo>
                    <a:pt x="3237649" y="1070759"/>
                  </a:lnTo>
                  <a:lnTo>
                    <a:pt x="3191766" y="989157"/>
                  </a:lnTo>
                  <a:lnTo>
                    <a:pt x="3142829" y="910729"/>
                  </a:lnTo>
                  <a:lnTo>
                    <a:pt x="3091022" y="835587"/>
                  </a:lnTo>
                  <a:lnTo>
                    <a:pt x="3036533" y="763831"/>
                  </a:lnTo>
                  <a:lnTo>
                    <a:pt x="2979552" y="695552"/>
                  </a:lnTo>
                  <a:lnTo>
                    <a:pt x="2920272" y="630832"/>
                  </a:lnTo>
                  <a:lnTo>
                    <a:pt x="2858890" y="569743"/>
                  </a:lnTo>
                  <a:lnTo>
                    <a:pt x="2795604" y="512345"/>
                  </a:lnTo>
                  <a:lnTo>
                    <a:pt x="2730612" y="458690"/>
                  </a:lnTo>
                  <a:lnTo>
                    <a:pt x="2664116" y="408818"/>
                  </a:lnTo>
                  <a:lnTo>
                    <a:pt x="2596315" y="362761"/>
                  </a:lnTo>
                  <a:lnTo>
                    <a:pt x="2527410" y="320540"/>
                  </a:lnTo>
                  <a:lnTo>
                    <a:pt x="2457601" y="282165"/>
                  </a:lnTo>
                  <a:lnTo>
                    <a:pt x="2387087" y="247638"/>
                  </a:lnTo>
                  <a:lnTo>
                    <a:pt x="2316065" y="216948"/>
                  </a:lnTo>
                  <a:lnTo>
                    <a:pt x="2244730" y="190079"/>
                  </a:lnTo>
                  <a:lnTo>
                    <a:pt x="2173275" y="167002"/>
                  </a:lnTo>
                  <a:lnTo>
                    <a:pt x="2101891" y="147679"/>
                  </a:lnTo>
                  <a:lnTo>
                    <a:pt x="2030763" y="132063"/>
                  </a:lnTo>
                  <a:lnTo>
                    <a:pt x="1960075" y="120101"/>
                  </a:lnTo>
                  <a:lnTo>
                    <a:pt x="1890005" y="111726"/>
                  </a:lnTo>
                  <a:lnTo>
                    <a:pt x="1820727" y="106867"/>
                  </a:lnTo>
                  <a:lnTo>
                    <a:pt x="1752411" y="105442"/>
                  </a:lnTo>
                  <a:lnTo>
                    <a:pt x="1685219" y="107364"/>
                  </a:lnTo>
                  <a:lnTo>
                    <a:pt x="1619310" y="112535"/>
                  </a:lnTo>
                  <a:lnTo>
                    <a:pt x="1554835" y="120853"/>
                  </a:lnTo>
                  <a:lnTo>
                    <a:pt x="1491940" y="132206"/>
                  </a:lnTo>
                  <a:lnTo>
                    <a:pt x="1430764" y="146478"/>
                  </a:lnTo>
                  <a:lnTo>
                    <a:pt x="1371438" y="163545"/>
                  </a:lnTo>
                  <a:lnTo>
                    <a:pt x="1314087" y="183279"/>
                  </a:lnTo>
                  <a:lnTo>
                    <a:pt x="1258828" y="205544"/>
                  </a:lnTo>
                  <a:lnTo>
                    <a:pt x="1205770" y="230202"/>
                  </a:lnTo>
                  <a:lnTo>
                    <a:pt x="1155015" y="257109"/>
                  </a:lnTo>
                  <a:lnTo>
                    <a:pt x="1106654" y="286116"/>
                  </a:lnTo>
                  <a:lnTo>
                    <a:pt x="1158233" y="245010"/>
                  </a:lnTo>
                  <a:lnTo>
                    <a:pt x="1213394" y="206314"/>
                  </a:lnTo>
                  <a:lnTo>
                    <a:pt x="1272022" y="170261"/>
                  </a:lnTo>
                  <a:lnTo>
                    <a:pt x="1333989" y="137080"/>
                  </a:lnTo>
                  <a:lnTo>
                    <a:pt x="1399150" y="106993"/>
                  </a:lnTo>
                  <a:lnTo>
                    <a:pt x="1467352" y="80215"/>
                  </a:lnTo>
                  <a:lnTo>
                    <a:pt x="1538426" y="56953"/>
                  </a:lnTo>
                  <a:lnTo>
                    <a:pt x="1612192" y="37406"/>
                  </a:lnTo>
                  <a:lnTo>
                    <a:pt x="1688457" y="21762"/>
                  </a:lnTo>
                  <a:lnTo>
                    <a:pt x="1767019" y="10203"/>
                  </a:lnTo>
                  <a:lnTo>
                    <a:pt x="1847662" y="2896"/>
                  </a:lnTo>
                  <a:lnTo>
                    <a:pt x="1930163" y="0"/>
                  </a:lnTo>
                  <a:lnTo>
                    <a:pt x="2014287" y="1661"/>
                  </a:lnTo>
                  <a:lnTo>
                    <a:pt x="2099790" y="8013"/>
                  </a:lnTo>
                  <a:lnTo>
                    <a:pt x="2186421" y="19179"/>
                  </a:lnTo>
                  <a:lnTo>
                    <a:pt x="2273920" y="35266"/>
                  </a:lnTo>
                  <a:lnTo>
                    <a:pt x="2362018" y="56369"/>
                  </a:lnTo>
                  <a:lnTo>
                    <a:pt x="2450444" y="82569"/>
                  </a:lnTo>
                  <a:lnTo>
                    <a:pt x="2512283" y="175455"/>
                  </a:lnTo>
                  <a:lnTo>
                    <a:pt x="2567916" y="270943"/>
                  </a:lnTo>
                  <a:lnTo>
                    <a:pt x="2617250" y="368628"/>
                  </a:lnTo>
                  <a:lnTo>
                    <a:pt x="2660221" y="468105"/>
                  </a:lnTo>
                  <a:lnTo>
                    <a:pt x="2696789" y="568966"/>
                  </a:lnTo>
                  <a:lnTo>
                    <a:pt x="2726941" y="670807"/>
                  </a:lnTo>
                  <a:lnTo>
                    <a:pt x="2750688" y="773226"/>
                  </a:lnTo>
                  <a:lnTo>
                    <a:pt x="2768066" y="875827"/>
                  </a:lnTo>
                  <a:lnTo>
                    <a:pt x="2779136" y="978219"/>
                  </a:lnTo>
                  <a:lnTo>
                    <a:pt x="2783982" y="1080019"/>
                  </a:lnTo>
                  <a:lnTo>
                    <a:pt x="2782710" y="1180853"/>
                  </a:lnTo>
                  <a:lnTo>
                    <a:pt x="2775452" y="1280358"/>
                  </a:lnTo>
                  <a:lnTo>
                    <a:pt x="2762356" y="1378183"/>
                  </a:lnTo>
                  <a:lnTo>
                    <a:pt x="2743595" y="1473989"/>
                  </a:lnTo>
                  <a:lnTo>
                    <a:pt x="2719358" y="1567452"/>
                  </a:lnTo>
                  <a:lnTo>
                    <a:pt x="2689854" y="1658264"/>
                  </a:lnTo>
                  <a:lnTo>
                    <a:pt x="2655310" y="1746131"/>
                  </a:lnTo>
                  <a:lnTo>
                    <a:pt x="2615967" y="1830778"/>
                  </a:lnTo>
                  <a:lnTo>
                    <a:pt x="2572082" y="1911949"/>
                  </a:lnTo>
                  <a:lnTo>
                    <a:pt x="2523925" y="1989405"/>
                  </a:lnTo>
                  <a:lnTo>
                    <a:pt x="2471778" y="2062927"/>
                  </a:lnTo>
                  <a:lnTo>
                    <a:pt x="2415934" y="2132317"/>
                  </a:lnTo>
                  <a:lnTo>
                    <a:pt x="2356696" y="2197397"/>
                  </a:lnTo>
                  <a:lnTo>
                    <a:pt x="2294374" y="2258010"/>
                  </a:lnTo>
                  <a:lnTo>
                    <a:pt x="2229286" y="2314021"/>
                  </a:lnTo>
                  <a:lnTo>
                    <a:pt x="2161752" y="2365317"/>
                  </a:lnTo>
                  <a:lnTo>
                    <a:pt x="2092100" y="2411805"/>
                  </a:lnTo>
                  <a:lnTo>
                    <a:pt x="2020656" y="2453415"/>
                  </a:lnTo>
                  <a:lnTo>
                    <a:pt x="1947750" y="2490099"/>
                  </a:lnTo>
                  <a:lnTo>
                    <a:pt x="1873711" y="2521829"/>
                  </a:lnTo>
                  <a:lnTo>
                    <a:pt x="1798863" y="2548601"/>
                  </a:lnTo>
                  <a:lnTo>
                    <a:pt x="1723532" y="2570430"/>
                  </a:lnTo>
                  <a:lnTo>
                    <a:pt x="1648034" y="2587352"/>
                  </a:lnTo>
                  <a:lnTo>
                    <a:pt x="1572682" y="2599423"/>
                  </a:lnTo>
                  <a:lnTo>
                    <a:pt x="1497783" y="2606719"/>
                  </a:lnTo>
                  <a:lnTo>
                    <a:pt x="1423631" y="2609334"/>
                  </a:lnTo>
                  <a:lnTo>
                    <a:pt x="1350515" y="2607381"/>
                  </a:lnTo>
                  <a:lnTo>
                    <a:pt x="1278712" y="2600991"/>
                  </a:lnTo>
                  <a:lnTo>
                    <a:pt x="1208487" y="2590310"/>
                  </a:lnTo>
                  <a:lnTo>
                    <a:pt x="1140091" y="2575501"/>
                  </a:lnTo>
                  <a:lnTo>
                    <a:pt x="1073763" y="2556739"/>
                  </a:lnTo>
                  <a:lnTo>
                    <a:pt x="1009729" y="2534216"/>
                  </a:lnTo>
                  <a:lnTo>
                    <a:pt x="948197" y="2508135"/>
                  </a:lnTo>
                  <a:lnTo>
                    <a:pt x="889361" y="2478710"/>
                  </a:lnTo>
                  <a:lnTo>
                    <a:pt x="833398" y="2446165"/>
                  </a:lnTo>
                  <a:lnTo>
                    <a:pt x="780467" y="2410734"/>
                  </a:lnTo>
                  <a:lnTo>
                    <a:pt x="730713" y="2372660"/>
                  </a:lnTo>
                  <a:lnTo>
                    <a:pt x="684259" y="2332189"/>
                  </a:lnTo>
                  <a:lnTo>
                    <a:pt x="641212" y="2289575"/>
                  </a:lnTo>
                  <a:lnTo>
                    <a:pt x="601661" y="2245077"/>
                  </a:lnTo>
                  <a:lnTo>
                    <a:pt x="565677" y="2198954"/>
                  </a:lnTo>
                  <a:lnTo>
                    <a:pt x="533312" y="2151469"/>
                  </a:lnTo>
                  <a:lnTo>
                    <a:pt x="504598" y="2102884"/>
                  </a:lnTo>
                  <a:lnTo>
                    <a:pt x="479552" y="2053461"/>
                  </a:lnTo>
                  <a:lnTo>
                    <a:pt x="458172" y="2003459"/>
                  </a:lnTo>
                  <a:lnTo>
                    <a:pt x="440436" y="1953136"/>
                  </a:lnTo>
                  <a:lnTo>
                    <a:pt x="426309" y="1902742"/>
                  </a:lnTo>
                  <a:lnTo>
                    <a:pt x="415736" y="1852523"/>
                  </a:lnTo>
                  <a:lnTo>
                    <a:pt x="408647" y="1802721"/>
                  </a:lnTo>
                  <a:lnTo>
                    <a:pt x="404955" y="1753567"/>
                  </a:lnTo>
                  <a:lnTo>
                    <a:pt x="404560" y="1705283"/>
                  </a:lnTo>
                  <a:lnTo>
                    <a:pt x="407347" y="1658084"/>
                  </a:lnTo>
                  <a:lnTo>
                    <a:pt x="413186" y="1612173"/>
                  </a:lnTo>
                  <a:lnTo>
                    <a:pt x="421937" y="1567742"/>
                  </a:lnTo>
                  <a:lnTo>
                    <a:pt x="433446" y="1524969"/>
                  </a:lnTo>
                  <a:lnTo>
                    <a:pt x="447549" y="1484023"/>
                  </a:lnTo>
                  <a:lnTo>
                    <a:pt x="464073" y="1445056"/>
                  </a:lnTo>
                  <a:lnTo>
                    <a:pt x="482834" y="1408208"/>
                  </a:lnTo>
                  <a:lnTo>
                    <a:pt x="503643" y="1373602"/>
                  </a:lnTo>
                  <a:lnTo>
                    <a:pt x="526302" y="1341350"/>
                  </a:lnTo>
                  <a:lnTo>
                    <a:pt x="550608" y="1311545"/>
                  </a:lnTo>
                  <a:lnTo>
                    <a:pt x="576355" y="1284266"/>
                  </a:lnTo>
                  <a:lnTo>
                    <a:pt x="603331" y="1259576"/>
                  </a:lnTo>
                  <a:lnTo>
                    <a:pt x="631323" y="1237522"/>
                  </a:lnTo>
                  <a:lnTo>
                    <a:pt x="660118" y="1218136"/>
                  </a:lnTo>
                  <a:lnTo>
                    <a:pt x="689502" y="1201432"/>
                  </a:lnTo>
                  <a:lnTo>
                    <a:pt x="719261" y="1187411"/>
                  </a:lnTo>
                  <a:lnTo>
                    <a:pt x="749185" y="1176056"/>
                  </a:lnTo>
                  <a:lnTo>
                    <a:pt x="779066" y="1167336"/>
                  </a:lnTo>
                  <a:lnTo>
                    <a:pt x="808703" y="1161205"/>
                  </a:lnTo>
                  <a:lnTo>
                    <a:pt x="837896" y="1157601"/>
                  </a:lnTo>
                  <a:lnTo>
                    <a:pt x="816964" y="1232794"/>
                  </a:lnTo>
                  <a:lnTo>
                    <a:pt x="814030" y="1305150"/>
                  </a:lnTo>
                  <a:lnTo>
                    <a:pt x="827071" y="1370746"/>
                  </a:lnTo>
                  <a:lnTo>
                    <a:pt x="853267" y="1426359"/>
                  </a:lnTo>
                  <a:lnTo>
                    <a:pt x="889200" y="1469613"/>
                  </a:lnTo>
                  <a:lnTo>
                    <a:pt x="931079" y="1499084"/>
                  </a:lnTo>
                  <a:lnTo>
                    <a:pt x="974977" y="1514343"/>
                  </a:lnTo>
                  <a:lnTo>
                    <a:pt x="1017068" y="1515945"/>
                  </a:lnTo>
                  <a:lnTo>
                    <a:pt x="1053864" y="1505365"/>
                  </a:lnTo>
                  <a:lnTo>
                    <a:pt x="1082412" y="1484884"/>
                  </a:lnTo>
                  <a:lnTo>
                    <a:pt x="1100475" y="1457424"/>
                  </a:lnTo>
                  <a:lnTo>
                    <a:pt x="1106654" y="1426359"/>
                  </a:lnTo>
                  <a:lnTo>
                    <a:pt x="1111311" y="1473640"/>
                  </a:lnTo>
                  <a:lnTo>
                    <a:pt x="1125192" y="1519553"/>
                  </a:lnTo>
                  <a:lnTo>
                    <a:pt x="1148028" y="1562752"/>
                  </a:lnTo>
                  <a:lnTo>
                    <a:pt x="1179379" y="1601934"/>
                  </a:lnTo>
                  <a:lnTo>
                    <a:pt x="1218635" y="1635860"/>
                  </a:lnTo>
                  <a:lnTo>
                    <a:pt x="1265025" y="1663378"/>
                  </a:lnTo>
                  <a:lnTo>
                    <a:pt x="1317635" y="1683440"/>
                  </a:lnTo>
                  <a:lnTo>
                    <a:pt x="1375412" y="1695117"/>
                  </a:lnTo>
                  <a:lnTo>
                    <a:pt x="1387405" y="1741837"/>
                  </a:lnTo>
                  <a:lnTo>
                    <a:pt x="1394780" y="1790754"/>
                  </a:lnTo>
                  <a:lnTo>
                    <a:pt x="1397328" y="1841485"/>
                  </a:lnTo>
                  <a:lnTo>
                    <a:pt x="1394869" y="1893627"/>
                  </a:lnTo>
                  <a:lnTo>
                    <a:pt x="1387255" y="1946767"/>
                  </a:lnTo>
                  <a:lnTo>
                    <a:pt x="1374369" y="2000476"/>
                  </a:lnTo>
                  <a:lnTo>
                    <a:pt x="1356126" y="2054319"/>
                  </a:lnTo>
                  <a:lnTo>
                    <a:pt x="1332475" y="2107850"/>
                  </a:lnTo>
                  <a:lnTo>
                    <a:pt x="1303398" y="2160619"/>
                  </a:lnTo>
                  <a:lnTo>
                    <a:pt x="1268912" y="2212175"/>
                  </a:lnTo>
                  <a:lnTo>
                    <a:pt x="1229067" y="2262066"/>
                  </a:lnTo>
                  <a:lnTo>
                    <a:pt x="1183949" y="2309840"/>
                  </a:lnTo>
                  <a:lnTo>
                    <a:pt x="1133676" y="2355053"/>
                  </a:lnTo>
                  <a:lnTo>
                    <a:pt x="1078403" y="2397266"/>
                  </a:lnTo>
                  <a:lnTo>
                    <a:pt x="1018317" y="2436052"/>
                  </a:lnTo>
                  <a:lnTo>
                    <a:pt x="953638" y="2470992"/>
                  </a:lnTo>
                  <a:lnTo>
                    <a:pt x="884617" y="2501687"/>
                  </a:lnTo>
                  <a:lnTo>
                    <a:pt x="811537" y="2527749"/>
                  </a:lnTo>
                  <a:lnTo>
                    <a:pt x="734713" y="2548814"/>
                  </a:lnTo>
                  <a:lnTo>
                    <a:pt x="654485" y="2564536"/>
                  </a:lnTo>
                  <a:lnTo>
                    <a:pt x="571223" y="2574594"/>
                  </a:lnTo>
                  <a:lnTo>
                    <a:pt x="485322" y="2578691"/>
                  </a:lnTo>
                  <a:lnTo>
                    <a:pt x="397201" y="2576558"/>
                  </a:lnTo>
                  <a:lnTo>
                    <a:pt x="307300" y="2567954"/>
                  </a:lnTo>
                  <a:lnTo>
                    <a:pt x="216081" y="2552672"/>
                  </a:lnTo>
                  <a:lnTo>
                    <a:pt x="124024" y="2530532"/>
                  </a:lnTo>
                  <a:lnTo>
                    <a:pt x="31622" y="2501391"/>
                  </a:lnTo>
                  <a:lnTo>
                    <a:pt x="15371" y="2415441"/>
                  </a:lnTo>
                  <a:lnTo>
                    <a:pt x="4879" y="2330562"/>
                  </a:lnTo>
                  <a:lnTo>
                    <a:pt x="0" y="2247110"/>
                  </a:lnTo>
                  <a:lnTo>
                    <a:pt x="563" y="2165425"/>
                  </a:lnTo>
                  <a:lnTo>
                    <a:pt x="6382" y="2085836"/>
                  </a:lnTo>
                  <a:lnTo>
                    <a:pt x="17249" y="2008658"/>
                  </a:lnTo>
                  <a:lnTo>
                    <a:pt x="32938" y="1934189"/>
                  </a:lnTo>
                  <a:lnTo>
                    <a:pt x="53207" y="1862711"/>
                  </a:lnTo>
                  <a:lnTo>
                    <a:pt x="77798" y="1794490"/>
                  </a:lnTo>
                  <a:lnTo>
                    <a:pt x="106438" y="1729771"/>
                  </a:lnTo>
                  <a:lnTo>
                    <a:pt x="138841" y="1668783"/>
                  </a:lnTo>
                  <a:lnTo>
                    <a:pt x="174709" y="1611734"/>
                  </a:lnTo>
                  <a:lnTo>
                    <a:pt x="213732" y="1558812"/>
                  </a:lnTo>
                  <a:lnTo>
                    <a:pt x="255589" y="1510182"/>
                  </a:lnTo>
                  <a:lnTo>
                    <a:pt x="299955" y="1465990"/>
                  </a:lnTo>
                  <a:lnTo>
                    <a:pt x="346492" y="1426359"/>
                  </a:lnTo>
                  <a:lnTo>
                    <a:pt x="324969" y="1462498"/>
                  </a:lnTo>
                  <a:lnTo>
                    <a:pt x="305210" y="1500624"/>
                  </a:lnTo>
                  <a:lnTo>
                    <a:pt x="287351" y="1540647"/>
                  </a:lnTo>
                  <a:lnTo>
                    <a:pt x="271527" y="1582471"/>
                  </a:lnTo>
                  <a:lnTo>
                    <a:pt x="257864" y="1625993"/>
                  </a:lnTo>
                  <a:lnTo>
                    <a:pt x="246485" y="1671098"/>
                  </a:lnTo>
                  <a:lnTo>
                    <a:pt x="237507" y="1717668"/>
                  </a:lnTo>
                  <a:lnTo>
                    <a:pt x="231040" y="1765574"/>
                  </a:lnTo>
                  <a:lnTo>
                    <a:pt x="227188" y="1814681"/>
                  </a:lnTo>
                  <a:lnTo>
                    <a:pt x="226047" y="1864849"/>
                  </a:lnTo>
                  <a:lnTo>
                    <a:pt x="227705" y="1915930"/>
                  </a:lnTo>
                  <a:lnTo>
                    <a:pt x="232244" y="1967771"/>
                  </a:lnTo>
                  <a:lnTo>
                    <a:pt x="239736" y="2020211"/>
                  </a:lnTo>
                  <a:lnTo>
                    <a:pt x="250246" y="2073088"/>
                  </a:lnTo>
                  <a:lnTo>
                    <a:pt x="263827" y="2126233"/>
                  </a:lnTo>
                  <a:lnTo>
                    <a:pt x="280527" y="2179474"/>
                  </a:lnTo>
                  <a:lnTo>
                    <a:pt x="300380" y="2232633"/>
                  </a:lnTo>
                  <a:lnTo>
                    <a:pt x="323415" y="2285531"/>
                  </a:lnTo>
                  <a:lnTo>
                    <a:pt x="349647" y="2337988"/>
                  </a:lnTo>
                  <a:lnTo>
                    <a:pt x="379083" y="2389818"/>
                  </a:lnTo>
                  <a:lnTo>
                    <a:pt x="411720" y="2440837"/>
                  </a:lnTo>
                  <a:lnTo>
                    <a:pt x="447544" y="2490858"/>
                  </a:lnTo>
                  <a:lnTo>
                    <a:pt x="486530" y="2539694"/>
                  </a:lnTo>
                  <a:lnTo>
                    <a:pt x="528644" y="2587160"/>
                  </a:lnTo>
                  <a:lnTo>
                    <a:pt x="573840" y="2633068"/>
                  </a:lnTo>
                  <a:lnTo>
                    <a:pt x="622062" y="2677236"/>
                  </a:lnTo>
                  <a:lnTo>
                    <a:pt x="673244" y="2719480"/>
                  </a:lnTo>
                  <a:lnTo>
                    <a:pt x="727308" y="2759621"/>
                  </a:lnTo>
                  <a:lnTo>
                    <a:pt x="784169" y="2797481"/>
                  </a:lnTo>
                  <a:lnTo>
                    <a:pt x="843728" y="2832889"/>
                  </a:lnTo>
                  <a:lnTo>
                    <a:pt x="905878" y="2865674"/>
                  </a:lnTo>
                  <a:lnTo>
                    <a:pt x="970502" y="2895673"/>
                  </a:lnTo>
                  <a:lnTo>
                    <a:pt x="1037473" y="2922727"/>
                  </a:lnTo>
                  <a:lnTo>
                    <a:pt x="1106654" y="2946683"/>
                  </a:lnTo>
                  <a:lnTo>
                    <a:pt x="1177900" y="2967395"/>
                  </a:lnTo>
                  <a:lnTo>
                    <a:pt x="1251058" y="2984723"/>
                  </a:lnTo>
                  <a:lnTo>
                    <a:pt x="1325963" y="2998534"/>
                  </a:lnTo>
                  <a:lnTo>
                    <a:pt x="1402446" y="3008705"/>
                  </a:lnTo>
                  <a:lnTo>
                    <a:pt x="1480327" y="3015120"/>
                  </a:lnTo>
                  <a:lnTo>
                    <a:pt x="1559421" y="3017671"/>
                  </a:lnTo>
                  <a:lnTo>
                    <a:pt x="1639536" y="3016262"/>
                  </a:lnTo>
                  <a:lnTo>
                    <a:pt x="1720471" y="3010803"/>
                  </a:lnTo>
                  <a:lnTo>
                    <a:pt x="1802022" y="3001217"/>
                  </a:lnTo>
                  <a:lnTo>
                    <a:pt x="1883978" y="2987436"/>
                  </a:lnTo>
                  <a:lnTo>
                    <a:pt x="1966124" y="2969403"/>
                  </a:lnTo>
                  <a:lnTo>
                    <a:pt x="2048239" y="2947072"/>
                  </a:lnTo>
                  <a:lnTo>
                    <a:pt x="2130102" y="2920408"/>
                  </a:lnTo>
                  <a:lnTo>
                    <a:pt x="2211484" y="2889390"/>
                  </a:lnTo>
                  <a:lnTo>
                    <a:pt x="2292156" y="2854004"/>
                  </a:lnTo>
                  <a:lnTo>
                    <a:pt x="2371887" y="2814253"/>
                  </a:lnTo>
                  <a:lnTo>
                    <a:pt x="2450444" y="2770149"/>
                  </a:lnTo>
                  <a:lnTo>
                    <a:pt x="2527593" y="2721716"/>
                  </a:lnTo>
                  <a:lnTo>
                    <a:pt x="2603102" y="2668993"/>
                  </a:lnTo>
                  <a:lnTo>
                    <a:pt x="2676736" y="2612030"/>
                  </a:lnTo>
                  <a:lnTo>
                    <a:pt x="2748264" y="2550888"/>
                  </a:lnTo>
                  <a:lnTo>
                    <a:pt x="2817456" y="2485643"/>
                  </a:lnTo>
                  <a:lnTo>
                    <a:pt x="2884084" y="2416381"/>
                  </a:lnTo>
                  <a:lnTo>
                    <a:pt x="2947924" y="2343202"/>
                  </a:lnTo>
                  <a:lnTo>
                    <a:pt x="3008755" y="2266219"/>
                  </a:lnTo>
                  <a:lnTo>
                    <a:pt x="3066361" y="2185553"/>
                  </a:lnTo>
                  <a:lnTo>
                    <a:pt x="3120531" y="2101342"/>
                  </a:lnTo>
                  <a:lnTo>
                    <a:pt x="3171059" y="2013733"/>
                  </a:lnTo>
                  <a:lnTo>
                    <a:pt x="3217747" y="1922884"/>
                  </a:lnTo>
                  <a:lnTo>
                    <a:pt x="3260403" y="1828964"/>
                  </a:lnTo>
                  <a:lnTo>
                    <a:pt x="3298842" y="1732156"/>
                  </a:lnTo>
                  <a:lnTo>
                    <a:pt x="3332888" y="1632650"/>
                  </a:lnTo>
                  <a:lnTo>
                    <a:pt x="3362373" y="1530647"/>
                  </a:lnTo>
                  <a:close/>
                </a:path>
              </a:pathLst>
            </a:custGeom>
            <a:solidFill>
              <a:srgbClr val="F1B722">
                <a:alpha val="25882"/>
              </a:srgbClr>
            </a:solidFill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610346" y="2386977"/>
              <a:ext cx="3387141" cy="2501391"/>
            </a:xfrm>
            <a:custGeom>
              <a:avLst/>
              <a:pathLst>
                <a:path w="3387141" h="2501391">
                  <a:moveTo>
                    <a:pt x="1106654" y="286116"/>
                  </a:moveTo>
                  <a:lnTo>
                    <a:pt x="1158233" y="245010"/>
                  </a:lnTo>
                  <a:lnTo>
                    <a:pt x="1213394" y="206314"/>
                  </a:lnTo>
                  <a:lnTo>
                    <a:pt x="1272022" y="170261"/>
                  </a:lnTo>
                  <a:lnTo>
                    <a:pt x="1333989" y="137080"/>
                  </a:lnTo>
                  <a:lnTo>
                    <a:pt x="1399150" y="106993"/>
                  </a:lnTo>
                  <a:lnTo>
                    <a:pt x="1467352" y="80215"/>
                  </a:lnTo>
                  <a:lnTo>
                    <a:pt x="1538426" y="56953"/>
                  </a:lnTo>
                  <a:lnTo>
                    <a:pt x="1612192" y="37406"/>
                  </a:lnTo>
                  <a:lnTo>
                    <a:pt x="1688457" y="21762"/>
                  </a:lnTo>
                  <a:lnTo>
                    <a:pt x="1767019" y="10203"/>
                  </a:lnTo>
                  <a:lnTo>
                    <a:pt x="1847662" y="2896"/>
                  </a:lnTo>
                  <a:lnTo>
                    <a:pt x="1930163" y="0"/>
                  </a:lnTo>
                  <a:lnTo>
                    <a:pt x="2014287" y="1661"/>
                  </a:lnTo>
                  <a:lnTo>
                    <a:pt x="2099790" y="8013"/>
                  </a:lnTo>
                  <a:lnTo>
                    <a:pt x="2186421" y="19179"/>
                  </a:lnTo>
                  <a:lnTo>
                    <a:pt x="2273920" y="35266"/>
                  </a:lnTo>
                  <a:lnTo>
                    <a:pt x="2362018" y="56369"/>
                  </a:lnTo>
                  <a:lnTo>
                    <a:pt x="2450444" y="82569"/>
                  </a:lnTo>
                  <a:lnTo>
                    <a:pt x="2510195" y="119616"/>
                  </a:lnTo>
                  <a:lnTo>
                    <a:pt x="2568998" y="159231"/>
                  </a:lnTo>
                  <a:lnTo>
                    <a:pt x="2626745" y="201392"/>
                  </a:lnTo>
                  <a:lnTo>
                    <a:pt x="2683329" y="246075"/>
                  </a:lnTo>
                  <a:lnTo>
                    <a:pt x="2738643" y="293249"/>
                  </a:lnTo>
                  <a:lnTo>
                    <a:pt x="2792580" y="342880"/>
                  </a:lnTo>
                  <a:lnTo>
                    <a:pt x="2845035" y="394930"/>
                  </a:lnTo>
                  <a:lnTo>
                    <a:pt x="2895905" y="449354"/>
                  </a:lnTo>
                  <a:lnTo>
                    <a:pt x="2945086" y="506106"/>
                  </a:lnTo>
                  <a:lnTo>
                    <a:pt x="2992475" y="565133"/>
                  </a:lnTo>
                  <a:lnTo>
                    <a:pt x="3037974" y="626380"/>
                  </a:lnTo>
                  <a:lnTo>
                    <a:pt x="3081484" y="689786"/>
                  </a:lnTo>
                  <a:lnTo>
                    <a:pt x="3122908" y="755285"/>
                  </a:lnTo>
                  <a:lnTo>
                    <a:pt x="3162152" y="822810"/>
                  </a:lnTo>
                  <a:lnTo>
                    <a:pt x="3199124" y="892288"/>
                  </a:lnTo>
                  <a:lnTo>
                    <a:pt x="3233735" y="963641"/>
                  </a:lnTo>
                  <a:lnTo>
                    <a:pt x="3265897" y="1036789"/>
                  </a:lnTo>
                  <a:lnTo>
                    <a:pt x="3295526" y="1111647"/>
                  </a:lnTo>
                  <a:lnTo>
                    <a:pt x="3322542" y="1188126"/>
                  </a:lnTo>
                  <a:lnTo>
                    <a:pt x="3346865" y="1266136"/>
                  </a:lnTo>
                  <a:lnTo>
                    <a:pt x="3368422" y="1345580"/>
                  </a:lnTo>
                  <a:lnTo>
                    <a:pt x="3387141" y="1426359"/>
                  </a:lnTo>
                  <a:lnTo>
                    <a:pt x="3313041" y="1493029"/>
                  </a:lnTo>
                  <a:lnTo>
                    <a:pt x="3237062" y="1555225"/>
                  </a:lnTo>
                  <a:lnTo>
                    <a:pt x="3159405" y="1612896"/>
                  </a:lnTo>
                  <a:lnTo>
                    <a:pt x="3080275" y="1666000"/>
                  </a:lnTo>
                  <a:lnTo>
                    <a:pt x="2999876" y="1714502"/>
                  </a:lnTo>
                  <a:lnTo>
                    <a:pt x="2918414" y="1758376"/>
                  </a:lnTo>
                  <a:lnTo>
                    <a:pt x="2836095" y="1797605"/>
                  </a:lnTo>
                  <a:lnTo>
                    <a:pt x="2753125" y="1832178"/>
                  </a:lnTo>
                  <a:lnTo>
                    <a:pt x="2669709" y="1862093"/>
                  </a:lnTo>
                  <a:lnTo>
                    <a:pt x="2586053" y="1887358"/>
                  </a:lnTo>
                  <a:lnTo>
                    <a:pt x="2502360" y="1907987"/>
                  </a:lnTo>
                  <a:lnTo>
                    <a:pt x="2418834" y="1924003"/>
                  </a:lnTo>
                  <a:lnTo>
                    <a:pt x="2335676" y="1935437"/>
                  </a:lnTo>
                  <a:lnTo>
                    <a:pt x="2253087" y="1942326"/>
                  </a:lnTo>
                  <a:lnTo>
                    <a:pt x="2171263" y="1944719"/>
                  </a:lnTo>
                  <a:lnTo>
                    <a:pt x="2090401" y="1942669"/>
                  </a:lnTo>
                  <a:lnTo>
                    <a:pt x="2010693" y="1936239"/>
                  </a:lnTo>
                  <a:lnTo>
                    <a:pt x="1932330" y="1925497"/>
                  </a:lnTo>
                  <a:lnTo>
                    <a:pt x="1855497" y="1910522"/>
                  </a:lnTo>
                  <a:lnTo>
                    <a:pt x="1780378" y="1891397"/>
                  </a:lnTo>
                  <a:lnTo>
                    <a:pt x="1707153" y="1868215"/>
                  </a:lnTo>
                  <a:lnTo>
                    <a:pt x="1635996" y="1841072"/>
                  </a:lnTo>
                  <a:lnTo>
                    <a:pt x="1567080" y="1810076"/>
                  </a:lnTo>
                  <a:lnTo>
                    <a:pt x="1500570" y="1775338"/>
                  </a:lnTo>
                  <a:lnTo>
                    <a:pt x="1436628" y="1736977"/>
                  </a:lnTo>
                  <a:lnTo>
                    <a:pt x="1375412" y="1695117"/>
                  </a:lnTo>
                  <a:lnTo>
                    <a:pt x="1317635" y="1683440"/>
                  </a:lnTo>
                  <a:lnTo>
                    <a:pt x="1265025" y="1663378"/>
                  </a:lnTo>
                  <a:lnTo>
                    <a:pt x="1218635" y="1635860"/>
                  </a:lnTo>
                  <a:lnTo>
                    <a:pt x="1179379" y="1601934"/>
                  </a:lnTo>
                  <a:lnTo>
                    <a:pt x="1148028" y="1562752"/>
                  </a:lnTo>
                  <a:lnTo>
                    <a:pt x="1125192" y="1519553"/>
                  </a:lnTo>
                  <a:lnTo>
                    <a:pt x="1111311" y="1473640"/>
                  </a:lnTo>
                  <a:lnTo>
                    <a:pt x="1106654" y="1426359"/>
                  </a:lnTo>
                  <a:lnTo>
                    <a:pt x="1104397" y="1492422"/>
                  </a:lnTo>
                  <a:lnTo>
                    <a:pt x="1097632" y="1558253"/>
                  </a:lnTo>
                  <a:lnTo>
                    <a:pt x="1086375" y="1623623"/>
                  </a:lnTo>
                  <a:lnTo>
                    <a:pt x="1070651" y="1688301"/>
                  </a:lnTo>
                  <a:lnTo>
                    <a:pt x="1050498" y="1752059"/>
                  </a:lnTo>
                  <a:lnTo>
                    <a:pt x="1025962" y="1814670"/>
                  </a:lnTo>
                  <a:lnTo>
                    <a:pt x="997101" y="1875910"/>
                  </a:lnTo>
                  <a:lnTo>
                    <a:pt x="963983" y="1935558"/>
                  </a:lnTo>
                  <a:lnTo>
                    <a:pt x="926685" y="1993394"/>
                  </a:lnTo>
                  <a:lnTo>
                    <a:pt x="885295" y="2049203"/>
                  </a:lnTo>
                  <a:lnTo>
                    <a:pt x="839910" y="2102775"/>
                  </a:lnTo>
                  <a:lnTo>
                    <a:pt x="790637" y="2153903"/>
                  </a:lnTo>
                  <a:lnTo>
                    <a:pt x="737593" y="2202384"/>
                  </a:lnTo>
                  <a:lnTo>
                    <a:pt x="680903" y="2248021"/>
                  </a:lnTo>
                  <a:lnTo>
                    <a:pt x="620702" y="2290624"/>
                  </a:lnTo>
                  <a:lnTo>
                    <a:pt x="557133" y="2330007"/>
                  </a:lnTo>
                  <a:lnTo>
                    <a:pt x="490349" y="2365992"/>
                  </a:lnTo>
                  <a:lnTo>
                    <a:pt x="420509" y="2398405"/>
                  </a:lnTo>
                  <a:lnTo>
                    <a:pt x="347781" y="2427083"/>
                  </a:lnTo>
                  <a:lnTo>
                    <a:pt x="272342" y="2451866"/>
                  </a:lnTo>
                  <a:lnTo>
                    <a:pt x="194375" y="2472605"/>
                  </a:lnTo>
                  <a:lnTo>
                    <a:pt x="114069" y="2489158"/>
                  </a:lnTo>
                  <a:lnTo>
                    <a:pt x="31622" y="2501391"/>
                  </a:lnTo>
                  <a:lnTo>
                    <a:pt x="15371" y="2415441"/>
                  </a:lnTo>
                  <a:lnTo>
                    <a:pt x="4879" y="2330562"/>
                  </a:lnTo>
                  <a:lnTo>
                    <a:pt x="0" y="2247110"/>
                  </a:lnTo>
                  <a:lnTo>
                    <a:pt x="563" y="2165425"/>
                  </a:lnTo>
                  <a:lnTo>
                    <a:pt x="6382" y="2085836"/>
                  </a:lnTo>
                  <a:lnTo>
                    <a:pt x="17249" y="2008658"/>
                  </a:lnTo>
                  <a:lnTo>
                    <a:pt x="32938" y="1934189"/>
                  </a:lnTo>
                  <a:lnTo>
                    <a:pt x="53207" y="1862711"/>
                  </a:lnTo>
                  <a:lnTo>
                    <a:pt x="77798" y="1794490"/>
                  </a:lnTo>
                  <a:lnTo>
                    <a:pt x="106438" y="1729771"/>
                  </a:lnTo>
                  <a:lnTo>
                    <a:pt x="138841" y="1668783"/>
                  </a:lnTo>
                  <a:lnTo>
                    <a:pt x="174709" y="1611734"/>
                  </a:lnTo>
                  <a:lnTo>
                    <a:pt x="213732" y="1558812"/>
                  </a:lnTo>
                  <a:lnTo>
                    <a:pt x="255589" y="1510182"/>
                  </a:lnTo>
                  <a:lnTo>
                    <a:pt x="299955" y="1465990"/>
                  </a:lnTo>
                  <a:lnTo>
                    <a:pt x="346492" y="1426359"/>
                  </a:lnTo>
                  <a:lnTo>
                    <a:pt x="391455" y="1363787"/>
                  </a:lnTo>
                  <a:lnTo>
                    <a:pt x="441220" y="1309025"/>
                  </a:lnTo>
                  <a:lnTo>
                    <a:pt x="494770" y="1262405"/>
                  </a:lnTo>
                  <a:lnTo>
                    <a:pt x="551073" y="1224144"/>
                  </a:lnTo>
                  <a:lnTo>
                    <a:pt x="609086" y="1194339"/>
                  </a:lnTo>
                  <a:lnTo>
                    <a:pt x="667774" y="1172972"/>
                  </a:lnTo>
                  <a:lnTo>
                    <a:pt x="726122" y="1159908"/>
                  </a:lnTo>
                  <a:lnTo>
                    <a:pt x="783144" y="1154902"/>
                  </a:lnTo>
                  <a:lnTo>
                    <a:pt x="837896" y="1157601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641492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029189" y="2437946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416641" y="3512978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954157" y="4050494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610368" y="4856767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925237" y="3781736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2026-03-18T22:01:44Z</dcterms:modified>
  <cp:category/>
</cp:coreProperties>
</file>