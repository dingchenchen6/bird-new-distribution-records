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855182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924771"/>
              <a:ext cx="9004821" cy="586363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7549" y="69589"/>
              <a:ext cx="8638904" cy="855182"/>
            </a:xfrm>
            <a:prstGeom prst="rect">
              <a:avLst/>
            </a:prstGeom>
            <a:solidFill>
              <a:srgbClr val="D9D9D9">
                <a:alpha val="100000"/>
              </a:srgbClr>
            </a:solidFill>
            <a:ln w="13550" cap="flat">
              <a:solidFill>
                <a:srgbClr val="6B6B6B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4288817" y="438295"/>
              <a:ext cx="856367" cy="1122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6" b="1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sp>
          <p:nvSpPr>
            <p:cNvPr id="9" name="rc9"/>
            <p:cNvSpPr/>
            <p:nvPr/>
          </p:nvSpPr>
          <p:spPr>
            <a:xfrm>
              <a:off x="1866392" y="962729"/>
              <a:ext cx="5701216" cy="57012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717001" y="1247789"/>
              <a:ext cx="0" cy="2565547"/>
            </a:xfrm>
            <a:custGeom>
              <a:avLst/>
              <a:pathLst>
                <a:path w="0" h="2565547">
                  <a:moveTo>
                    <a:pt x="0" y="2565547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717001" y="1999221"/>
              <a:ext cx="1814115" cy="1814115"/>
            </a:xfrm>
            <a:custGeom>
              <a:avLst/>
              <a:pathLst>
                <a:path w="1814115" h="1814115">
                  <a:moveTo>
                    <a:pt x="0" y="1814115"/>
                  </a:moveTo>
                  <a:lnTo>
                    <a:pt x="1814115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17001" y="3813337"/>
              <a:ext cx="2565547" cy="0"/>
            </a:xfrm>
            <a:custGeom>
              <a:avLst/>
              <a:pathLst>
                <a:path w="2565547" h="0">
                  <a:moveTo>
                    <a:pt x="0" y="0"/>
                  </a:moveTo>
                  <a:lnTo>
                    <a:pt x="2565547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717001" y="3813337"/>
              <a:ext cx="1814115" cy="1814115"/>
            </a:xfrm>
            <a:custGeom>
              <a:avLst/>
              <a:pathLst>
                <a:path w="1814115" h="1814115">
                  <a:moveTo>
                    <a:pt x="0" y="0"/>
                  </a:moveTo>
                  <a:lnTo>
                    <a:pt x="1814115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4717001" y="3813337"/>
              <a:ext cx="0" cy="2565547"/>
            </a:xfrm>
            <a:custGeom>
              <a:avLst/>
              <a:pathLst>
                <a:path w="0" h="2565547">
                  <a:moveTo>
                    <a:pt x="0" y="0"/>
                  </a:moveTo>
                  <a:lnTo>
                    <a:pt x="0" y="2565547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902885" y="3813337"/>
              <a:ext cx="1814115" cy="1814115"/>
            </a:xfrm>
            <a:custGeom>
              <a:avLst/>
              <a:pathLst>
                <a:path w="1814115" h="1814115">
                  <a:moveTo>
                    <a:pt x="1814115" y="0"/>
                  </a:moveTo>
                  <a:lnTo>
                    <a:pt x="0" y="1814115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151453" y="3813337"/>
              <a:ext cx="2565547" cy="0"/>
            </a:xfrm>
            <a:custGeom>
              <a:avLst/>
              <a:pathLst>
                <a:path w="2565547" h="0">
                  <a:moveTo>
                    <a:pt x="2565547" y="0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902885" y="1999221"/>
              <a:ext cx="1814115" cy="1814115"/>
            </a:xfrm>
            <a:custGeom>
              <a:avLst/>
              <a:pathLst>
                <a:path w="1814115" h="1814115">
                  <a:moveTo>
                    <a:pt x="1814115" y="1814115"/>
                  </a:moveTo>
                  <a:lnTo>
                    <a:pt x="0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576901" y="2673094"/>
              <a:ext cx="2280199" cy="2279912"/>
            </a:xfrm>
            <a:custGeom>
              <a:avLst/>
              <a:pathLst>
                <a:path w="2280199" h="2279912">
                  <a:moveTo>
                    <a:pt x="1140099" y="0"/>
                  </a:moveTo>
                  <a:lnTo>
                    <a:pt x="1212418" y="2295"/>
                  </a:lnTo>
                  <a:lnTo>
                    <a:pt x="1284445" y="9173"/>
                  </a:lnTo>
                  <a:lnTo>
                    <a:pt x="1355892" y="20605"/>
                  </a:lnTo>
                  <a:lnTo>
                    <a:pt x="1426469" y="36546"/>
                  </a:lnTo>
                  <a:lnTo>
                    <a:pt x="1495893" y="56931"/>
                  </a:lnTo>
                  <a:lnTo>
                    <a:pt x="1563885" y="81677"/>
                  </a:lnTo>
                  <a:lnTo>
                    <a:pt x="1630170" y="110687"/>
                  </a:lnTo>
                  <a:lnTo>
                    <a:pt x="1694482" y="143842"/>
                  </a:lnTo>
                  <a:lnTo>
                    <a:pt x="1756561" y="181009"/>
                  </a:lnTo>
                  <a:lnTo>
                    <a:pt x="1816159" y="222039"/>
                  </a:lnTo>
                  <a:lnTo>
                    <a:pt x="1873034" y="266766"/>
                  </a:lnTo>
                  <a:lnTo>
                    <a:pt x="1926957" y="315010"/>
                  </a:lnTo>
                  <a:lnTo>
                    <a:pt x="1977713" y="366577"/>
                  </a:lnTo>
                  <a:lnTo>
                    <a:pt x="2025095" y="421259"/>
                  </a:lnTo>
                  <a:lnTo>
                    <a:pt x="2068914" y="478837"/>
                  </a:lnTo>
                  <a:lnTo>
                    <a:pt x="2108993" y="539077"/>
                  </a:lnTo>
                  <a:lnTo>
                    <a:pt x="2145171" y="601739"/>
                  </a:lnTo>
                  <a:lnTo>
                    <a:pt x="2177301" y="666569"/>
                  </a:lnTo>
                  <a:lnTo>
                    <a:pt x="2205255" y="733306"/>
                  </a:lnTo>
                  <a:lnTo>
                    <a:pt x="2228920" y="801681"/>
                  </a:lnTo>
                  <a:lnTo>
                    <a:pt x="2248201" y="871420"/>
                  </a:lnTo>
                  <a:lnTo>
                    <a:pt x="2263020" y="942242"/>
                  </a:lnTo>
                  <a:lnTo>
                    <a:pt x="2273317" y="1013860"/>
                  </a:lnTo>
                  <a:lnTo>
                    <a:pt x="2279051" y="1085988"/>
                  </a:lnTo>
                  <a:lnTo>
                    <a:pt x="2280199" y="1158334"/>
                  </a:lnTo>
                  <a:lnTo>
                    <a:pt x="2276756" y="1230607"/>
                  </a:lnTo>
                  <a:lnTo>
                    <a:pt x="2268736" y="1302516"/>
                  </a:lnTo>
                  <a:lnTo>
                    <a:pt x="2256172" y="1373772"/>
                  </a:lnTo>
                  <a:lnTo>
                    <a:pt x="2239114" y="1444088"/>
                  </a:lnTo>
                  <a:lnTo>
                    <a:pt x="2217630" y="1513180"/>
                  </a:lnTo>
                  <a:lnTo>
                    <a:pt x="2191808" y="1580770"/>
                  </a:lnTo>
                  <a:lnTo>
                    <a:pt x="2161750" y="1646587"/>
                  </a:lnTo>
                  <a:lnTo>
                    <a:pt x="2127579" y="1710364"/>
                  </a:lnTo>
                  <a:lnTo>
                    <a:pt x="2089431" y="1771846"/>
                  </a:lnTo>
                  <a:lnTo>
                    <a:pt x="2047461" y="1830785"/>
                  </a:lnTo>
                  <a:lnTo>
                    <a:pt x="2001838" y="1886943"/>
                  </a:lnTo>
                  <a:lnTo>
                    <a:pt x="1952744" y="1940095"/>
                  </a:lnTo>
                  <a:lnTo>
                    <a:pt x="1900378" y="1990026"/>
                  </a:lnTo>
                  <a:lnTo>
                    <a:pt x="1844951" y="2036535"/>
                  </a:lnTo>
                  <a:lnTo>
                    <a:pt x="1786685" y="2079434"/>
                  </a:lnTo>
                  <a:lnTo>
                    <a:pt x="1725816" y="2118553"/>
                  </a:lnTo>
                  <a:lnTo>
                    <a:pt x="1662589" y="2153731"/>
                  </a:lnTo>
                  <a:lnTo>
                    <a:pt x="1597258" y="2184829"/>
                  </a:lnTo>
                  <a:lnTo>
                    <a:pt x="1530085" y="2211721"/>
                  </a:lnTo>
                  <a:lnTo>
                    <a:pt x="1461343" y="2234298"/>
                  </a:lnTo>
                  <a:lnTo>
                    <a:pt x="1391307" y="2252470"/>
                  </a:lnTo>
                  <a:lnTo>
                    <a:pt x="1320259" y="2266163"/>
                  </a:lnTo>
                  <a:lnTo>
                    <a:pt x="1248486" y="2275323"/>
                  </a:lnTo>
                  <a:lnTo>
                    <a:pt x="1176277" y="2279912"/>
                  </a:lnTo>
                  <a:lnTo>
                    <a:pt x="1103922" y="2279912"/>
                  </a:lnTo>
                  <a:lnTo>
                    <a:pt x="1031712" y="2275323"/>
                  </a:lnTo>
                  <a:lnTo>
                    <a:pt x="959939" y="2266163"/>
                  </a:lnTo>
                  <a:lnTo>
                    <a:pt x="888892" y="2252470"/>
                  </a:lnTo>
                  <a:lnTo>
                    <a:pt x="818856" y="2234298"/>
                  </a:lnTo>
                  <a:lnTo>
                    <a:pt x="750113" y="2211721"/>
                  </a:lnTo>
                  <a:lnTo>
                    <a:pt x="682941" y="2184829"/>
                  </a:lnTo>
                  <a:lnTo>
                    <a:pt x="617610" y="2153731"/>
                  </a:lnTo>
                  <a:lnTo>
                    <a:pt x="554382" y="2118553"/>
                  </a:lnTo>
                  <a:lnTo>
                    <a:pt x="493513" y="2079434"/>
                  </a:lnTo>
                  <a:lnTo>
                    <a:pt x="435248" y="2036535"/>
                  </a:lnTo>
                  <a:lnTo>
                    <a:pt x="379820" y="1990026"/>
                  </a:lnTo>
                  <a:lnTo>
                    <a:pt x="327455" y="1940095"/>
                  </a:lnTo>
                  <a:lnTo>
                    <a:pt x="278361" y="1886943"/>
                  </a:lnTo>
                  <a:lnTo>
                    <a:pt x="232737" y="1830785"/>
                  </a:lnTo>
                  <a:lnTo>
                    <a:pt x="190767" y="1771846"/>
                  </a:lnTo>
                  <a:lnTo>
                    <a:pt x="152620" y="1710364"/>
                  </a:lnTo>
                  <a:lnTo>
                    <a:pt x="118448" y="1646587"/>
                  </a:lnTo>
                  <a:lnTo>
                    <a:pt x="88391" y="1580770"/>
                  </a:lnTo>
                  <a:lnTo>
                    <a:pt x="62568" y="1513180"/>
                  </a:lnTo>
                  <a:lnTo>
                    <a:pt x="41085" y="1444088"/>
                  </a:lnTo>
                  <a:lnTo>
                    <a:pt x="24026" y="1373772"/>
                  </a:lnTo>
                  <a:lnTo>
                    <a:pt x="11462" y="1302516"/>
                  </a:lnTo>
                  <a:lnTo>
                    <a:pt x="3442" y="1230607"/>
                  </a:lnTo>
                  <a:lnTo>
                    <a:pt x="0" y="1158334"/>
                  </a:lnTo>
                  <a:lnTo>
                    <a:pt x="1147" y="1085988"/>
                  </a:lnTo>
                  <a:lnTo>
                    <a:pt x="6882" y="1013860"/>
                  </a:lnTo>
                  <a:lnTo>
                    <a:pt x="17179" y="942242"/>
                  </a:lnTo>
                  <a:lnTo>
                    <a:pt x="31998" y="871420"/>
                  </a:lnTo>
                  <a:lnTo>
                    <a:pt x="51278" y="801681"/>
                  </a:lnTo>
                  <a:lnTo>
                    <a:pt x="74943" y="733306"/>
                  </a:lnTo>
                  <a:lnTo>
                    <a:pt x="102897" y="666569"/>
                  </a:lnTo>
                  <a:lnTo>
                    <a:pt x="135028" y="601739"/>
                  </a:lnTo>
                  <a:lnTo>
                    <a:pt x="171206" y="539077"/>
                  </a:lnTo>
                  <a:lnTo>
                    <a:pt x="211284" y="478837"/>
                  </a:lnTo>
                  <a:lnTo>
                    <a:pt x="255103" y="421259"/>
                  </a:lnTo>
                  <a:lnTo>
                    <a:pt x="302486" y="366577"/>
                  </a:lnTo>
                  <a:lnTo>
                    <a:pt x="353241" y="315010"/>
                  </a:lnTo>
                  <a:lnTo>
                    <a:pt x="407165" y="266766"/>
                  </a:lnTo>
                  <a:lnTo>
                    <a:pt x="464040" y="222039"/>
                  </a:lnTo>
                  <a:lnTo>
                    <a:pt x="523637" y="181009"/>
                  </a:lnTo>
                  <a:lnTo>
                    <a:pt x="585717" y="143842"/>
                  </a:lnTo>
                  <a:lnTo>
                    <a:pt x="650028" y="110687"/>
                  </a:lnTo>
                  <a:lnTo>
                    <a:pt x="716314" y="81677"/>
                  </a:lnTo>
                  <a:lnTo>
                    <a:pt x="784305" y="56931"/>
                  </a:lnTo>
                  <a:lnTo>
                    <a:pt x="853729" y="36546"/>
                  </a:lnTo>
                  <a:lnTo>
                    <a:pt x="924307" y="20605"/>
                  </a:lnTo>
                  <a:lnTo>
                    <a:pt x="995753" y="9173"/>
                  </a:lnTo>
                  <a:lnTo>
                    <a:pt x="1067781" y="2295"/>
                  </a:lnTo>
                  <a:lnTo>
                    <a:pt x="11400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436801" y="1532850"/>
              <a:ext cx="4560399" cy="4559824"/>
            </a:xfrm>
            <a:custGeom>
              <a:avLst/>
              <a:pathLst>
                <a:path w="4560399" h="4559824">
                  <a:moveTo>
                    <a:pt x="2280199" y="0"/>
                  </a:moveTo>
                  <a:lnTo>
                    <a:pt x="2424836" y="4591"/>
                  </a:lnTo>
                  <a:lnTo>
                    <a:pt x="2568891" y="18346"/>
                  </a:lnTo>
                  <a:lnTo>
                    <a:pt x="2711784" y="41211"/>
                  </a:lnTo>
                  <a:lnTo>
                    <a:pt x="2852939" y="73092"/>
                  </a:lnTo>
                  <a:lnTo>
                    <a:pt x="2991787" y="113862"/>
                  </a:lnTo>
                  <a:lnTo>
                    <a:pt x="3127770" y="163355"/>
                  </a:lnTo>
                  <a:lnTo>
                    <a:pt x="3260341" y="221374"/>
                  </a:lnTo>
                  <a:lnTo>
                    <a:pt x="3388964" y="287684"/>
                  </a:lnTo>
                  <a:lnTo>
                    <a:pt x="3513123" y="362019"/>
                  </a:lnTo>
                  <a:lnTo>
                    <a:pt x="3632318" y="444078"/>
                  </a:lnTo>
                  <a:lnTo>
                    <a:pt x="3746068" y="533532"/>
                  </a:lnTo>
                  <a:lnTo>
                    <a:pt x="3853915" y="630020"/>
                  </a:lnTo>
                  <a:lnTo>
                    <a:pt x="3955426" y="733154"/>
                  </a:lnTo>
                  <a:lnTo>
                    <a:pt x="4050191" y="842519"/>
                  </a:lnTo>
                  <a:lnTo>
                    <a:pt x="4137829" y="957674"/>
                  </a:lnTo>
                  <a:lnTo>
                    <a:pt x="4217986" y="1078155"/>
                  </a:lnTo>
                  <a:lnTo>
                    <a:pt x="4290342" y="1203478"/>
                  </a:lnTo>
                  <a:lnTo>
                    <a:pt x="4354603" y="1333138"/>
                  </a:lnTo>
                  <a:lnTo>
                    <a:pt x="4410511" y="1466612"/>
                  </a:lnTo>
                  <a:lnTo>
                    <a:pt x="4457841" y="1603363"/>
                  </a:lnTo>
                  <a:lnTo>
                    <a:pt x="4496402" y="1742841"/>
                  </a:lnTo>
                  <a:lnTo>
                    <a:pt x="4526040" y="1884484"/>
                  </a:lnTo>
                  <a:lnTo>
                    <a:pt x="4546634" y="2027721"/>
                  </a:lnTo>
                  <a:lnTo>
                    <a:pt x="4558103" y="2171976"/>
                  </a:lnTo>
                  <a:lnTo>
                    <a:pt x="4560399" y="2316668"/>
                  </a:lnTo>
                  <a:lnTo>
                    <a:pt x="4553513" y="2461215"/>
                  </a:lnTo>
                  <a:lnTo>
                    <a:pt x="4537473" y="2605033"/>
                  </a:lnTo>
                  <a:lnTo>
                    <a:pt x="4512345" y="2747545"/>
                  </a:lnTo>
                  <a:lnTo>
                    <a:pt x="4478228" y="2888176"/>
                  </a:lnTo>
                  <a:lnTo>
                    <a:pt x="4435261" y="3026360"/>
                  </a:lnTo>
                  <a:lnTo>
                    <a:pt x="4383616" y="3161541"/>
                  </a:lnTo>
                  <a:lnTo>
                    <a:pt x="4323501" y="3293174"/>
                  </a:lnTo>
                  <a:lnTo>
                    <a:pt x="4255158" y="3420729"/>
                  </a:lnTo>
                  <a:lnTo>
                    <a:pt x="4178863" y="3543693"/>
                  </a:lnTo>
                  <a:lnTo>
                    <a:pt x="4094923" y="3661571"/>
                  </a:lnTo>
                  <a:lnTo>
                    <a:pt x="4003676" y="3773887"/>
                  </a:lnTo>
                  <a:lnTo>
                    <a:pt x="3905488" y="3880190"/>
                  </a:lnTo>
                  <a:lnTo>
                    <a:pt x="3800757" y="3980052"/>
                  </a:lnTo>
                  <a:lnTo>
                    <a:pt x="3689902" y="4073070"/>
                  </a:lnTo>
                  <a:lnTo>
                    <a:pt x="3573371" y="4158869"/>
                  </a:lnTo>
                  <a:lnTo>
                    <a:pt x="3451633" y="4237106"/>
                  </a:lnTo>
                  <a:lnTo>
                    <a:pt x="3325178" y="4307463"/>
                  </a:lnTo>
                  <a:lnTo>
                    <a:pt x="3194516" y="4369659"/>
                  </a:lnTo>
                  <a:lnTo>
                    <a:pt x="3060171" y="4423442"/>
                  </a:lnTo>
                  <a:lnTo>
                    <a:pt x="2922686" y="4468597"/>
                  </a:lnTo>
                  <a:lnTo>
                    <a:pt x="2782614" y="4504941"/>
                  </a:lnTo>
                  <a:lnTo>
                    <a:pt x="2640519" y="4532327"/>
                  </a:lnTo>
                  <a:lnTo>
                    <a:pt x="2496973" y="4550646"/>
                  </a:lnTo>
                  <a:lnTo>
                    <a:pt x="2352554" y="4559824"/>
                  </a:lnTo>
                  <a:lnTo>
                    <a:pt x="2207844" y="4559824"/>
                  </a:lnTo>
                  <a:lnTo>
                    <a:pt x="2063425" y="4550646"/>
                  </a:lnTo>
                  <a:lnTo>
                    <a:pt x="1919879" y="4532327"/>
                  </a:lnTo>
                  <a:lnTo>
                    <a:pt x="1777784" y="4504941"/>
                  </a:lnTo>
                  <a:lnTo>
                    <a:pt x="1637712" y="4468597"/>
                  </a:lnTo>
                  <a:lnTo>
                    <a:pt x="1500227" y="4423442"/>
                  </a:lnTo>
                  <a:lnTo>
                    <a:pt x="1365882" y="4369659"/>
                  </a:lnTo>
                  <a:lnTo>
                    <a:pt x="1235220" y="4307463"/>
                  </a:lnTo>
                  <a:lnTo>
                    <a:pt x="1108765" y="4237106"/>
                  </a:lnTo>
                  <a:lnTo>
                    <a:pt x="987027" y="4158869"/>
                  </a:lnTo>
                  <a:lnTo>
                    <a:pt x="870496" y="4073070"/>
                  </a:lnTo>
                  <a:lnTo>
                    <a:pt x="759641" y="3980052"/>
                  </a:lnTo>
                  <a:lnTo>
                    <a:pt x="654910" y="3880190"/>
                  </a:lnTo>
                  <a:lnTo>
                    <a:pt x="556722" y="3773887"/>
                  </a:lnTo>
                  <a:lnTo>
                    <a:pt x="465475" y="3661571"/>
                  </a:lnTo>
                  <a:lnTo>
                    <a:pt x="381535" y="3543693"/>
                  </a:lnTo>
                  <a:lnTo>
                    <a:pt x="305240" y="3420729"/>
                  </a:lnTo>
                  <a:lnTo>
                    <a:pt x="236897" y="3293174"/>
                  </a:lnTo>
                  <a:lnTo>
                    <a:pt x="176782" y="3161541"/>
                  </a:lnTo>
                  <a:lnTo>
                    <a:pt x="125137" y="3026360"/>
                  </a:lnTo>
                  <a:lnTo>
                    <a:pt x="82170" y="2888176"/>
                  </a:lnTo>
                  <a:lnTo>
                    <a:pt x="48053" y="2747545"/>
                  </a:lnTo>
                  <a:lnTo>
                    <a:pt x="22925" y="2605033"/>
                  </a:lnTo>
                  <a:lnTo>
                    <a:pt x="6885" y="2461215"/>
                  </a:lnTo>
                  <a:lnTo>
                    <a:pt x="0" y="2316668"/>
                  </a:lnTo>
                  <a:lnTo>
                    <a:pt x="2295" y="2171976"/>
                  </a:lnTo>
                  <a:lnTo>
                    <a:pt x="13764" y="2027721"/>
                  </a:lnTo>
                  <a:lnTo>
                    <a:pt x="34358" y="1884484"/>
                  </a:lnTo>
                  <a:lnTo>
                    <a:pt x="63996" y="1742841"/>
                  </a:lnTo>
                  <a:lnTo>
                    <a:pt x="102557" y="1603363"/>
                  </a:lnTo>
                  <a:lnTo>
                    <a:pt x="149887" y="1466612"/>
                  </a:lnTo>
                  <a:lnTo>
                    <a:pt x="205795" y="1333138"/>
                  </a:lnTo>
                  <a:lnTo>
                    <a:pt x="270056" y="1203478"/>
                  </a:lnTo>
                  <a:lnTo>
                    <a:pt x="342412" y="1078155"/>
                  </a:lnTo>
                  <a:lnTo>
                    <a:pt x="422569" y="957674"/>
                  </a:lnTo>
                  <a:lnTo>
                    <a:pt x="510207" y="842519"/>
                  </a:lnTo>
                  <a:lnTo>
                    <a:pt x="604972" y="733154"/>
                  </a:lnTo>
                  <a:lnTo>
                    <a:pt x="706483" y="630020"/>
                  </a:lnTo>
                  <a:lnTo>
                    <a:pt x="814331" y="533532"/>
                  </a:lnTo>
                  <a:lnTo>
                    <a:pt x="928080" y="444078"/>
                  </a:lnTo>
                  <a:lnTo>
                    <a:pt x="1047275" y="362019"/>
                  </a:lnTo>
                  <a:lnTo>
                    <a:pt x="1171434" y="287684"/>
                  </a:lnTo>
                  <a:lnTo>
                    <a:pt x="1300057" y="221374"/>
                  </a:lnTo>
                  <a:lnTo>
                    <a:pt x="1432628" y="163355"/>
                  </a:lnTo>
                  <a:lnTo>
                    <a:pt x="1568611" y="113862"/>
                  </a:lnTo>
                  <a:lnTo>
                    <a:pt x="1707459" y="73092"/>
                  </a:lnTo>
                  <a:lnTo>
                    <a:pt x="1848614" y="41211"/>
                  </a:lnTo>
                  <a:lnTo>
                    <a:pt x="1991507" y="18346"/>
                  </a:lnTo>
                  <a:lnTo>
                    <a:pt x="2135562" y="4591"/>
                  </a:lnTo>
                  <a:lnTo>
                    <a:pt x="2280199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51776" y="1247789"/>
              <a:ext cx="5130448" cy="5129803"/>
            </a:xfrm>
            <a:custGeom>
              <a:avLst/>
              <a:pathLst>
                <a:path w="5130448" h="5129803">
                  <a:moveTo>
                    <a:pt x="2565224" y="0"/>
                  </a:moveTo>
                  <a:lnTo>
                    <a:pt x="2727941" y="5165"/>
                  </a:lnTo>
                  <a:lnTo>
                    <a:pt x="2890003" y="20640"/>
                  </a:lnTo>
                  <a:lnTo>
                    <a:pt x="3050757" y="46362"/>
                  </a:lnTo>
                  <a:lnTo>
                    <a:pt x="3209556" y="82229"/>
                  </a:lnTo>
                  <a:lnTo>
                    <a:pt x="3365761" y="128094"/>
                  </a:lnTo>
                  <a:lnTo>
                    <a:pt x="3518742" y="183775"/>
                  </a:lnTo>
                  <a:lnTo>
                    <a:pt x="3667883" y="249046"/>
                  </a:lnTo>
                  <a:lnTo>
                    <a:pt x="3812585" y="323645"/>
                  </a:lnTo>
                  <a:lnTo>
                    <a:pt x="3952264" y="407271"/>
                  </a:lnTo>
                  <a:lnTo>
                    <a:pt x="4086357" y="499588"/>
                  </a:lnTo>
                  <a:lnTo>
                    <a:pt x="4214326" y="600224"/>
                  </a:lnTo>
                  <a:lnTo>
                    <a:pt x="4335654" y="708773"/>
                  </a:lnTo>
                  <a:lnTo>
                    <a:pt x="4449854" y="824799"/>
                  </a:lnTo>
                  <a:lnTo>
                    <a:pt x="4556464" y="947834"/>
                  </a:lnTo>
                  <a:lnTo>
                    <a:pt x="4655057" y="1077383"/>
                  </a:lnTo>
                  <a:lnTo>
                    <a:pt x="4745235" y="1212925"/>
                  </a:lnTo>
                  <a:lnTo>
                    <a:pt x="4826634" y="1353913"/>
                  </a:lnTo>
                  <a:lnTo>
                    <a:pt x="4898928" y="1499780"/>
                  </a:lnTo>
                  <a:lnTo>
                    <a:pt x="4961825" y="1649938"/>
                  </a:lnTo>
                  <a:lnTo>
                    <a:pt x="5015071" y="1803784"/>
                  </a:lnTo>
                  <a:lnTo>
                    <a:pt x="5058453" y="1960696"/>
                  </a:lnTo>
                  <a:lnTo>
                    <a:pt x="5091795" y="2120044"/>
                  </a:lnTo>
                  <a:lnTo>
                    <a:pt x="5114964" y="2281186"/>
                  </a:lnTo>
                  <a:lnTo>
                    <a:pt x="5127865" y="2443473"/>
                  </a:lnTo>
                  <a:lnTo>
                    <a:pt x="5130448" y="2606252"/>
                  </a:lnTo>
                  <a:lnTo>
                    <a:pt x="5122702" y="2768866"/>
                  </a:lnTo>
                  <a:lnTo>
                    <a:pt x="5104658" y="2930662"/>
                  </a:lnTo>
                  <a:lnTo>
                    <a:pt x="5076388" y="3090988"/>
                  </a:lnTo>
                  <a:lnTo>
                    <a:pt x="5038007" y="3249198"/>
                  </a:lnTo>
                  <a:lnTo>
                    <a:pt x="4989668" y="3404655"/>
                  </a:lnTo>
                  <a:lnTo>
                    <a:pt x="4931568" y="3556734"/>
                  </a:lnTo>
                  <a:lnTo>
                    <a:pt x="4863938" y="3704821"/>
                  </a:lnTo>
                  <a:lnTo>
                    <a:pt x="4787053" y="3848321"/>
                  </a:lnTo>
                  <a:lnTo>
                    <a:pt x="4701221" y="3986655"/>
                  </a:lnTo>
                  <a:lnTo>
                    <a:pt x="4606789" y="4119267"/>
                  </a:lnTo>
                  <a:lnTo>
                    <a:pt x="4504135" y="4245623"/>
                  </a:lnTo>
                  <a:lnTo>
                    <a:pt x="4393675" y="4365214"/>
                  </a:lnTo>
                  <a:lnTo>
                    <a:pt x="4275851" y="4477558"/>
                  </a:lnTo>
                  <a:lnTo>
                    <a:pt x="4151140" y="4582203"/>
                  </a:lnTo>
                  <a:lnTo>
                    <a:pt x="4020043" y="4678728"/>
                  </a:lnTo>
                  <a:lnTo>
                    <a:pt x="3883088" y="4766744"/>
                  </a:lnTo>
                  <a:lnTo>
                    <a:pt x="3740826" y="4845896"/>
                  </a:lnTo>
                  <a:lnTo>
                    <a:pt x="3593830" y="4915867"/>
                  </a:lnTo>
                  <a:lnTo>
                    <a:pt x="3442693" y="4976373"/>
                  </a:lnTo>
                  <a:lnTo>
                    <a:pt x="3288022" y="5027172"/>
                  </a:lnTo>
                  <a:lnTo>
                    <a:pt x="3130441" y="5068058"/>
                  </a:lnTo>
                  <a:lnTo>
                    <a:pt x="2970584" y="5098868"/>
                  </a:lnTo>
                  <a:lnTo>
                    <a:pt x="2809095" y="5119477"/>
                  </a:lnTo>
                  <a:lnTo>
                    <a:pt x="2646623" y="5129803"/>
                  </a:lnTo>
                  <a:lnTo>
                    <a:pt x="2483824" y="5129803"/>
                  </a:lnTo>
                  <a:lnTo>
                    <a:pt x="2321353" y="5119477"/>
                  </a:lnTo>
                  <a:lnTo>
                    <a:pt x="2159864" y="5098868"/>
                  </a:lnTo>
                  <a:lnTo>
                    <a:pt x="2000007" y="5068058"/>
                  </a:lnTo>
                  <a:lnTo>
                    <a:pt x="1842426" y="5027172"/>
                  </a:lnTo>
                  <a:lnTo>
                    <a:pt x="1687755" y="4976373"/>
                  </a:lnTo>
                  <a:lnTo>
                    <a:pt x="1536618" y="4915867"/>
                  </a:lnTo>
                  <a:lnTo>
                    <a:pt x="1389622" y="4845896"/>
                  </a:lnTo>
                  <a:lnTo>
                    <a:pt x="1247360" y="4766744"/>
                  </a:lnTo>
                  <a:lnTo>
                    <a:pt x="1110405" y="4678728"/>
                  </a:lnTo>
                  <a:lnTo>
                    <a:pt x="979308" y="4582203"/>
                  </a:lnTo>
                  <a:lnTo>
                    <a:pt x="854596" y="4477558"/>
                  </a:lnTo>
                  <a:lnTo>
                    <a:pt x="736773" y="4365214"/>
                  </a:lnTo>
                  <a:lnTo>
                    <a:pt x="626313" y="4245623"/>
                  </a:lnTo>
                  <a:lnTo>
                    <a:pt x="523659" y="4119267"/>
                  </a:lnTo>
                  <a:lnTo>
                    <a:pt x="429227" y="3986655"/>
                  </a:lnTo>
                  <a:lnTo>
                    <a:pt x="343395" y="3848321"/>
                  </a:lnTo>
                  <a:lnTo>
                    <a:pt x="266509" y="3704821"/>
                  </a:lnTo>
                  <a:lnTo>
                    <a:pt x="198880" y="3556734"/>
                  </a:lnTo>
                  <a:lnTo>
                    <a:pt x="140780" y="3404655"/>
                  </a:lnTo>
                  <a:lnTo>
                    <a:pt x="92441" y="3249198"/>
                  </a:lnTo>
                  <a:lnTo>
                    <a:pt x="54060" y="3090988"/>
                  </a:lnTo>
                  <a:lnTo>
                    <a:pt x="25790" y="2930662"/>
                  </a:lnTo>
                  <a:lnTo>
                    <a:pt x="7746" y="2768866"/>
                  </a:lnTo>
                  <a:lnTo>
                    <a:pt x="0" y="2606252"/>
                  </a:lnTo>
                  <a:lnTo>
                    <a:pt x="2582" y="2443473"/>
                  </a:lnTo>
                  <a:lnTo>
                    <a:pt x="15484" y="2281186"/>
                  </a:lnTo>
                  <a:lnTo>
                    <a:pt x="38653" y="2120044"/>
                  </a:lnTo>
                  <a:lnTo>
                    <a:pt x="71995" y="1960696"/>
                  </a:lnTo>
                  <a:lnTo>
                    <a:pt x="115377" y="1803784"/>
                  </a:lnTo>
                  <a:lnTo>
                    <a:pt x="168623" y="1649938"/>
                  </a:lnTo>
                  <a:lnTo>
                    <a:pt x="231520" y="1499780"/>
                  </a:lnTo>
                  <a:lnTo>
                    <a:pt x="303814" y="1353913"/>
                  </a:lnTo>
                  <a:lnTo>
                    <a:pt x="385213" y="1212925"/>
                  </a:lnTo>
                  <a:lnTo>
                    <a:pt x="475391" y="1077383"/>
                  </a:lnTo>
                  <a:lnTo>
                    <a:pt x="573983" y="947834"/>
                  </a:lnTo>
                  <a:lnTo>
                    <a:pt x="680594" y="824799"/>
                  </a:lnTo>
                  <a:lnTo>
                    <a:pt x="794794" y="708773"/>
                  </a:lnTo>
                  <a:lnTo>
                    <a:pt x="916122" y="600224"/>
                  </a:lnTo>
                  <a:lnTo>
                    <a:pt x="1044091" y="499588"/>
                  </a:lnTo>
                  <a:lnTo>
                    <a:pt x="1178184" y="407271"/>
                  </a:lnTo>
                  <a:lnTo>
                    <a:pt x="1317863" y="323645"/>
                  </a:lnTo>
                  <a:lnTo>
                    <a:pt x="1462565" y="249046"/>
                  </a:lnTo>
                  <a:lnTo>
                    <a:pt x="1611706" y="183775"/>
                  </a:lnTo>
                  <a:lnTo>
                    <a:pt x="1764687" y="128094"/>
                  </a:lnTo>
                  <a:lnTo>
                    <a:pt x="1920892" y="82229"/>
                  </a:lnTo>
                  <a:lnTo>
                    <a:pt x="2079691" y="46362"/>
                  </a:lnTo>
                  <a:lnTo>
                    <a:pt x="2240445" y="20640"/>
                  </a:lnTo>
                  <a:lnTo>
                    <a:pt x="2402507" y="5165"/>
                  </a:lnTo>
                  <a:lnTo>
                    <a:pt x="2565224" y="0"/>
                  </a:lnTo>
                </a:path>
              </a:pathLst>
            </a:custGeom>
            <a:ln w="14905" cap="flat">
              <a:solidFill>
                <a:srgbClr val="79CBE3">
                  <a:alpha val="100000"/>
                </a:srgbClr>
              </a:solidFill>
              <a:custDash>
                <a:ds d="200000" sp="2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4310051" y="2999053"/>
              <a:ext cx="2687436" cy="2474842"/>
            </a:xfrm>
            <a:custGeom>
              <a:avLst/>
              <a:pathLst>
                <a:path w="2687436" h="2474842">
                  <a:moveTo>
                    <a:pt x="2687436" y="814284"/>
                  </a:moveTo>
                  <a:lnTo>
                    <a:pt x="2627160" y="724812"/>
                  </a:lnTo>
                  <a:lnTo>
                    <a:pt x="2563472" y="640191"/>
                  </a:lnTo>
                  <a:lnTo>
                    <a:pt x="2496666" y="560546"/>
                  </a:lnTo>
                  <a:lnTo>
                    <a:pt x="2427037" y="485988"/>
                  </a:lnTo>
                  <a:lnTo>
                    <a:pt x="2354887" y="416609"/>
                  </a:lnTo>
                  <a:lnTo>
                    <a:pt x="2280520" y="352490"/>
                  </a:lnTo>
                  <a:lnTo>
                    <a:pt x="2204241" y="293692"/>
                  </a:lnTo>
                  <a:lnTo>
                    <a:pt x="2126356" y="240262"/>
                  </a:lnTo>
                  <a:lnTo>
                    <a:pt x="2047174" y="192229"/>
                  </a:lnTo>
                  <a:lnTo>
                    <a:pt x="1967001" y="149608"/>
                  </a:lnTo>
                  <a:lnTo>
                    <a:pt x="1886144" y="112397"/>
                  </a:lnTo>
                  <a:lnTo>
                    <a:pt x="1804906" y="80580"/>
                  </a:lnTo>
                  <a:lnTo>
                    <a:pt x="1723589" y="54122"/>
                  </a:lnTo>
                  <a:lnTo>
                    <a:pt x="1642491" y="32975"/>
                  </a:lnTo>
                  <a:lnTo>
                    <a:pt x="1561906" y="17075"/>
                  </a:lnTo>
                  <a:lnTo>
                    <a:pt x="1482122" y="6344"/>
                  </a:lnTo>
                  <a:lnTo>
                    <a:pt x="1403423" y="688"/>
                  </a:lnTo>
                  <a:lnTo>
                    <a:pt x="1326087" y="0"/>
                  </a:lnTo>
                  <a:lnTo>
                    <a:pt x="1250382" y="4156"/>
                  </a:lnTo>
                  <a:lnTo>
                    <a:pt x="1176571" y="13023"/>
                  </a:lnTo>
                  <a:lnTo>
                    <a:pt x="1104908" y="26452"/>
                  </a:lnTo>
                  <a:lnTo>
                    <a:pt x="1035637" y="44281"/>
                  </a:lnTo>
                  <a:lnTo>
                    <a:pt x="968995" y="66338"/>
                  </a:lnTo>
                  <a:lnTo>
                    <a:pt x="905205" y="92436"/>
                  </a:lnTo>
                  <a:lnTo>
                    <a:pt x="844483" y="122381"/>
                  </a:lnTo>
                  <a:lnTo>
                    <a:pt x="787031" y="155964"/>
                  </a:lnTo>
                  <a:lnTo>
                    <a:pt x="733040" y="192970"/>
                  </a:lnTo>
                  <a:lnTo>
                    <a:pt x="682691" y="233172"/>
                  </a:lnTo>
                  <a:lnTo>
                    <a:pt x="636148" y="276335"/>
                  </a:lnTo>
                  <a:lnTo>
                    <a:pt x="593566" y="322216"/>
                  </a:lnTo>
                  <a:lnTo>
                    <a:pt x="555084" y="370566"/>
                  </a:lnTo>
                  <a:lnTo>
                    <a:pt x="520829" y="421126"/>
                  </a:lnTo>
                  <a:lnTo>
                    <a:pt x="490912" y="473635"/>
                  </a:lnTo>
                  <a:lnTo>
                    <a:pt x="465431" y="527822"/>
                  </a:lnTo>
                  <a:lnTo>
                    <a:pt x="444469" y="583417"/>
                  </a:lnTo>
                  <a:lnTo>
                    <a:pt x="428094" y="640141"/>
                  </a:lnTo>
                  <a:lnTo>
                    <a:pt x="416360" y="697715"/>
                  </a:lnTo>
                  <a:lnTo>
                    <a:pt x="409304" y="755857"/>
                  </a:lnTo>
                  <a:lnTo>
                    <a:pt x="406950" y="814284"/>
                  </a:lnTo>
                  <a:lnTo>
                    <a:pt x="377101" y="790753"/>
                  </a:lnTo>
                  <a:lnTo>
                    <a:pt x="342135" y="774565"/>
                  </a:lnTo>
                  <a:lnTo>
                    <a:pt x="303399" y="766546"/>
                  </a:lnTo>
                  <a:lnTo>
                    <a:pt x="262358" y="767303"/>
                  </a:lnTo>
                  <a:lnTo>
                    <a:pt x="220561" y="777209"/>
                  </a:lnTo>
                  <a:lnTo>
                    <a:pt x="179604" y="796391"/>
                  </a:lnTo>
                  <a:lnTo>
                    <a:pt x="141098" y="824729"/>
                  </a:lnTo>
                  <a:lnTo>
                    <a:pt x="106628" y="861850"/>
                  </a:lnTo>
                  <a:lnTo>
                    <a:pt x="77720" y="907136"/>
                  </a:lnTo>
                  <a:lnTo>
                    <a:pt x="55800" y="959735"/>
                  </a:lnTo>
                  <a:lnTo>
                    <a:pt x="42168" y="1018571"/>
                  </a:lnTo>
                  <a:lnTo>
                    <a:pt x="37959" y="1082371"/>
                  </a:lnTo>
                  <a:lnTo>
                    <a:pt x="44117" y="1149683"/>
                  </a:lnTo>
                  <a:lnTo>
                    <a:pt x="61369" y="1218906"/>
                  </a:lnTo>
                  <a:lnTo>
                    <a:pt x="90207" y="1288323"/>
                  </a:lnTo>
                  <a:lnTo>
                    <a:pt x="130864" y="1356131"/>
                  </a:lnTo>
                  <a:lnTo>
                    <a:pt x="183310" y="1420485"/>
                  </a:lnTo>
                  <a:lnTo>
                    <a:pt x="247239" y="1479527"/>
                  </a:lnTo>
                  <a:lnTo>
                    <a:pt x="322069" y="1531432"/>
                  </a:lnTo>
                  <a:lnTo>
                    <a:pt x="406950" y="1574446"/>
                  </a:lnTo>
                  <a:lnTo>
                    <a:pt x="435159" y="1640065"/>
                  </a:lnTo>
                  <a:lnTo>
                    <a:pt x="467847" y="1704568"/>
                  </a:lnTo>
                  <a:lnTo>
                    <a:pt x="504966" y="1767724"/>
                  </a:lnTo>
                  <a:lnTo>
                    <a:pt x="546461" y="1829307"/>
                  </a:lnTo>
                  <a:lnTo>
                    <a:pt x="592265" y="1889092"/>
                  </a:lnTo>
                  <a:lnTo>
                    <a:pt x="642301" y="1946857"/>
                  </a:lnTo>
                  <a:lnTo>
                    <a:pt x="696482" y="2002384"/>
                  </a:lnTo>
                  <a:lnTo>
                    <a:pt x="754710" y="2055456"/>
                  </a:lnTo>
                  <a:lnTo>
                    <a:pt x="816878" y="2105863"/>
                  </a:lnTo>
                  <a:lnTo>
                    <a:pt x="882871" y="2153399"/>
                  </a:lnTo>
                  <a:lnTo>
                    <a:pt x="952562" y="2197863"/>
                  </a:lnTo>
                  <a:lnTo>
                    <a:pt x="1025816" y="2239057"/>
                  </a:lnTo>
                  <a:lnTo>
                    <a:pt x="1102488" y="2276792"/>
                  </a:lnTo>
                  <a:lnTo>
                    <a:pt x="1182425" y="2310883"/>
                  </a:lnTo>
                  <a:lnTo>
                    <a:pt x="1265465" y="2341152"/>
                  </a:lnTo>
                  <a:lnTo>
                    <a:pt x="1351438" y="2367430"/>
                  </a:lnTo>
                  <a:lnTo>
                    <a:pt x="1440167" y="2389551"/>
                  </a:lnTo>
                  <a:lnTo>
                    <a:pt x="1531465" y="2407360"/>
                  </a:lnTo>
                  <a:lnTo>
                    <a:pt x="1625140" y="2420709"/>
                  </a:lnTo>
                  <a:lnTo>
                    <a:pt x="1720990" y="2429457"/>
                  </a:lnTo>
                  <a:lnTo>
                    <a:pt x="1818810" y="2433474"/>
                  </a:lnTo>
                  <a:lnTo>
                    <a:pt x="1918385" y="2432636"/>
                  </a:lnTo>
                  <a:lnTo>
                    <a:pt x="2019497" y="2426831"/>
                  </a:lnTo>
                  <a:lnTo>
                    <a:pt x="1913610" y="2447476"/>
                  </a:lnTo>
                  <a:lnTo>
                    <a:pt x="1808739" y="2462278"/>
                  </a:lnTo>
                  <a:lnTo>
                    <a:pt x="1705183" y="2471356"/>
                  </a:lnTo>
                  <a:lnTo>
                    <a:pt x="1603227" y="2474842"/>
                  </a:lnTo>
                  <a:lnTo>
                    <a:pt x="1503151" y="2472882"/>
                  </a:lnTo>
                  <a:lnTo>
                    <a:pt x="1405227" y="2465636"/>
                  </a:lnTo>
                  <a:lnTo>
                    <a:pt x="1309712" y="2453275"/>
                  </a:lnTo>
                  <a:lnTo>
                    <a:pt x="1216859" y="2435983"/>
                  </a:lnTo>
                  <a:lnTo>
                    <a:pt x="1126904" y="2413957"/>
                  </a:lnTo>
                  <a:lnTo>
                    <a:pt x="1040076" y="2387404"/>
                  </a:lnTo>
                  <a:lnTo>
                    <a:pt x="956589" y="2356541"/>
                  </a:lnTo>
                  <a:lnTo>
                    <a:pt x="876647" y="2321596"/>
                  </a:lnTo>
                  <a:lnTo>
                    <a:pt x="800438" y="2282804"/>
                  </a:lnTo>
                  <a:lnTo>
                    <a:pt x="728140" y="2240412"/>
                  </a:lnTo>
                  <a:lnTo>
                    <a:pt x="659915" y="2194673"/>
                  </a:lnTo>
                  <a:lnTo>
                    <a:pt x="595912" y="2145845"/>
                  </a:lnTo>
                  <a:lnTo>
                    <a:pt x="536264" y="2094196"/>
                  </a:lnTo>
                  <a:lnTo>
                    <a:pt x="481092" y="2039998"/>
                  </a:lnTo>
                  <a:lnTo>
                    <a:pt x="430499" y="1983527"/>
                  </a:lnTo>
                  <a:lnTo>
                    <a:pt x="384577" y="1925065"/>
                  </a:lnTo>
                  <a:lnTo>
                    <a:pt x="343399" y="1864896"/>
                  </a:lnTo>
                  <a:lnTo>
                    <a:pt x="307025" y="1803307"/>
                  </a:lnTo>
                  <a:lnTo>
                    <a:pt x="275498" y="1740587"/>
                  </a:lnTo>
                  <a:lnTo>
                    <a:pt x="248846" y="1677027"/>
                  </a:lnTo>
                  <a:lnTo>
                    <a:pt x="227083" y="1612916"/>
                  </a:lnTo>
                  <a:lnTo>
                    <a:pt x="210205" y="1548544"/>
                  </a:lnTo>
                  <a:lnTo>
                    <a:pt x="198195" y="1484200"/>
                  </a:lnTo>
                  <a:lnTo>
                    <a:pt x="191020" y="1420171"/>
                  </a:lnTo>
                  <a:lnTo>
                    <a:pt x="188630" y="1356739"/>
                  </a:lnTo>
                  <a:lnTo>
                    <a:pt x="190963" y="1294186"/>
                  </a:lnTo>
                  <a:lnTo>
                    <a:pt x="197941" y="1232787"/>
                  </a:lnTo>
                  <a:lnTo>
                    <a:pt x="209470" y="1172813"/>
                  </a:lnTo>
                  <a:lnTo>
                    <a:pt x="225445" y="1114530"/>
                  </a:lnTo>
                  <a:lnTo>
                    <a:pt x="245743" y="1058195"/>
                  </a:lnTo>
                  <a:lnTo>
                    <a:pt x="270232" y="1004062"/>
                  </a:lnTo>
                  <a:lnTo>
                    <a:pt x="298763" y="952373"/>
                  </a:lnTo>
                  <a:lnTo>
                    <a:pt x="331177" y="903365"/>
                  </a:lnTo>
                  <a:lnTo>
                    <a:pt x="367301" y="857263"/>
                  </a:lnTo>
                  <a:lnTo>
                    <a:pt x="406950" y="814284"/>
                  </a:lnTo>
                  <a:lnTo>
                    <a:pt x="367002" y="816488"/>
                  </a:lnTo>
                  <a:lnTo>
                    <a:pt x="327418" y="823086"/>
                  </a:lnTo>
                  <a:lnTo>
                    <a:pt x="288561" y="834039"/>
                  </a:lnTo>
                  <a:lnTo>
                    <a:pt x="250789" y="849280"/>
                  </a:lnTo>
                  <a:lnTo>
                    <a:pt x="214455" y="868716"/>
                  </a:lnTo>
                  <a:lnTo>
                    <a:pt x="179905" y="892228"/>
                  </a:lnTo>
                  <a:lnTo>
                    <a:pt x="147476" y="919673"/>
                  </a:lnTo>
                  <a:lnTo>
                    <a:pt x="117493" y="950881"/>
                  </a:lnTo>
                  <a:lnTo>
                    <a:pt x="90271" y="985661"/>
                  </a:lnTo>
                  <a:lnTo>
                    <a:pt x="66109" y="1023798"/>
                  </a:lnTo>
                  <a:lnTo>
                    <a:pt x="45290" y="1065053"/>
                  </a:lnTo>
                  <a:lnTo>
                    <a:pt x="28081" y="1109169"/>
                  </a:lnTo>
                  <a:lnTo>
                    <a:pt x="14730" y="1155868"/>
                  </a:lnTo>
                  <a:lnTo>
                    <a:pt x="5466" y="1204853"/>
                  </a:lnTo>
                  <a:lnTo>
                    <a:pt x="494" y="1255812"/>
                  </a:lnTo>
                  <a:lnTo>
                    <a:pt x="0" y="1308416"/>
                  </a:lnTo>
                  <a:lnTo>
                    <a:pt x="4144" y="1362321"/>
                  </a:lnTo>
                  <a:lnTo>
                    <a:pt x="13063" y="1417172"/>
                  </a:lnTo>
                  <a:lnTo>
                    <a:pt x="26868" y="1472604"/>
                  </a:lnTo>
                  <a:lnTo>
                    <a:pt x="45646" y="1528240"/>
                  </a:lnTo>
                  <a:lnTo>
                    <a:pt x="69453" y="1583698"/>
                  </a:lnTo>
                  <a:lnTo>
                    <a:pt x="98323" y="1638590"/>
                  </a:lnTo>
                  <a:lnTo>
                    <a:pt x="132257" y="1692524"/>
                  </a:lnTo>
                  <a:lnTo>
                    <a:pt x="171233" y="1745107"/>
                  </a:lnTo>
                  <a:lnTo>
                    <a:pt x="215198" y="1795945"/>
                  </a:lnTo>
                  <a:lnTo>
                    <a:pt x="264071" y="1844647"/>
                  </a:lnTo>
                  <a:lnTo>
                    <a:pt x="317745" y="1890825"/>
                  </a:lnTo>
                  <a:lnTo>
                    <a:pt x="376082" y="1934097"/>
                  </a:lnTo>
                  <a:lnTo>
                    <a:pt x="438919" y="1974091"/>
                  </a:lnTo>
                  <a:lnTo>
                    <a:pt x="506066" y="2010440"/>
                  </a:lnTo>
                  <a:lnTo>
                    <a:pt x="577304" y="2042793"/>
                  </a:lnTo>
                  <a:lnTo>
                    <a:pt x="652391" y="2070810"/>
                  </a:lnTo>
                  <a:lnTo>
                    <a:pt x="731060" y="2094165"/>
                  </a:lnTo>
                  <a:lnTo>
                    <a:pt x="813016" y="2112552"/>
                  </a:lnTo>
                  <a:lnTo>
                    <a:pt x="897947" y="2125679"/>
                  </a:lnTo>
                  <a:lnTo>
                    <a:pt x="985514" y="2133279"/>
                  </a:lnTo>
                  <a:lnTo>
                    <a:pt x="1075362" y="2135102"/>
                  </a:lnTo>
                  <a:lnTo>
                    <a:pt x="1167112" y="2130923"/>
                  </a:lnTo>
                  <a:lnTo>
                    <a:pt x="1260371" y="2120542"/>
                  </a:lnTo>
                  <a:lnTo>
                    <a:pt x="1354728" y="2103783"/>
                  </a:lnTo>
                  <a:lnTo>
                    <a:pt x="1449759" y="2080497"/>
                  </a:lnTo>
                  <a:lnTo>
                    <a:pt x="1545025" y="2050564"/>
                  </a:lnTo>
                  <a:lnTo>
                    <a:pt x="1640079" y="2013890"/>
                  </a:lnTo>
                  <a:lnTo>
                    <a:pt x="1734460" y="1970414"/>
                  </a:lnTo>
                  <a:lnTo>
                    <a:pt x="1827706" y="1920103"/>
                  </a:lnTo>
                  <a:lnTo>
                    <a:pt x="1919343" y="1862954"/>
                  </a:lnTo>
                  <a:lnTo>
                    <a:pt x="2008900" y="1798999"/>
                  </a:lnTo>
                  <a:lnTo>
                    <a:pt x="2095899" y="1728298"/>
                  </a:lnTo>
                  <a:lnTo>
                    <a:pt x="2179868" y="1650944"/>
                  </a:lnTo>
                  <a:lnTo>
                    <a:pt x="2260333" y="1567063"/>
                  </a:lnTo>
                  <a:lnTo>
                    <a:pt x="2336828" y="1476812"/>
                  </a:lnTo>
                  <a:lnTo>
                    <a:pt x="2408894" y="1380380"/>
                  </a:lnTo>
                  <a:lnTo>
                    <a:pt x="2476079" y="1277987"/>
                  </a:lnTo>
                  <a:lnTo>
                    <a:pt x="2537945" y="1169884"/>
                  </a:lnTo>
                  <a:lnTo>
                    <a:pt x="2594064" y="1056354"/>
                  </a:lnTo>
                  <a:lnTo>
                    <a:pt x="2644025" y="937707"/>
                  </a:lnTo>
                  <a:close/>
                </a:path>
              </a:pathLst>
            </a:custGeom>
            <a:solidFill>
              <a:srgbClr val="5FCFCF">
                <a:alpha val="25882"/>
              </a:srgbClr>
            </a:solidFill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571550" y="3376985"/>
              <a:ext cx="2425937" cy="2055542"/>
            </a:xfrm>
            <a:custGeom>
              <a:avLst/>
              <a:pathLst>
                <a:path w="2425937" h="2055542">
                  <a:moveTo>
                    <a:pt x="145450" y="436352"/>
                  </a:moveTo>
                  <a:lnTo>
                    <a:pt x="145450" y="436352"/>
                  </a:lnTo>
                  <a:lnTo>
                    <a:pt x="197064" y="387211"/>
                  </a:lnTo>
                  <a:lnTo>
                    <a:pt x="251058" y="340634"/>
                  </a:lnTo>
                  <a:lnTo>
                    <a:pt x="307338" y="296706"/>
                  </a:lnTo>
                  <a:lnTo>
                    <a:pt x="365805" y="255511"/>
                  </a:lnTo>
                  <a:lnTo>
                    <a:pt x="426359" y="217129"/>
                  </a:lnTo>
                  <a:lnTo>
                    <a:pt x="488895" y="181636"/>
                  </a:lnTo>
                  <a:lnTo>
                    <a:pt x="553308" y="149106"/>
                  </a:lnTo>
                  <a:lnTo>
                    <a:pt x="619489" y="119609"/>
                  </a:lnTo>
                  <a:lnTo>
                    <a:pt x="687328" y="93211"/>
                  </a:lnTo>
                  <a:lnTo>
                    <a:pt x="756712" y="69975"/>
                  </a:lnTo>
                  <a:lnTo>
                    <a:pt x="827526" y="49960"/>
                  </a:lnTo>
                  <a:lnTo>
                    <a:pt x="899654" y="33221"/>
                  </a:lnTo>
                  <a:lnTo>
                    <a:pt x="972976" y="19810"/>
                  </a:lnTo>
                  <a:lnTo>
                    <a:pt x="1047372" y="9774"/>
                  </a:lnTo>
                  <a:lnTo>
                    <a:pt x="1122720" y="3158"/>
                  </a:lnTo>
                  <a:lnTo>
                    <a:pt x="1198898" y="0"/>
                  </a:lnTo>
                  <a:lnTo>
                    <a:pt x="1275779" y="336"/>
                  </a:lnTo>
                  <a:lnTo>
                    <a:pt x="1353238" y="4198"/>
                  </a:lnTo>
                  <a:lnTo>
                    <a:pt x="1431148" y="11614"/>
                  </a:lnTo>
                  <a:lnTo>
                    <a:pt x="1509381" y="22608"/>
                  </a:lnTo>
                  <a:lnTo>
                    <a:pt x="1587808" y="37198"/>
                  </a:lnTo>
                  <a:lnTo>
                    <a:pt x="1666299" y="55399"/>
                  </a:lnTo>
                  <a:lnTo>
                    <a:pt x="1744723" y="77223"/>
                  </a:lnTo>
                  <a:lnTo>
                    <a:pt x="1822951" y="102676"/>
                  </a:lnTo>
                  <a:lnTo>
                    <a:pt x="1900851" y="131761"/>
                  </a:lnTo>
                  <a:lnTo>
                    <a:pt x="1978291" y="164476"/>
                  </a:lnTo>
                  <a:lnTo>
                    <a:pt x="2055140" y="200814"/>
                  </a:lnTo>
                  <a:lnTo>
                    <a:pt x="2131267" y="240766"/>
                  </a:lnTo>
                  <a:lnTo>
                    <a:pt x="2206541" y="284316"/>
                  </a:lnTo>
                  <a:lnTo>
                    <a:pt x="2280831" y="331447"/>
                  </a:lnTo>
                  <a:lnTo>
                    <a:pt x="2354006" y="382135"/>
                  </a:lnTo>
                  <a:lnTo>
                    <a:pt x="2425937" y="436352"/>
                  </a:lnTo>
                  <a:lnTo>
                    <a:pt x="2424607" y="514210"/>
                  </a:lnTo>
                  <a:lnTo>
                    <a:pt x="2420620" y="591978"/>
                  </a:lnTo>
                  <a:lnTo>
                    <a:pt x="2413981" y="669564"/>
                  </a:lnTo>
                  <a:lnTo>
                    <a:pt x="2404696" y="746878"/>
                  </a:lnTo>
                  <a:lnTo>
                    <a:pt x="2392777" y="823830"/>
                  </a:lnTo>
                  <a:lnTo>
                    <a:pt x="2378238" y="900330"/>
                  </a:lnTo>
                  <a:lnTo>
                    <a:pt x="2361096" y="976290"/>
                  </a:lnTo>
                  <a:lnTo>
                    <a:pt x="2341370" y="1051620"/>
                  </a:lnTo>
                  <a:lnTo>
                    <a:pt x="2319084" y="1126232"/>
                  </a:lnTo>
                  <a:lnTo>
                    <a:pt x="2294264" y="1200040"/>
                  </a:lnTo>
                  <a:lnTo>
                    <a:pt x="2266938" y="1272958"/>
                  </a:lnTo>
                  <a:lnTo>
                    <a:pt x="2237138" y="1344900"/>
                  </a:lnTo>
                  <a:lnTo>
                    <a:pt x="2204900" y="1415783"/>
                  </a:lnTo>
                  <a:lnTo>
                    <a:pt x="2170261" y="1485524"/>
                  </a:lnTo>
                  <a:lnTo>
                    <a:pt x="2133260" y="1554041"/>
                  </a:lnTo>
                  <a:lnTo>
                    <a:pt x="2093942" y="1621256"/>
                  </a:lnTo>
                  <a:lnTo>
                    <a:pt x="2052352" y="1687089"/>
                  </a:lnTo>
                  <a:lnTo>
                    <a:pt x="2008539" y="1751463"/>
                  </a:lnTo>
                  <a:lnTo>
                    <a:pt x="1962554" y="1814305"/>
                  </a:lnTo>
                  <a:lnTo>
                    <a:pt x="1914449" y="1875539"/>
                  </a:lnTo>
                  <a:lnTo>
                    <a:pt x="1864283" y="1935096"/>
                  </a:lnTo>
                  <a:lnTo>
                    <a:pt x="1812112" y="1992905"/>
                  </a:lnTo>
                  <a:lnTo>
                    <a:pt x="1757998" y="2048899"/>
                  </a:lnTo>
                  <a:lnTo>
                    <a:pt x="1656886" y="2054704"/>
                  </a:lnTo>
                  <a:lnTo>
                    <a:pt x="1557311" y="2055542"/>
                  </a:lnTo>
                  <a:lnTo>
                    <a:pt x="1459491" y="2051525"/>
                  </a:lnTo>
                  <a:lnTo>
                    <a:pt x="1363641" y="2042776"/>
                  </a:lnTo>
                  <a:lnTo>
                    <a:pt x="1269966" y="2029428"/>
                  </a:lnTo>
                  <a:lnTo>
                    <a:pt x="1178668" y="2011619"/>
                  </a:lnTo>
                  <a:lnTo>
                    <a:pt x="1089939" y="1989497"/>
                  </a:lnTo>
                  <a:lnTo>
                    <a:pt x="1003966" y="1963220"/>
                  </a:lnTo>
                  <a:lnTo>
                    <a:pt x="920925" y="1932951"/>
                  </a:lnTo>
                  <a:lnTo>
                    <a:pt x="840988" y="1898860"/>
                  </a:lnTo>
                  <a:lnTo>
                    <a:pt x="764316" y="1861125"/>
                  </a:lnTo>
                  <a:lnTo>
                    <a:pt x="691063" y="1819931"/>
                  </a:lnTo>
                  <a:lnTo>
                    <a:pt x="621372" y="1775467"/>
                  </a:lnTo>
                  <a:lnTo>
                    <a:pt x="555379" y="1727931"/>
                  </a:lnTo>
                  <a:lnTo>
                    <a:pt x="493210" y="1677524"/>
                  </a:lnTo>
                  <a:lnTo>
                    <a:pt x="434982" y="1624452"/>
                  </a:lnTo>
                  <a:lnTo>
                    <a:pt x="380802" y="1568925"/>
                  </a:lnTo>
                  <a:lnTo>
                    <a:pt x="330766" y="1511160"/>
                  </a:lnTo>
                  <a:lnTo>
                    <a:pt x="284962" y="1451375"/>
                  </a:lnTo>
                  <a:lnTo>
                    <a:pt x="243467" y="1389792"/>
                  </a:lnTo>
                  <a:lnTo>
                    <a:pt x="206347" y="1326636"/>
                  </a:lnTo>
                  <a:lnTo>
                    <a:pt x="173660" y="1262133"/>
                  </a:lnTo>
                  <a:lnTo>
                    <a:pt x="145450" y="1196514"/>
                  </a:lnTo>
                  <a:lnTo>
                    <a:pt x="105872" y="1141106"/>
                  </a:lnTo>
                  <a:lnTo>
                    <a:pt x="72498" y="1083822"/>
                  </a:lnTo>
                  <a:lnTo>
                    <a:pt x="45404" y="1025183"/>
                  </a:lnTo>
                  <a:lnTo>
                    <a:pt x="24627" y="965711"/>
                  </a:lnTo>
                  <a:lnTo>
                    <a:pt x="10167" y="905929"/>
                  </a:lnTo>
                  <a:lnTo>
                    <a:pt x="1984" y="846354"/>
                  </a:lnTo>
                  <a:lnTo>
                    <a:pt x="0" y="787501"/>
                  </a:lnTo>
                  <a:lnTo>
                    <a:pt x="4098" y="729873"/>
                  </a:lnTo>
                  <a:lnTo>
                    <a:pt x="14127" y="673963"/>
                  </a:lnTo>
                  <a:lnTo>
                    <a:pt x="29899" y="620251"/>
                  </a:lnTo>
                  <a:lnTo>
                    <a:pt x="51189" y="569200"/>
                  </a:lnTo>
                  <a:lnTo>
                    <a:pt x="77743" y="521254"/>
                  </a:lnTo>
                  <a:lnTo>
                    <a:pt x="109269" y="476838"/>
                  </a:lnTo>
                  <a:lnTo>
                    <a:pt x="145450" y="436352"/>
                  </a:lnTo>
                  <a:lnTo>
                    <a:pt x="145450" y="436352"/>
                  </a:lnTo>
                  <a:lnTo>
                    <a:pt x="145450" y="436352"/>
                  </a:lnTo>
                </a:path>
              </a:pathLst>
            </a:custGeom>
            <a:ln w="24933" cap="flat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6965886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4685399" y="4541898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6297947" y="5394283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85399" y="3781736"/>
              <a:ext cx="63202" cy="63202"/>
            </a:xfrm>
            <a:prstGeom prst="ellipse">
              <a:avLst/>
            </a:prstGeom>
            <a:solidFill>
              <a:srgbClr val="5FCFCF">
                <a:alpha val="100000"/>
              </a:srgbClr>
            </a:solidFill>
            <a:ln w="9000" cap="rnd">
              <a:solidFill>
                <a:srgbClr val="5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717001" y="1532850"/>
              <a:ext cx="0" cy="2280486"/>
            </a:xfrm>
            <a:custGeom>
              <a:avLst/>
              <a:pathLst>
                <a:path w="0" h="2280486">
                  <a:moveTo>
                    <a:pt x="0" y="2280486"/>
                  </a:moveTo>
                  <a:lnTo>
                    <a:pt x="0" y="2201849"/>
                  </a:lnTo>
                  <a:lnTo>
                    <a:pt x="0" y="2123211"/>
                  </a:lnTo>
                  <a:lnTo>
                    <a:pt x="0" y="2044574"/>
                  </a:lnTo>
                  <a:lnTo>
                    <a:pt x="0" y="1965936"/>
                  </a:lnTo>
                  <a:lnTo>
                    <a:pt x="0" y="1887299"/>
                  </a:lnTo>
                  <a:lnTo>
                    <a:pt x="0" y="1808661"/>
                  </a:lnTo>
                  <a:lnTo>
                    <a:pt x="0" y="1730024"/>
                  </a:lnTo>
                  <a:lnTo>
                    <a:pt x="0" y="1651386"/>
                  </a:lnTo>
                  <a:lnTo>
                    <a:pt x="0" y="1572749"/>
                  </a:lnTo>
                  <a:lnTo>
                    <a:pt x="0" y="1494111"/>
                  </a:lnTo>
                  <a:lnTo>
                    <a:pt x="0" y="1415474"/>
                  </a:lnTo>
                  <a:lnTo>
                    <a:pt x="0" y="1336836"/>
                  </a:lnTo>
                  <a:lnTo>
                    <a:pt x="0" y="1258199"/>
                  </a:lnTo>
                  <a:lnTo>
                    <a:pt x="0" y="1179562"/>
                  </a:lnTo>
                  <a:lnTo>
                    <a:pt x="0" y="1100924"/>
                  </a:lnTo>
                  <a:lnTo>
                    <a:pt x="0" y="1022287"/>
                  </a:lnTo>
                  <a:lnTo>
                    <a:pt x="0" y="943649"/>
                  </a:lnTo>
                  <a:lnTo>
                    <a:pt x="0" y="865012"/>
                  </a:lnTo>
                  <a:lnTo>
                    <a:pt x="0" y="786374"/>
                  </a:lnTo>
                  <a:lnTo>
                    <a:pt x="0" y="707737"/>
                  </a:lnTo>
                  <a:lnTo>
                    <a:pt x="0" y="629099"/>
                  </a:lnTo>
                  <a:lnTo>
                    <a:pt x="0" y="550462"/>
                  </a:lnTo>
                  <a:lnTo>
                    <a:pt x="0" y="471824"/>
                  </a:lnTo>
                  <a:lnTo>
                    <a:pt x="0" y="393187"/>
                  </a:lnTo>
                  <a:lnTo>
                    <a:pt x="0" y="314549"/>
                  </a:lnTo>
                  <a:lnTo>
                    <a:pt x="0" y="235912"/>
                  </a:lnTo>
                  <a:lnTo>
                    <a:pt x="0" y="157274"/>
                  </a:lnTo>
                  <a:lnTo>
                    <a:pt x="0" y="78637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717001" y="2200789"/>
              <a:ext cx="1612547" cy="1612547"/>
            </a:xfrm>
            <a:custGeom>
              <a:avLst/>
              <a:pathLst>
                <a:path w="1612547" h="1612547">
                  <a:moveTo>
                    <a:pt x="0" y="1612547"/>
                  </a:moveTo>
                  <a:lnTo>
                    <a:pt x="55605" y="1556942"/>
                  </a:lnTo>
                  <a:lnTo>
                    <a:pt x="111210" y="1501337"/>
                  </a:lnTo>
                  <a:lnTo>
                    <a:pt x="166815" y="1445732"/>
                  </a:lnTo>
                  <a:lnTo>
                    <a:pt x="222420" y="1390127"/>
                  </a:lnTo>
                  <a:lnTo>
                    <a:pt x="278025" y="1334522"/>
                  </a:lnTo>
                  <a:lnTo>
                    <a:pt x="333630" y="1278916"/>
                  </a:lnTo>
                  <a:lnTo>
                    <a:pt x="389235" y="1223311"/>
                  </a:lnTo>
                  <a:lnTo>
                    <a:pt x="444840" y="1167706"/>
                  </a:lnTo>
                  <a:lnTo>
                    <a:pt x="500445" y="1112101"/>
                  </a:lnTo>
                  <a:lnTo>
                    <a:pt x="556050" y="1056496"/>
                  </a:lnTo>
                  <a:lnTo>
                    <a:pt x="611655" y="1000891"/>
                  </a:lnTo>
                  <a:lnTo>
                    <a:pt x="667261" y="945286"/>
                  </a:lnTo>
                  <a:lnTo>
                    <a:pt x="722866" y="889681"/>
                  </a:lnTo>
                  <a:lnTo>
                    <a:pt x="778471" y="834076"/>
                  </a:lnTo>
                  <a:lnTo>
                    <a:pt x="834076" y="778471"/>
                  </a:lnTo>
                  <a:lnTo>
                    <a:pt x="889681" y="722866"/>
                  </a:lnTo>
                  <a:lnTo>
                    <a:pt x="945286" y="667261"/>
                  </a:lnTo>
                  <a:lnTo>
                    <a:pt x="1000891" y="611655"/>
                  </a:lnTo>
                  <a:lnTo>
                    <a:pt x="1056496" y="556050"/>
                  </a:lnTo>
                  <a:lnTo>
                    <a:pt x="1112101" y="500445"/>
                  </a:lnTo>
                  <a:lnTo>
                    <a:pt x="1167706" y="444840"/>
                  </a:lnTo>
                  <a:lnTo>
                    <a:pt x="1223311" y="389235"/>
                  </a:lnTo>
                  <a:lnTo>
                    <a:pt x="1278916" y="333630"/>
                  </a:lnTo>
                  <a:lnTo>
                    <a:pt x="1334522" y="278025"/>
                  </a:lnTo>
                  <a:lnTo>
                    <a:pt x="1390127" y="222420"/>
                  </a:lnTo>
                  <a:lnTo>
                    <a:pt x="1445732" y="166815"/>
                  </a:lnTo>
                  <a:lnTo>
                    <a:pt x="1501337" y="111210"/>
                  </a:lnTo>
                  <a:lnTo>
                    <a:pt x="1556942" y="55605"/>
                  </a:lnTo>
                  <a:lnTo>
                    <a:pt x="1612547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717001" y="3813337"/>
              <a:ext cx="2280486" cy="0"/>
            </a:xfrm>
            <a:custGeom>
              <a:avLst/>
              <a:pathLst>
                <a:path w="2280486" h="0">
                  <a:moveTo>
                    <a:pt x="0" y="0"/>
                  </a:moveTo>
                  <a:lnTo>
                    <a:pt x="78637" y="0"/>
                  </a:lnTo>
                  <a:lnTo>
                    <a:pt x="157274" y="0"/>
                  </a:lnTo>
                  <a:lnTo>
                    <a:pt x="235912" y="0"/>
                  </a:lnTo>
                  <a:lnTo>
                    <a:pt x="314549" y="0"/>
                  </a:lnTo>
                  <a:lnTo>
                    <a:pt x="393187" y="0"/>
                  </a:lnTo>
                  <a:lnTo>
                    <a:pt x="471824" y="0"/>
                  </a:lnTo>
                  <a:lnTo>
                    <a:pt x="550462" y="0"/>
                  </a:lnTo>
                  <a:lnTo>
                    <a:pt x="629099" y="0"/>
                  </a:lnTo>
                  <a:lnTo>
                    <a:pt x="707737" y="0"/>
                  </a:lnTo>
                  <a:lnTo>
                    <a:pt x="786374" y="0"/>
                  </a:lnTo>
                  <a:lnTo>
                    <a:pt x="865012" y="0"/>
                  </a:lnTo>
                  <a:lnTo>
                    <a:pt x="943649" y="0"/>
                  </a:lnTo>
                  <a:lnTo>
                    <a:pt x="1022287" y="0"/>
                  </a:lnTo>
                  <a:lnTo>
                    <a:pt x="1100924" y="0"/>
                  </a:lnTo>
                  <a:lnTo>
                    <a:pt x="1179562" y="0"/>
                  </a:lnTo>
                  <a:lnTo>
                    <a:pt x="1258199" y="0"/>
                  </a:lnTo>
                  <a:lnTo>
                    <a:pt x="1336836" y="0"/>
                  </a:lnTo>
                  <a:lnTo>
                    <a:pt x="1415474" y="0"/>
                  </a:lnTo>
                  <a:lnTo>
                    <a:pt x="1494111" y="0"/>
                  </a:lnTo>
                  <a:lnTo>
                    <a:pt x="1572749" y="0"/>
                  </a:lnTo>
                  <a:lnTo>
                    <a:pt x="1651386" y="0"/>
                  </a:lnTo>
                  <a:lnTo>
                    <a:pt x="1730024" y="0"/>
                  </a:lnTo>
                  <a:lnTo>
                    <a:pt x="1808661" y="0"/>
                  </a:lnTo>
                  <a:lnTo>
                    <a:pt x="1887299" y="0"/>
                  </a:lnTo>
                  <a:lnTo>
                    <a:pt x="1965936" y="0"/>
                  </a:lnTo>
                  <a:lnTo>
                    <a:pt x="2044574" y="0"/>
                  </a:lnTo>
                  <a:lnTo>
                    <a:pt x="2123211" y="0"/>
                  </a:lnTo>
                  <a:lnTo>
                    <a:pt x="2201849" y="0"/>
                  </a:lnTo>
                  <a:lnTo>
                    <a:pt x="2280486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4717001" y="3813337"/>
              <a:ext cx="1612547" cy="1612547"/>
            </a:xfrm>
            <a:custGeom>
              <a:avLst/>
              <a:pathLst>
                <a:path w="1612547" h="1612547">
                  <a:moveTo>
                    <a:pt x="0" y="0"/>
                  </a:moveTo>
                  <a:lnTo>
                    <a:pt x="55605" y="55605"/>
                  </a:lnTo>
                  <a:lnTo>
                    <a:pt x="111210" y="111210"/>
                  </a:lnTo>
                  <a:lnTo>
                    <a:pt x="166815" y="166815"/>
                  </a:lnTo>
                  <a:lnTo>
                    <a:pt x="222420" y="222420"/>
                  </a:lnTo>
                  <a:lnTo>
                    <a:pt x="278025" y="278025"/>
                  </a:lnTo>
                  <a:lnTo>
                    <a:pt x="333630" y="333630"/>
                  </a:lnTo>
                  <a:lnTo>
                    <a:pt x="389235" y="389235"/>
                  </a:lnTo>
                  <a:lnTo>
                    <a:pt x="444840" y="444840"/>
                  </a:lnTo>
                  <a:lnTo>
                    <a:pt x="500445" y="500445"/>
                  </a:lnTo>
                  <a:lnTo>
                    <a:pt x="556050" y="556050"/>
                  </a:lnTo>
                  <a:lnTo>
                    <a:pt x="611655" y="611655"/>
                  </a:lnTo>
                  <a:lnTo>
                    <a:pt x="667261" y="667261"/>
                  </a:lnTo>
                  <a:lnTo>
                    <a:pt x="722866" y="722866"/>
                  </a:lnTo>
                  <a:lnTo>
                    <a:pt x="778471" y="778471"/>
                  </a:lnTo>
                  <a:lnTo>
                    <a:pt x="834076" y="834076"/>
                  </a:lnTo>
                  <a:lnTo>
                    <a:pt x="889681" y="889681"/>
                  </a:lnTo>
                  <a:lnTo>
                    <a:pt x="945286" y="945286"/>
                  </a:lnTo>
                  <a:lnTo>
                    <a:pt x="1000891" y="1000891"/>
                  </a:lnTo>
                  <a:lnTo>
                    <a:pt x="1056496" y="1056496"/>
                  </a:lnTo>
                  <a:lnTo>
                    <a:pt x="1112101" y="1112101"/>
                  </a:lnTo>
                  <a:lnTo>
                    <a:pt x="1167706" y="1167706"/>
                  </a:lnTo>
                  <a:lnTo>
                    <a:pt x="1223311" y="1223311"/>
                  </a:lnTo>
                  <a:lnTo>
                    <a:pt x="1278916" y="1278916"/>
                  </a:lnTo>
                  <a:lnTo>
                    <a:pt x="1334522" y="1334522"/>
                  </a:lnTo>
                  <a:lnTo>
                    <a:pt x="1390127" y="1390127"/>
                  </a:lnTo>
                  <a:lnTo>
                    <a:pt x="1445732" y="1445732"/>
                  </a:lnTo>
                  <a:lnTo>
                    <a:pt x="1501337" y="1501337"/>
                  </a:lnTo>
                  <a:lnTo>
                    <a:pt x="1556942" y="1556942"/>
                  </a:lnTo>
                  <a:lnTo>
                    <a:pt x="1612547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717001" y="3813337"/>
              <a:ext cx="0" cy="2280486"/>
            </a:xfrm>
            <a:custGeom>
              <a:avLst/>
              <a:pathLst>
                <a:path w="0" h="2280486">
                  <a:moveTo>
                    <a:pt x="0" y="0"/>
                  </a:moveTo>
                  <a:lnTo>
                    <a:pt x="0" y="78637"/>
                  </a:lnTo>
                  <a:lnTo>
                    <a:pt x="0" y="157274"/>
                  </a:lnTo>
                  <a:lnTo>
                    <a:pt x="0" y="235912"/>
                  </a:lnTo>
                  <a:lnTo>
                    <a:pt x="0" y="314549"/>
                  </a:lnTo>
                  <a:lnTo>
                    <a:pt x="0" y="393187"/>
                  </a:lnTo>
                  <a:lnTo>
                    <a:pt x="0" y="471824"/>
                  </a:lnTo>
                  <a:lnTo>
                    <a:pt x="0" y="550462"/>
                  </a:lnTo>
                  <a:lnTo>
                    <a:pt x="0" y="629099"/>
                  </a:lnTo>
                  <a:lnTo>
                    <a:pt x="0" y="707737"/>
                  </a:lnTo>
                  <a:lnTo>
                    <a:pt x="0" y="786374"/>
                  </a:lnTo>
                  <a:lnTo>
                    <a:pt x="0" y="865012"/>
                  </a:lnTo>
                  <a:lnTo>
                    <a:pt x="0" y="943649"/>
                  </a:lnTo>
                  <a:lnTo>
                    <a:pt x="0" y="1022287"/>
                  </a:lnTo>
                  <a:lnTo>
                    <a:pt x="0" y="1100924"/>
                  </a:lnTo>
                  <a:lnTo>
                    <a:pt x="0" y="1179562"/>
                  </a:lnTo>
                  <a:lnTo>
                    <a:pt x="0" y="1258199"/>
                  </a:lnTo>
                  <a:lnTo>
                    <a:pt x="0" y="1336836"/>
                  </a:lnTo>
                  <a:lnTo>
                    <a:pt x="0" y="1415474"/>
                  </a:lnTo>
                  <a:lnTo>
                    <a:pt x="0" y="1494111"/>
                  </a:lnTo>
                  <a:lnTo>
                    <a:pt x="0" y="1572749"/>
                  </a:lnTo>
                  <a:lnTo>
                    <a:pt x="0" y="1651386"/>
                  </a:lnTo>
                  <a:lnTo>
                    <a:pt x="0" y="1730024"/>
                  </a:lnTo>
                  <a:lnTo>
                    <a:pt x="0" y="1808661"/>
                  </a:lnTo>
                  <a:lnTo>
                    <a:pt x="0" y="1887299"/>
                  </a:lnTo>
                  <a:lnTo>
                    <a:pt x="0" y="1965936"/>
                  </a:lnTo>
                  <a:lnTo>
                    <a:pt x="0" y="2044574"/>
                  </a:lnTo>
                  <a:lnTo>
                    <a:pt x="0" y="2123211"/>
                  </a:lnTo>
                  <a:lnTo>
                    <a:pt x="0" y="2201849"/>
                  </a:lnTo>
                  <a:lnTo>
                    <a:pt x="0" y="2280486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04453" y="3813337"/>
              <a:ext cx="1612547" cy="1612547"/>
            </a:xfrm>
            <a:custGeom>
              <a:avLst/>
              <a:pathLst>
                <a:path w="1612547" h="1612547">
                  <a:moveTo>
                    <a:pt x="1612547" y="0"/>
                  </a:moveTo>
                  <a:lnTo>
                    <a:pt x="1556942" y="55605"/>
                  </a:lnTo>
                  <a:lnTo>
                    <a:pt x="1501337" y="111210"/>
                  </a:lnTo>
                  <a:lnTo>
                    <a:pt x="1445732" y="166815"/>
                  </a:lnTo>
                  <a:lnTo>
                    <a:pt x="1390127" y="222420"/>
                  </a:lnTo>
                  <a:lnTo>
                    <a:pt x="1334522" y="278025"/>
                  </a:lnTo>
                  <a:lnTo>
                    <a:pt x="1278916" y="333630"/>
                  </a:lnTo>
                  <a:lnTo>
                    <a:pt x="1223311" y="389235"/>
                  </a:lnTo>
                  <a:lnTo>
                    <a:pt x="1167706" y="444840"/>
                  </a:lnTo>
                  <a:lnTo>
                    <a:pt x="1112101" y="500445"/>
                  </a:lnTo>
                  <a:lnTo>
                    <a:pt x="1056496" y="556050"/>
                  </a:lnTo>
                  <a:lnTo>
                    <a:pt x="1000891" y="611655"/>
                  </a:lnTo>
                  <a:lnTo>
                    <a:pt x="945286" y="667261"/>
                  </a:lnTo>
                  <a:lnTo>
                    <a:pt x="889681" y="722866"/>
                  </a:lnTo>
                  <a:lnTo>
                    <a:pt x="834076" y="778471"/>
                  </a:lnTo>
                  <a:lnTo>
                    <a:pt x="778471" y="834076"/>
                  </a:lnTo>
                  <a:lnTo>
                    <a:pt x="722866" y="889681"/>
                  </a:lnTo>
                  <a:lnTo>
                    <a:pt x="667261" y="945286"/>
                  </a:lnTo>
                  <a:lnTo>
                    <a:pt x="611655" y="1000891"/>
                  </a:lnTo>
                  <a:lnTo>
                    <a:pt x="556050" y="1056496"/>
                  </a:lnTo>
                  <a:lnTo>
                    <a:pt x="500445" y="1112101"/>
                  </a:lnTo>
                  <a:lnTo>
                    <a:pt x="444840" y="1167706"/>
                  </a:lnTo>
                  <a:lnTo>
                    <a:pt x="389235" y="1223311"/>
                  </a:lnTo>
                  <a:lnTo>
                    <a:pt x="333630" y="1278916"/>
                  </a:lnTo>
                  <a:lnTo>
                    <a:pt x="278025" y="1334522"/>
                  </a:lnTo>
                  <a:lnTo>
                    <a:pt x="222420" y="1390127"/>
                  </a:lnTo>
                  <a:lnTo>
                    <a:pt x="166815" y="1445732"/>
                  </a:lnTo>
                  <a:lnTo>
                    <a:pt x="111210" y="1501337"/>
                  </a:lnTo>
                  <a:lnTo>
                    <a:pt x="55605" y="1556942"/>
                  </a:lnTo>
                  <a:lnTo>
                    <a:pt x="0" y="1612547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2436514" y="3813337"/>
              <a:ext cx="2280486" cy="0"/>
            </a:xfrm>
            <a:custGeom>
              <a:avLst/>
              <a:pathLst>
                <a:path w="2280486" h="0">
                  <a:moveTo>
                    <a:pt x="2280486" y="0"/>
                  </a:moveTo>
                  <a:lnTo>
                    <a:pt x="2201849" y="0"/>
                  </a:lnTo>
                  <a:lnTo>
                    <a:pt x="2123211" y="0"/>
                  </a:lnTo>
                  <a:lnTo>
                    <a:pt x="2044574" y="0"/>
                  </a:lnTo>
                  <a:lnTo>
                    <a:pt x="1965936" y="0"/>
                  </a:lnTo>
                  <a:lnTo>
                    <a:pt x="1887299" y="0"/>
                  </a:lnTo>
                  <a:lnTo>
                    <a:pt x="1808661" y="0"/>
                  </a:lnTo>
                  <a:lnTo>
                    <a:pt x="1730024" y="0"/>
                  </a:lnTo>
                  <a:lnTo>
                    <a:pt x="1651386" y="0"/>
                  </a:lnTo>
                  <a:lnTo>
                    <a:pt x="1572749" y="0"/>
                  </a:lnTo>
                  <a:lnTo>
                    <a:pt x="1494111" y="0"/>
                  </a:lnTo>
                  <a:lnTo>
                    <a:pt x="1415474" y="0"/>
                  </a:lnTo>
                  <a:lnTo>
                    <a:pt x="1336836" y="0"/>
                  </a:lnTo>
                  <a:lnTo>
                    <a:pt x="1258199" y="0"/>
                  </a:lnTo>
                  <a:lnTo>
                    <a:pt x="1179562" y="0"/>
                  </a:lnTo>
                  <a:lnTo>
                    <a:pt x="1100924" y="0"/>
                  </a:lnTo>
                  <a:lnTo>
                    <a:pt x="1022287" y="0"/>
                  </a:lnTo>
                  <a:lnTo>
                    <a:pt x="943649" y="0"/>
                  </a:lnTo>
                  <a:lnTo>
                    <a:pt x="865012" y="0"/>
                  </a:lnTo>
                  <a:lnTo>
                    <a:pt x="786374" y="0"/>
                  </a:lnTo>
                  <a:lnTo>
                    <a:pt x="707737" y="0"/>
                  </a:lnTo>
                  <a:lnTo>
                    <a:pt x="629099" y="0"/>
                  </a:lnTo>
                  <a:lnTo>
                    <a:pt x="550462" y="0"/>
                  </a:lnTo>
                  <a:lnTo>
                    <a:pt x="471824" y="0"/>
                  </a:lnTo>
                  <a:lnTo>
                    <a:pt x="393187" y="0"/>
                  </a:lnTo>
                  <a:lnTo>
                    <a:pt x="314549" y="0"/>
                  </a:lnTo>
                  <a:lnTo>
                    <a:pt x="235912" y="0"/>
                  </a:lnTo>
                  <a:lnTo>
                    <a:pt x="157274" y="0"/>
                  </a:lnTo>
                  <a:lnTo>
                    <a:pt x="78637" y="0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104453" y="2200789"/>
              <a:ext cx="1612547" cy="1612547"/>
            </a:xfrm>
            <a:custGeom>
              <a:avLst/>
              <a:pathLst>
                <a:path w="1612547" h="1612547">
                  <a:moveTo>
                    <a:pt x="1612547" y="1612547"/>
                  </a:moveTo>
                  <a:lnTo>
                    <a:pt x="1556942" y="1556942"/>
                  </a:lnTo>
                  <a:lnTo>
                    <a:pt x="1501337" y="1501337"/>
                  </a:lnTo>
                  <a:lnTo>
                    <a:pt x="1445732" y="1445732"/>
                  </a:lnTo>
                  <a:lnTo>
                    <a:pt x="1390127" y="1390127"/>
                  </a:lnTo>
                  <a:lnTo>
                    <a:pt x="1334522" y="1334522"/>
                  </a:lnTo>
                  <a:lnTo>
                    <a:pt x="1278916" y="1278916"/>
                  </a:lnTo>
                  <a:lnTo>
                    <a:pt x="1223311" y="1223311"/>
                  </a:lnTo>
                  <a:lnTo>
                    <a:pt x="1167706" y="1167706"/>
                  </a:lnTo>
                  <a:lnTo>
                    <a:pt x="1112101" y="1112101"/>
                  </a:lnTo>
                  <a:lnTo>
                    <a:pt x="1056496" y="1056496"/>
                  </a:lnTo>
                  <a:lnTo>
                    <a:pt x="1000891" y="1000891"/>
                  </a:lnTo>
                  <a:lnTo>
                    <a:pt x="945286" y="945286"/>
                  </a:lnTo>
                  <a:lnTo>
                    <a:pt x="889681" y="889681"/>
                  </a:lnTo>
                  <a:lnTo>
                    <a:pt x="834076" y="834076"/>
                  </a:lnTo>
                  <a:lnTo>
                    <a:pt x="778471" y="778471"/>
                  </a:lnTo>
                  <a:lnTo>
                    <a:pt x="722866" y="722866"/>
                  </a:lnTo>
                  <a:lnTo>
                    <a:pt x="667261" y="667261"/>
                  </a:lnTo>
                  <a:lnTo>
                    <a:pt x="611655" y="611655"/>
                  </a:lnTo>
                  <a:lnTo>
                    <a:pt x="556050" y="556050"/>
                  </a:lnTo>
                  <a:lnTo>
                    <a:pt x="500445" y="500445"/>
                  </a:lnTo>
                  <a:lnTo>
                    <a:pt x="444840" y="444840"/>
                  </a:lnTo>
                  <a:lnTo>
                    <a:pt x="389235" y="389235"/>
                  </a:lnTo>
                  <a:lnTo>
                    <a:pt x="333630" y="333630"/>
                  </a:lnTo>
                  <a:lnTo>
                    <a:pt x="278025" y="278025"/>
                  </a:lnTo>
                  <a:lnTo>
                    <a:pt x="222420" y="222420"/>
                  </a:lnTo>
                  <a:lnTo>
                    <a:pt x="166815" y="166815"/>
                  </a:lnTo>
                  <a:lnTo>
                    <a:pt x="111210" y="111210"/>
                  </a:lnTo>
                  <a:lnTo>
                    <a:pt x="55605" y="55605"/>
                  </a:lnTo>
                  <a:lnTo>
                    <a:pt x="0" y="0"/>
                  </a:lnTo>
                </a:path>
              </a:pathLst>
            </a:custGeom>
            <a:ln w="8672" cap="flat">
              <a:solidFill>
                <a:srgbClr val="70707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4585015" y="1206755"/>
              <a:ext cx="263971" cy="79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297111" y="1958081"/>
              <a:ext cx="468011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Northeast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7174545" y="3772460"/>
              <a:ext cx="216005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East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288045" y="5584362"/>
              <a:ext cx="48614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Southeast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4575949" y="6335794"/>
              <a:ext cx="282103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650852" y="5584362"/>
              <a:ext cx="504065" cy="818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Southwest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028507" y="3772460"/>
              <a:ext cx="245891" cy="795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West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659918" y="1958081"/>
              <a:ext cx="485933" cy="798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5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50">
                  <a:solidFill>
                    <a:srgbClr val="222222">
                      <a:alpha val="100000"/>
                    </a:srgbClr>
                  </a:solidFill>
                  <a:latin typeface="Helvetica"/>
                  <a:cs typeface="Helvetica"/>
                </a:rPr>
                <a:t>Northwest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625832" y="2641123"/>
              <a:ext cx="177930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576390" y="1500880"/>
              <a:ext cx="227372" cy="638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7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700">
                  <a:solidFill>
                    <a:srgbClr val="6B6B6B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2026-03-19T04:05:49Z</dcterms:modified>
  <cp:category/>
</cp:coreProperties>
</file>