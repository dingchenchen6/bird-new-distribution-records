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88817" y="438295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310051" y="2999053"/>
              <a:ext cx="2687436" cy="2474842"/>
            </a:xfrm>
            <a:custGeom>
              <a:avLst/>
              <a:pathLst>
                <a:path w="2687436" h="2474842">
                  <a:moveTo>
                    <a:pt x="2687436" y="814284"/>
                  </a:moveTo>
                  <a:lnTo>
                    <a:pt x="2627160" y="724812"/>
                  </a:lnTo>
                  <a:lnTo>
                    <a:pt x="2563472" y="640191"/>
                  </a:lnTo>
                  <a:lnTo>
                    <a:pt x="2496666" y="560546"/>
                  </a:lnTo>
                  <a:lnTo>
                    <a:pt x="2427037" y="485988"/>
                  </a:lnTo>
                  <a:lnTo>
                    <a:pt x="2354887" y="416609"/>
                  </a:lnTo>
                  <a:lnTo>
                    <a:pt x="2280520" y="352490"/>
                  </a:lnTo>
                  <a:lnTo>
                    <a:pt x="2204241" y="293692"/>
                  </a:lnTo>
                  <a:lnTo>
                    <a:pt x="2126356" y="240262"/>
                  </a:lnTo>
                  <a:lnTo>
                    <a:pt x="2047174" y="192229"/>
                  </a:lnTo>
                  <a:lnTo>
                    <a:pt x="1967001" y="149608"/>
                  </a:lnTo>
                  <a:lnTo>
                    <a:pt x="1886144" y="112397"/>
                  </a:lnTo>
                  <a:lnTo>
                    <a:pt x="1804906" y="80580"/>
                  </a:lnTo>
                  <a:lnTo>
                    <a:pt x="1723589" y="54122"/>
                  </a:lnTo>
                  <a:lnTo>
                    <a:pt x="1642491" y="32975"/>
                  </a:lnTo>
                  <a:lnTo>
                    <a:pt x="1561906" y="17075"/>
                  </a:lnTo>
                  <a:lnTo>
                    <a:pt x="1482122" y="6344"/>
                  </a:lnTo>
                  <a:lnTo>
                    <a:pt x="1403423" y="688"/>
                  </a:lnTo>
                  <a:lnTo>
                    <a:pt x="1326087" y="0"/>
                  </a:lnTo>
                  <a:lnTo>
                    <a:pt x="1250382" y="4156"/>
                  </a:lnTo>
                  <a:lnTo>
                    <a:pt x="1176571" y="13023"/>
                  </a:lnTo>
                  <a:lnTo>
                    <a:pt x="1104908" y="26452"/>
                  </a:lnTo>
                  <a:lnTo>
                    <a:pt x="1035637" y="44281"/>
                  </a:lnTo>
                  <a:lnTo>
                    <a:pt x="968995" y="66338"/>
                  </a:lnTo>
                  <a:lnTo>
                    <a:pt x="905205" y="92436"/>
                  </a:lnTo>
                  <a:lnTo>
                    <a:pt x="844483" y="122381"/>
                  </a:lnTo>
                  <a:lnTo>
                    <a:pt x="787031" y="155964"/>
                  </a:lnTo>
                  <a:lnTo>
                    <a:pt x="733040" y="192970"/>
                  </a:lnTo>
                  <a:lnTo>
                    <a:pt x="682691" y="233172"/>
                  </a:lnTo>
                  <a:lnTo>
                    <a:pt x="636148" y="276335"/>
                  </a:lnTo>
                  <a:lnTo>
                    <a:pt x="593566" y="322216"/>
                  </a:lnTo>
                  <a:lnTo>
                    <a:pt x="555084" y="370566"/>
                  </a:lnTo>
                  <a:lnTo>
                    <a:pt x="520829" y="421126"/>
                  </a:lnTo>
                  <a:lnTo>
                    <a:pt x="490912" y="473635"/>
                  </a:lnTo>
                  <a:lnTo>
                    <a:pt x="465431" y="527822"/>
                  </a:lnTo>
                  <a:lnTo>
                    <a:pt x="444469" y="583417"/>
                  </a:lnTo>
                  <a:lnTo>
                    <a:pt x="428094" y="640141"/>
                  </a:lnTo>
                  <a:lnTo>
                    <a:pt x="416360" y="697715"/>
                  </a:lnTo>
                  <a:lnTo>
                    <a:pt x="409304" y="755857"/>
                  </a:lnTo>
                  <a:lnTo>
                    <a:pt x="406950" y="814284"/>
                  </a:lnTo>
                  <a:lnTo>
                    <a:pt x="377101" y="790753"/>
                  </a:lnTo>
                  <a:lnTo>
                    <a:pt x="342135" y="774565"/>
                  </a:lnTo>
                  <a:lnTo>
                    <a:pt x="303399" y="766546"/>
                  </a:lnTo>
                  <a:lnTo>
                    <a:pt x="262358" y="767303"/>
                  </a:lnTo>
                  <a:lnTo>
                    <a:pt x="220561" y="777209"/>
                  </a:lnTo>
                  <a:lnTo>
                    <a:pt x="179604" y="796391"/>
                  </a:lnTo>
                  <a:lnTo>
                    <a:pt x="141098" y="824729"/>
                  </a:lnTo>
                  <a:lnTo>
                    <a:pt x="106628" y="861850"/>
                  </a:lnTo>
                  <a:lnTo>
                    <a:pt x="77720" y="907136"/>
                  </a:lnTo>
                  <a:lnTo>
                    <a:pt x="55800" y="959735"/>
                  </a:lnTo>
                  <a:lnTo>
                    <a:pt x="42168" y="1018571"/>
                  </a:lnTo>
                  <a:lnTo>
                    <a:pt x="37959" y="1082371"/>
                  </a:lnTo>
                  <a:lnTo>
                    <a:pt x="44117" y="1149683"/>
                  </a:lnTo>
                  <a:lnTo>
                    <a:pt x="61369" y="1218906"/>
                  </a:lnTo>
                  <a:lnTo>
                    <a:pt x="90207" y="1288323"/>
                  </a:lnTo>
                  <a:lnTo>
                    <a:pt x="130864" y="1356131"/>
                  </a:lnTo>
                  <a:lnTo>
                    <a:pt x="183310" y="1420485"/>
                  </a:lnTo>
                  <a:lnTo>
                    <a:pt x="247239" y="1479527"/>
                  </a:lnTo>
                  <a:lnTo>
                    <a:pt x="322069" y="1531432"/>
                  </a:lnTo>
                  <a:lnTo>
                    <a:pt x="406950" y="1574446"/>
                  </a:lnTo>
                  <a:lnTo>
                    <a:pt x="435159" y="1640065"/>
                  </a:lnTo>
                  <a:lnTo>
                    <a:pt x="467847" y="1704568"/>
                  </a:lnTo>
                  <a:lnTo>
                    <a:pt x="504966" y="1767724"/>
                  </a:lnTo>
                  <a:lnTo>
                    <a:pt x="546461" y="1829307"/>
                  </a:lnTo>
                  <a:lnTo>
                    <a:pt x="592265" y="1889092"/>
                  </a:lnTo>
                  <a:lnTo>
                    <a:pt x="642301" y="1946857"/>
                  </a:lnTo>
                  <a:lnTo>
                    <a:pt x="696482" y="2002384"/>
                  </a:lnTo>
                  <a:lnTo>
                    <a:pt x="754710" y="2055456"/>
                  </a:lnTo>
                  <a:lnTo>
                    <a:pt x="816878" y="2105863"/>
                  </a:lnTo>
                  <a:lnTo>
                    <a:pt x="882871" y="2153399"/>
                  </a:lnTo>
                  <a:lnTo>
                    <a:pt x="952562" y="2197863"/>
                  </a:lnTo>
                  <a:lnTo>
                    <a:pt x="1025816" y="2239057"/>
                  </a:lnTo>
                  <a:lnTo>
                    <a:pt x="1102488" y="2276792"/>
                  </a:lnTo>
                  <a:lnTo>
                    <a:pt x="1182425" y="2310883"/>
                  </a:lnTo>
                  <a:lnTo>
                    <a:pt x="1265465" y="2341152"/>
                  </a:lnTo>
                  <a:lnTo>
                    <a:pt x="1351438" y="2367430"/>
                  </a:lnTo>
                  <a:lnTo>
                    <a:pt x="1440167" y="2389551"/>
                  </a:lnTo>
                  <a:lnTo>
                    <a:pt x="1531465" y="2407360"/>
                  </a:lnTo>
                  <a:lnTo>
                    <a:pt x="1625140" y="2420709"/>
                  </a:lnTo>
                  <a:lnTo>
                    <a:pt x="1720990" y="2429457"/>
                  </a:lnTo>
                  <a:lnTo>
                    <a:pt x="1818810" y="2433474"/>
                  </a:lnTo>
                  <a:lnTo>
                    <a:pt x="1918385" y="2432636"/>
                  </a:lnTo>
                  <a:lnTo>
                    <a:pt x="2019497" y="2426831"/>
                  </a:lnTo>
                  <a:lnTo>
                    <a:pt x="1913610" y="2447476"/>
                  </a:lnTo>
                  <a:lnTo>
                    <a:pt x="1808739" y="2462278"/>
                  </a:lnTo>
                  <a:lnTo>
                    <a:pt x="1705183" y="2471356"/>
                  </a:lnTo>
                  <a:lnTo>
                    <a:pt x="1603227" y="2474842"/>
                  </a:lnTo>
                  <a:lnTo>
                    <a:pt x="1503151" y="2472882"/>
                  </a:lnTo>
                  <a:lnTo>
                    <a:pt x="1405227" y="2465636"/>
                  </a:lnTo>
                  <a:lnTo>
                    <a:pt x="1309712" y="2453275"/>
                  </a:lnTo>
                  <a:lnTo>
                    <a:pt x="1216859" y="2435983"/>
                  </a:lnTo>
                  <a:lnTo>
                    <a:pt x="1126904" y="2413957"/>
                  </a:lnTo>
                  <a:lnTo>
                    <a:pt x="1040076" y="2387404"/>
                  </a:lnTo>
                  <a:lnTo>
                    <a:pt x="956589" y="2356541"/>
                  </a:lnTo>
                  <a:lnTo>
                    <a:pt x="876647" y="2321596"/>
                  </a:lnTo>
                  <a:lnTo>
                    <a:pt x="800438" y="2282804"/>
                  </a:lnTo>
                  <a:lnTo>
                    <a:pt x="728140" y="2240412"/>
                  </a:lnTo>
                  <a:lnTo>
                    <a:pt x="659915" y="2194673"/>
                  </a:lnTo>
                  <a:lnTo>
                    <a:pt x="595912" y="2145845"/>
                  </a:lnTo>
                  <a:lnTo>
                    <a:pt x="536264" y="2094196"/>
                  </a:lnTo>
                  <a:lnTo>
                    <a:pt x="481092" y="2039998"/>
                  </a:lnTo>
                  <a:lnTo>
                    <a:pt x="430499" y="1983527"/>
                  </a:lnTo>
                  <a:lnTo>
                    <a:pt x="384577" y="1925065"/>
                  </a:lnTo>
                  <a:lnTo>
                    <a:pt x="343399" y="1864896"/>
                  </a:lnTo>
                  <a:lnTo>
                    <a:pt x="307025" y="1803307"/>
                  </a:lnTo>
                  <a:lnTo>
                    <a:pt x="275498" y="1740587"/>
                  </a:lnTo>
                  <a:lnTo>
                    <a:pt x="248846" y="1677027"/>
                  </a:lnTo>
                  <a:lnTo>
                    <a:pt x="227083" y="1612916"/>
                  </a:lnTo>
                  <a:lnTo>
                    <a:pt x="210205" y="1548544"/>
                  </a:lnTo>
                  <a:lnTo>
                    <a:pt x="198195" y="1484200"/>
                  </a:lnTo>
                  <a:lnTo>
                    <a:pt x="191020" y="1420171"/>
                  </a:lnTo>
                  <a:lnTo>
                    <a:pt x="188630" y="1356739"/>
                  </a:lnTo>
                  <a:lnTo>
                    <a:pt x="190963" y="1294186"/>
                  </a:lnTo>
                  <a:lnTo>
                    <a:pt x="197941" y="1232787"/>
                  </a:lnTo>
                  <a:lnTo>
                    <a:pt x="209470" y="1172813"/>
                  </a:lnTo>
                  <a:lnTo>
                    <a:pt x="225445" y="1114530"/>
                  </a:lnTo>
                  <a:lnTo>
                    <a:pt x="245743" y="1058195"/>
                  </a:lnTo>
                  <a:lnTo>
                    <a:pt x="270232" y="1004062"/>
                  </a:lnTo>
                  <a:lnTo>
                    <a:pt x="298763" y="952373"/>
                  </a:lnTo>
                  <a:lnTo>
                    <a:pt x="331177" y="903365"/>
                  </a:lnTo>
                  <a:lnTo>
                    <a:pt x="367301" y="857263"/>
                  </a:lnTo>
                  <a:lnTo>
                    <a:pt x="406950" y="814284"/>
                  </a:lnTo>
                  <a:lnTo>
                    <a:pt x="367002" y="816488"/>
                  </a:lnTo>
                  <a:lnTo>
                    <a:pt x="327418" y="823086"/>
                  </a:lnTo>
                  <a:lnTo>
                    <a:pt x="288561" y="834039"/>
                  </a:lnTo>
                  <a:lnTo>
                    <a:pt x="250789" y="849280"/>
                  </a:lnTo>
                  <a:lnTo>
                    <a:pt x="214455" y="868716"/>
                  </a:lnTo>
                  <a:lnTo>
                    <a:pt x="179905" y="892228"/>
                  </a:lnTo>
                  <a:lnTo>
                    <a:pt x="147476" y="919673"/>
                  </a:lnTo>
                  <a:lnTo>
                    <a:pt x="117493" y="950881"/>
                  </a:lnTo>
                  <a:lnTo>
                    <a:pt x="90271" y="985661"/>
                  </a:lnTo>
                  <a:lnTo>
                    <a:pt x="66109" y="1023798"/>
                  </a:lnTo>
                  <a:lnTo>
                    <a:pt x="45290" y="1065053"/>
                  </a:lnTo>
                  <a:lnTo>
                    <a:pt x="28081" y="1109169"/>
                  </a:lnTo>
                  <a:lnTo>
                    <a:pt x="14730" y="1155868"/>
                  </a:lnTo>
                  <a:lnTo>
                    <a:pt x="5466" y="1204853"/>
                  </a:lnTo>
                  <a:lnTo>
                    <a:pt x="494" y="1255812"/>
                  </a:lnTo>
                  <a:lnTo>
                    <a:pt x="0" y="1308416"/>
                  </a:lnTo>
                  <a:lnTo>
                    <a:pt x="4144" y="1362321"/>
                  </a:lnTo>
                  <a:lnTo>
                    <a:pt x="13063" y="1417172"/>
                  </a:lnTo>
                  <a:lnTo>
                    <a:pt x="26868" y="1472604"/>
                  </a:lnTo>
                  <a:lnTo>
                    <a:pt x="45646" y="1528240"/>
                  </a:lnTo>
                  <a:lnTo>
                    <a:pt x="69453" y="1583698"/>
                  </a:lnTo>
                  <a:lnTo>
                    <a:pt x="98323" y="1638590"/>
                  </a:lnTo>
                  <a:lnTo>
                    <a:pt x="132257" y="1692524"/>
                  </a:lnTo>
                  <a:lnTo>
                    <a:pt x="171233" y="1745107"/>
                  </a:lnTo>
                  <a:lnTo>
                    <a:pt x="215198" y="1795945"/>
                  </a:lnTo>
                  <a:lnTo>
                    <a:pt x="264071" y="1844647"/>
                  </a:lnTo>
                  <a:lnTo>
                    <a:pt x="317745" y="1890825"/>
                  </a:lnTo>
                  <a:lnTo>
                    <a:pt x="376082" y="1934097"/>
                  </a:lnTo>
                  <a:lnTo>
                    <a:pt x="438919" y="1974091"/>
                  </a:lnTo>
                  <a:lnTo>
                    <a:pt x="506066" y="2010440"/>
                  </a:lnTo>
                  <a:lnTo>
                    <a:pt x="577304" y="2042793"/>
                  </a:lnTo>
                  <a:lnTo>
                    <a:pt x="652391" y="2070810"/>
                  </a:lnTo>
                  <a:lnTo>
                    <a:pt x="731060" y="2094165"/>
                  </a:lnTo>
                  <a:lnTo>
                    <a:pt x="813016" y="2112552"/>
                  </a:lnTo>
                  <a:lnTo>
                    <a:pt x="897947" y="2125679"/>
                  </a:lnTo>
                  <a:lnTo>
                    <a:pt x="985514" y="2133279"/>
                  </a:lnTo>
                  <a:lnTo>
                    <a:pt x="1075362" y="2135102"/>
                  </a:lnTo>
                  <a:lnTo>
                    <a:pt x="1167112" y="2130923"/>
                  </a:lnTo>
                  <a:lnTo>
                    <a:pt x="1260371" y="2120542"/>
                  </a:lnTo>
                  <a:lnTo>
                    <a:pt x="1354728" y="2103783"/>
                  </a:lnTo>
                  <a:lnTo>
                    <a:pt x="1449759" y="2080497"/>
                  </a:lnTo>
                  <a:lnTo>
                    <a:pt x="1545025" y="2050564"/>
                  </a:lnTo>
                  <a:lnTo>
                    <a:pt x="1640079" y="2013890"/>
                  </a:lnTo>
                  <a:lnTo>
                    <a:pt x="1734460" y="1970414"/>
                  </a:lnTo>
                  <a:lnTo>
                    <a:pt x="1827706" y="1920103"/>
                  </a:lnTo>
                  <a:lnTo>
                    <a:pt x="1919343" y="1862954"/>
                  </a:lnTo>
                  <a:lnTo>
                    <a:pt x="2008900" y="1798999"/>
                  </a:lnTo>
                  <a:lnTo>
                    <a:pt x="2095899" y="1728298"/>
                  </a:lnTo>
                  <a:lnTo>
                    <a:pt x="2179868" y="1650944"/>
                  </a:lnTo>
                  <a:lnTo>
                    <a:pt x="2260333" y="1567063"/>
                  </a:lnTo>
                  <a:lnTo>
                    <a:pt x="2336828" y="1476812"/>
                  </a:lnTo>
                  <a:lnTo>
                    <a:pt x="2408894" y="1380380"/>
                  </a:lnTo>
                  <a:lnTo>
                    <a:pt x="2476079" y="1277987"/>
                  </a:lnTo>
                  <a:lnTo>
                    <a:pt x="2537945" y="1169884"/>
                  </a:lnTo>
                  <a:lnTo>
                    <a:pt x="2594064" y="1056354"/>
                  </a:lnTo>
                  <a:lnTo>
                    <a:pt x="2644025" y="937707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1550" y="3376985"/>
              <a:ext cx="2425937" cy="2055542"/>
            </a:xfrm>
            <a:custGeom>
              <a:avLst/>
              <a:pathLst>
                <a:path w="2425937" h="2055542">
                  <a:moveTo>
                    <a:pt x="145450" y="436352"/>
                  </a:moveTo>
                  <a:lnTo>
                    <a:pt x="145450" y="436352"/>
                  </a:lnTo>
                  <a:lnTo>
                    <a:pt x="197064" y="387211"/>
                  </a:lnTo>
                  <a:lnTo>
                    <a:pt x="251058" y="340634"/>
                  </a:lnTo>
                  <a:lnTo>
                    <a:pt x="307338" y="296706"/>
                  </a:lnTo>
                  <a:lnTo>
                    <a:pt x="365805" y="255511"/>
                  </a:lnTo>
                  <a:lnTo>
                    <a:pt x="426359" y="217129"/>
                  </a:lnTo>
                  <a:lnTo>
                    <a:pt x="488895" y="181636"/>
                  </a:lnTo>
                  <a:lnTo>
                    <a:pt x="553308" y="149106"/>
                  </a:lnTo>
                  <a:lnTo>
                    <a:pt x="619489" y="119609"/>
                  </a:lnTo>
                  <a:lnTo>
                    <a:pt x="687328" y="93211"/>
                  </a:lnTo>
                  <a:lnTo>
                    <a:pt x="756712" y="69975"/>
                  </a:lnTo>
                  <a:lnTo>
                    <a:pt x="827526" y="49960"/>
                  </a:lnTo>
                  <a:lnTo>
                    <a:pt x="899654" y="33221"/>
                  </a:lnTo>
                  <a:lnTo>
                    <a:pt x="972976" y="19810"/>
                  </a:lnTo>
                  <a:lnTo>
                    <a:pt x="1047372" y="9774"/>
                  </a:lnTo>
                  <a:lnTo>
                    <a:pt x="1122720" y="3158"/>
                  </a:lnTo>
                  <a:lnTo>
                    <a:pt x="1198898" y="0"/>
                  </a:lnTo>
                  <a:lnTo>
                    <a:pt x="1275779" y="336"/>
                  </a:lnTo>
                  <a:lnTo>
                    <a:pt x="1353238" y="4198"/>
                  </a:lnTo>
                  <a:lnTo>
                    <a:pt x="1431148" y="11614"/>
                  </a:lnTo>
                  <a:lnTo>
                    <a:pt x="1509381" y="22608"/>
                  </a:lnTo>
                  <a:lnTo>
                    <a:pt x="1587808" y="37198"/>
                  </a:lnTo>
                  <a:lnTo>
                    <a:pt x="1666299" y="55399"/>
                  </a:lnTo>
                  <a:lnTo>
                    <a:pt x="1744723" y="77223"/>
                  </a:lnTo>
                  <a:lnTo>
                    <a:pt x="1822951" y="102676"/>
                  </a:lnTo>
                  <a:lnTo>
                    <a:pt x="1900851" y="131761"/>
                  </a:lnTo>
                  <a:lnTo>
                    <a:pt x="1978291" y="164476"/>
                  </a:lnTo>
                  <a:lnTo>
                    <a:pt x="2055140" y="200814"/>
                  </a:lnTo>
                  <a:lnTo>
                    <a:pt x="2131267" y="240766"/>
                  </a:lnTo>
                  <a:lnTo>
                    <a:pt x="2206541" y="284316"/>
                  </a:lnTo>
                  <a:lnTo>
                    <a:pt x="2280831" y="331447"/>
                  </a:lnTo>
                  <a:lnTo>
                    <a:pt x="2354006" y="382135"/>
                  </a:lnTo>
                  <a:lnTo>
                    <a:pt x="2425937" y="436352"/>
                  </a:lnTo>
                  <a:lnTo>
                    <a:pt x="2424607" y="514210"/>
                  </a:lnTo>
                  <a:lnTo>
                    <a:pt x="2420620" y="591978"/>
                  </a:lnTo>
                  <a:lnTo>
                    <a:pt x="2413981" y="669564"/>
                  </a:lnTo>
                  <a:lnTo>
                    <a:pt x="2404696" y="746878"/>
                  </a:lnTo>
                  <a:lnTo>
                    <a:pt x="2392777" y="823830"/>
                  </a:lnTo>
                  <a:lnTo>
                    <a:pt x="2378238" y="900330"/>
                  </a:lnTo>
                  <a:lnTo>
                    <a:pt x="2361096" y="976290"/>
                  </a:lnTo>
                  <a:lnTo>
                    <a:pt x="2341370" y="1051620"/>
                  </a:lnTo>
                  <a:lnTo>
                    <a:pt x="2319084" y="1126232"/>
                  </a:lnTo>
                  <a:lnTo>
                    <a:pt x="2294264" y="1200040"/>
                  </a:lnTo>
                  <a:lnTo>
                    <a:pt x="2266938" y="1272958"/>
                  </a:lnTo>
                  <a:lnTo>
                    <a:pt x="2237138" y="1344900"/>
                  </a:lnTo>
                  <a:lnTo>
                    <a:pt x="2204900" y="1415783"/>
                  </a:lnTo>
                  <a:lnTo>
                    <a:pt x="2170261" y="1485524"/>
                  </a:lnTo>
                  <a:lnTo>
                    <a:pt x="2133260" y="1554041"/>
                  </a:lnTo>
                  <a:lnTo>
                    <a:pt x="2093942" y="1621256"/>
                  </a:lnTo>
                  <a:lnTo>
                    <a:pt x="2052352" y="1687089"/>
                  </a:lnTo>
                  <a:lnTo>
                    <a:pt x="2008539" y="1751463"/>
                  </a:lnTo>
                  <a:lnTo>
                    <a:pt x="1962554" y="1814305"/>
                  </a:lnTo>
                  <a:lnTo>
                    <a:pt x="1914449" y="1875539"/>
                  </a:lnTo>
                  <a:lnTo>
                    <a:pt x="1864283" y="1935096"/>
                  </a:lnTo>
                  <a:lnTo>
                    <a:pt x="1812112" y="1992905"/>
                  </a:lnTo>
                  <a:lnTo>
                    <a:pt x="1757998" y="2048899"/>
                  </a:lnTo>
                  <a:lnTo>
                    <a:pt x="1656886" y="2054704"/>
                  </a:lnTo>
                  <a:lnTo>
                    <a:pt x="1557311" y="2055542"/>
                  </a:lnTo>
                  <a:lnTo>
                    <a:pt x="1459491" y="2051525"/>
                  </a:lnTo>
                  <a:lnTo>
                    <a:pt x="1363641" y="2042776"/>
                  </a:lnTo>
                  <a:lnTo>
                    <a:pt x="1269966" y="2029428"/>
                  </a:lnTo>
                  <a:lnTo>
                    <a:pt x="1178668" y="2011619"/>
                  </a:lnTo>
                  <a:lnTo>
                    <a:pt x="1089939" y="1989497"/>
                  </a:lnTo>
                  <a:lnTo>
                    <a:pt x="1003966" y="1963220"/>
                  </a:lnTo>
                  <a:lnTo>
                    <a:pt x="920925" y="1932951"/>
                  </a:lnTo>
                  <a:lnTo>
                    <a:pt x="840988" y="1898860"/>
                  </a:lnTo>
                  <a:lnTo>
                    <a:pt x="764316" y="1861125"/>
                  </a:lnTo>
                  <a:lnTo>
                    <a:pt x="691063" y="1819931"/>
                  </a:lnTo>
                  <a:lnTo>
                    <a:pt x="621372" y="1775467"/>
                  </a:lnTo>
                  <a:lnTo>
                    <a:pt x="555379" y="1727931"/>
                  </a:lnTo>
                  <a:lnTo>
                    <a:pt x="493210" y="1677524"/>
                  </a:lnTo>
                  <a:lnTo>
                    <a:pt x="434982" y="1624452"/>
                  </a:lnTo>
                  <a:lnTo>
                    <a:pt x="380802" y="1568925"/>
                  </a:lnTo>
                  <a:lnTo>
                    <a:pt x="330766" y="1511160"/>
                  </a:lnTo>
                  <a:lnTo>
                    <a:pt x="284962" y="1451375"/>
                  </a:lnTo>
                  <a:lnTo>
                    <a:pt x="243467" y="1389792"/>
                  </a:lnTo>
                  <a:lnTo>
                    <a:pt x="206347" y="1326636"/>
                  </a:lnTo>
                  <a:lnTo>
                    <a:pt x="173660" y="1262133"/>
                  </a:lnTo>
                  <a:lnTo>
                    <a:pt x="145450" y="1196514"/>
                  </a:lnTo>
                  <a:lnTo>
                    <a:pt x="105872" y="1141106"/>
                  </a:lnTo>
                  <a:lnTo>
                    <a:pt x="72498" y="1083822"/>
                  </a:lnTo>
                  <a:lnTo>
                    <a:pt x="45404" y="1025183"/>
                  </a:lnTo>
                  <a:lnTo>
                    <a:pt x="24627" y="965711"/>
                  </a:lnTo>
                  <a:lnTo>
                    <a:pt x="10167" y="905929"/>
                  </a:lnTo>
                  <a:lnTo>
                    <a:pt x="1984" y="846354"/>
                  </a:lnTo>
                  <a:lnTo>
                    <a:pt x="0" y="787501"/>
                  </a:lnTo>
                  <a:lnTo>
                    <a:pt x="4098" y="729873"/>
                  </a:lnTo>
                  <a:lnTo>
                    <a:pt x="14127" y="673963"/>
                  </a:lnTo>
                  <a:lnTo>
                    <a:pt x="29899" y="620251"/>
                  </a:lnTo>
                  <a:lnTo>
                    <a:pt x="51189" y="569200"/>
                  </a:lnTo>
                  <a:lnTo>
                    <a:pt x="77743" y="521254"/>
                  </a:lnTo>
                  <a:lnTo>
                    <a:pt x="109269" y="476838"/>
                  </a:lnTo>
                  <a:lnTo>
                    <a:pt x="145450" y="436352"/>
                  </a:lnTo>
                  <a:lnTo>
                    <a:pt x="145450" y="436352"/>
                  </a:lnTo>
                  <a:lnTo>
                    <a:pt x="145450" y="436352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54189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297947" y="5394283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2026-03-18T22:01:55Z</dcterms:modified>
  <cp:category/>
</cp:coreProperties>
</file>