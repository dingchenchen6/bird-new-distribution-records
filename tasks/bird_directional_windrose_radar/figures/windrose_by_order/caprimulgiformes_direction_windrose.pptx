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01825" y="386655"/>
              <a:ext cx="1236847" cy="13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603609" y="1487663"/>
              <a:ext cx="3416834" cy="4600390"/>
            </a:xfrm>
            <a:custGeom>
              <a:avLst/>
              <a:pathLst>
                <a:path w="3416834" h="4600390">
                  <a:moveTo>
                    <a:pt x="3416834" y="2300195"/>
                  </a:moveTo>
                  <a:lnTo>
                    <a:pt x="3415493" y="2221663"/>
                  </a:lnTo>
                  <a:lnTo>
                    <a:pt x="3411472" y="2143224"/>
                  </a:lnTo>
                  <a:lnTo>
                    <a:pt x="3404775" y="2064967"/>
                  </a:lnTo>
                  <a:lnTo>
                    <a:pt x="3395410" y="1986985"/>
                  </a:lnTo>
                  <a:lnTo>
                    <a:pt x="3383388" y="1909368"/>
                  </a:lnTo>
                  <a:lnTo>
                    <a:pt x="3368723" y="1832206"/>
                  </a:lnTo>
                  <a:lnTo>
                    <a:pt x="3351433" y="1755590"/>
                  </a:lnTo>
                  <a:lnTo>
                    <a:pt x="3331537" y="1679609"/>
                  </a:lnTo>
                  <a:lnTo>
                    <a:pt x="3309058" y="1604352"/>
                  </a:lnTo>
                  <a:lnTo>
                    <a:pt x="3284023" y="1529906"/>
                  </a:lnTo>
                  <a:lnTo>
                    <a:pt x="3256461" y="1456358"/>
                  </a:lnTo>
                  <a:lnTo>
                    <a:pt x="3226404" y="1383794"/>
                  </a:lnTo>
                  <a:lnTo>
                    <a:pt x="3193887" y="1312299"/>
                  </a:lnTo>
                  <a:lnTo>
                    <a:pt x="3158948" y="1241955"/>
                  </a:lnTo>
                  <a:lnTo>
                    <a:pt x="3121628" y="1172845"/>
                  </a:lnTo>
                  <a:lnTo>
                    <a:pt x="3081970" y="1105050"/>
                  </a:lnTo>
                  <a:lnTo>
                    <a:pt x="3040021" y="1038648"/>
                  </a:lnTo>
                  <a:lnTo>
                    <a:pt x="2995829" y="973717"/>
                  </a:lnTo>
                  <a:lnTo>
                    <a:pt x="2949446" y="910333"/>
                  </a:lnTo>
                  <a:lnTo>
                    <a:pt x="2900926" y="848569"/>
                  </a:lnTo>
                  <a:lnTo>
                    <a:pt x="2850326" y="788498"/>
                  </a:lnTo>
                  <a:lnTo>
                    <a:pt x="2797704" y="730189"/>
                  </a:lnTo>
                  <a:lnTo>
                    <a:pt x="2743122" y="673711"/>
                  </a:lnTo>
                  <a:lnTo>
                    <a:pt x="2686644" y="619129"/>
                  </a:lnTo>
                  <a:lnTo>
                    <a:pt x="2628336" y="566508"/>
                  </a:lnTo>
                  <a:lnTo>
                    <a:pt x="2568264" y="515907"/>
                  </a:lnTo>
                  <a:lnTo>
                    <a:pt x="2506501" y="467387"/>
                  </a:lnTo>
                  <a:lnTo>
                    <a:pt x="2443116" y="421004"/>
                  </a:lnTo>
                  <a:lnTo>
                    <a:pt x="2378185" y="376813"/>
                  </a:lnTo>
                  <a:lnTo>
                    <a:pt x="2311783" y="334863"/>
                  </a:lnTo>
                  <a:lnTo>
                    <a:pt x="2243988" y="295205"/>
                  </a:lnTo>
                  <a:lnTo>
                    <a:pt x="2174878" y="257885"/>
                  </a:lnTo>
                  <a:lnTo>
                    <a:pt x="2104535" y="222947"/>
                  </a:lnTo>
                  <a:lnTo>
                    <a:pt x="2033039" y="190430"/>
                  </a:lnTo>
                  <a:lnTo>
                    <a:pt x="1960475" y="160373"/>
                  </a:lnTo>
                  <a:lnTo>
                    <a:pt x="1886927" y="132811"/>
                  </a:lnTo>
                  <a:lnTo>
                    <a:pt x="1812481" y="107776"/>
                  </a:lnTo>
                  <a:lnTo>
                    <a:pt x="1737224" y="85297"/>
                  </a:lnTo>
                  <a:lnTo>
                    <a:pt x="1661243" y="65401"/>
                  </a:lnTo>
                  <a:lnTo>
                    <a:pt x="1584627" y="48110"/>
                  </a:lnTo>
                  <a:lnTo>
                    <a:pt x="1507466" y="33445"/>
                  </a:lnTo>
                  <a:lnTo>
                    <a:pt x="1429849" y="21424"/>
                  </a:lnTo>
                  <a:lnTo>
                    <a:pt x="1351866" y="12059"/>
                  </a:lnTo>
                  <a:lnTo>
                    <a:pt x="1273610" y="5362"/>
                  </a:lnTo>
                  <a:lnTo>
                    <a:pt x="1195170" y="1340"/>
                  </a:lnTo>
                  <a:lnTo>
                    <a:pt x="1116639" y="0"/>
                  </a:lnTo>
                  <a:lnTo>
                    <a:pt x="1195170" y="1340"/>
                  </a:lnTo>
                  <a:lnTo>
                    <a:pt x="1273610" y="5362"/>
                  </a:lnTo>
                  <a:lnTo>
                    <a:pt x="1351866" y="12059"/>
                  </a:lnTo>
                  <a:lnTo>
                    <a:pt x="1429849" y="21424"/>
                  </a:lnTo>
                  <a:lnTo>
                    <a:pt x="1507466" y="33445"/>
                  </a:lnTo>
                  <a:lnTo>
                    <a:pt x="1584627" y="48110"/>
                  </a:lnTo>
                  <a:lnTo>
                    <a:pt x="1661243" y="65401"/>
                  </a:lnTo>
                  <a:lnTo>
                    <a:pt x="1737224" y="85297"/>
                  </a:lnTo>
                  <a:lnTo>
                    <a:pt x="1812481" y="107776"/>
                  </a:lnTo>
                  <a:lnTo>
                    <a:pt x="1886927" y="132811"/>
                  </a:lnTo>
                  <a:lnTo>
                    <a:pt x="1960475" y="160373"/>
                  </a:lnTo>
                  <a:lnTo>
                    <a:pt x="2033039" y="190430"/>
                  </a:lnTo>
                  <a:lnTo>
                    <a:pt x="2104535" y="222947"/>
                  </a:lnTo>
                  <a:lnTo>
                    <a:pt x="2174878" y="257885"/>
                  </a:lnTo>
                  <a:lnTo>
                    <a:pt x="2243988" y="295205"/>
                  </a:lnTo>
                  <a:lnTo>
                    <a:pt x="2311783" y="334863"/>
                  </a:lnTo>
                  <a:lnTo>
                    <a:pt x="2378185" y="376813"/>
                  </a:lnTo>
                  <a:lnTo>
                    <a:pt x="2443116" y="421004"/>
                  </a:lnTo>
                  <a:lnTo>
                    <a:pt x="2506501" y="467387"/>
                  </a:lnTo>
                  <a:lnTo>
                    <a:pt x="2568264" y="515907"/>
                  </a:lnTo>
                  <a:lnTo>
                    <a:pt x="2628336" y="566508"/>
                  </a:lnTo>
                  <a:lnTo>
                    <a:pt x="2686644" y="619129"/>
                  </a:lnTo>
                  <a:lnTo>
                    <a:pt x="2743122" y="673711"/>
                  </a:lnTo>
                  <a:lnTo>
                    <a:pt x="2816286" y="794438"/>
                  </a:lnTo>
                  <a:lnTo>
                    <a:pt x="2880887" y="917995"/>
                  </a:lnTo>
                  <a:lnTo>
                    <a:pt x="2936854" y="1043791"/>
                  </a:lnTo>
                  <a:lnTo>
                    <a:pt x="2984156" y="1171241"/>
                  </a:lnTo>
                  <a:lnTo>
                    <a:pt x="3022801" y="1299763"/>
                  </a:lnTo>
                  <a:lnTo>
                    <a:pt x="3052837" y="1428783"/>
                  </a:lnTo>
                  <a:lnTo>
                    <a:pt x="3074345" y="1557734"/>
                  </a:lnTo>
                  <a:lnTo>
                    <a:pt x="3087448" y="1686066"/>
                  </a:lnTo>
                  <a:lnTo>
                    <a:pt x="3092300" y="1813238"/>
                  </a:lnTo>
                  <a:lnTo>
                    <a:pt x="3089090" y="1938730"/>
                  </a:lnTo>
                  <a:lnTo>
                    <a:pt x="3078042" y="2062037"/>
                  </a:lnTo>
                  <a:lnTo>
                    <a:pt x="3059407" y="2182679"/>
                  </a:lnTo>
                  <a:lnTo>
                    <a:pt x="3033468" y="2300195"/>
                  </a:lnTo>
                  <a:lnTo>
                    <a:pt x="3000535" y="2414149"/>
                  </a:lnTo>
                  <a:lnTo>
                    <a:pt x="2960943" y="2524134"/>
                  </a:lnTo>
                  <a:lnTo>
                    <a:pt x="2915050" y="2629766"/>
                  </a:lnTo>
                  <a:lnTo>
                    <a:pt x="2863238" y="2730693"/>
                  </a:lnTo>
                  <a:lnTo>
                    <a:pt x="2805904" y="2826591"/>
                  </a:lnTo>
                  <a:lnTo>
                    <a:pt x="2743465" y="2917169"/>
                  </a:lnTo>
                  <a:lnTo>
                    <a:pt x="2676354" y="3002165"/>
                  </a:lnTo>
                  <a:lnTo>
                    <a:pt x="2605012" y="3081353"/>
                  </a:lnTo>
                  <a:lnTo>
                    <a:pt x="2529895" y="3154538"/>
                  </a:lnTo>
                  <a:lnTo>
                    <a:pt x="2451463" y="3221557"/>
                  </a:lnTo>
                  <a:lnTo>
                    <a:pt x="2370184" y="3282284"/>
                  </a:lnTo>
                  <a:lnTo>
                    <a:pt x="2286526" y="3336624"/>
                  </a:lnTo>
                  <a:lnTo>
                    <a:pt x="2200961" y="3384517"/>
                  </a:lnTo>
                  <a:lnTo>
                    <a:pt x="2113958" y="3425935"/>
                  </a:lnTo>
                  <a:lnTo>
                    <a:pt x="2025981" y="3460884"/>
                  </a:lnTo>
                  <a:lnTo>
                    <a:pt x="1937489" y="3489402"/>
                  </a:lnTo>
                  <a:lnTo>
                    <a:pt x="1848933" y="3511557"/>
                  </a:lnTo>
                  <a:lnTo>
                    <a:pt x="1760752" y="3527450"/>
                  </a:lnTo>
                  <a:lnTo>
                    <a:pt x="1673374" y="3537210"/>
                  </a:lnTo>
                  <a:lnTo>
                    <a:pt x="1587212" y="3540995"/>
                  </a:lnTo>
                  <a:lnTo>
                    <a:pt x="1502663" y="3538989"/>
                  </a:lnTo>
                  <a:lnTo>
                    <a:pt x="1420105" y="3531404"/>
                  </a:lnTo>
                  <a:lnTo>
                    <a:pt x="1339897" y="3518473"/>
                  </a:lnTo>
                  <a:lnTo>
                    <a:pt x="1262377" y="3500456"/>
                  </a:lnTo>
                  <a:lnTo>
                    <a:pt x="1187861" y="3477630"/>
                  </a:lnTo>
                  <a:lnTo>
                    <a:pt x="1116639" y="3450292"/>
                  </a:lnTo>
                  <a:lnTo>
                    <a:pt x="1048978" y="3418758"/>
                  </a:lnTo>
                  <a:lnTo>
                    <a:pt x="985119" y="3383357"/>
                  </a:lnTo>
                  <a:lnTo>
                    <a:pt x="925275" y="3344434"/>
                  </a:lnTo>
                  <a:lnTo>
                    <a:pt x="869632" y="3302341"/>
                  </a:lnTo>
                  <a:lnTo>
                    <a:pt x="818348" y="3257445"/>
                  </a:lnTo>
                  <a:lnTo>
                    <a:pt x="771552" y="3210115"/>
                  </a:lnTo>
                  <a:lnTo>
                    <a:pt x="729345" y="3160727"/>
                  </a:lnTo>
                  <a:lnTo>
                    <a:pt x="691798" y="3109661"/>
                  </a:lnTo>
                  <a:lnTo>
                    <a:pt x="658955" y="3057296"/>
                  </a:lnTo>
                  <a:lnTo>
                    <a:pt x="630830" y="3004011"/>
                  </a:lnTo>
                  <a:lnTo>
                    <a:pt x="607407" y="2950181"/>
                  </a:lnTo>
                  <a:lnTo>
                    <a:pt x="588646" y="2896175"/>
                  </a:lnTo>
                  <a:lnTo>
                    <a:pt x="574478" y="2842356"/>
                  </a:lnTo>
                  <a:lnTo>
                    <a:pt x="564805" y="2789077"/>
                  </a:lnTo>
                  <a:lnTo>
                    <a:pt x="559508" y="2736679"/>
                  </a:lnTo>
                  <a:lnTo>
                    <a:pt x="558440" y="2685492"/>
                  </a:lnTo>
                  <a:lnTo>
                    <a:pt x="561431" y="2635829"/>
                  </a:lnTo>
                  <a:lnTo>
                    <a:pt x="568291" y="2587990"/>
                  </a:lnTo>
                  <a:lnTo>
                    <a:pt x="578806" y="2542253"/>
                  </a:lnTo>
                  <a:lnTo>
                    <a:pt x="592746" y="2498881"/>
                  </a:lnTo>
                  <a:lnTo>
                    <a:pt x="609859" y="2458113"/>
                  </a:lnTo>
                  <a:lnTo>
                    <a:pt x="629882" y="2420169"/>
                  </a:lnTo>
                  <a:lnTo>
                    <a:pt x="652533" y="2385245"/>
                  </a:lnTo>
                  <a:lnTo>
                    <a:pt x="677519" y="2353513"/>
                  </a:lnTo>
                  <a:lnTo>
                    <a:pt x="704537" y="2325122"/>
                  </a:lnTo>
                  <a:lnTo>
                    <a:pt x="733273" y="2300195"/>
                  </a:lnTo>
                  <a:lnTo>
                    <a:pt x="763408" y="2278828"/>
                  </a:lnTo>
                  <a:lnTo>
                    <a:pt x="794618" y="2261094"/>
                  </a:lnTo>
                  <a:lnTo>
                    <a:pt x="826573" y="2247038"/>
                  </a:lnTo>
                  <a:lnTo>
                    <a:pt x="858944" y="2236679"/>
                  </a:lnTo>
                  <a:lnTo>
                    <a:pt x="891404" y="2230008"/>
                  </a:lnTo>
                  <a:lnTo>
                    <a:pt x="923626" y="2226994"/>
                  </a:lnTo>
                  <a:lnTo>
                    <a:pt x="955289" y="2227577"/>
                  </a:lnTo>
                  <a:lnTo>
                    <a:pt x="986080" y="2231672"/>
                  </a:lnTo>
                  <a:lnTo>
                    <a:pt x="1015692" y="2239170"/>
                  </a:lnTo>
                  <a:lnTo>
                    <a:pt x="1043830" y="2249938"/>
                  </a:lnTo>
                  <a:lnTo>
                    <a:pt x="1070211" y="2263821"/>
                  </a:lnTo>
                  <a:lnTo>
                    <a:pt x="1094566" y="2280639"/>
                  </a:lnTo>
                  <a:lnTo>
                    <a:pt x="1116639" y="2300195"/>
                  </a:lnTo>
                  <a:lnTo>
                    <a:pt x="1080342" y="2267366"/>
                  </a:lnTo>
                  <a:lnTo>
                    <a:pt x="1040847" y="2238258"/>
                  </a:lnTo>
                  <a:lnTo>
                    <a:pt x="998438" y="2213103"/>
                  </a:lnTo>
                  <a:lnTo>
                    <a:pt x="953416" y="2192116"/>
                  </a:lnTo>
                  <a:lnTo>
                    <a:pt x="906097" y="2175491"/>
                  </a:lnTo>
                  <a:lnTo>
                    <a:pt x="856808" y="2163398"/>
                  </a:lnTo>
                  <a:lnTo>
                    <a:pt x="805886" y="2155990"/>
                  </a:lnTo>
                  <a:lnTo>
                    <a:pt x="753680" y="2153393"/>
                  </a:lnTo>
                  <a:lnTo>
                    <a:pt x="700547" y="2155712"/>
                  </a:lnTo>
                  <a:lnTo>
                    <a:pt x="646851" y="2163027"/>
                  </a:lnTo>
                  <a:lnTo>
                    <a:pt x="592961" y="2175396"/>
                  </a:lnTo>
                  <a:lnTo>
                    <a:pt x="539249" y="2192849"/>
                  </a:lnTo>
                  <a:lnTo>
                    <a:pt x="486091" y="2215394"/>
                  </a:lnTo>
                  <a:lnTo>
                    <a:pt x="433865" y="2243014"/>
                  </a:lnTo>
                  <a:lnTo>
                    <a:pt x="382944" y="2275665"/>
                  </a:lnTo>
                  <a:lnTo>
                    <a:pt x="333703" y="2313279"/>
                  </a:lnTo>
                  <a:lnTo>
                    <a:pt x="286511" y="2355765"/>
                  </a:lnTo>
                  <a:lnTo>
                    <a:pt x="241733" y="2403005"/>
                  </a:lnTo>
                  <a:lnTo>
                    <a:pt x="199726" y="2454859"/>
                  </a:lnTo>
                  <a:lnTo>
                    <a:pt x="160838" y="2511160"/>
                  </a:lnTo>
                  <a:lnTo>
                    <a:pt x="125409" y="2571721"/>
                  </a:lnTo>
                  <a:lnTo>
                    <a:pt x="93766" y="2636330"/>
                  </a:lnTo>
                  <a:lnTo>
                    <a:pt x="66225" y="2704754"/>
                  </a:lnTo>
                  <a:lnTo>
                    <a:pt x="43086" y="2776739"/>
                  </a:lnTo>
                  <a:lnTo>
                    <a:pt x="24635" y="2852009"/>
                  </a:lnTo>
                  <a:lnTo>
                    <a:pt x="11140" y="2930271"/>
                  </a:lnTo>
                  <a:lnTo>
                    <a:pt x="2851" y="3011211"/>
                  </a:lnTo>
                  <a:lnTo>
                    <a:pt x="0" y="3094498"/>
                  </a:lnTo>
                  <a:lnTo>
                    <a:pt x="2797" y="3179787"/>
                  </a:lnTo>
                  <a:lnTo>
                    <a:pt x="11433" y="3266714"/>
                  </a:lnTo>
                  <a:lnTo>
                    <a:pt x="26076" y="3354906"/>
                  </a:lnTo>
                  <a:lnTo>
                    <a:pt x="46868" y="3443973"/>
                  </a:lnTo>
                  <a:lnTo>
                    <a:pt x="73930" y="3533516"/>
                  </a:lnTo>
                  <a:lnTo>
                    <a:pt x="107358" y="3623128"/>
                  </a:lnTo>
                  <a:lnTo>
                    <a:pt x="147222" y="3712390"/>
                  </a:lnTo>
                  <a:lnTo>
                    <a:pt x="193565" y="3800880"/>
                  </a:lnTo>
                  <a:lnTo>
                    <a:pt x="246405" y="3888168"/>
                  </a:lnTo>
                  <a:lnTo>
                    <a:pt x="305734" y="3973824"/>
                  </a:lnTo>
                  <a:lnTo>
                    <a:pt x="371514" y="4057414"/>
                  </a:lnTo>
                  <a:lnTo>
                    <a:pt x="443681" y="4138503"/>
                  </a:lnTo>
                  <a:lnTo>
                    <a:pt x="522146" y="4216659"/>
                  </a:lnTo>
                  <a:lnTo>
                    <a:pt x="606789" y="4291452"/>
                  </a:lnTo>
                  <a:lnTo>
                    <a:pt x="697465" y="4362459"/>
                  </a:lnTo>
                  <a:lnTo>
                    <a:pt x="794001" y="4429261"/>
                  </a:lnTo>
                  <a:lnTo>
                    <a:pt x="896197" y="4491449"/>
                  </a:lnTo>
                  <a:lnTo>
                    <a:pt x="1003827" y="4548621"/>
                  </a:lnTo>
                  <a:lnTo>
                    <a:pt x="1116639" y="4600390"/>
                  </a:lnTo>
                  <a:lnTo>
                    <a:pt x="1171324" y="4527838"/>
                  </a:lnTo>
                  <a:lnTo>
                    <a:pt x="1222450" y="4454030"/>
                  </a:lnTo>
                  <a:lnTo>
                    <a:pt x="1269988" y="4379098"/>
                  </a:lnTo>
                  <a:lnTo>
                    <a:pt x="1313915" y="4303174"/>
                  </a:lnTo>
                  <a:lnTo>
                    <a:pt x="1354212" y="4226389"/>
                  </a:lnTo>
                  <a:lnTo>
                    <a:pt x="1390865" y="4148875"/>
                  </a:lnTo>
                  <a:lnTo>
                    <a:pt x="1423862" y="4070766"/>
                  </a:lnTo>
                  <a:lnTo>
                    <a:pt x="1453198" y="3992193"/>
                  </a:lnTo>
                  <a:lnTo>
                    <a:pt x="1478871" y="3913289"/>
                  </a:lnTo>
                  <a:lnTo>
                    <a:pt x="1500884" y="3834187"/>
                  </a:lnTo>
                  <a:lnTo>
                    <a:pt x="1519243" y="3755018"/>
                  </a:lnTo>
                  <a:lnTo>
                    <a:pt x="1533959" y="3675913"/>
                  </a:lnTo>
                  <a:lnTo>
                    <a:pt x="1545047" y="3597004"/>
                  </a:lnTo>
                  <a:lnTo>
                    <a:pt x="1552527" y="3518421"/>
                  </a:lnTo>
                  <a:lnTo>
                    <a:pt x="1556423" y="3440292"/>
                  </a:lnTo>
                  <a:lnTo>
                    <a:pt x="1556762" y="3362746"/>
                  </a:lnTo>
                  <a:lnTo>
                    <a:pt x="1553577" y="3285911"/>
                  </a:lnTo>
                  <a:lnTo>
                    <a:pt x="1546903" y="3209911"/>
                  </a:lnTo>
                  <a:lnTo>
                    <a:pt x="1536780" y="3134872"/>
                  </a:lnTo>
                  <a:lnTo>
                    <a:pt x="1523253" y="3060916"/>
                  </a:lnTo>
                  <a:lnTo>
                    <a:pt x="1506370" y="2988166"/>
                  </a:lnTo>
                  <a:lnTo>
                    <a:pt x="1486182" y="2916739"/>
                  </a:lnTo>
                  <a:lnTo>
                    <a:pt x="1462745" y="2846756"/>
                  </a:lnTo>
                  <a:lnTo>
                    <a:pt x="1436119" y="2778330"/>
                  </a:lnTo>
                  <a:lnTo>
                    <a:pt x="1406367" y="2711577"/>
                  </a:lnTo>
                  <a:lnTo>
                    <a:pt x="1373556" y="2646607"/>
                  </a:lnTo>
                  <a:lnTo>
                    <a:pt x="1337757" y="2583531"/>
                  </a:lnTo>
                  <a:lnTo>
                    <a:pt x="1299042" y="2522454"/>
                  </a:lnTo>
                  <a:lnTo>
                    <a:pt x="1257491" y="2463482"/>
                  </a:lnTo>
                  <a:lnTo>
                    <a:pt x="1213184" y="2406715"/>
                  </a:lnTo>
                  <a:lnTo>
                    <a:pt x="1166204" y="2352254"/>
                  </a:lnTo>
                  <a:lnTo>
                    <a:pt x="1116639" y="2300195"/>
                  </a:lnTo>
                  <a:lnTo>
                    <a:pt x="1076346" y="2302418"/>
                  </a:lnTo>
                  <a:lnTo>
                    <a:pt x="1036420" y="2309073"/>
                  </a:lnTo>
                  <a:lnTo>
                    <a:pt x="997227" y="2320121"/>
                  </a:lnTo>
                  <a:lnTo>
                    <a:pt x="959129" y="2335494"/>
                  </a:lnTo>
                  <a:lnTo>
                    <a:pt x="922481" y="2355097"/>
                  </a:lnTo>
                  <a:lnTo>
                    <a:pt x="887632" y="2378813"/>
                  </a:lnTo>
                  <a:lnTo>
                    <a:pt x="854923" y="2406495"/>
                  </a:lnTo>
                  <a:lnTo>
                    <a:pt x="824681" y="2437973"/>
                  </a:lnTo>
                  <a:lnTo>
                    <a:pt x="797224" y="2473053"/>
                  </a:lnTo>
                  <a:lnTo>
                    <a:pt x="772853" y="2511519"/>
                  </a:lnTo>
                  <a:lnTo>
                    <a:pt x="751854" y="2553131"/>
                  </a:lnTo>
                  <a:lnTo>
                    <a:pt x="734496" y="2597628"/>
                  </a:lnTo>
                  <a:lnTo>
                    <a:pt x="721030" y="2644731"/>
                  </a:lnTo>
                  <a:lnTo>
                    <a:pt x="711685" y="2694140"/>
                  </a:lnTo>
                  <a:lnTo>
                    <a:pt x="706671" y="2745539"/>
                  </a:lnTo>
                  <a:lnTo>
                    <a:pt x="706172" y="2798597"/>
                  </a:lnTo>
                  <a:lnTo>
                    <a:pt x="710352" y="2852968"/>
                  </a:lnTo>
                  <a:lnTo>
                    <a:pt x="719348" y="2908293"/>
                  </a:lnTo>
                  <a:lnTo>
                    <a:pt x="733273" y="2964204"/>
                  </a:lnTo>
                  <a:lnTo>
                    <a:pt x="752213" y="3020321"/>
                  </a:lnTo>
                  <a:lnTo>
                    <a:pt x="776226" y="3076258"/>
                  </a:lnTo>
                  <a:lnTo>
                    <a:pt x="805345" y="3131624"/>
                  </a:lnTo>
                  <a:lnTo>
                    <a:pt x="839573" y="3186025"/>
                  </a:lnTo>
                  <a:lnTo>
                    <a:pt x="878885" y="3239062"/>
                  </a:lnTo>
                  <a:lnTo>
                    <a:pt x="923230" y="3290339"/>
                  </a:lnTo>
                  <a:lnTo>
                    <a:pt x="972526" y="3339462"/>
                  </a:lnTo>
                  <a:lnTo>
                    <a:pt x="1026663" y="3386039"/>
                  </a:lnTo>
                  <a:lnTo>
                    <a:pt x="1085505" y="3429686"/>
                  </a:lnTo>
                  <a:lnTo>
                    <a:pt x="1148885" y="3470025"/>
                  </a:lnTo>
                  <a:lnTo>
                    <a:pt x="1216612" y="3506689"/>
                  </a:lnTo>
                  <a:lnTo>
                    <a:pt x="1288466" y="3539321"/>
                  </a:lnTo>
                  <a:lnTo>
                    <a:pt x="1364202" y="3567580"/>
                  </a:lnTo>
                  <a:lnTo>
                    <a:pt x="1443550" y="3591137"/>
                  </a:lnTo>
                  <a:lnTo>
                    <a:pt x="1526215" y="3609682"/>
                  </a:lnTo>
                  <a:lnTo>
                    <a:pt x="1611880" y="3622924"/>
                  </a:lnTo>
                  <a:lnTo>
                    <a:pt x="1700204" y="3630589"/>
                  </a:lnTo>
                  <a:lnTo>
                    <a:pt x="1790827" y="3632428"/>
                  </a:lnTo>
                  <a:lnTo>
                    <a:pt x="1883371" y="3628213"/>
                  </a:lnTo>
                  <a:lnTo>
                    <a:pt x="1977436" y="3617742"/>
                  </a:lnTo>
                  <a:lnTo>
                    <a:pt x="2072608" y="3600838"/>
                  </a:lnTo>
                  <a:lnTo>
                    <a:pt x="2168461" y="3577351"/>
                  </a:lnTo>
                  <a:lnTo>
                    <a:pt x="2264550" y="3547159"/>
                  </a:lnTo>
                  <a:lnTo>
                    <a:pt x="2360425" y="3510168"/>
                  </a:lnTo>
                  <a:lnTo>
                    <a:pt x="2455622" y="3466316"/>
                  </a:lnTo>
                  <a:lnTo>
                    <a:pt x="2549674" y="3415570"/>
                  </a:lnTo>
                  <a:lnTo>
                    <a:pt x="2642103" y="3357928"/>
                  </a:lnTo>
                  <a:lnTo>
                    <a:pt x="2732434" y="3293420"/>
                  </a:lnTo>
                  <a:lnTo>
                    <a:pt x="2820185" y="3222108"/>
                  </a:lnTo>
                  <a:lnTo>
                    <a:pt x="2904879" y="3144086"/>
                  </a:lnTo>
                  <a:lnTo>
                    <a:pt x="2986040" y="3059480"/>
                  </a:lnTo>
                  <a:lnTo>
                    <a:pt x="3063196" y="2968449"/>
                  </a:lnTo>
                  <a:lnTo>
                    <a:pt x="3135885" y="2871183"/>
                  </a:lnTo>
                  <a:lnTo>
                    <a:pt x="3203651" y="2767905"/>
                  </a:lnTo>
                  <a:lnTo>
                    <a:pt x="3266051" y="2658868"/>
                  </a:lnTo>
                  <a:lnTo>
                    <a:pt x="3322655" y="2544356"/>
                  </a:lnTo>
                  <a:lnTo>
                    <a:pt x="3373048" y="2424684"/>
                  </a:lnTo>
                  <a:close/>
                </a:path>
              </a:pathLst>
            </a:custGeom>
            <a:solidFill>
              <a:srgbClr val="10BCD3">
                <a:alpha val="27843"/>
              </a:srgbClr>
            </a:solidFill>
            <a:ln w="25746" cap="flat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80126" y="1487663"/>
              <a:ext cx="2740318" cy="4600390"/>
            </a:xfrm>
            <a:custGeom>
              <a:avLst/>
              <a:pathLst>
                <a:path w="2740318" h="4600390">
                  <a:moveTo>
                    <a:pt x="440123" y="0"/>
                  </a:moveTo>
                  <a:lnTo>
                    <a:pt x="518654" y="1340"/>
                  </a:lnTo>
                  <a:lnTo>
                    <a:pt x="597094" y="5362"/>
                  </a:lnTo>
                  <a:lnTo>
                    <a:pt x="675350" y="12059"/>
                  </a:lnTo>
                  <a:lnTo>
                    <a:pt x="753333" y="21424"/>
                  </a:lnTo>
                  <a:lnTo>
                    <a:pt x="830950" y="33445"/>
                  </a:lnTo>
                  <a:lnTo>
                    <a:pt x="908111" y="48110"/>
                  </a:lnTo>
                  <a:lnTo>
                    <a:pt x="984727" y="65401"/>
                  </a:lnTo>
                  <a:lnTo>
                    <a:pt x="1060708" y="85297"/>
                  </a:lnTo>
                  <a:lnTo>
                    <a:pt x="1135965" y="107776"/>
                  </a:lnTo>
                  <a:lnTo>
                    <a:pt x="1210411" y="132811"/>
                  </a:lnTo>
                  <a:lnTo>
                    <a:pt x="1283959" y="160373"/>
                  </a:lnTo>
                  <a:lnTo>
                    <a:pt x="1356523" y="190430"/>
                  </a:lnTo>
                  <a:lnTo>
                    <a:pt x="1428019" y="222947"/>
                  </a:lnTo>
                  <a:lnTo>
                    <a:pt x="1498362" y="257885"/>
                  </a:lnTo>
                  <a:lnTo>
                    <a:pt x="1567472" y="295205"/>
                  </a:lnTo>
                  <a:lnTo>
                    <a:pt x="1635267" y="334863"/>
                  </a:lnTo>
                  <a:lnTo>
                    <a:pt x="1701669" y="376813"/>
                  </a:lnTo>
                  <a:lnTo>
                    <a:pt x="1766600" y="421004"/>
                  </a:lnTo>
                  <a:lnTo>
                    <a:pt x="1829984" y="467387"/>
                  </a:lnTo>
                  <a:lnTo>
                    <a:pt x="1891748" y="515907"/>
                  </a:lnTo>
                  <a:lnTo>
                    <a:pt x="1951819" y="566508"/>
                  </a:lnTo>
                  <a:lnTo>
                    <a:pt x="2010128" y="619129"/>
                  </a:lnTo>
                  <a:lnTo>
                    <a:pt x="2066606" y="673711"/>
                  </a:lnTo>
                  <a:lnTo>
                    <a:pt x="2121188" y="730189"/>
                  </a:lnTo>
                  <a:lnTo>
                    <a:pt x="2173810" y="788498"/>
                  </a:lnTo>
                  <a:lnTo>
                    <a:pt x="2224410" y="848569"/>
                  </a:lnTo>
                  <a:lnTo>
                    <a:pt x="2272930" y="910333"/>
                  </a:lnTo>
                  <a:lnTo>
                    <a:pt x="2319313" y="973717"/>
                  </a:lnTo>
                  <a:lnTo>
                    <a:pt x="2363505" y="1038648"/>
                  </a:lnTo>
                  <a:lnTo>
                    <a:pt x="2405454" y="1105050"/>
                  </a:lnTo>
                  <a:lnTo>
                    <a:pt x="2445112" y="1172845"/>
                  </a:lnTo>
                  <a:lnTo>
                    <a:pt x="2482432" y="1241955"/>
                  </a:lnTo>
                  <a:lnTo>
                    <a:pt x="2517371" y="1312299"/>
                  </a:lnTo>
                  <a:lnTo>
                    <a:pt x="2549888" y="1383794"/>
                  </a:lnTo>
                  <a:lnTo>
                    <a:pt x="2579945" y="1456358"/>
                  </a:lnTo>
                  <a:lnTo>
                    <a:pt x="2607507" y="1529906"/>
                  </a:lnTo>
                  <a:lnTo>
                    <a:pt x="2632542" y="1604352"/>
                  </a:lnTo>
                  <a:lnTo>
                    <a:pt x="2655020" y="1679609"/>
                  </a:lnTo>
                  <a:lnTo>
                    <a:pt x="2674917" y="1755590"/>
                  </a:lnTo>
                  <a:lnTo>
                    <a:pt x="2692207" y="1832206"/>
                  </a:lnTo>
                  <a:lnTo>
                    <a:pt x="2706872" y="1909368"/>
                  </a:lnTo>
                  <a:lnTo>
                    <a:pt x="2718894" y="1986985"/>
                  </a:lnTo>
                  <a:lnTo>
                    <a:pt x="2728259" y="2064967"/>
                  </a:lnTo>
                  <a:lnTo>
                    <a:pt x="2734956" y="2143224"/>
                  </a:lnTo>
                  <a:lnTo>
                    <a:pt x="2738977" y="2221663"/>
                  </a:lnTo>
                  <a:lnTo>
                    <a:pt x="2740318" y="2300195"/>
                  </a:lnTo>
                  <a:lnTo>
                    <a:pt x="2667766" y="2354880"/>
                  </a:lnTo>
                  <a:lnTo>
                    <a:pt x="2593958" y="2406006"/>
                  </a:lnTo>
                  <a:lnTo>
                    <a:pt x="2519026" y="2453544"/>
                  </a:lnTo>
                  <a:lnTo>
                    <a:pt x="2443102" y="2497471"/>
                  </a:lnTo>
                  <a:lnTo>
                    <a:pt x="2366317" y="2537768"/>
                  </a:lnTo>
                  <a:lnTo>
                    <a:pt x="2288803" y="2574420"/>
                  </a:lnTo>
                  <a:lnTo>
                    <a:pt x="2210694" y="2607418"/>
                  </a:lnTo>
                  <a:lnTo>
                    <a:pt x="2132121" y="2636754"/>
                  </a:lnTo>
                  <a:lnTo>
                    <a:pt x="2053217" y="2662427"/>
                  </a:lnTo>
                  <a:lnTo>
                    <a:pt x="1974115" y="2684440"/>
                  </a:lnTo>
                  <a:lnTo>
                    <a:pt x="1894946" y="2702798"/>
                  </a:lnTo>
                  <a:lnTo>
                    <a:pt x="1815841" y="2717514"/>
                  </a:lnTo>
                  <a:lnTo>
                    <a:pt x="1736932" y="2728603"/>
                  </a:lnTo>
                  <a:lnTo>
                    <a:pt x="1658349" y="2736083"/>
                  </a:lnTo>
                  <a:lnTo>
                    <a:pt x="1580220" y="2739979"/>
                  </a:lnTo>
                  <a:lnTo>
                    <a:pt x="1502674" y="2740318"/>
                  </a:lnTo>
                  <a:lnTo>
                    <a:pt x="1425839" y="2737132"/>
                  </a:lnTo>
                  <a:lnTo>
                    <a:pt x="1349839" y="2730458"/>
                  </a:lnTo>
                  <a:lnTo>
                    <a:pt x="1274800" y="2720336"/>
                  </a:lnTo>
                  <a:lnTo>
                    <a:pt x="1200844" y="2706809"/>
                  </a:lnTo>
                  <a:lnTo>
                    <a:pt x="1128094" y="2689925"/>
                  </a:lnTo>
                  <a:lnTo>
                    <a:pt x="1056668" y="2669737"/>
                  </a:lnTo>
                  <a:lnTo>
                    <a:pt x="986684" y="2646301"/>
                  </a:lnTo>
                  <a:lnTo>
                    <a:pt x="918258" y="2619675"/>
                  </a:lnTo>
                  <a:lnTo>
                    <a:pt x="851505" y="2589923"/>
                  </a:lnTo>
                  <a:lnTo>
                    <a:pt x="786535" y="2557112"/>
                  </a:lnTo>
                  <a:lnTo>
                    <a:pt x="723459" y="2521312"/>
                  </a:lnTo>
                  <a:lnTo>
                    <a:pt x="662382" y="2482598"/>
                  </a:lnTo>
                  <a:lnTo>
                    <a:pt x="603410" y="2441047"/>
                  </a:lnTo>
                  <a:lnTo>
                    <a:pt x="546644" y="2396739"/>
                  </a:lnTo>
                  <a:lnTo>
                    <a:pt x="492182" y="2349760"/>
                  </a:lnTo>
                  <a:lnTo>
                    <a:pt x="440123" y="2300195"/>
                  </a:lnTo>
                  <a:lnTo>
                    <a:pt x="489688" y="2352254"/>
                  </a:lnTo>
                  <a:lnTo>
                    <a:pt x="536668" y="2406715"/>
                  </a:lnTo>
                  <a:lnTo>
                    <a:pt x="580975" y="2463482"/>
                  </a:lnTo>
                  <a:lnTo>
                    <a:pt x="622526" y="2522454"/>
                  </a:lnTo>
                  <a:lnTo>
                    <a:pt x="661240" y="2583531"/>
                  </a:lnTo>
                  <a:lnTo>
                    <a:pt x="697040" y="2646607"/>
                  </a:lnTo>
                  <a:lnTo>
                    <a:pt x="729851" y="2711577"/>
                  </a:lnTo>
                  <a:lnTo>
                    <a:pt x="759603" y="2778330"/>
                  </a:lnTo>
                  <a:lnTo>
                    <a:pt x="786229" y="2846756"/>
                  </a:lnTo>
                  <a:lnTo>
                    <a:pt x="809665" y="2916739"/>
                  </a:lnTo>
                  <a:lnTo>
                    <a:pt x="829853" y="2988166"/>
                  </a:lnTo>
                  <a:lnTo>
                    <a:pt x="846737" y="3060916"/>
                  </a:lnTo>
                  <a:lnTo>
                    <a:pt x="860264" y="3134872"/>
                  </a:lnTo>
                  <a:lnTo>
                    <a:pt x="870387" y="3209911"/>
                  </a:lnTo>
                  <a:lnTo>
                    <a:pt x="877061" y="3285911"/>
                  </a:lnTo>
                  <a:lnTo>
                    <a:pt x="880246" y="3362746"/>
                  </a:lnTo>
                  <a:lnTo>
                    <a:pt x="879907" y="3440292"/>
                  </a:lnTo>
                  <a:lnTo>
                    <a:pt x="876011" y="3518421"/>
                  </a:lnTo>
                  <a:lnTo>
                    <a:pt x="868531" y="3597004"/>
                  </a:lnTo>
                  <a:lnTo>
                    <a:pt x="857442" y="3675913"/>
                  </a:lnTo>
                  <a:lnTo>
                    <a:pt x="842727" y="3755018"/>
                  </a:lnTo>
                  <a:lnTo>
                    <a:pt x="824368" y="3834187"/>
                  </a:lnTo>
                  <a:lnTo>
                    <a:pt x="802355" y="3913289"/>
                  </a:lnTo>
                  <a:lnTo>
                    <a:pt x="776682" y="3992193"/>
                  </a:lnTo>
                  <a:lnTo>
                    <a:pt x="747346" y="4070766"/>
                  </a:lnTo>
                  <a:lnTo>
                    <a:pt x="714349" y="4148875"/>
                  </a:lnTo>
                  <a:lnTo>
                    <a:pt x="677696" y="4226389"/>
                  </a:lnTo>
                  <a:lnTo>
                    <a:pt x="637399" y="4303174"/>
                  </a:lnTo>
                  <a:lnTo>
                    <a:pt x="593472" y="4379098"/>
                  </a:lnTo>
                  <a:lnTo>
                    <a:pt x="545934" y="4454030"/>
                  </a:lnTo>
                  <a:lnTo>
                    <a:pt x="494808" y="4527838"/>
                  </a:lnTo>
                  <a:lnTo>
                    <a:pt x="440123" y="4600390"/>
                  </a:lnTo>
                  <a:lnTo>
                    <a:pt x="385437" y="4527838"/>
                  </a:lnTo>
                  <a:lnTo>
                    <a:pt x="334312" y="4454030"/>
                  </a:lnTo>
                  <a:lnTo>
                    <a:pt x="286774" y="4379098"/>
                  </a:lnTo>
                  <a:lnTo>
                    <a:pt x="242847" y="4303174"/>
                  </a:lnTo>
                  <a:lnTo>
                    <a:pt x="202549" y="4226389"/>
                  </a:lnTo>
                  <a:lnTo>
                    <a:pt x="165897" y="4148875"/>
                  </a:lnTo>
                  <a:lnTo>
                    <a:pt x="132900" y="4070766"/>
                  </a:lnTo>
                  <a:lnTo>
                    <a:pt x="103563" y="3992193"/>
                  </a:lnTo>
                  <a:lnTo>
                    <a:pt x="77890" y="3913289"/>
                  </a:lnTo>
                  <a:lnTo>
                    <a:pt x="55878" y="3834187"/>
                  </a:lnTo>
                  <a:lnTo>
                    <a:pt x="37519" y="3755018"/>
                  </a:lnTo>
                  <a:lnTo>
                    <a:pt x="22803" y="3675913"/>
                  </a:lnTo>
                  <a:lnTo>
                    <a:pt x="11715" y="3597004"/>
                  </a:lnTo>
                  <a:lnTo>
                    <a:pt x="4235" y="3518421"/>
                  </a:lnTo>
                  <a:lnTo>
                    <a:pt x="339" y="3440292"/>
                  </a:lnTo>
                  <a:lnTo>
                    <a:pt x="0" y="3362746"/>
                  </a:lnTo>
                  <a:lnTo>
                    <a:pt x="3185" y="3285911"/>
                  </a:lnTo>
                  <a:lnTo>
                    <a:pt x="9859" y="3209911"/>
                  </a:lnTo>
                  <a:lnTo>
                    <a:pt x="19982" y="3134872"/>
                  </a:lnTo>
                  <a:lnTo>
                    <a:pt x="33509" y="3060916"/>
                  </a:lnTo>
                  <a:lnTo>
                    <a:pt x="50392" y="2988166"/>
                  </a:lnTo>
                  <a:lnTo>
                    <a:pt x="70580" y="2916739"/>
                  </a:lnTo>
                  <a:lnTo>
                    <a:pt x="94017" y="2846756"/>
                  </a:lnTo>
                  <a:lnTo>
                    <a:pt x="120643" y="2778330"/>
                  </a:lnTo>
                  <a:lnTo>
                    <a:pt x="150395" y="2711577"/>
                  </a:lnTo>
                  <a:lnTo>
                    <a:pt x="183206" y="2646607"/>
                  </a:lnTo>
                  <a:lnTo>
                    <a:pt x="219005" y="2583531"/>
                  </a:lnTo>
                  <a:lnTo>
                    <a:pt x="257719" y="2522454"/>
                  </a:lnTo>
                  <a:lnTo>
                    <a:pt x="299270" y="2463482"/>
                  </a:lnTo>
                  <a:lnTo>
                    <a:pt x="343578" y="2406715"/>
                  </a:lnTo>
                  <a:lnTo>
                    <a:pt x="390558" y="2352254"/>
                  </a:lnTo>
                  <a:lnTo>
                    <a:pt x="440123" y="2300195"/>
                  </a:lnTo>
                  <a:lnTo>
                    <a:pt x="440123" y="2300195"/>
                  </a:lnTo>
                  <a:lnTo>
                    <a:pt x="440123" y="2300195"/>
                  </a:lnTo>
                </a:path>
              </a:pathLst>
            </a:custGeom>
            <a:ln w="25746" cap="flat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86133" y="3753547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1453352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312421" y="2127063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6053742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9000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2026-03-18T21:41:44Z</dcterms:modified>
  <cp:category/>
</cp:coreProperties>
</file>