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73723" y="438873"/>
              <a:ext cx="1086555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184740" y="2182938"/>
              <a:ext cx="3812746" cy="3464939"/>
            </a:xfrm>
            <a:custGeom>
              <a:avLst/>
              <a:pathLst>
                <a:path w="3812746" h="3464939">
                  <a:moveTo>
                    <a:pt x="3812746" y="1630398"/>
                  </a:moveTo>
                  <a:lnTo>
                    <a:pt x="3773744" y="1535181"/>
                  </a:lnTo>
                  <a:lnTo>
                    <a:pt x="3730836" y="1443272"/>
                  </a:lnTo>
                  <a:lnTo>
                    <a:pt x="3684232" y="1354827"/>
                  </a:lnTo>
                  <a:lnTo>
                    <a:pt x="3634148" y="1269993"/>
                  </a:lnTo>
                  <a:lnTo>
                    <a:pt x="3580807" y="1188902"/>
                  </a:lnTo>
                  <a:lnTo>
                    <a:pt x="3524436" y="1111676"/>
                  </a:lnTo>
                  <a:lnTo>
                    <a:pt x="3465266" y="1038422"/>
                  </a:lnTo>
                  <a:lnTo>
                    <a:pt x="3403532" y="969236"/>
                  </a:lnTo>
                  <a:lnTo>
                    <a:pt x="3339471" y="904201"/>
                  </a:lnTo>
                  <a:lnTo>
                    <a:pt x="3273324" y="843387"/>
                  </a:lnTo>
                  <a:lnTo>
                    <a:pt x="3205332" y="786853"/>
                  </a:lnTo>
                  <a:lnTo>
                    <a:pt x="3135739" y="734641"/>
                  </a:lnTo>
                  <a:lnTo>
                    <a:pt x="3064787" y="686784"/>
                  </a:lnTo>
                  <a:lnTo>
                    <a:pt x="2992719" y="643300"/>
                  </a:lnTo>
                  <a:lnTo>
                    <a:pt x="2919777" y="604196"/>
                  </a:lnTo>
                  <a:lnTo>
                    <a:pt x="2846201" y="569465"/>
                  </a:lnTo>
                  <a:lnTo>
                    <a:pt x="2772229" y="539088"/>
                  </a:lnTo>
                  <a:lnTo>
                    <a:pt x="2698097" y="513034"/>
                  </a:lnTo>
                  <a:lnTo>
                    <a:pt x="2624036" y="491259"/>
                  </a:lnTo>
                  <a:lnTo>
                    <a:pt x="2550273" y="473710"/>
                  </a:lnTo>
                  <a:lnTo>
                    <a:pt x="2477033" y="460319"/>
                  </a:lnTo>
                  <a:lnTo>
                    <a:pt x="2404532" y="451009"/>
                  </a:lnTo>
                  <a:lnTo>
                    <a:pt x="2332983" y="445690"/>
                  </a:lnTo>
                  <a:lnTo>
                    <a:pt x="2262592" y="444264"/>
                  </a:lnTo>
                  <a:lnTo>
                    <a:pt x="2193557" y="446621"/>
                  </a:lnTo>
                  <a:lnTo>
                    <a:pt x="2126072" y="452643"/>
                  </a:lnTo>
                  <a:lnTo>
                    <a:pt x="2060319" y="462200"/>
                  </a:lnTo>
                  <a:lnTo>
                    <a:pt x="1996475" y="475155"/>
                  </a:lnTo>
                  <a:lnTo>
                    <a:pt x="1934707" y="491363"/>
                  </a:lnTo>
                  <a:lnTo>
                    <a:pt x="1875173" y="510669"/>
                  </a:lnTo>
                  <a:lnTo>
                    <a:pt x="1818023" y="532912"/>
                  </a:lnTo>
                  <a:lnTo>
                    <a:pt x="1763396" y="557923"/>
                  </a:lnTo>
                  <a:lnTo>
                    <a:pt x="1711421" y="585529"/>
                  </a:lnTo>
                  <a:lnTo>
                    <a:pt x="1662217" y="615548"/>
                  </a:lnTo>
                  <a:lnTo>
                    <a:pt x="1615892" y="647794"/>
                  </a:lnTo>
                  <a:lnTo>
                    <a:pt x="1572544" y="682078"/>
                  </a:lnTo>
                  <a:lnTo>
                    <a:pt x="1532260" y="718203"/>
                  </a:lnTo>
                  <a:lnTo>
                    <a:pt x="1567038" y="656629"/>
                  </a:lnTo>
                  <a:lnTo>
                    <a:pt x="1606209" y="596454"/>
                  </a:lnTo>
                  <a:lnTo>
                    <a:pt x="1649714" y="537914"/>
                  </a:lnTo>
                  <a:lnTo>
                    <a:pt x="1697484" y="481240"/>
                  </a:lnTo>
                  <a:lnTo>
                    <a:pt x="1749438" y="426663"/>
                  </a:lnTo>
                  <a:lnTo>
                    <a:pt x="1805484" y="374407"/>
                  </a:lnTo>
                  <a:lnTo>
                    <a:pt x="1865520" y="324697"/>
                  </a:lnTo>
                  <a:lnTo>
                    <a:pt x="1929434" y="277748"/>
                  </a:lnTo>
                  <a:lnTo>
                    <a:pt x="1997101" y="233773"/>
                  </a:lnTo>
                  <a:lnTo>
                    <a:pt x="2068389" y="192981"/>
                  </a:lnTo>
                  <a:lnTo>
                    <a:pt x="2143153" y="155572"/>
                  </a:lnTo>
                  <a:lnTo>
                    <a:pt x="2221241" y="121741"/>
                  </a:lnTo>
                  <a:lnTo>
                    <a:pt x="2302489" y="91677"/>
                  </a:lnTo>
                  <a:lnTo>
                    <a:pt x="2386725" y="65561"/>
                  </a:lnTo>
                  <a:lnTo>
                    <a:pt x="2473770" y="43568"/>
                  </a:lnTo>
                  <a:lnTo>
                    <a:pt x="2563433" y="25862"/>
                  </a:lnTo>
                  <a:lnTo>
                    <a:pt x="2655517" y="12601"/>
                  </a:lnTo>
                  <a:lnTo>
                    <a:pt x="2749816" y="3933"/>
                  </a:lnTo>
                  <a:lnTo>
                    <a:pt x="2846118" y="0"/>
                  </a:lnTo>
                  <a:lnTo>
                    <a:pt x="2944203" y="929"/>
                  </a:lnTo>
                  <a:lnTo>
                    <a:pt x="3043844" y="6843"/>
                  </a:lnTo>
                  <a:lnTo>
                    <a:pt x="3144807" y="17851"/>
                  </a:lnTo>
                  <a:lnTo>
                    <a:pt x="3202700" y="89376"/>
                  </a:lnTo>
                  <a:lnTo>
                    <a:pt x="3257457" y="162939"/>
                  </a:lnTo>
                  <a:lnTo>
                    <a:pt x="3309009" y="238404"/>
                  </a:lnTo>
                  <a:lnTo>
                    <a:pt x="3357292" y="315632"/>
                  </a:lnTo>
                  <a:lnTo>
                    <a:pt x="3402248" y="394484"/>
                  </a:lnTo>
                  <a:lnTo>
                    <a:pt x="3443825" y="474817"/>
                  </a:lnTo>
                  <a:lnTo>
                    <a:pt x="3481976" y="556486"/>
                  </a:lnTo>
                  <a:lnTo>
                    <a:pt x="3516662" y="639348"/>
                  </a:lnTo>
                  <a:lnTo>
                    <a:pt x="3547848" y="723255"/>
                  </a:lnTo>
                  <a:lnTo>
                    <a:pt x="3575508" y="808062"/>
                  </a:lnTo>
                  <a:lnTo>
                    <a:pt x="3599619" y="893619"/>
                  </a:lnTo>
                  <a:lnTo>
                    <a:pt x="3620166" y="979780"/>
                  </a:lnTo>
                  <a:lnTo>
                    <a:pt x="3637139" y="1066397"/>
                  </a:lnTo>
                  <a:lnTo>
                    <a:pt x="3650536" y="1153323"/>
                  </a:lnTo>
                  <a:lnTo>
                    <a:pt x="3660360" y="1240409"/>
                  </a:lnTo>
                  <a:lnTo>
                    <a:pt x="3666618" y="1327511"/>
                  </a:lnTo>
                  <a:lnTo>
                    <a:pt x="3669326" y="1414482"/>
                  </a:lnTo>
                  <a:lnTo>
                    <a:pt x="3668504" y="1501179"/>
                  </a:lnTo>
                  <a:lnTo>
                    <a:pt x="3664180" y="1587459"/>
                  </a:lnTo>
                  <a:lnTo>
                    <a:pt x="3656385" y="1673180"/>
                  </a:lnTo>
                  <a:lnTo>
                    <a:pt x="3645157" y="1758205"/>
                  </a:lnTo>
                  <a:lnTo>
                    <a:pt x="3630540" y="1842395"/>
                  </a:lnTo>
                  <a:lnTo>
                    <a:pt x="3612583" y="1925617"/>
                  </a:lnTo>
                  <a:lnTo>
                    <a:pt x="3591340" y="2007738"/>
                  </a:lnTo>
                  <a:lnTo>
                    <a:pt x="3566870" y="2088630"/>
                  </a:lnTo>
                  <a:lnTo>
                    <a:pt x="3539238" y="2168166"/>
                  </a:lnTo>
                  <a:lnTo>
                    <a:pt x="3508513" y="2246223"/>
                  </a:lnTo>
                  <a:lnTo>
                    <a:pt x="3474770" y="2322682"/>
                  </a:lnTo>
                  <a:lnTo>
                    <a:pt x="3438086" y="2397427"/>
                  </a:lnTo>
                  <a:lnTo>
                    <a:pt x="3398546" y="2470345"/>
                  </a:lnTo>
                  <a:lnTo>
                    <a:pt x="3356236" y="2541328"/>
                  </a:lnTo>
                  <a:lnTo>
                    <a:pt x="3311248" y="2610272"/>
                  </a:lnTo>
                  <a:lnTo>
                    <a:pt x="3263677" y="2677076"/>
                  </a:lnTo>
                  <a:lnTo>
                    <a:pt x="3213623" y="2741646"/>
                  </a:lnTo>
                  <a:lnTo>
                    <a:pt x="3161188" y="2803889"/>
                  </a:lnTo>
                  <a:lnTo>
                    <a:pt x="3106478" y="2863719"/>
                  </a:lnTo>
                  <a:lnTo>
                    <a:pt x="3049602" y="2921055"/>
                  </a:lnTo>
                  <a:lnTo>
                    <a:pt x="2990672" y="2975819"/>
                  </a:lnTo>
                  <a:lnTo>
                    <a:pt x="2929801" y="3027939"/>
                  </a:lnTo>
                  <a:lnTo>
                    <a:pt x="2867108" y="3077349"/>
                  </a:lnTo>
                  <a:lnTo>
                    <a:pt x="2802711" y="3123985"/>
                  </a:lnTo>
                  <a:lnTo>
                    <a:pt x="2736732" y="3167793"/>
                  </a:lnTo>
                  <a:lnTo>
                    <a:pt x="2669293" y="3208719"/>
                  </a:lnTo>
                  <a:lnTo>
                    <a:pt x="2600519" y="3246718"/>
                  </a:lnTo>
                  <a:lnTo>
                    <a:pt x="2530537" y="3281750"/>
                  </a:lnTo>
                  <a:lnTo>
                    <a:pt x="2459473" y="3313778"/>
                  </a:lnTo>
                  <a:lnTo>
                    <a:pt x="2387454" y="3342773"/>
                  </a:lnTo>
                  <a:lnTo>
                    <a:pt x="2314611" y="3368710"/>
                  </a:lnTo>
                  <a:lnTo>
                    <a:pt x="2241070" y="3391569"/>
                  </a:lnTo>
                  <a:lnTo>
                    <a:pt x="2166963" y="3411338"/>
                  </a:lnTo>
                  <a:lnTo>
                    <a:pt x="2092418" y="3428007"/>
                  </a:lnTo>
                  <a:lnTo>
                    <a:pt x="2017563" y="3441573"/>
                  </a:lnTo>
                  <a:lnTo>
                    <a:pt x="1942528" y="3452040"/>
                  </a:lnTo>
                  <a:lnTo>
                    <a:pt x="1867439" y="3459413"/>
                  </a:lnTo>
                  <a:lnTo>
                    <a:pt x="1792425" y="3463707"/>
                  </a:lnTo>
                  <a:lnTo>
                    <a:pt x="1717611" y="3464939"/>
                  </a:lnTo>
                  <a:lnTo>
                    <a:pt x="1643120" y="3463132"/>
                  </a:lnTo>
                  <a:lnTo>
                    <a:pt x="1569076" y="3458315"/>
                  </a:lnTo>
                  <a:lnTo>
                    <a:pt x="1495601" y="3450520"/>
                  </a:lnTo>
                  <a:lnTo>
                    <a:pt x="1422812" y="3439785"/>
                  </a:lnTo>
                  <a:lnTo>
                    <a:pt x="1350828" y="3426154"/>
                  </a:lnTo>
                  <a:lnTo>
                    <a:pt x="1279763" y="3409673"/>
                  </a:lnTo>
                  <a:lnTo>
                    <a:pt x="1209729" y="3390394"/>
                  </a:lnTo>
                  <a:lnTo>
                    <a:pt x="1140835" y="3368373"/>
                  </a:lnTo>
                  <a:lnTo>
                    <a:pt x="1073190" y="3343672"/>
                  </a:lnTo>
                  <a:lnTo>
                    <a:pt x="1006895" y="3316354"/>
                  </a:lnTo>
                  <a:lnTo>
                    <a:pt x="942052" y="3286488"/>
                  </a:lnTo>
                  <a:lnTo>
                    <a:pt x="878757" y="3254147"/>
                  </a:lnTo>
                  <a:lnTo>
                    <a:pt x="817105" y="3219407"/>
                  </a:lnTo>
                  <a:lnTo>
                    <a:pt x="757186" y="3182347"/>
                  </a:lnTo>
                  <a:lnTo>
                    <a:pt x="699085" y="3143050"/>
                  </a:lnTo>
                  <a:lnTo>
                    <a:pt x="642886" y="3101602"/>
                  </a:lnTo>
                  <a:lnTo>
                    <a:pt x="588667" y="3058093"/>
                  </a:lnTo>
                  <a:lnTo>
                    <a:pt x="536502" y="3012615"/>
                  </a:lnTo>
                  <a:lnTo>
                    <a:pt x="486461" y="2965262"/>
                  </a:lnTo>
                  <a:lnTo>
                    <a:pt x="438611" y="2916130"/>
                  </a:lnTo>
                  <a:lnTo>
                    <a:pt x="393013" y="2865320"/>
                  </a:lnTo>
                  <a:lnTo>
                    <a:pt x="349725" y="2812933"/>
                  </a:lnTo>
                  <a:lnTo>
                    <a:pt x="308799" y="2759071"/>
                  </a:lnTo>
                  <a:lnTo>
                    <a:pt x="270283" y="2703841"/>
                  </a:lnTo>
                  <a:lnTo>
                    <a:pt x="234220" y="2647347"/>
                  </a:lnTo>
                  <a:lnTo>
                    <a:pt x="200650" y="2589698"/>
                  </a:lnTo>
                  <a:lnTo>
                    <a:pt x="169608" y="2531003"/>
                  </a:lnTo>
                  <a:lnTo>
                    <a:pt x="141121" y="2471371"/>
                  </a:lnTo>
                  <a:lnTo>
                    <a:pt x="115216" y="2410912"/>
                  </a:lnTo>
                  <a:lnTo>
                    <a:pt x="91912" y="2349737"/>
                  </a:lnTo>
                  <a:lnTo>
                    <a:pt x="71225" y="2287956"/>
                  </a:lnTo>
                  <a:lnTo>
                    <a:pt x="53165" y="2225682"/>
                  </a:lnTo>
                  <a:lnTo>
                    <a:pt x="37739" y="2163025"/>
                  </a:lnTo>
                  <a:lnTo>
                    <a:pt x="24948" y="2100095"/>
                  </a:lnTo>
                  <a:lnTo>
                    <a:pt x="14789" y="2037003"/>
                  </a:lnTo>
                  <a:lnTo>
                    <a:pt x="7253" y="1973858"/>
                  </a:lnTo>
                  <a:lnTo>
                    <a:pt x="2329" y="1910768"/>
                  </a:lnTo>
                  <a:lnTo>
                    <a:pt x="0" y="1847841"/>
                  </a:lnTo>
                  <a:lnTo>
                    <a:pt x="244" y="1785183"/>
                  </a:lnTo>
                  <a:lnTo>
                    <a:pt x="3036" y="1722899"/>
                  </a:lnTo>
                  <a:lnTo>
                    <a:pt x="8346" y="1661091"/>
                  </a:lnTo>
                  <a:lnTo>
                    <a:pt x="16141" y="1599862"/>
                  </a:lnTo>
                  <a:lnTo>
                    <a:pt x="26383" y="1539309"/>
                  </a:lnTo>
                  <a:lnTo>
                    <a:pt x="39029" y="1479531"/>
                  </a:lnTo>
                  <a:lnTo>
                    <a:pt x="54034" y="1420623"/>
                  </a:lnTo>
                  <a:lnTo>
                    <a:pt x="71348" y="1362676"/>
                  </a:lnTo>
                  <a:lnTo>
                    <a:pt x="90919" y="1305781"/>
                  </a:lnTo>
                  <a:lnTo>
                    <a:pt x="112690" y="1250025"/>
                  </a:lnTo>
                  <a:lnTo>
                    <a:pt x="136601" y="1195493"/>
                  </a:lnTo>
                  <a:lnTo>
                    <a:pt x="162589" y="1142266"/>
                  </a:lnTo>
                  <a:lnTo>
                    <a:pt x="190587" y="1090421"/>
                  </a:lnTo>
                  <a:lnTo>
                    <a:pt x="220528" y="1040035"/>
                  </a:lnTo>
                  <a:lnTo>
                    <a:pt x="252338" y="991179"/>
                  </a:lnTo>
                  <a:lnTo>
                    <a:pt x="285944" y="943922"/>
                  </a:lnTo>
                  <a:lnTo>
                    <a:pt x="321269" y="898328"/>
                  </a:lnTo>
                  <a:lnTo>
                    <a:pt x="358232" y="854459"/>
                  </a:lnTo>
                  <a:lnTo>
                    <a:pt x="396754" y="812372"/>
                  </a:lnTo>
                  <a:lnTo>
                    <a:pt x="436751" y="772122"/>
                  </a:lnTo>
                  <a:lnTo>
                    <a:pt x="478138" y="733758"/>
                  </a:lnTo>
                  <a:lnTo>
                    <a:pt x="520827" y="697326"/>
                  </a:lnTo>
                  <a:lnTo>
                    <a:pt x="564731" y="662870"/>
                  </a:lnTo>
                  <a:lnTo>
                    <a:pt x="528555" y="764596"/>
                  </a:lnTo>
                  <a:lnTo>
                    <a:pt x="501926" y="866251"/>
                  </a:lnTo>
                  <a:lnTo>
                    <a:pt x="484629" y="966993"/>
                  </a:lnTo>
                  <a:lnTo>
                    <a:pt x="476375" y="1066016"/>
                  </a:lnTo>
                  <a:lnTo>
                    <a:pt x="476808" y="1162548"/>
                  </a:lnTo>
                  <a:lnTo>
                    <a:pt x="485510" y="1255865"/>
                  </a:lnTo>
                  <a:lnTo>
                    <a:pt x="502004" y="1345288"/>
                  </a:lnTo>
                  <a:lnTo>
                    <a:pt x="525759" y="1430193"/>
                  </a:lnTo>
                  <a:lnTo>
                    <a:pt x="556196" y="1510012"/>
                  </a:lnTo>
                  <a:lnTo>
                    <a:pt x="592692" y="1584240"/>
                  </a:lnTo>
                  <a:lnTo>
                    <a:pt x="634589" y="1652435"/>
                  </a:lnTo>
                  <a:lnTo>
                    <a:pt x="681195" y="1714221"/>
                  </a:lnTo>
                  <a:lnTo>
                    <a:pt x="731797" y="1769291"/>
                  </a:lnTo>
                  <a:lnTo>
                    <a:pt x="785662" y="1817411"/>
                  </a:lnTo>
                  <a:lnTo>
                    <a:pt x="842043" y="1858415"/>
                  </a:lnTo>
                  <a:lnTo>
                    <a:pt x="900191" y="1892209"/>
                  </a:lnTo>
                  <a:lnTo>
                    <a:pt x="959358" y="1918773"/>
                  </a:lnTo>
                  <a:lnTo>
                    <a:pt x="1018800" y="1938154"/>
                  </a:lnTo>
                  <a:lnTo>
                    <a:pt x="1077790" y="1950472"/>
                  </a:lnTo>
                  <a:lnTo>
                    <a:pt x="1135621" y="1955911"/>
                  </a:lnTo>
                  <a:lnTo>
                    <a:pt x="1191610" y="1954724"/>
                  </a:lnTo>
                  <a:lnTo>
                    <a:pt x="1245107" y="1947222"/>
                  </a:lnTo>
                  <a:lnTo>
                    <a:pt x="1295499" y="1933779"/>
                  </a:lnTo>
                  <a:lnTo>
                    <a:pt x="1342214" y="1914821"/>
                  </a:lnTo>
                  <a:lnTo>
                    <a:pt x="1384729" y="1890827"/>
                  </a:lnTo>
                  <a:lnTo>
                    <a:pt x="1422569" y="1862321"/>
                  </a:lnTo>
                  <a:lnTo>
                    <a:pt x="1455316" y="1829868"/>
                  </a:lnTo>
                  <a:lnTo>
                    <a:pt x="1482611" y="1794070"/>
                  </a:lnTo>
                  <a:lnTo>
                    <a:pt x="1504154" y="1755559"/>
                  </a:lnTo>
                  <a:lnTo>
                    <a:pt x="1519712" y="1714991"/>
                  </a:lnTo>
                  <a:lnTo>
                    <a:pt x="1529114" y="1673041"/>
                  </a:lnTo>
                  <a:lnTo>
                    <a:pt x="1532260" y="1630398"/>
                  </a:lnTo>
                  <a:lnTo>
                    <a:pt x="1557108" y="1663591"/>
                  </a:lnTo>
                  <a:lnTo>
                    <a:pt x="1572003" y="1703181"/>
                  </a:lnTo>
                  <a:lnTo>
                    <a:pt x="1575730" y="1746945"/>
                  </a:lnTo>
                  <a:lnTo>
                    <a:pt x="1567515" y="1792461"/>
                  </a:lnTo>
                  <a:lnTo>
                    <a:pt x="1547050" y="1837187"/>
                  </a:lnTo>
                  <a:lnTo>
                    <a:pt x="1514512" y="1878545"/>
                  </a:lnTo>
                  <a:lnTo>
                    <a:pt x="1470564" y="1914009"/>
                  </a:lnTo>
                  <a:lnTo>
                    <a:pt x="1416340" y="1941191"/>
                  </a:lnTo>
                  <a:lnTo>
                    <a:pt x="1353418" y="1957922"/>
                  </a:lnTo>
                  <a:lnTo>
                    <a:pt x="1283779" y="1962330"/>
                  </a:lnTo>
                  <a:lnTo>
                    <a:pt x="1209750" y="1952908"/>
                  </a:lnTo>
                  <a:lnTo>
                    <a:pt x="1221690" y="1890997"/>
                  </a:lnTo>
                  <a:lnTo>
                    <a:pt x="1241672" y="1833870"/>
                  </a:lnTo>
                  <a:lnTo>
                    <a:pt x="1268932" y="1782430"/>
                  </a:lnTo>
                  <a:lnTo>
                    <a:pt x="1302613" y="1737484"/>
                  </a:lnTo>
                  <a:lnTo>
                    <a:pt x="1341775" y="1699729"/>
                  </a:lnTo>
                  <a:lnTo>
                    <a:pt x="1385408" y="1669747"/>
                  </a:lnTo>
                  <a:lnTo>
                    <a:pt x="1432445" y="1647998"/>
                  </a:lnTo>
                  <a:lnTo>
                    <a:pt x="1481775" y="1634815"/>
                  </a:lnTo>
                  <a:lnTo>
                    <a:pt x="1532260" y="1630398"/>
                  </a:lnTo>
                  <a:lnTo>
                    <a:pt x="1492312" y="1632602"/>
                  </a:lnTo>
                  <a:lnTo>
                    <a:pt x="1452729" y="1639201"/>
                  </a:lnTo>
                  <a:lnTo>
                    <a:pt x="1413871" y="1650154"/>
                  </a:lnTo>
                  <a:lnTo>
                    <a:pt x="1376099" y="1665394"/>
                  </a:lnTo>
                  <a:lnTo>
                    <a:pt x="1339765" y="1684830"/>
                  </a:lnTo>
                  <a:lnTo>
                    <a:pt x="1305215" y="1708343"/>
                  </a:lnTo>
                  <a:lnTo>
                    <a:pt x="1272786" y="1735787"/>
                  </a:lnTo>
                  <a:lnTo>
                    <a:pt x="1242804" y="1766996"/>
                  </a:lnTo>
                  <a:lnTo>
                    <a:pt x="1215582" y="1801776"/>
                  </a:lnTo>
                  <a:lnTo>
                    <a:pt x="1191419" y="1839912"/>
                  </a:lnTo>
                  <a:lnTo>
                    <a:pt x="1170601" y="1881167"/>
                  </a:lnTo>
                  <a:lnTo>
                    <a:pt x="1153392" y="1925283"/>
                  </a:lnTo>
                  <a:lnTo>
                    <a:pt x="1140041" y="1971982"/>
                  </a:lnTo>
                  <a:lnTo>
                    <a:pt x="1130776" y="2020968"/>
                  </a:lnTo>
                  <a:lnTo>
                    <a:pt x="1125804" y="2071927"/>
                  </a:lnTo>
                  <a:lnTo>
                    <a:pt x="1125310" y="2124530"/>
                  </a:lnTo>
                  <a:lnTo>
                    <a:pt x="1129454" y="2178435"/>
                  </a:lnTo>
                  <a:lnTo>
                    <a:pt x="1138373" y="2233287"/>
                  </a:lnTo>
                  <a:lnTo>
                    <a:pt x="1152179" y="2288718"/>
                  </a:lnTo>
                  <a:lnTo>
                    <a:pt x="1170956" y="2344354"/>
                  </a:lnTo>
                  <a:lnTo>
                    <a:pt x="1194764" y="2399812"/>
                  </a:lnTo>
                  <a:lnTo>
                    <a:pt x="1223633" y="2454704"/>
                  </a:lnTo>
                  <a:lnTo>
                    <a:pt x="1257568" y="2508638"/>
                  </a:lnTo>
                  <a:lnTo>
                    <a:pt x="1296544" y="2561221"/>
                  </a:lnTo>
                  <a:lnTo>
                    <a:pt x="1340508" y="2612059"/>
                  </a:lnTo>
                  <a:lnTo>
                    <a:pt x="1389382" y="2660761"/>
                  </a:lnTo>
                  <a:lnTo>
                    <a:pt x="1443055" y="2706939"/>
                  </a:lnTo>
                  <a:lnTo>
                    <a:pt x="1501392" y="2750212"/>
                  </a:lnTo>
                  <a:lnTo>
                    <a:pt x="1564230" y="2790205"/>
                  </a:lnTo>
                  <a:lnTo>
                    <a:pt x="1631376" y="2826555"/>
                  </a:lnTo>
                  <a:lnTo>
                    <a:pt x="1702615" y="2858908"/>
                  </a:lnTo>
                  <a:lnTo>
                    <a:pt x="1777702" y="2886924"/>
                  </a:lnTo>
                  <a:lnTo>
                    <a:pt x="1856370" y="2910279"/>
                  </a:lnTo>
                  <a:lnTo>
                    <a:pt x="1938327" y="2928666"/>
                  </a:lnTo>
                  <a:lnTo>
                    <a:pt x="2023257" y="2941794"/>
                  </a:lnTo>
                  <a:lnTo>
                    <a:pt x="2110825" y="2949393"/>
                  </a:lnTo>
                  <a:lnTo>
                    <a:pt x="2200672" y="2951216"/>
                  </a:lnTo>
                  <a:lnTo>
                    <a:pt x="2292422" y="2947038"/>
                  </a:lnTo>
                  <a:lnTo>
                    <a:pt x="2385681" y="2936656"/>
                  </a:lnTo>
                  <a:lnTo>
                    <a:pt x="2480039" y="2919897"/>
                  </a:lnTo>
                  <a:lnTo>
                    <a:pt x="2575069" y="2896611"/>
                  </a:lnTo>
                  <a:lnTo>
                    <a:pt x="2670336" y="2866678"/>
                  </a:lnTo>
                  <a:lnTo>
                    <a:pt x="2765389" y="2830004"/>
                  </a:lnTo>
                  <a:lnTo>
                    <a:pt x="2859771" y="2786528"/>
                  </a:lnTo>
                  <a:lnTo>
                    <a:pt x="2953016" y="2736217"/>
                  </a:lnTo>
                  <a:lnTo>
                    <a:pt x="3044654" y="2679069"/>
                  </a:lnTo>
                  <a:lnTo>
                    <a:pt x="3134210" y="2615113"/>
                  </a:lnTo>
                  <a:lnTo>
                    <a:pt x="3221210" y="2544412"/>
                  </a:lnTo>
                  <a:lnTo>
                    <a:pt x="3305178" y="2467058"/>
                  </a:lnTo>
                  <a:lnTo>
                    <a:pt x="3385644" y="2383177"/>
                  </a:lnTo>
                  <a:lnTo>
                    <a:pt x="3462139" y="2292926"/>
                  </a:lnTo>
                  <a:lnTo>
                    <a:pt x="3534205" y="2196494"/>
                  </a:lnTo>
                  <a:lnTo>
                    <a:pt x="3601390" y="2094101"/>
                  </a:lnTo>
                  <a:lnTo>
                    <a:pt x="3663255" y="1985998"/>
                  </a:lnTo>
                  <a:lnTo>
                    <a:pt x="3719374" y="1872468"/>
                  </a:lnTo>
                  <a:lnTo>
                    <a:pt x="3769336" y="1753821"/>
                  </a:lnTo>
                  <a:close/>
                </a:path>
              </a:pathLst>
            </a:custGeom>
            <a:solidFill>
              <a:srgbClr val="619CFF">
                <a:alpha val="25882"/>
              </a:srgbClr>
            </a:solidFill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49472" y="2182938"/>
              <a:ext cx="3248015" cy="2066750"/>
            </a:xfrm>
            <a:custGeom>
              <a:avLst/>
              <a:pathLst>
                <a:path w="3248015" h="2066750">
                  <a:moveTo>
                    <a:pt x="967528" y="718203"/>
                  </a:moveTo>
                  <a:lnTo>
                    <a:pt x="1002306" y="656629"/>
                  </a:lnTo>
                  <a:lnTo>
                    <a:pt x="1041477" y="596454"/>
                  </a:lnTo>
                  <a:lnTo>
                    <a:pt x="1084982" y="537914"/>
                  </a:lnTo>
                  <a:lnTo>
                    <a:pt x="1132752" y="481240"/>
                  </a:lnTo>
                  <a:lnTo>
                    <a:pt x="1184706" y="426663"/>
                  </a:lnTo>
                  <a:lnTo>
                    <a:pt x="1240752" y="374407"/>
                  </a:lnTo>
                  <a:lnTo>
                    <a:pt x="1300788" y="324697"/>
                  </a:lnTo>
                  <a:lnTo>
                    <a:pt x="1364702" y="277748"/>
                  </a:lnTo>
                  <a:lnTo>
                    <a:pt x="1432369" y="233773"/>
                  </a:lnTo>
                  <a:lnTo>
                    <a:pt x="1503657" y="192981"/>
                  </a:lnTo>
                  <a:lnTo>
                    <a:pt x="1578421" y="155572"/>
                  </a:lnTo>
                  <a:lnTo>
                    <a:pt x="1656509" y="121741"/>
                  </a:lnTo>
                  <a:lnTo>
                    <a:pt x="1737757" y="91677"/>
                  </a:lnTo>
                  <a:lnTo>
                    <a:pt x="1821993" y="65561"/>
                  </a:lnTo>
                  <a:lnTo>
                    <a:pt x="1909038" y="43568"/>
                  </a:lnTo>
                  <a:lnTo>
                    <a:pt x="1998701" y="25862"/>
                  </a:lnTo>
                  <a:lnTo>
                    <a:pt x="2090785" y="12601"/>
                  </a:lnTo>
                  <a:lnTo>
                    <a:pt x="2185084" y="3933"/>
                  </a:lnTo>
                  <a:lnTo>
                    <a:pt x="2281386" y="0"/>
                  </a:lnTo>
                  <a:lnTo>
                    <a:pt x="2379471" y="929"/>
                  </a:lnTo>
                  <a:lnTo>
                    <a:pt x="2479112" y="6843"/>
                  </a:lnTo>
                  <a:lnTo>
                    <a:pt x="2580076" y="17851"/>
                  </a:lnTo>
                  <a:lnTo>
                    <a:pt x="2634190" y="73845"/>
                  </a:lnTo>
                  <a:lnTo>
                    <a:pt x="2686360" y="131654"/>
                  </a:lnTo>
                  <a:lnTo>
                    <a:pt x="2736527" y="191210"/>
                  </a:lnTo>
                  <a:lnTo>
                    <a:pt x="2784631" y="252445"/>
                  </a:lnTo>
                  <a:lnTo>
                    <a:pt x="2830617" y="315286"/>
                  </a:lnTo>
                  <a:lnTo>
                    <a:pt x="2874430" y="379661"/>
                  </a:lnTo>
                  <a:lnTo>
                    <a:pt x="2916020" y="445494"/>
                  </a:lnTo>
                  <a:lnTo>
                    <a:pt x="2955338" y="512708"/>
                  </a:lnTo>
                  <a:lnTo>
                    <a:pt x="2992338" y="581226"/>
                  </a:lnTo>
                  <a:lnTo>
                    <a:pt x="3026978" y="650967"/>
                  </a:lnTo>
                  <a:lnTo>
                    <a:pt x="3059216" y="721850"/>
                  </a:lnTo>
                  <a:lnTo>
                    <a:pt x="3089015" y="793792"/>
                  </a:lnTo>
                  <a:lnTo>
                    <a:pt x="3116341" y="866710"/>
                  </a:lnTo>
                  <a:lnTo>
                    <a:pt x="3141162" y="940518"/>
                  </a:lnTo>
                  <a:lnTo>
                    <a:pt x="3163448" y="1015130"/>
                  </a:lnTo>
                  <a:lnTo>
                    <a:pt x="3183174" y="1090460"/>
                  </a:lnTo>
                  <a:lnTo>
                    <a:pt x="3200316" y="1166419"/>
                  </a:lnTo>
                  <a:lnTo>
                    <a:pt x="3214855" y="1242920"/>
                  </a:lnTo>
                  <a:lnTo>
                    <a:pt x="3226774" y="1319872"/>
                  </a:lnTo>
                  <a:lnTo>
                    <a:pt x="3236059" y="1397186"/>
                  </a:lnTo>
                  <a:lnTo>
                    <a:pt x="3242698" y="1474772"/>
                  </a:lnTo>
                  <a:lnTo>
                    <a:pt x="3246685" y="1552540"/>
                  </a:lnTo>
                  <a:lnTo>
                    <a:pt x="3248015" y="1630398"/>
                  </a:lnTo>
                  <a:lnTo>
                    <a:pt x="3176084" y="1684615"/>
                  </a:lnTo>
                  <a:lnTo>
                    <a:pt x="3102909" y="1735303"/>
                  </a:lnTo>
                  <a:lnTo>
                    <a:pt x="3028619" y="1782433"/>
                  </a:lnTo>
                  <a:lnTo>
                    <a:pt x="2953345" y="1825984"/>
                  </a:lnTo>
                  <a:lnTo>
                    <a:pt x="2877218" y="1865936"/>
                  </a:lnTo>
                  <a:lnTo>
                    <a:pt x="2800369" y="1902274"/>
                  </a:lnTo>
                  <a:lnTo>
                    <a:pt x="2722928" y="1934989"/>
                  </a:lnTo>
                  <a:lnTo>
                    <a:pt x="2645029" y="1964074"/>
                  </a:lnTo>
                  <a:lnTo>
                    <a:pt x="2566801" y="1989527"/>
                  </a:lnTo>
                  <a:lnTo>
                    <a:pt x="2488376" y="2011351"/>
                  </a:lnTo>
                  <a:lnTo>
                    <a:pt x="2409886" y="2029552"/>
                  </a:lnTo>
                  <a:lnTo>
                    <a:pt x="2331459" y="2044142"/>
                  </a:lnTo>
                  <a:lnTo>
                    <a:pt x="2253226" y="2055135"/>
                  </a:lnTo>
                  <a:lnTo>
                    <a:pt x="2175316" y="2062551"/>
                  </a:lnTo>
                  <a:lnTo>
                    <a:pt x="2097857" y="2066414"/>
                  </a:lnTo>
                  <a:lnTo>
                    <a:pt x="2020975" y="2066750"/>
                  </a:lnTo>
                  <a:lnTo>
                    <a:pt x="1944798" y="2063592"/>
                  </a:lnTo>
                  <a:lnTo>
                    <a:pt x="1869450" y="2056975"/>
                  </a:lnTo>
                  <a:lnTo>
                    <a:pt x="1795054" y="2046939"/>
                  </a:lnTo>
                  <a:lnTo>
                    <a:pt x="1721732" y="2033528"/>
                  </a:lnTo>
                  <a:lnTo>
                    <a:pt x="1649604" y="2016789"/>
                  </a:lnTo>
                  <a:lnTo>
                    <a:pt x="1578790" y="1996774"/>
                  </a:lnTo>
                  <a:lnTo>
                    <a:pt x="1509406" y="1973538"/>
                  </a:lnTo>
                  <a:lnTo>
                    <a:pt x="1441567" y="1947141"/>
                  </a:lnTo>
                  <a:lnTo>
                    <a:pt x="1375385" y="1917644"/>
                  </a:lnTo>
                  <a:lnTo>
                    <a:pt x="1310973" y="1885114"/>
                  </a:lnTo>
                  <a:lnTo>
                    <a:pt x="1248436" y="1849621"/>
                  </a:lnTo>
                  <a:lnTo>
                    <a:pt x="1187883" y="1811239"/>
                  </a:lnTo>
                  <a:lnTo>
                    <a:pt x="1129416" y="1770044"/>
                  </a:lnTo>
                  <a:lnTo>
                    <a:pt x="1073136" y="1726116"/>
                  </a:lnTo>
                  <a:lnTo>
                    <a:pt x="1019142" y="1679538"/>
                  </a:lnTo>
                  <a:lnTo>
                    <a:pt x="967528" y="1630398"/>
                  </a:lnTo>
                  <a:lnTo>
                    <a:pt x="967528" y="1630398"/>
                  </a:lnTo>
                  <a:lnTo>
                    <a:pt x="963111" y="1680883"/>
                  </a:lnTo>
                  <a:lnTo>
                    <a:pt x="949928" y="1730213"/>
                  </a:lnTo>
                  <a:lnTo>
                    <a:pt x="928179" y="1777250"/>
                  </a:lnTo>
                  <a:lnTo>
                    <a:pt x="898197" y="1820883"/>
                  </a:lnTo>
                  <a:lnTo>
                    <a:pt x="860442" y="1860045"/>
                  </a:lnTo>
                  <a:lnTo>
                    <a:pt x="815496" y="1893726"/>
                  </a:lnTo>
                  <a:lnTo>
                    <a:pt x="764056" y="1920986"/>
                  </a:lnTo>
                  <a:lnTo>
                    <a:pt x="706929" y="1940968"/>
                  </a:lnTo>
                  <a:lnTo>
                    <a:pt x="645019" y="1952908"/>
                  </a:lnTo>
                  <a:lnTo>
                    <a:pt x="656958" y="1890997"/>
                  </a:lnTo>
                  <a:lnTo>
                    <a:pt x="676940" y="1833870"/>
                  </a:lnTo>
                  <a:lnTo>
                    <a:pt x="704200" y="1782430"/>
                  </a:lnTo>
                  <a:lnTo>
                    <a:pt x="737881" y="1737484"/>
                  </a:lnTo>
                  <a:lnTo>
                    <a:pt x="777043" y="1699729"/>
                  </a:lnTo>
                  <a:lnTo>
                    <a:pt x="820676" y="1669747"/>
                  </a:lnTo>
                  <a:lnTo>
                    <a:pt x="867713" y="1647998"/>
                  </a:lnTo>
                  <a:lnTo>
                    <a:pt x="917043" y="1634815"/>
                  </a:lnTo>
                  <a:lnTo>
                    <a:pt x="967528" y="1630398"/>
                  </a:lnTo>
                  <a:lnTo>
                    <a:pt x="905373" y="1628178"/>
                  </a:lnTo>
                  <a:lnTo>
                    <a:pt x="843455" y="1621524"/>
                  </a:lnTo>
                  <a:lnTo>
                    <a:pt x="782012" y="1610453"/>
                  </a:lnTo>
                  <a:lnTo>
                    <a:pt x="721280" y="1594993"/>
                  </a:lnTo>
                  <a:lnTo>
                    <a:pt x="661494" y="1575183"/>
                  </a:lnTo>
                  <a:lnTo>
                    <a:pt x="602886" y="1551075"/>
                  </a:lnTo>
                  <a:lnTo>
                    <a:pt x="545686" y="1522729"/>
                  </a:lnTo>
                  <a:lnTo>
                    <a:pt x="490122" y="1490219"/>
                  </a:lnTo>
                  <a:lnTo>
                    <a:pt x="436417" y="1453627"/>
                  </a:lnTo>
                  <a:lnTo>
                    <a:pt x="384791" y="1413048"/>
                  </a:lnTo>
                  <a:lnTo>
                    <a:pt x="335460" y="1368587"/>
                  </a:lnTo>
                  <a:lnTo>
                    <a:pt x="288632" y="1320357"/>
                  </a:lnTo>
                  <a:lnTo>
                    <a:pt x="244515" y="1268483"/>
                  </a:lnTo>
                  <a:lnTo>
                    <a:pt x="203305" y="1213101"/>
                  </a:lnTo>
                  <a:lnTo>
                    <a:pt x="165198" y="1154354"/>
                  </a:lnTo>
                  <a:lnTo>
                    <a:pt x="130379" y="1092395"/>
                  </a:lnTo>
                  <a:lnTo>
                    <a:pt x="99026" y="1027386"/>
                  </a:lnTo>
                  <a:lnTo>
                    <a:pt x="71313" y="959500"/>
                  </a:lnTo>
                  <a:lnTo>
                    <a:pt x="47402" y="888914"/>
                  </a:lnTo>
                  <a:lnTo>
                    <a:pt x="27450" y="815816"/>
                  </a:lnTo>
                  <a:lnTo>
                    <a:pt x="11603" y="740400"/>
                  </a:lnTo>
                  <a:lnTo>
                    <a:pt x="0" y="662870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869541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717871" y="2814207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362890" y="41042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2026-03-19T04:05:39Z</dcterms:modified>
  <cp:category/>
</cp:coreProperties>
</file>