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050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74657"/>
              <a:ext cx="9004821" cy="59137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4045" y="69589"/>
              <a:ext cx="8632407" cy="8050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10336" y="387572"/>
              <a:ext cx="1019825" cy="136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Trogoniformes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45005" y="912614"/>
              <a:ext cx="5750487" cy="5750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20249" y="1200139"/>
              <a:ext cx="0" cy="2587719"/>
            </a:xfrm>
            <a:custGeom>
              <a:avLst/>
              <a:pathLst>
                <a:path w="0" h="2587719">
                  <a:moveTo>
                    <a:pt x="0" y="2587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0249" y="1958064"/>
              <a:ext cx="1829794" cy="1829794"/>
            </a:xfrm>
            <a:custGeom>
              <a:avLst/>
              <a:pathLst>
                <a:path w="1829794" h="1829794">
                  <a:moveTo>
                    <a:pt x="0" y="1829794"/>
                  </a:moveTo>
                  <a:lnTo>
                    <a:pt x="1829794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20249" y="3787858"/>
              <a:ext cx="2587719" cy="0"/>
            </a:xfrm>
            <a:custGeom>
              <a:avLst/>
              <a:pathLst>
                <a:path w="2587719" h="0">
                  <a:moveTo>
                    <a:pt x="0" y="0"/>
                  </a:moveTo>
                  <a:lnTo>
                    <a:pt x="2587719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20249" y="3787858"/>
              <a:ext cx="1829794" cy="1829794"/>
            </a:xfrm>
            <a:custGeom>
              <a:avLst/>
              <a:pathLst>
                <a:path w="1829794" h="1829794">
                  <a:moveTo>
                    <a:pt x="0" y="0"/>
                  </a:moveTo>
                  <a:lnTo>
                    <a:pt x="1829794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20249" y="3787858"/>
              <a:ext cx="0" cy="2587719"/>
            </a:xfrm>
            <a:custGeom>
              <a:avLst/>
              <a:pathLst>
                <a:path w="0" h="2587719">
                  <a:moveTo>
                    <a:pt x="0" y="0"/>
                  </a:moveTo>
                  <a:lnTo>
                    <a:pt x="0" y="2587719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0455" y="3787858"/>
              <a:ext cx="1829794" cy="1829794"/>
            </a:xfrm>
            <a:custGeom>
              <a:avLst/>
              <a:pathLst>
                <a:path w="1829794" h="1829794">
                  <a:moveTo>
                    <a:pt x="1829794" y="0"/>
                  </a:moveTo>
                  <a:lnTo>
                    <a:pt x="0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2529" y="3787858"/>
              <a:ext cx="2587719" cy="0"/>
            </a:xfrm>
            <a:custGeom>
              <a:avLst/>
              <a:pathLst>
                <a:path w="2587719" h="0">
                  <a:moveTo>
                    <a:pt x="2587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0455" y="1958064"/>
              <a:ext cx="1829794" cy="1829794"/>
            </a:xfrm>
            <a:custGeom>
              <a:avLst/>
              <a:pathLst>
                <a:path w="1829794" h="1829794">
                  <a:moveTo>
                    <a:pt x="1829794" y="182979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0296" y="2637761"/>
              <a:ext cx="2299905" cy="2299616"/>
            </a:xfrm>
            <a:custGeom>
              <a:avLst/>
              <a:pathLst>
                <a:path w="2299905" h="2299616">
                  <a:moveTo>
                    <a:pt x="1149952" y="0"/>
                  </a:moveTo>
                  <a:lnTo>
                    <a:pt x="1222896" y="2315"/>
                  </a:lnTo>
                  <a:lnTo>
                    <a:pt x="1295546" y="9252"/>
                  </a:lnTo>
                  <a:lnTo>
                    <a:pt x="1367610" y="20783"/>
                  </a:lnTo>
                  <a:lnTo>
                    <a:pt x="1438797" y="36862"/>
                  </a:lnTo>
                  <a:lnTo>
                    <a:pt x="1508821" y="57423"/>
                  </a:lnTo>
                  <a:lnTo>
                    <a:pt x="1577400" y="82383"/>
                  </a:lnTo>
                  <a:lnTo>
                    <a:pt x="1644258" y="111643"/>
                  </a:lnTo>
                  <a:lnTo>
                    <a:pt x="1709126" y="145085"/>
                  </a:lnTo>
                  <a:lnTo>
                    <a:pt x="1771742" y="182573"/>
                  </a:lnTo>
                  <a:lnTo>
                    <a:pt x="1831854" y="223958"/>
                  </a:lnTo>
                  <a:lnTo>
                    <a:pt x="1889221" y="269071"/>
                  </a:lnTo>
                  <a:lnTo>
                    <a:pt x="1943610" y="317732"/>
                  </a:lnTo>
                  <a:lnTo>
                    <a:pt x="1994804" y="369745"/>
                  </a:lnTo>
                  <a:lnTo>
                    <a:pt x="2042596" y="424900"/>
                  </a:lnTo>
                  <a:lnTo>
                    <a:pt x="2086794" y="482975"/>
                  </a:lnTo>
                  <a:lnTo>
                    <a:pt x="2127219" y="543736"/>
                  </a:lnTo>
                  <a:lnTo>
                    <a:pt x="2163710" y="606939"/>
                  </a:lnTo>
                  <a:lnTo>
                    <a:pt x="2196118" y="672329"/>
                  </a:lnTo>
                  <a:lnTo>
                    <a:pt x="2224313" y="739643"/>
                  </a:lnTo>
                  <a:lnTo>
                    <a:pt x="2248183" y="808610"/>
                  </a:lnTo>
                  <a:lnTo>
                    <a:pt x="2267630" y="878951"/>
                  </a:lnTo>
                  <a:lnTo>
                    <a:pt x="2282577" y="950385"/>
                  </a:lnTo>
                  <a:lnTo>
                    <a:pt x="2292963" y="1022622"/>
                  </a:lnTo>
                  <a:lnTo>
                    <a:pt x="2298747" y="1095373"/>
                  </a:lnTo>
                  <a:lnTo>
                    <a:pt x="2299905" y="1168344"/>
                  </a:lnTo>
                  <a:lnTo>
                    <a:pt x="2296433" y="1241242"/>
                  </a:lnTo>
                  <a:lnTo>
                    <a:pt x="2288344" y="1313773"/>
                  </a:lnTo>
                  <a:lnTo>
                    <a:pt x="2275671" y="1385645"/>
                  </a:lnTo>
                  <a:lnTo>
                    <a:pt x="2258465" y="1456568"/>
                  </a:lnTo>
                  <a:lnTo>
                    <a:pt x="2236795" y="1526257"/>
                  </a:lnTo>
                  <a:lnTo>
                    <a:pt x="2210750" y="1594432"/>
                  </a:lnTo>
                  <a:lnTo>
                    <a:pt x="2180433" y="1660817"/>
                  </a:lnTo>
                  <a:lnTo>
                    <a:pt x="2145966" y="1725146"/>
                  </a:lnTo>
                  <a:lnTo>
                    <a:pt x="2107489" y="1787159"/>
                  </a:lnTo>
                  <a:lnTo>
                    <a:pt x="2065156" y="1846607"/>
                  </a:lnTo>
                  <a:lnTo>
                    <a:pt x="2019138" y="1903251"/>
                  </a:lnTo>
                  <a:lnTo>
                    <a:pt x="1969620" y="1956862"/>
                  </a:lnTo>
                  <a:lnTo>
                    <a:pt x="1916802" y="2007224"/>
                  </a:lnTo>
                  <a:lnTo>
                    <a:pt x="1860895" y="2054135"/>
                  </a:lnTo>
                  <a:lnTo>
                    <a:pt x="1802126" y="2097405"/>
                  </a:lnTo>
                  <a:lnTo>
                    <a:pt x="1740731" y="2136862"/>
                  </a:lnTo>
                  <a:lnTo>
                    <a:pt x="1676958" y="2172345"/>
                  </a:lnTo>
                  <a:lnTo>
                    <a:pt x="1611062" y="2203711"/>
                  </a:lnTo>
                  <a:lnTo>
                    <a:pt x="1543309" y="2230835"/>
                  </a:lnTo>
                  <a:lnTo>
                    <a:pt x="1473972" y="2253608"/>
                  </a:lnTo>
                  <a:lnTo>
                    <a:pt x="1403331" y="2271936"/>
                  </a:lnTo>
                  <a:lnTo>
                    <a:pt x="1331669" y="2285748"/>
                  </a:lnTo>
                  <a:lnTo>
                    <a:pt x="1259276" y="2294987"/>
                  </a:lnTo>
                  <a:lnTo>
                    <a:pt x="1186443" y="2299616"/>
                  </a:lnTo>
                  <a:lnTo>
                    <a:pt x="1113462" y="2299616"/>
                  </a:lnTo>
                  <a:lnTo>
                    <a:pt x="1040629" y="2294987"/>
                  </a:lnTo>
                  <a:lnTo>
                    <a:pt x="968235" y="2285748"/>
                  </a:lnTo>
                  <a:lnTo>
                    <a:pt x="896574" y="2271936"/>
                  </a:lnTo>
                  <a:lnTo>
                    <a:pt x="825932" y="2253608"/>
                  </a:lnTo>
                  <a:lnTo>
                    <a:pt x="756596" y="2230835"/>
                  </a:lnTo>
                  <a:lnTo>
                    <a:pt x="688843" y="2203711"/>
                  </a:lnTo>
                  <a:lnTo>
                    <a:pt x="622947" y="2172345"/>
                  </a:lnTo>
                  <a:lnTo>
                    <a:pt x="559173" y="2136862"/>
                  </a:lnTo>
                  <a:lnTo>
                    <a:pt x="497778" y="2097405"/>
                  </a:lnTo>
                  <a:lnTo>
                    <a:pt x="439009" y="2054135"/>
                  </a:lnTo>
                  <a:lnTo>
                    <a:pt x="383103" y="2007224"/>
                  </a:lnTo>
                  <a:lnTo>
                    <a:pt x="330284" y="1956862"/>
                  </a:lnTo>
                  <a:lnTo>
                    <a:pt x="280767" y="1903251"/>
                  </a:lnTo>
                  <a:lnTo>
                    <a:pt x="234749" y="1846607"/>
                  </a:lnTo>
                  <a:lnTo>
                    <a:pt x="192416" y="1787159"/>
                  </a:lnTo>
                  <a:lnTo>
                    <a:pt x="153939" y="1725146"/>
                  </a:lnTo>
                  <a:lnTo>
                    <a:pt x="119472" y="1660817"/>
                  </a:lnTo>
                  <a:lnTo>
                    <a:pt x="89155" y="1594432"/>
                  </a:lnTo>
                  <a:lnTo>
                    <a:pt x="63109" y="1526257"/>
                  </a:lnTo>
                  <a:lnTo>
                    <a:pt x="41440" y="1456568"/>
                  </a:lnTo>
                  <a:lnTo>
                    <a:pt x="24234" y="1385645"/>
                  </a:lnTo>
                  <a:lnTo>
                    <a:pt x="11561" y="1313773"/>
                  </a:lnTo>
                  <a:lnTo>
                    <a:pt x="3472" y="1241242"/>
                  </a:lnTo>
                  <a:lnTo>
                    <a:pt x="0" y="1168344"/>
                  </a:lnTo>
                  <a:lnTo>
                    <a:pt x="1157" y="1095373"/>
                  </a:lnTo>
                  <a:lnTo>
                    <a:pt x="6941" y="1022622"/>
                  </a:lnTo>
                  <a:lnTo>
                    <a:pt x="17327" y="950385"/>
                  </a:lnTo>
                  <a:lnTo>
                    <a:pt x="32274" y="878951"/>
                  </a:lnTo>
                  <a:lnTo>
                    <a:pt x="51722" y="808610"/>
                  </a:lnTo>
                  <a:lnTo>
                    <a:pt x="75591" y="739643"/>
                  </a:lnTo>
                  <a:lnTo>
                    <a:pt x="103787" y="672329"/>
                  </a:lnTo>
                  <a:lnTo>
                    <a:pt x="136195" y="606939"/>
                  </a:lnTo>
                  <a:lnTo>
                    <a:pt x="172685" y="543736"/>
                  </a:lnTo>
                  <a:lnTo>
                    <a:pt x="213110" y="482975"/>
                  </a:lnTo>
                  <a:lnTo>
                    <a:pt x="257308" y="424900"/>
                  </a:lnTo>
                  <a:lnTo>
                    <a:pt x="305100" y="369745"/>
                  </a:lnTo>
                  <a:lnTo>
                    <a:pt x="356294" y="317732"/>
                  </a:lnTo>
                  <a:lnTo>
                    <a:pt x="410684" y="269071"/>
                  </a:lnTo>
                  <a:lnTo>
                    <a:pt x="468050" y="223958"/>
                  </a:lnTo>
                  <a:lnTo>
                    <a:pt x="528163" y="182573"/>
                  </a:lnTo>
                  <a:lnTo>
                    <a:pt x="590779" y="145085"/>
                  </a:lnTo>
                  <a:lnTo>
                    <a:pt x="655646" y="111643"/>
                  </a:lnTo>
                  <a:lnTo>
                    <a:pt x="722504" y="82383"/>
                  </a:lnTo>
                  <a:lnTo>
                    <a:pt x="791083" y="57423"/>
                  </a:lnTo>
                  <a:lnTo>
                    <a:pt x="861108" y="36862"/>
                  </a:lnTo>
                  <a:lnTo>
                    <a:pt x="932295" y="20783"/>
                  </a:lnTo>
                  <a:lnTo>
                    <a:pt x="1004359" y="9252"/>
                  </a:lnTo>
                  <a:lnTo>
                    <a:pt x="1077009" y="2315"/>
                  </a:lnTo>
                  <a:lnTo>
                    <a:pt x="1149952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343" y="1487663"/>
              <a:ext cx="4599811" cy="4599232"/>
            </a:xfrm>
            <a:custGeom>
              <a:avLst/>
              <a:pathLst>
                <a:path w="4599811" h="4599232">
                  <a:moveTo>
                    <a:pt x="2299905" y="0"/>
                  </a:moveTo>
                  <a:lnTo>
                    <a:pt x="2445792" y="4631"/>
                  </a:lnTo>
                  <a:lnTo>
                    <a:pt x="2591092" y="18505"/>
                  </a:lnTo>
                  <a:lnTo>
                    <a:pt x="2735220" y="41567"/>
                  </a:lnTo>
                  <a:lnTo>
                    <a:pt x="2877594" y="73724"/>
                  </a:lnTo>
                  <a:lnTo>
                    <a:pt x="3017643" y="114846"/>
                  </a:lnTo>
                  <a:lnTo>
                    <a:pt x="3154801" y="164767"/>
                  </a:lnTo>
                  <a:lnTo>
                    <a:pt x="3288517" y="223287"/>
                  </a:lnTo>
                  <a:lnTo>
                    <a:pt x="3418252" y="290171"/>
                  </a:lnTo>
                  <a:lnTo>
                    <a:pt x="3543484" y="365147"/>
                  </a:lnTo>
                  <a:lnTo>
                    <a:pt x="3663709" y="447916"/>
                  </a:lnTo>
                  <a:lnTo>
                    <a:pt x="3778442" y="538143"/>
                  </a:lnTo>
                  <a:lnTo>
                    <a:pt x="3887221" y="635465"/>
                  </a:lnTo>
                  <a:lnTo>
                    <a:pt x="3989609" y="739491"/>
                  </a:lnTo>
                  <a:lnTo>
                    <a:pt x="4085193" y="849800"/>
                  </a:lnTo>
                  <a:lnTo>
                    <a:pt x="4173589" y="965951"/>
                  </a:lnTo>
                  <a:lnTo>
                    <a:pt x="4254439" y="1087473"/>
                  </a:lnTo>
                  <a:lnTo>
                    <a:pt x="4327420" y="1213879"/>
                  </a:lnTo>
                  <a:lnTo>
                    <a:pt x="4392236" y="1344659"/>
                  </a:lnTo>
                  <a:lnTo>
                    <a:pt x="4448627" y="1479287"/>
                  </a:lnTo>
                  <a:lnTo>
                    <a:pt x="4496367" y="1617220"/>
                  </a:lnTo>
                  <a:lnTo>
                    <a:pt x="4535261" y="1757903"/>
                  </a:lnTo>
                  <a:lnTo>
                    <a:pt x="4565155" y="1900770"/>
                  </a:lnTo>
                  <a:lnTo>
                    <a:pt x="4585927" y="2045245"/>
                  </a:lnTo>
                  <a:lnTo>
                    <a:pt x="4597495" y="2190747"/>
                  </a:lnTo>
                  <a:lnTo>
                    <a:pt x="4599811" y="2336689"/>
                  </a:lnTo>
                  <a:lnTo>
                    <a:pt x="4592866" y="2482485"/>
                  </a:lnTo>
                  <a:lnTo>
                    <a:pt x="4576688" y="2627547"/>
                  </a:lnTo>
                  <a:lnTo>
                    <a:pt x="4551342" y="2771290"/>
                  </a:lnTo>
                  <a:lnTo>
                    <a:pt x="4516930" y="2913136"/>
                  </a:lnTo>
                  <a:lnTo>
                    <a:pt x="4473591" y="3052515"/>
                  </a:lnTo>
                  <a:lnTo>
                    <a:pt x="4421500" y="3188864"/>
                  </a:lnTo>
                  <a:lnTo>
                    <a:pt x="4360866" y="3321634"/>
                  </a:lnTo>
                  <a:lnTo>
                    <a:pt x="4291933" y="3450292"/>
                  </a:lnTo>
                  <a:lnTo>
                    <a:pt x="4214978" y="3574319"/>
                  </a:lnTo>
                  <a:lnTo>
                    <a:pt x="4130313" y="3693215"/>
                  </a:lnTo>
                  <a:lnTo>
                    <a:pt x="4038277" y="3806502"/>
                  </a:lnTo>
                  <a:lnTo>
                    <a:pt x="3939241" y="3913724"/>
                  </a:lnTo>
                  <a:lnTo>
                    <a:pt x="3833604" y="4014448"/>
                  </a:lnTo>
                  <a:lnTo>
                    <a:pt x="3721791" y="4108270"/>
                  </a:lnTo>
                  <a:lnTo>
                    <a:pt x="3604253" y="4194811"/>
                  </a:lnTo>
                  <a:lnTo>
                    <a:pt x="3481463" y="4273724"/>
                  </a:lnTo>
                  <a:lnTo>
                    <a:pt x="3353916" y="4344690"/>
                  </a:lnTo>
                  <a:lnTo>
                    <a:pt x="3222124" y="4407423"/>
                  </a:lnTo>
                  <a:lnTo>
                    <a:pt x="3086618" y="4461671"/>
                  </a:lnTo>
                  <a:lnTo>
                    <a:pt x="2947945" y="4507216"/>
                  </a:lnTo>
                  <a:lnTo>
                    <a:pt x="2806662" y="4543873"/>
                  </a:lnTo>
                  <a:lnTo>
                    <a:pt x="2663339" y="4571497"/>
                  </a:lnTo>
                  <a:lnTo>
                    <a:pt x="2518553" y="4589974"/>
                  </a:lnTo>
                  <a:lnTo>
                    <a:pt x="2372886" y="4599232"/>
                  </a:lnTo>
                  <a:lnTo>
                    <a:pt x="2226925" y="4599232"/>
                  </a:lnTo>
                  <a:lnTo>
                    <a:pt x="2081258" y="4589974"/>
                  </a:lnTo>
                  <a:lnTo>
                    <a:pt x="1936471" y="4571497"/>
                  </a:lnTo>
                  <a:lnTo>
                    <a:pt x="1793148" y="4543873"/>
                  </a:lnTo>
                  <a:lnTo>
                    <a:pt x="1651865" y="4507216"/>
                  </a:lnTo>
                  <a:lnTo>
                    <a:pt x="1513192" y="4461671"/>
                  </a:lnTo>
                  <a:lnTo>
                    <a:pt x="1377687" y="4407423"/>
                  </a:lnTo>
                  <a:lnTo>
                    <a:pt x="1245895" y="4344690"/>
                  </a:lnTo>
                  <a:lnTo>
                    <a:pt x="1118347" y="4273724"/>
                  </a:lnTo>
                  <a:lnTo>
                    <a:pt x="995557" y="4194811"/>
                  </a:lnTo>
                  <a:lnTo>
                    <a:pt x="878019" y="4108270"/>
                  </a:lnTo>
                  <a:lnTo>
                    <a:pt x="766206" y="4014448"/>
                  </a:lnTo>
                  <a:lnTo>
                    <a:pt x="660569" y="3913724"/>
                  </a:lnTo>
                  <a:lnTo>
                    <a:pt x="561534" y="3806502"/>
                  </a:lnTo>
                  <a:lnTo>
                    <a:pt x="469498" y="3693215"/>
                  </a:lnTo>
                  <a:lnTo>
                    <a:pt x="384832" y="3574319"/>
                  </a:lnTo>
                  <a:lnTo>
                    <a:pt x="307878" y="3450292"/>
                  </a:lnTo>
                  <a:lnTo>
                    <a:pt x="238945" y="3321634"/>
                  </a:lnTo>
                  <a:lnTo>
                    <a:pt x="178310" y="3188864"/>
                  </a:lnTo>
                  <a:lnTo>
                    <a:pt x="126219" y="3052515"/>
                  </a:lnTo>
                  <a:lnTo>
                    <a:pt x="82880" y="2913136"/>
                  </a:lnTo>
                  <a:lnTo>
                    <a:pt x="48468" y="2771290"/>
                  </a:lnTo>
                  <a:lnTo>
                    <a:pt x="23123" y="2627547"/>
                  </a:lnTo>
                  <a:lnTo>
                    <a:pt x="6945" y="2482485"/>
                  </a:lnTo>
                  <a:lnTo>
                    <a:pt x="0" y="2336689"/>
                  </a:lnTo>
                  <a:lnTo>
                    <a:pt x="2315" y="2190747"/>
                  </a:lnTo>
                  <a:lnTo>
                    <a:pt x="13883" y="2045245"/>
                  </a:lnTo>
                  <a:lnTo>
                    <a:pt x="34655" y="1900770"/>
                  </a:lnTo>
                  <a:lnTo>
                    <a:pt x="64549" y="1757903"/>
                  </a:lnTo>
                  <a:lnTo>
                    <a:pt x="103444" y="1617220"/>
                  </a:lnTo>
                  <a:lnTo>
                    <a:pt x="151183" y="1479287"/>
                  </a:lnTo>
                  <a:lnTo>
                    <a:pt x="207574" y="1344659"/>
                  </a:lnTo>
                  <a:lnTo>
                    <a:pt x="272390" y="1213879"/>
                  </a:lnTo>
                  <a:lnTo>
                    <a:pt x="345371" y="1087473"/>
                  </a:lnTo>
                  <a:lnTo>
                    <a:pt x="426221" y="965951"/>
                  </a:lnTo>
                  <a:lnTo>
                    <a:pt x="514617" y="849800"/>
                  </a:lnTo>
                  <a:lnTo>
                    <a:pt x="610201" y="739491"/>
                  </a:lnTo>
                  <a:lnTo>
                    <a:pt x="712589" y="635465"/>
                  </a:lnTo>
                  <a:lnTo>
                    <a:pt x="821368" y="538143"/>
                  </a:lnTo>
                  <a:lnTo>
                    <a:pt x="936101" y="447916"/>
                  </a:lnTo>
                  <a:lnTo>
                    <a:pt x="1056326" y="365147"/>
                  </a:lnTo>
                  <a:lnTo>
                    <a:pt x="1181558" y="290171"/>
                  </a:lnTo>
                  <a:lnTo>
                    <a:pt x="1311293" y="223287"/>
                  </a:lnTo>
                  <a:lnTo>
                    <a:pt x="1445009" y="164767"/>
                  </a:lnTo>
                  <a:lnTo>
                    <a:pt x="1582167" y="114846"/>
                  </a:lnTo>
                  <a:lnTo>
                    <a:pt x="1722216" y="73724"/>
                  </a:lnTo>
                  <a:lnTo>
                    <a:pt x="1864590" y="41567"/>
                  </a:lnTo>
                  <a:lnTo>
                    <a:pt x="2008718" y="18505"/>
                  </a:lnTo>
                  <a:lnTo>
                    <a:pt x="2154018" y="4631"/>
                  </a:lnTo>
                  <a:lnTo>
                    <a:pt x="2299905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32855" y="1200139"/>
              <a:ext cx="5174787" cy="5174136"/>
            </a:xfrm>
            <a:custGeom>
              <a:avLst/>
              <a:pathLst>
                <a:path w="5174787" h="5174136">
                  <a:moveTo>
                    <a:pt x="2587393" y="0"/>
                  </a:moveTo>
                  <a:lnTo>
                    <a:pt x="2751517" y="5209"/>
                  </a:lnTo>
                  <a:lnTo>
                    <a:pt x="2914979" y="20818"/>
                  </a:lnTo>
                  <a:lnTo>
                    <a:pt x="3077122" y="46763"/>
                  </a:lnTo>
                  <a:lnTo>
                    <a:pt x="3237294" y="82939"/>
                  </a:lnTo>
                  <a:lnTo>
                    <a:pt x="3394848" y="129201"/>
                  </a:lnTo>
                  <a:lnTo>
                    <a:pt x="3549151" y="185363"/>
                  </a:lnTo>
                  <a:lnTo>
                    <a:pt x="3699582" y="251198"/>
                  </a:lnTo>
                  <a:lnTo>
                    <a:pt x="3845534" y="326442"/>
                  </a:lnTo>
                  <a:lnTo>
                    <a:pt x="3986420" y="410791"/>
                  </a:lnTo>
                  <a:lnTo>
                    <a:pt x="4121673" y="503905"/>
                  </a:lnTo>
                  <a:lnTo>
                    <a:pt x="4250747" y="605411"/>
                  </a:lnTo>
                  <a:lnTo>
                    <a:pt x="4373124" y="714898"/>
                  </a:lnTo>
                  <a:lnTo>
                    <a:pt x="4488311" y="831927"/>
                  </a:lnTo>
                  <a:lnTo>
                    <a:pt x="4595843" y="956026"/>
                  </a:lnTo>
                  <a:lnTo>
                    <a:pt x="4695287" y="1086694"/>
                  </a:lnTo>
                  <a:lnTo>
                    <a:pt x="4786244" y="1223407"/>
                  </a:lnTo>
                  <a:lnTo>
                    <a:pt x="4868347" y="1365614"/>
                  </a:lnTo>
                  <a:lnTo>
                    <a:pt x="4941266" y="1512741"/>
                  </a:lnTo>
                  <a:lnTo>
                    <a:pt x="5004706" y="1664198"/>
                  </a:lnTo>
                  <a:lnTo>
                    <a:pt x="5058412" y="1819372"/>
                  </a:lnTo>
                  <a:lnTo>
                    <a:pt x="5102169" y="1977641"/>
                  </a:lnTo>
                  <a:lnTo>
                    <a:pt x="5135800" y="2138366"/>
                  </a:lnTo>
                  <a:lnTo>
                    <a:pt x="5159168" y="2300901"/>
                  </a:lnTo>
                  <a:lnTo>
                    <a:pt x="5172182" y="2464590"/>
                  </a:lnTo>
                  <a:lnTo>
                    <a:pt x="5174787" y="2628776"/>
                  </a:lnTo>
                  <a:lnTo>
                    <a:pt x="5166974" y="2792796"/>
                  </a:lnTo>
                  <a:lnTo>
                    <a:pt x="5148774" y="2955990"/>
                  </a:lnTo>
                  <a:lnTo>
                    <a:pt x="5120259" y="3117701"/>
                  </a:lnTo>
                  <a:lnTo>
                    <a:pt x="5081546" y="3277279"/>
                  </a:lnTo>
                  <a:lnTo>
                    <a:pt x="5032790" y="3434079"/>
                  </a:lnTo>
                  <a:lnTo>
                    <a:pt x="4974188" y="3587472"/>
                  </a:lnTo>
                  <a:lnTo>
                    <a:pt x="4905974" y="3736839"/>
                  </a:lnTo>
                  <a:lnTo>
                    <a:pt x="4828424" y="3881579"/>
                  </a:lnTo>
                  <a:lnTo>
                    <a:pt x="4741851" y="4021109"/>
                  </a:lnTo>
                  <a:lnTo>
                    <a:pt x="4646602" y="4154867"/>
                  </a:lnTo>
                  <a:lnTo>
                    <a:pt x="4543061" y="4282315"/>
                  </a:lnTo>
                  <a:lnTo>
                    <a:pt x="4431646" y="4402939"/>
                  </a:lnTo>
                  <a:lnTo>
                    <a:pt x="4312804" y="4516254"/>
                  </a:lnTo>
                  <a:lnTo>
                    <a:pt x="4187015" y="4621804"/>
                  </a:lnTo>
                  <a:lnTo>
                    <a:pt x="4054785" y="4719163"/>
                  </a:lnTo>
                  <a:lnTo>
                    <a:pt x="3916646" y="4807939"/>
                  </a:lnTo>
                  <a:lnTo>
                    <a:pt x="3773155" y="4887776"/>
                  </a:lnTo>
                  <a:lnTo>
                    <a:pt x="3624889" y="4958351"/>
                  </a:lnTo>
                  <a:lnTo>
                    <a:pt x="3472445" y="5019380"/>
                  </a:lnTo>
                  <a:lnTo>
                    <a:pt x="3316438" y="5070618"/>
                  </a:lnTo>
                  <a:lnTo>
                    <a:pt x="3157495" y="5111858"/>
                  </a:lnTo>
                  <a:lnTo>
                    <a:pt x="2996257" y="5142934"/>
                  </a:lnTo>
                  <a:lnTo>
                    <a:pt x="2833372" y="5163721"/>
                  </a:lnTo>
                  <a:lnTo>
                    <a:pt x="2669496" y="5174136"/>
                  </a:lnTo>
                  <a:lnTo>
                    <a:pt x="2505290" y="5174136"/>
                  </a:lnTo>
                  <a:lnTo>
                    <a:pt x="2341415" y="5163721"/>
                  </a:lnTo>
                  <a:lnTo>
                    <a:pt x="2178530" y="5142934"/>
                  </a:lnTo>
                  <a:lnTo>
                    <a:pt x="2017291" y="5111858"/>
                  </a:lnTo>
                  <a:lnTo>
                    <a:pt x="1858348" y="5070618"/>
                  </a:lnTo>
                  <a:lnTo>
                    <a:pt x="1702341" y="5019380"/>
                  </a:lnTo>
                  <a:lnTo>
                    <a:pt x="1549898" y="4958351"/>
                  </a:lnTo>
                  <a:lnTo>
                    <a:pt x="1401632" y="4887776"/>
                  </a:lnTo>
                  <a:lnTo>
                    <a:pt x="1258140" y="4807939"/>
                  </a:lnTo>
                  <a:lnTo>
                    <a:pt x="1120001" y="4719163"/>
                  </a:lnTo>
                  <a:lnTo>
                    <a:pt x="987771" y="4621804"/>
                  </a:lnTo>
                  <a:lnTo>
                    <a:pt x="861982" y="4516254"/>
                  </a:lnTo>
                  <a:lnTo>
                    <a:pt x="743141" y="4402939"/>
                  </a:lnTo>
                  <a:lnTo>
                    <a:pt x="631725" y="4282315"/>
                  </a:lnTo>
                  <a:lnTo>
                    <a:pt x="528185" y="4154867"/>
                  </a:lnTo>
                  <a:lnTo>
                    <a:pt x="432936" y="4021109"/>
                  </a:lnTo>
                  <a:lnTo>
                    <a:pt x="346362" y="3881579"/>
                  </a:lnTo>
                  <a:lnTo>
                    <a:pt x="268813" y="3736839"/>
                  </a:lnTo>
                  <a:lnTo>
                    <a:pt x="200599" y="3587472"/>
                  </a:lnTo>
                  <a:lnTo>
                    <a:pt x="141996" y="3434079"/>
                  </a:lnTo>
                  <a:lnTo>
                    <a:pt x="93240" y="3277279"/>
                  </a:lnTo>
                  <a:lnTo>
                    <a:pt x="54527" y="3117701"/>
                  </a:lnTo>
                  <a:lnTo>
                    <a:pt x="26013" y="2955990"/>
                  </a:lnTo>
                  <a:lnTo>
                    <a:pt x="7813" y="2792796"/>
                  </a:lnTo>
                  <a:lnTo>
                    <a:pt x="0" y="2628776"/>
                  </a:lnTo>
                  <a:lnTo>
                    <a:pt x="2605" y="2464590"/>
                  </a:lnTo>
                  <a:lnTo>
                    <a:pt x="15618" y="2300901"/>
                  </a:lnTo>
                  <a:lnTo>
                    <a:pt x="38987" y="2138366"/>
                  </a:lnTo>
                  <a:lnTo>
                    <a:pt x="72618" y="1977641"/>
                  </a:lnTo>
                  <a:lnTo>
                    <a:pt x="116374" y="1819372"/>
                  </a:lnTo>
                  <a:lnTo>
                    <a:pt x="170081" y="1664198"/>
                  </a:lnTo>
                  <a:lnTo>
                    <a:pt x="233521" y="1512741"/>
                  </a:lnTo>
                  <a:lnTo>
                    <a:pt x="306439" y="1365614"/>
                  </a:lnTo>
                  <a:lnTo>
                    <a:pt x="388542" y="1223407"/>
                  </a:lnTo>
                  <a:lnTo>
                    <a:pt x="479499" y="1086694"/>
                  </a:lnTo>
                  <a:lnTo>
                    <a:pt x="578944" y="956026"/>
                  </a:lnTo>
                  <a:lnTo>
                    <a:pt x="686476" y="831927"/>
                  </a:lnTo>
                  <a:lnTo>
                    <a:pt x="801662" y="714898"/>
                  </a:lnTo>
                  <a:lnTo>
                    <a:pt x="924039" y="605411"/>
                  </a:lnTo>
                  <a:lnTo>
                    <a:pt x="1053114" y="503905"/>
                  </a:lnTo>
                  <a:lnTo>
                    <a:pt x="1188367" y="410791"/>
                  </a:lnTo>
                  <a:lnTo>
                    <a:pt x="1329253" y="326442"/>
                  </a:lnTo>
                  <a:lnTo>
                    <a:pt x="1475205" y="251198"/>
                  </a:lnTo>
                  <a:lnTo>
                    <a:pt x="1625635" y="185363"/>
                  </a:lnTo>
                  <a:lnTo>
                    <a:pt x="1779938" y="129201"/>
                  </a:lnTo>
                  <a:lnTo>
                    <a:pt x="1937493" y="82939"/>
                  </a:lnTo>
                  <a:lnTo>
                    <a:pt x="2097664" y="46763"/>
                  </a:lnTo>
                  <a:lnTo>
                    <a:pt x="2259808" y="20818"/>
                  </a:lnTo>
                  <a:lnTo>
                    <a:pt x="2423270" y="5209"/>
                  </a:lnTo>
                  <a:lnTo>
                    <a:pt x="2587393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420054" y="3787858"/>
              <a:ext cx="2710662" cy="1332232"/>
            </a:xfrm>
            <a:custGeom>
              <a:avLst/>
              <a:pathLst>
                <a:path w="2710662" h="1332232">
                  <a:moveTo>
                    <a:pt x="2300195" y="0"/>
                  </a:moveTo>
                  <a:lnTo>
                    <a:pt x="2248135" y="49564"/>
                  </a:lnTo>
                  <a:lnTo>
                    <a:pt x="2193674" y="96544"/>
                  </a:lnTo>
                  <a:lnTo>
                    <a:pt x="2136908" y="140852"/>
                  </a:lnTo>
                  <a:lnTo>
                    <a:pt x="2077935" y="182403"/>
                  </a:lnTo>
                  <a:lnTo>
                    <a:pt x="2016859" y="221117"/>
                  </a:lnTo>
                  <a:lnTo>
                    <a:pt x="1953782" y="256917"/>
                  </a:lnTo>
                  <a:lnTo>
                    <a:pt x="1888812" y="289728"/>
                  </a:lnTo>
                  <a:lnTo>
                    <a:pt x="1822059" y="319479"/>
                  </a:lnTo>
                  <a:lnTo>
                    <a:pt x="1753634" y="346105"/>
                  </a:lnTo>
                  <a:lnTo>
                    <a:pt x="1683650" y="369542"/>
                  </a:lnTo>
                  <a:lnTo>
                    <a:pt x="1612224" y="389730"/>
                  </a:lnTo>
                  <a:lnTo>
                    <a:pt x="1539473" y="406614"/>
                  </a:lnTo>
                  <a:lnTo>
                    <a:pt x="1465517" y="420141"/>
                  </a:lnTo>
                  <a:lnTo>
                    <a:pt x="1390478" y="430263"/>
                  </a:lnTo>
                  <a:lnTo>
                    <a:pt x="1314479" y="436937"/>
                  </a:lnTo>
                  <a:lnTo>
                    <a:pt x="1237643" y="440123"/>
                  </a:lnTo>
                  <a:lnTo>
                    <a:pt x="1160097" y="439784"/>
                  </a:lnTo>
                  <a:lnTo>
                    <a:pt x="1081969" y="435888"/>
                  </a:lnTo>
                  <a:lnTo>
                    <a:pt x="1003385" y="428407"/>
                  </a:lnTo>
                  <a:lnTo>
                    <a:pt x="924476" y="417319"/>
                  </a:lnTo>
                  <a:lnTo>
                    <a:pt x="845372" y="402603"/>
                  </a:lnTo>
                  <a:lnTo>
                    <a:pt x="766203" y="384245"/>
                  </a:lnTo>
                  <a:lnTo>
                    <a:pt x="687100" y="362232"/>
                  </a:lnTo>
                  <a:lnTo>
                    <a:pt x="608196" y="336559"/>
                  </a:lnTo>
                  <a:lnTo>
                    <a:pt x="529624" y="307223"/>
                  </a:lnTo>
                  <a:lnTo>
                    <a:pt x="451514" y="274225"/>
                  </a:lnTo>
                  <a:lnTo>
                    <a:pt x="374001" y="237573"/>
                  </a:lnTo>
                  <a:lnTo>
                    <a:pt x="297215" y="197276"/>
                  </a:lnTo>
                  <a:lnTo>
                    <a:pt x="221291" y="153349"/>
                  </a:lnTo>
                  <a:lnTo>
                    <a:pt x="146359" y="105811"/>
                  </a:lnTo>
                  <a:lnTo>
                    <a:pt x="72552" y="54685"/>
                  </a:lnTo>
                  <a:lnTo>
                    <a:pt x="0" y="0"/>
                  </a:lnTo>
                  <a:lnTo>
                    <a:pt x="43785" y="124489"/>
                  </a:lnTo>
                  <a:lnTo>
                    <a:pt x="94179" y="244161"/>
                  </a:lnTo>
                  <a:lnTo>
                    <a:pt x="150783" y="358673"/>
                  </a:lnTo>
                  <a:lnTo>
                    <a:pt x="213183" y="467710"/>
                  </a:lnTo>
                  <a:lnTo>
                    <a:pt x="280949" y="570988"/>
                  </a:lnTo>
                  <a:lnTo>
                    <a:pt x="353637" y="668254"/>
                  </a:lnTo>
                  <a:lnTo>
                    <a:pt x="430794" y="759285"/>
                  </a:lnTo>
                  <a:lnTo>
                    <a:pt x="511954" y="843890"/>
                  </a:lnTo>
                  <a:lnTo>
                    <a:pt x="596648" y="921913"/>
                  </a:lnTo>
                  <a:lnTo>
                    <a:pt x="684400" y="993225"/>
                  </a:lnTo>
                  <a:lnTo>
                    <a:pt x="774730" y="1057733"/>
                  </a:lnTo>
                  <a:lnTo>
                    <a:pt x="867160" y="1115375"/>
                  </a:lnTo>
                  <a:lnTo>
                    <a:pt x="961211" y="1166121"/>
                  </a:lnTo>
                  <a:lnTo>
                    <a:pt x="1056409" y="1209973"/>
                  </a:lnTo>
                  <a:lnTo>
                    <a:pt x="1152283" y="1246964"/>
                  </a:lnTo>
                  <a:lnTo>
                    <a:pt x="1248373" y="1277156"/>
                  </a:lnTo>
                  <a:lnTo>
                    <a:pt x="1344225" y="1300643"/>
                  </a:lnTo>
                  <a:lnTo>
                    <a:pt x="1439398" y="1317547"/>
                  </a:lnTo>
                  <a:lnTo>
                    <a:pt x="1533463" y="1328018"/>
                  </a:lnTo>
                  <a:lnTo>
                    <a:pt x="1626006" y="1332232"/>
                  </a:lnTo>
                  <a:lnTo>
                    <a:pt x="1716630" y="1330394"/>
                  </a:lnTo>
                  <a:lnTo>
                    <a:pt x="1804954" y="1322728"/>
                  </a:lnTo>
                  <a:lnTo>
                    <a:pt x="1890619" y="1309487"/>
                  </a:lnTo>
                  <a:lnTo>
                    <a:pt x="1973284" y="1290942"/>
                  </a:lnTo>
                  <a:lnTo>
                    <a:pt x="2052631" y="1267385"/>
                  </a:lnTo>
                  <a:lnTo>
                    <a:pt x="2128368" y="1239126"/>
                  </a:lnTo>
                  <a:lnTo>
                    <a:pt x="2200222" y="1206494"/>
                  </a:lnTo>
                  <a:lnTo>
                    <a:pt x="2267948" y="1169830"/>
                  </a:lnTo>
                  <a:lnTo>
                    <a:pt x="2331329" y="1129491"/>
                  </a:lnTo>
                  <a:lnTo>
                    <a:pt x="2390170" y="1085844"/>
                  </a:lnTo>
                  <a:lnTo>
                    <a:pt x="2444308" y="1039267"/>
                  </a:lnTo>
                  <a:lnTo>
                    <a:pt x="2493603" y="990144"/>
                  </a:lnTo>
                  <a:lnTo>
                    <a:pt x="2537948" y="938867"/>
                  </a:lnTo>
                  <a:lnTo>
                    <a:pt x="2577261" y="885829"/>
                  </a:lnTo>
                  <a:lnTo>
                    <a:pt x="2611489" y="831429"/>
                  </a:lnTo>
                  <a:lnTo>
                    <a:pt x="2640608" y="776063"/>
                  </a:lnTo>
                  <a:lnTo>
                    <a:pt x="2664621" y="720125"/>
                  </a:lnTo>
                  <a:lnTo>
                    <a:pt x="2683560" y="664009"/>
                  </a:lnTo>
                  <a:lnTo>
                    <a:pt x="2697485" y="608098"/>
                  </a:lnTo>
                  <a:lnTo>
                    <a:pt x="2706482" y="552773"/>
                  </a:lnTo>
                  <a:lnTo>
                    <a:pt x="2710662" y="498402"/>
                  </a:lnTo>
                  <a:lnTo>
                    <a:pt x="2710163" y="445344"/>
                  </a:lnTo>
                  <a:lnTo>
                    <a:pt x="2705148" y="393944"/>
                  </a:lnTo>
                  <a:lnTo>
                    <a:pt x="2695803" y="344535"/>
                  </a:lnTo>
                  <a:lnTo>
                    <a:pt x="2682337" y="297433"/>
                  </a:lnTo>
                  <a:lnTo>
                    <a:pt x="2664980" y="252936"/>
                  </a:lnTo>
                  <a:lnTo>
                    <a:pt x="2643981" y="211324"/>
                  </a:lnTo>
                  <a:lnTo>
                    <a:pt x="2619610" y="172858"/>
                  </a:lnTo>
                  <a:lnTo>
                    <a:pt x="2592152" y="137778"/>
                  </a:lnTo>
                  <a:lnTo>
                    <a:pt x="2561911" y="106299"/>
                  </a:lnTo>
                  <a:lnTo>
                    <a:pt x="2529201" y="78618"/>
                  </a:lnTo>
                  <a:lnTo>
                    <a:pt x="2494353" y="54902"/>
                  </a:lnTo>
                  <a:lnTo>
                    <a:pt x="2457705" y="35298"/>
                  </a:lnTo>
                  <a:lnTo>
                    <a:pt x="2419606" y="19926"/>
                  </a:lnTo>
                  <a:lnTo>
                    <a:pt x="2380413" y="8878"/>
                  </a:lnTo>
                  <a:lnTo>
                    <a:pt x="2340488" y="2223"/>
                  </a:lnTo>
                  <a:close/>
                </a:path>
              </a:pathLst>
            </a:custGeom>
            <a:solidFill>
              <a:srgbClr val="EC8DBD">
                <a:alpha val="27843"/>
              </a:srgbClr>
            </a:solidFill>
            <a:ln w="25746" cap="flat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420054" y="3347735"/>
              <a:ext cx="2300195" cy="880246"/>
            </a:xfrm>
            <a:custGeom>
              <a:avLst/>
              <a:pathLst>
                <a:path w="2300195" h="880246">
                  <a:moveTo>
                    <a:pt x="2300195" y="440123"/>
                  </a:moveTo>
                  <a:lnTo>
                    <a:pt x="2300195" y="440123"/>
                  </a:lnTo>
                  <a:lnTo>
                    <a:pt x="2300195" y="440123"/>
                  </a:lnTo>
                  <a:lnTo>
                    <a:pt x="2300195" y="440123"/>
                  </a:lnTo>
                  <a:lnTo>
                    <a:pt x="2300195" y="440123"/>
                  </a:lnTo>
                  <a:lnTo>
                    <a:pt x="2300195" y="440123"/>
                  </a:lnTo>
                  <a:lnTo>
                    <a:pt x="2248135" y="489688"/>
                  </a:lnTo>
                  <a:lnTo>
                    <a:pt x="2193674" y="536668"/>
                  </a:lnTo>
                  <a:lnTo>
                    <a:pt x="2136908" y="580975"/>
                  </a:lnTo>
                  <a:lnTo>
                    <a:pt x="2077935" y="622526"/>
                  </a:lnTo>
                  <a:lnTo>
                    <a:pt x="2016859" y="661240"/>
                  </a:lnTo>
                  <a:lnTo>
                    <a:pt x="1953782" y="697040"/>
                  </a:lnTo>
                  <a:lnTo>
                    <a:pt x="1888812" y="729851"/>
                  </a:lnTo>
                  <a:lnTo>
                    <a:pt x="1822059" y="759603"/>
                  </a:lnTo>
                  <a:lnTo>
                    <a:pt x="1753634" y="786229"/>
                  </a:lnTo>
                  <a:lnTo>
                    <a:pt x="1683650" y="809665"/>
                  </a:lnTo>
                  <a:lnTo>
                    <a:pt x="1612224" y="829853"/>
                  </a:lnTo>
                  <a:lnTo>
                    <a:pt x="1539473" y="846737"/>
                  </a:lnTo>
                  <a:lnTo>
                    <a:pt x="1465517" y="860264"/>
                  </a:lnTo>
                  <a:lnTo>
                    <a:pt x="1390478" y="870387"/>
                  </a:lnTo>
                  <a:lnTo>
                    <a:pt x="1314479" y="877061"/>
                  </a:lnTo>
                  <a:lnTo>
                    <a:pt x="1237643" y="880246"/>
                  </a:lnTo>
                  <a:lnTo>
                    <a:pt x="1160097" y="879907"/>
                  </a:lnTo>
                  <a:lnTo>
                    <a:pt x="1081969" y="876011"/>
                  </a:lnTo>
                  <a:lnTo>
                    <a:pt x="1003385" y="868531"/>
                  </a:lnTo>
                  <a:lnTo>
                    <a:pt x="924476" y="857442"/>
                  </a:lnTo>
                  <a:lnTo>
                    <a:pt x="845372" y="842727"/>
                  </a:lnTo>
                  <a:lnTo>
                    <a:pt x="766203" y="824368"/>
                  </a:lnTo>
                  <a:lnTo>
                    <a:pt x="687100" y="802355"/>
                  </a:lnTo>
                  <a:lnTo>
                    <a:pt x="608196" y="776682"/>
                  </a:lnTo>
                  <a:lnTo>
                    <a:pt x="529624" y="747346"/>
                  </a:lnTo>
                  <a:lnTo>
                    <a:pt x="451514" y="714349"/>
                  </a:lnTo>
                  <a:lnTo>
                    <a:pt x="374001" y="677696"/>
                  </a:lnTo>
                  <a:lnTo>
                    <a:pt x="297215" y="637399"/>
                  </a:lnTo>
                  <a:lnTo>
                    <a:pt x="221291" y="593472"/>
                  </a:lnTo>
                  <a:lnTo>
                    <a:pt x="146359" y="545934"/>
                  </a:lnTo>
                  <a:lnTo>
                    <a:pt x="72552" y="494808"/>
                  </a:lnTo>
                  <a:lnTo>
                    <a:pt x="0" y="440123"/>
                  </a:lnTo>
                  <a:lnTo>
                    <a:pt x="72552" y="385437"/>
                  </a:lnTo>
                  <a:lnTo>
                    <a:pt x="146359" y="334312"/>
                  </a:lnTo>
                  <a:lnTo>
                    <a:pt x="221291" y="286774"/>
                  </a:lnTo>
                  <a:lnTo>
                    <a:pt x="297215" y="242847"/>
                  </a:lnTo>
                  <a:lnTo>
                    <a:pt x="374001" y="202549"/>
                  </a:lnTo>
                  <a:lnTo>
                    <a:pt x="451514" y="165897"/>
                  </a:lnTo>
                  <a:lnTo>
                    <a:pt x="529624" y="132900"/>
                  </a:lnTo>
                  <a:lnTo>
                    <a:pt x="608196" y="103563"/>
                  </a:lnTo>
                  <a:lnTo>
                    <a:pt x="687100" y="77890"/>
                  </a:lnTo>
                  <a:lnTo>
                    <a:pt x="766203" y="55878"/>
                  </a:lnTo>
                  <a:lnTo>
                    <a:pt x="845372" y="37519"/>
                  </a:lnTo>
                  <a:lnTo>
                    <a:pt x="924476" y="22803"/>
                  </a:lnTo>
                  <a:lnTo>
                    <a:pt x="1003385" y="11715"/>
                  </a:lnTo>
                  <a:lnTo>
                    <a:pt x="1081969" y="4235"/>
                  </a:lnTo>
                  <a:lnTo>
                    <a:pt x="1160097" y="339"/>
                  </a:lnTo>
                  <a:lnTo>
                    <a:pt x="1237643" y="0"/>
                  </a:lnTo>
                  <a:lnTo>
                    <a:pt x="1314479" y="3185"/>
                  </a:lnTo>
                  <a:lnTo>
                    <a:pt x="1390478" y="9859"/>
                  </a:lnTo>
                  <a:lnTo>
                    <a:pt x="1465517" y="19982"/>
                  </a:lnTo>
                  <a:lnTo>
                    <a:pt x="1539473" y="33509"/>
                  </a:lnTo>
                  <a:lnTo>
                    <a:pt x="1612224" y="50392"/>
                  </a:lnTo>
                  <a:lnTo>
                    <a:pt x="1683650" y="70580"/>
                  </a:lnTo>
                  <a:lnTo>
                    <a:pt x="1753634" y="94017"/>
                  </a:lnTo>
                  <a:lnTo>
                    <a:pt x="1822059" y="120643"/>
                  </a:lnTo>
                  <a:lnTo>
                    <a:pt x="1888812" y="150395"/>
                  </a:lnTo>
                  <a:lnTo>
                    <a:pt x="1953782" y="183206"/>
                  </a:lnTo>
                  <a:lnTo>
                    <a:pt x="2016859" y="219005"/>
                  </a:lnTo>
                  <a:lnTo>
                    <a:pt x="2077935" y="257719"/>
                  </a:lnTo>
                  <a:lnTo>
                    <a:pt x="2136908" y="299270"/>
                  </a:lnTo>
                  <a:lnTo>
                    <a:pt x="2193674" y="343578"/>
                  </a:lnTo>
                  <a:lnTo>
                    <a:pt x="2248135" y="390558"/>
                  </a:lnTo>
                  <a:lnTo>
                    <a:pt x="2300195" y="440123"/>
                  </a:lnTo>
                </a:path>
              </a:pathLst>
            </a:custGeom>
            <a:ln w="25746" cap="flat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385742" y="3753547"/>
              <a:ext cx="68622" cy="68622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9000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20249" y="1487663"/>
              <a:ext cx="0" cy="2300195"/>
            </a:xfrm>
            <a:custGeom>
              <a:avLst/>
              <a:pathLst>
                <a:path w="0" h="2300195">
                  <a:moveTo>
                    <a:pt x="0" y="2300195"/>
                  </a:moveTo>
                  <a:lnTo>
                    <a:pt x="0" y="2220878"/>
                  </a:lnTo>
                  <a:lnTo>
                    <a:pt x="0" y="2141560"/>
                  </a:lnTo>
                  <a:lnTo>
                    <a:pt x="0" y="2062243"/>
                  </a:lnTo>
                  <a:lnTo>
                    <a:pt x="0" y="1982926"/>
                  </a:lnTo>
                  <a:lnTo>
                    <a:pt x="0" y="1903609"/>
                  </a:lnTo>
                  <a:lnTo>
                    <a:pt x="0" y="1824292"/>
                  </a:lnTo>
                  <a:lnTo>
                    <a:pt x="0" y="1744975"/>
                  </a:lnTo>
                  <a:lnTo>
                    <a:pt x="0" y="1665658"/>
                  </a:lnTo>
                  <a:lnTo>
                    <a:pt x="0" y="1586341"/>
                  </a:lnTo>
                  <a:lnTo>
                    <a:pt x="0" y="1507024"/>
                  </a:lnTo>
                  <a:lnTo>
                    <a:pt x="0" y="1427707"/>
                  </a:lnTo>
                  <a:lnTo>
                    <a:pt x="0" y="1348390"/>
                  </a:lnTo>
                  <a:lnTo>
                    <a:pt x="0" y="1269073"/>
                  </a:lnTo>
                  <a:lnTo>
                    <a:pt x="0" y="1189756"/>
                  </a:lnTo>
                  <a:lnTo>
                    <a:pt x="0" y="1110439"/>
                  </a:lnTo>
                  <a:lnTo>
                    <a:pt x="0" y="1031121"/>
                  </a:lnTo>
                  <a:lnTo>
                    <a:pt x="0" y="951804"/>
                  </a:lnTo>
                  <a:lnTo>
                    <a:pt x="0" y="872487"/>
                  </a:lnTo>
                  <a:lnTo>
                    <a:pt x="0" y="793170"/>
                  </a:lnTo>
                  <a:lnTo>
                    <a:pt x="0" y="713853"/>
                  </a:lnTo>
                  <a:lnTo>
                    <a:pt x="0" y="634536"/>
                  </a:lnTo>
                  <a:lnTo>
                    <a:pt x="0" y="555219"/>
                  </a:lnTo>
                  <a:lnTo>
                    <a:pt x="0" y="475902"/>
                  </a:lnTo>
                  <a:lnTo>
                    <a:pt x="0" y="396585"/>
                  </a:lnTo>
                  <a:lnTo>
                    <a:pt x="0" y="317268"/>
                  </a:lnTo>
                  <a:lnTo>
                    <a:pt x="0" y="237951"/>
                  </a:lnTo>
                  <a:lnTo>
                    <a:pt x="0" y="158634"/>
                  </a:lnTo>
                  <a:lnTo>
                    <a:pt x="0" y="79317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20249" y="2161375"/>
              <a:ext cx="1626483" cy="1626483"/>
            </a:xfrm>
            <a:custGeom>
              <a:avLst/>
              <a:pathLst>
                <a:path w="1626483" h="1626483">
                  <a:moveTo>
                    <a:pt x="0" y="1626483"/>
                  </a:moveTo>
                  <a:lnTo>
                    <a:pt x="56085" y="1570397"/>
                  </a:lnTo>
                  <a:lnTo>
                    <a:pt x="112171" y="1514312"/>
                  </a:lnTo>
                  <a:lnTo>
                    <a:pt x="168256" y="1458226"/>
                  </a:lnTo>
                  <a:lnTo>
                    <a:pt x="224342" y="1402141"/>
                  </a:lnTo>
                  <a:lnTo>
                    <a:pt x="280428" y="1346055"/>
                  </a:lnTo>
                  <a:lnTo>
                    <a:pt x="336513" y="1289969"/>
                  </a:lnTo>
                  <a:lnTo>
                    <a:pt x="392599" y="1233884"/>
                  </a:lnTo>
                  <a:lnTo>
                    <a:pt x="448685" y="1177798"/>
                  </a:lnTo>
                  <a:lnTo>
                    <a:pt x="504770" y="1121712"/>
                  </a:lnTo>
                  <a:lnTo>
                    <a:pt x="560856" y="1065627"/>
                  </a:lnTo>
                  <a:lnTo>
                    <a:pt x="616942" y="1009541"/>
                  </a:lnTo>
                  <a:lnTo>
                    <a:pt x="673027" y="953455"/>
                  </a:lnTo>
                  <a:lnTo>
                    <a:pt x="729113" y="897370"/>
                  </a:lnTo>
                  <a:lnTo>
                    <a:pt x="785198" y="841284"/>
                  </a:lnTo>
                  <a:lnTo>
                    <a:pt x="841284" y="785198"/>
                  </a:lnTo>
                  <a:lnTo>
                    <a:pt x="897370" y="729113"/>
                  </a:lnTo>
                  <a:lnTo>
                    <a:pt x="953455" y="673027"/>
                  </a:lnTo>
                  <a:lnTo>
                    <a:pt x="1009541" y="616942"/>
                  </a:lnTo>
                  <a:lnTo>
                    <a:pt x="1065627" y="560856"/>
                  </a:lnTo>
                  <a:lnTo>
                    <a:pt x="1121712" y="504770"/>
                  </a:lnTo>
                  <a:lnTo>
                    <a:pt x="1177798" y="448685"/>
                  </a:lnTo>
                  <a:lnTo>
                    <a:pt x="1233884" y="392599"/>
                  </a:lnTo>
                  <a:lnTo>
                    <a:pt x="1289969" y="336513"/>
                  </a:lnTo>
                  <a:lnTo>
                    <a:pt x="1346055" y="280428"/>
                  </a:lnTo>
                  <a:lnTo>
                    <a:pt x="1402141" y="224342"/>
                  </a:lnTo>
                  <a:lnTo>
                    <a:pt x="1458226" y="168256"/>
                  </a:lnTo>
                  <a:lnTo>
                    <a:pt x="1514312" y="112171"/>
                  </a:lnTo>
                  <a:lnTo>
                    <a:pt x="1570397" y="56085"/>
                  </a:lnTo>
                  <a:lnTo>
                    <a:pt x="1626483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20249" y="3787858"/>
              <a:ext cx="2300195" cy="0"/>
            </a:xfrm>
            <a:custGeom>
              <a:avLst/>
              <a:pathLst>
                <a:path w="2300195" h="0">
                  <a:moveTo>
                    <a:pt x="0" y="0"/>
                  </a:moveTo>
                  <a:lnTo>
                    <a:pt x="79317" y="0"/>
                  </a:lnTo>
                  <a:lnTo>
                    <a:pt x="158634" y="0"/>
                  </a:lnTo>
                  <a:lnTo>
                    <a:pt x="237951" y="0"/>
                  </a:lnTo>
                  <a:lnTo>
                    <a:pt x="317268" y="0"/>
                  </a:lnTo>
                  <a:lnTo>
                    <a:pt x="396585" y="0"/>
                  </a:lnTo>
                  <a:lnTo>
                    <a:pt x="475902" y="0"/>
                  </a:lnTo>
                  <a:lnTo>
                    <a:pt x="555219" y="0"/>
                  </a:lnTo>
                  <a:lnTo>
                    <a:pt x="634536" y="0"/>
                  </a:lnTo>
                  <a:lnTo>
                    <a:pt x="713853" y="0"/>
                  </a:lnTo>
                  <a:lnTo>
                    <a:pt x="793170" y="0"/>
                  </a:lnTo>
                  <a:lnTo>
                    <a:pt x="872487" y="0"/>
                  </a:lnTo>
                  <a:lnTo>
                    <a:pt x="951804" y="0"/>
                  </a:lnTo>
                  <a:lnTo>
                    <a:pt x="1031121" y="0"/>
                  </a:lnTo>
                  <a:lnTo>
                    <a:pt x="1110439" y="0"/>
                  </a:lnTo>
                  <a:lnTo>
                    <a:pt x="1189756" y="0"/>
                  </a:lnTo>
                  <a:lnTo>
                    <a:pt x="1269073" y="0"/>
                  </a:lnTo>
                  <a:lnTo>
                    <a:pt x="1348390" y="0"/>
                  </a:lnTo>
                  <a:lnTo>
                    <a:pt x="1427707" y="0"/>
                  </a:lnTo>
                  <a:lnTo>
                    <a:pt x="1507024" y="0"/>
                  </a:lnTo>
                  <a:lnTo>
                    <a:pt x="1586341" y="0"/>
                  </a:lnTo>
                  <a:lnTo>
                    <a:pt x="1665658" y="0"/>
                  </a:lnTo>
                  <a:lnTo>
                    <a:pt x="1744975" y="0"/>
                  </a:lnTo>
                  <a:lnTo>
                    <a:pt x="1824292" y="0"/>
                  </a:lnTo>
                  <a:lnTo>
                    <a:pt x="1903609" y="0"/>
                  </a:lnTo>
                  <a:lnTo>
                    <a:pt x="1982926" y="0"/>
                  </a:lnTo>
                  <a:lnTo>
                    <a:pt x="2062243" y="0"/>
                  </a:lnTo>
                  <a:lnTo>
                    <a:pt x="2141560" y="0"/>
                  </a:lnTo>
                  <a:lnTo>
                    <a:pt x="2220878" y="0"/>
                  </a:lnTo>
                  <a:lnTo>
                    <a:pt x="2300195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56085" y="56085"/>
                  </a:lnTo>
                  <a:lnTo>
                    <a:pt x="112171" y="112171"/>
                  </a:lnTo>
                  <a:lnTo>
                    <a:pt x="168256" y="168256"/>
                  </a:lnTo>
                  <a:lnTo>
                    <a:pt x="224342" y="224342"/>
                  </a:lnTo>
                  <a:lnTo>
                    <a:pt x="280428" y="280428"/>
                  </a:lnTo>
                  <a:lnTo>
                    <a:pt x="336513" y="336513"/>
                  </a:lnTo>
                  <a:lnTo>
                    <a:pt x="392599" y="392599"/>
                  </a:lnTo>
                  <a:lnTo>
                    <a:pt x="448685" y="448685"/>
                  </a:lnTo>
                  <a:lnTo>
                    <a:pt x="504770" y="504770"/>
                  </a:lnTo>
                  <a:lnTo>
                    <a:pt x="560856" y="560856"/>
                  </a:lnTo>
                  <a:lnTo>
                    <a:pt x="616942" y="616942"/>
                  </a:lnTo>
                  <a:lnTo>
                    <a:pt x="673027" y="673027"/>
                  </a:lnTo>
                  <a:lnTo>
                    <a:pt x="729113" y="729113"/>
                  </a:lnTo>
                  <a:lnTo>
                    <a:pt x="785198" y="785198"/>
                  </a:lnTo>
                  <a:lnTo>
                    <a:pt x="841284" y="841284"/>
                  </a:lnTo>
                  <a:lnTo>
                    <a:pt x="897370" y="897370"/>
                  </a:lnTo>
                  <a:lnTo>
                    <a:pt x="953455" y="953455"/>
                  </a:lnTo>
                  <a:lnTo>
                    <a:pt x="1009541" y="1009541"/>
                  </a:lnTo>
                  <a:lnTo>
                    <a:pt x="1065627" y="1065627"/>
                  </a:lnTo>
                  <a:lnTo>
                    <a:pt x="1121712" y="1121712"/>
                  </a:lnTo>
                  <a:lnTo>
                    <a:pt x="1177798" y="1177798"/>
                  </a:lnTo>
                  <a:lnTo>
                    <a:pt x="1233884" y="1233884"/>
                  </a:lnTo>
                  <a:lnTo>
                    <a:pt x="1289969" y="1289969"/>
                  </a:lnTo>
                  <a:lnTo>
                    <a:pt x="1346055" y="1346055"/>
                  </a:lnTo>
                  <a:lnTo>
                    <a:pt x="1402141" y="1402141"/>
                  </a:lnTo>
                  <a:lnTo>
                    <a:pt x="1458226" y="1458226"/>
                  </a:lnTo>
                  <a:lnTo>
                    <a:pt x="1514312" y="1514312"/>
                  </a:lnTo>
                  <a:lnTo>
                    <a:pt x="1570397" y="1570397"/>
                  </a:lnTo>
                  <a:lnTo>
                    <a:pt x="1626483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20249" y="3787858"/>
              <a:ext cx="0" cy="2300195"/>
            </a:xfrm>
            <a:custGeom>
              <a:avLst/>
              <a:pathLst>
                <a:path w="0" h="2300195">
                  <a:moveTo>
                    <a:pt x="0" y="0"/>
                  </a:moveTo>
                  <a:lnTo>
                    <a:pt x="0" y="79317"/>
                  </a:lnTo>
                  <a:lnTo>
                    <a:pt x="0" y="158634"/>
                  </a:lnTo>
                  <a:lnTo>
                    <a:pt x="0" y="237951"/>
                  </a:lnTo>
                  <a:lnTo>
                    <a:pt x="0" y="317268"/>
                  </a:lnTo>
                  <a:lnTo>
                    <a:pt x="0" y="396585"/>
                  </a:lnTo>
                  <a:lnTo>
                    <a:pt x="0" y="475902"/>
                  </a:lnTo>
                  <a:lnTo>
                    <a:pt x="0" y="555219"/>
                  </a:lnTo>
                  <a:lnTo>
                    <a:pt x="0" y="634536"/>
                  </a:lnTo>
                  <a:lnTo>
                    <a:pt x="0" y="713853"/>
                  </a:lnTo>
                  <a:lnTo>
                    <a:pt x="0" y="793170"/>
                  </a:lnTo>
                  <a:lnTo>
                    <a:pt x="0" y="872487"/>
                  </a:lnTo>
                  <a:lnTo>
                    <a:pt x="0" y="951804"/>
                  </a:lnTo>
                  <a:lnTo>
                    <a:pt x="0" y="1031121"/>
                  </a:lnTo>
                  <a:lnTo>
                    <a:pt x="0" y="1110439"/>
                  </a:lnTo>
                  <a:lnTo>
                    <a:pt x="0" y="1189756"/>
                  </a:lnTo>
                  <a:lnTo>
                    <a:pt x="0" y="1269073"/>
                  </a:lnTo>
                  <a:lnTo>
                    <a:pt x="0" y="1348390"/>
                  </a:lnTo>
                  <a:lnTo>
                    <a:pt x="0" y="1427707"/>
                  </a:lnTo>
                  <a:lnTo>
                    <a:pt x="0" y="1507024"/>
                  </a:lnTo>
                  <a:lnTo>
                    <a:pt x="0" y="1586341"/>
                  </a:lnTo>
                  <a:lnTo>
                    <a:pt x="0" y="1665658"/>
                  </a:lnTo>
                  <a:lnTo>
                    <a:pt x="0" y="1744975"/>
                  </a:lnTo>
                  <a:lnTo>
                    <a:pt x="0" y="1824292"/>
                  </a:lnTo>
                  <a:lnTo>
                    <a:pt x="0" y="1903609"/>
                  </a:lnTo>
                  <a:lnTo>
                    <a:pt x="0" y="1982926"/>
                  </a:lnTo>
                  <a:lnTo>
                    <a:pt x="0" y="2062243"/>
                  </a:lnTo>
                  <a:lnTo>
                    <a:pt x="0" y="2141560"/>
                  </a:lnTo>
                  <a:lnTo>
                    <a:pt x="0" y="2220878"/>
                  </a:lnTo>
                  <a:lnTo>
                    <a:pt x="0" y="2300195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93765" y="3787858"/>
              <a:ext cx="1626483" cy="1626483"/>
            </a:xfrm>
            <a:custGeom>
              <a:avLst/>
              <a:pathLst>
                <a:path w="1626483" h="1626483">
                  <a:moveTo>
                    <a:pt x="1626483" y="0"/>
                  </a:moveTo>
                  <a:lnTo>
                    <a:pt x="1570397" y="56085"/>
                  </a:lnTo>
                  <a:lnTo>
                    <a:pt x="1514312" y="112171"/>
                  </a:lnTo>
                  <a:lnTo>
                    <a:pt x="1458226" y="168256"/>
                  </a:lnTo>
                  <a:lnTo>
                    <a:pt x="1402141" y="224342"/>
                  </a:lnTo>
                  <a:lnTo>
                    <a:pt x="1346055" y="280428"/>
                  </a:lnTo>
                  <a:lnTo>
                    <a:pt x="1289969" y="336513"/>
                  </a:lnTo>
                  <a:lnTo>
                    <a:pt x="1233884" y="392599"/>
                  </a:lnTo>
                  <a:lnTo>
                    <a:pt x="1177798" y="448685"/>
                  </a:lnTo>
                  <a:lnTo>
                    <a:pt x="1121712" y="504770"/>
                  </a:lnTo>
                  <a:lnTo>
                    <a:pt x="1065627" y="560856"/>
                  </a:lnTo>
                  <a:lnTo>
                    <a:pt x="1009541" y="616942"/>
                  </a:lnTo>
                  <a:lnTo>
                    <a:pt x="953455" y="673027"/>
                  </a:lnTo>
                  <a:lnTo>
                    <a:pt x="897370" y="729113"/>
                  </a:lnTo>
                  <a:lnTo>
                    <a:pt x="841284" y="785198"/>
                  </a:lnTo>
                  <a:lnTo>
                    <a:pt x="785198" y="841284"/>
                  </a:lnTo>
                  <a:lnTo>
                    <a:pt x="729113" y="897370"/>
                  </a:lnTo>
                  <a:lnTo>
                    <a:pt x="673027" y="953455"/>
                  </a:lnTo>
                  <a:lnTo>
                    <a:pt x="616942" y="1009541"/>
                  </a:lnTo>
                  <a:lnTo>
                    <a:pt x="560856" y="1065627"/>
                  </a:lnTo>
                  <a:lnTo>
                    <a:pt x="504770" y="1121712"/>
                  </a:lnTo>
                  <a:lnTo>
                    <a:pt x="448685" y="1177798"/>
                  </a:lnTo>
                  <a:lnTo>
                    <a:pt x="392599" y="1233884"/>
                  </a:lnTo>
                  <a:lnTo>
                    <a:pt x="336513" y="1289969"/>
                  </a:lnTo>
                  <a:lnTo>
                    <a:pt x="280428" y="1346055"/>
                  </a:lnTo>
                  <a:lnTo>
                    <a:pt x="224342" y="1402141"/>
                  </a:lnTo>
                  <a:lnTo>
                    <a:pt x="168256" y="1458226"/>
                  </a:lnTo>
                  <a:lnTo>
                    <a:pt x="112171" y="1514312"/>
                  </a:lnTo>
                  <a:lnTo>
                    <a:pt x="56085" y="1570397"/>
                  </a:lnTo>
                  <a:lnTo>
                    <a:pt x="0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20054" y="3787858"/>
              <a:ext cx="2300195" cy="0"/>
            </a:xfrm>
            <a:custGeom>
              <a:avLst/>
              <a:pathLst>
                <a:path w="2300195" h="0">
                  <a:moveTo>
                    <a:pt x="2300195" y="0"/>
                  </a:moveTo>
                  <a:lnTo>
                    <a:pt x="2220878" y="0"/>
                  </a:lnTo>
                  <a:lnTo>
                    <a:pt x="2141560" y="0"/>
                  </a:lnTo>
                  <a:lnTo>
                    <a:pt x="2062243" y="0"/>
                  </a:lnTo>
                  <a:lnTo>
                    <a:pt x="1982926" y="0"/>
                  </a:lnTo>
                  <a:lnTo>
                    <a:pt x="1903609" y="0"/>
                  </a:lnTo>
                  <a:lnTo>
                    <a:pt x="1824292" y="0"/>
                  </a:lnTo>
                  <a:lnTo>
                    <a:pt x="1744975" y="0"/>
                  </a:lnTo>
                  <a:lnTo>
                    <a:pt x="1665658" y="0"/>
                  </a:lnTo>
                  <a:lnTo>
                    <a:pt x="1586341" y="0"/>
                  </a:lnTo>
                  <a:lnTo>
                    <a:pt x="1507024" y="0"/>
                  </a:lnTo>
                  <a:lnTo>
                    <a:pt x="1427707" y="0"/>
                  </a:lnTo>
                  <a:lnTo>
                    <a:pt x="1348390" y="0"/>
                  </a:lnTo>
                  <a:lnTo>
                    <a:pt x="1269073" y="0"/>
                  </a:lnTo>
                  <a:lnTo>
                    <a:pt x="1189756" y="0"/>
                  </a:lnTo>
                  <a:lnTo>
                    <a:pt x="1110439" y="0"/>
                  </a:lnTo>
                  <a:lnTo>
                    <a:pt x="1031121" y="0"/>
                  </a:lnTo>
                  <a:lnTo>
                    <a:pt x="951804" y="0"/>
                  </a:lnTo>
                  <a:lnTo>
                    <a:pt x="872487" y="0"/>
                  </a:lnTo>
                  <a:lnTo>
                    <a:pt x="793170" y="0"/>
                  </a:lnTo>
                  <a:lnTo>
                    <a:pt x="713853" y="0"/>
                  </a:lnTo>
                  <a:lnTo>
                    <a:pt x="634536" y="0"/>
                  </a:lnTo>
                  <a:lnTo>
                    <a:pt x="555219" y="0"/>
                  </a:lnTo>
                  <a:lnTo>
                    <a:pt x="475902" y="0"/>
                  </a:lnTo>
                  <a:lnTo>
                    <a:pt x="396585" y="0"/>
                  </a:lnTo>
                  <a:lnTo>
                    <a:pt x="317268" y="0"/>
                  </a:lnTo>
                  <a:lnTo>
                    <a:pt x="237951" y="0"/>
                  </a:lnTo>
                  <a:lnTo>
                    <a:pt x="158634" y="0"/>
                  </a:lnTo>
                  <a:lnTo>
                    <a:pt x="79317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93765" y="2161375"/>
              <a:ext cx="1626483" cy="1626483"/>
            </a:xfrm>
            <a:custGeom>
              <a:avLst/>
              <a:pathLst>
                <a:path w="1626483" h="1626483">
                  <a:moveTo>
                    <a:pt x="1626483" y="1626483"/>
                  </a:moveTo>
                  <a:lnTo>
                    <a:pt x="1570397" y="1570397"/>
                  </a:lnTo>
                  <a:lnTo>
                    <a:pt x="1514312" y="1514312"/>
                  </a:lnTo>
                  <a:lnTo>
                    <a:pt x="1458226" y="1458226"/>
                  </a:lnTo>
                  <a:lnTo>
                    <a:pt x="1402141" y="1402141"/>
                  </a:lnTo>
                  <a:lnTo>
                    <a:pt x="1346055" y="1346055"/>
                  </a:lnTo>
                  <a:lnTo>
                    <a:pt x="1289969" y="1289969"/>
                  </a:lnTo>
                  <a:lnTo>
                    <a:pt x="1233884" y="1233884"/>
                  </a:lnTo>
                  <a:lnTo>
                    <a:pt x="1177798" y="1177798"/>
                  </a:lnTo>
                  <a:lnTo>
                    <a:pt x="1121712" y="1121712"/>
                  </a:lnTo>
                  <a:lnTo>
                    <a:pt x="1065627" y="1065627"/>
                  </a:lnTo>
                  <a:lnTo>
                    <a:pt x="1009541" y="1009541"/>
                  </a:lnTo>
                  <a:lnTo>
                    <a:pt x="953455" y="953455"/>
                  </a:lnTo>
                  <a:lnTo>
                    <a:pt x="897370" y="897370"/>
                  </a:lnTo>
                  <a:lnTo>
                    <a:pt x="841284" y="841284"/>
                  </a:lnTo>
                  <a:lnTo>
                    <a:pt x="785198" y="785198"/>
                  </a:lnTo>
                  <a:lnTo>
                    <a:pt x="729113" y="729113"/>
                  </a:lnTo>
                  <a:lnTo>
                    <a:pt x="673027" y="673027"/>
                  </a:lnTo>
                  <a:lnTo>
                    <a:pt x="616942" y="616942"/>
                  </a:lnTo>
                  <a:lnTo>
                    <a:pt x="560856" y="560856"/>
                  </a:lnTo>
                  <a:lnTo>
                    <a:pt x="504770" y="504770"/>
                  </a:lnTo>
                  <a:lnTo>
                    <a:pt x="448685" y="448685"/>
                  </a:lnTo>
                  <a:lnTo>
                    <a:pt x="392599" y="392599"/>
                  </a:lnTo>
                  <a:lnTo>
                    <a:pt x="336513" y="336513"/>
                  </a:lnTo>
                  <a:lnTo>
                    <a:pt x="280428" y="280428"/>
                  </a:lnTo>
                  <a:lnTo>
                    <a:pt x="224342" y="224342"/>
                  </a:lnTo>
                  <a:lnTo>
                    <a:pt x="168256" y="168256"/>
                  </a:lnTo>
                  <a:lnTo>
                    <a:pt x="112171" y="112171"/>
                  </a:lnTo>
                  <a:lnTo>
                    <a:pt x="56085" y="56085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3605" y="1157656"/>
              <a:ext cx="273288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307778" y="1915472"/>
              <a:ext cx="484529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96154" y="3745539"/>
              <a:ext cx="223629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98392" y="5573041"/>
              <a:ext cx="503301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4219" y="6330967"/>
              <a:ext cx="292060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29527" y="5573041"/>
              <a:ext cx="521855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05244" y="3745539"/>
              <a:ext cx="254570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38913" y="1915472"/>
              <a:ext cx="503083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599361" y="2604877"/>
              <a:ext cx="183013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48506" y="1454780"/>
              <a:ext cx="233868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2026-03-18T21:41:52Z</dcterms:modified>
  <cp:category/>
</cp:coreProperties>
</file>