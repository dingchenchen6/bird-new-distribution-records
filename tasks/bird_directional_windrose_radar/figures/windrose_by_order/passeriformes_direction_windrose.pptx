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06385" y="440031"/>
              <a:ext cx="1021231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Passeriformes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4090300" y="2762207"/>
              <a:ext cx="2907187" cy="2448153"/>
            </a:xfrm>
            <a:custGeom>
              <a:avLst/>
              <a:pathLst>
                <a:path w="2907187" h="2448153">
                  <a:moveTo>
                    <a:pt x="2907187" y="1051130"/>
                  </a:moveTo>
                  <a:lnTo>
                    <a:pt x="2857504" y="956366"/>
                  </a:lnTo>
                  <a:lnTo>
                    <a:pt x="2803973" y="865817"/>
                  </a:lnTo>
                  <a:lnTo>
                    <a:pt x="2746862" y="779632"/>
                  </a:lnTo>
                  <a:lnTo>
                    <a:pt x="2686444" y="697951"/>
                  </a:lnTo>
                  <a:lnTo>
                    <a:pt x="2622998" y="620895"/>
                  </a:lnTo>
                  <a:lnTo>
                    <a:pt x="2556807" y="548569"/>
                  </a:lnTo>
                  <a:lnTo>
                    <a:pt x="2488158" y="481065"/>
                  </a:lnTo>
                  <a:lnTo>
                    <a:pt x="2417339" y="418457"/>
                  </a:lnTo>
                  <a:lnTo>
                    <a:pt x="2344641" y="360804"/>
                  </a:lnTo>
                  <a:lnTo>
                    <a:pt x="2270356" y="308151"/>
                  </a:lnTo>
                  <a:lnTo>
                    <a:pt x="2194776" y="260523"/>
                  </a:lnTo>
                  <a:lnTo>
                    <a:pt x="2118191" y="217933"/>
                  </a:lnTo>
                  <a:lnTo>
                    <a:pt x="2040893" y="180377"/>
                  </a:lnTo>
                  <a:lnTo>
                    <a:pt x="1963167" y="147836"/>
                  </a:lnTo>
                  <a:lnTo>
                    <a:pt x="1885299" y="120275"/>
                  </a:lnTo>
                  <a:lnTo>
                    <a:pt x="1807569" y="97645"/>
                  </a:lnTo>
                  <a:lnTo>
                    <a:pt x="1730253" y="79881"/>
                  </a:lnTo>
                  <a:lnTo>
                    <a:pt x="1653621" y="66906"/>
                  </a:lnTo>
                  <a:lnTo>
                    <a:pt x="1577939" y="58625"/>
                  </a:lnTo>
                  <a:lnTo>
                    <a:pt x="1503464" y="54932"/>
                  </a:lnTo>
                  <a:lnTo>
                    <a:pt x="1430447" y="55708"/>
                  </a:lnTo>
                  <a:lnTo>
                    <a:pt x="1359129" y="60820"/>
                  </a:lnTo>
                  <a:lnTo>
                    <a:pt x="1289745" y="70123"/>
                  </a:lnTo>
                  <a:lnTo>
                    <a:pt x="1222518" y="83460"/>
                  </a:lnTo>
                  <a:lnTo>
                    <a:pt x="1157664" y="100661"/>
                  </a:lnTo>
                  <a:lnTo>
                    <a:pt x="1095385" y="121549"/>
                  </a:lnTo>
                  <a:lnTo>
                    <a:pt x="1035874" y="145934"/>
                  </a:lnTo>
                  <a:lnTo>
                    <a:pt x="979314" y="173617"/>
                  </a:lnTo>
                  <a:lnTo>
                    <a:pt x="925872" y="204390"/>
                  </a:lnTo>
                  <a:lnTo>
                    <a:pt x="875707" y="238037"/>
                  </a:lnTo>
                  <a:lnTo>
                    <a:pt x="828962" y="274334"/>
                  </a:lnTo>
                  <a:lnTo>
                    <a:pt x="785768" y="313050"/>
                  </a:lnTo>
                  <a:lnTo>
                    <a:pt x="746244" y="353949"/>
                  </a:lnTo>
                  <a:lnTo>
                    <a:pt x="710492" y="396788"/>
                  </a:lnTo>
                  <a:lnTo>
                    <a:pt x="678602" y="441321"/>
                  </a:lnTo>
                  <a:lnTo>
                    <a:pt x="650651" y="487295"/>
                  </a:lnTo>
                  <a:lnTo>
                    <a:pt x="626700" y="534457"/>
                  </a:lnTo>
                  <a:lnTo>
                    <a:pt x="655002" y="475022"/>
                  </a:lnTo>
                  <a:lnTo>
                    <a:pt x="689130" y="417264"/>
                  </a:lnTo>
                  <a:lnTo>
                    <a:pt x="728980" y="361612"/>
                  </a:lnTo>
                  <a:lnTo>
                    <a:pt x="774421" y="308486"/>
                  </a:lnTo>
                  <a:lnTo>
                    <a:pt x="825293" y="258301"/>
                  </a:lnTo>
                  <a:lnTo>
                    <a:pt x="881411" y="211460"/>
                  </a:lnTo>
                  <a:lnTo>
                    <a:pt x="942562" y="168354"/>
                  </a:lnTo>
                  <a:lnTo>
                    <a:pt x="1008508" y="129363"/>
                  </a:lnTo>
                  <a:lnTo>
                    <a:pt x="1078986" y="94851"/>
                  </a:lnTo>
                  <a:lnTo>
                    <a:pt x="1153709" y="65166"/>
                  </a:lnTo>
                  <a:lnTo>
                    <a:pt x="1232366" y="40637"/>
                  </a:lnTo>
                  <a:lnTo>
                    <a:pt x="1314625" y="21577"/>
                  </a:lnTo>
                  <a:lnTo>
                    <a:pt x="1400134" y="8275"/>
                  </a:lnTo>
                  <a:lnTo>
                    <a:pt x="1488519" y="1001"/>
                  </a:lnTo>
                  <a:lnTo>
                    <a:pt x="1579389" y="0"/>
                  </a:lnTo>
                  <a:lnTo>
                    <a:pt x="1672336" y="5494"/>
                  </a:lnTo>
                  <a:lnTo>
                    <a:pt x="1728806" y="88248"/>
                  </a:lnTo>
                  <a:lnTo>
                    <a:pt x="1778932" y="173818"/>
                  </a:lnTo>
                  <a:lnTo>
                    <a:pt x="1822593" y="261728"/>
                  </a:lnTo>
                  <a:lnTo>
                    <a:pt x="1859705" y="351499"/>
                  </a:lnTo>
                  <a:lnTo>
                    <a:pt x="1890216" y="442652"/>
                  </a:lnTo>
                  <a:lnTo>
                    <a:pt x="1914113" y="534711"/>
                  </a:lnTo>
                  <a:lnTo>
                    <a:pt x="1931412" y="627203"/>
                  </a:lnTo>
                  <a:lnTo>
                    <a:pt x="1942165" y="719661"/>
                  </a:lnTo>
                  <a:lnTo>
                    <a:pt x="1946458" y="811629"/>
                  </a:lnTo>
                  <a:lnTo>
                    <a:pt x="1944404" y="902660"/>
                  </a:lnTo>
                  <a:lnTo>
                    <a:pt x="1936151" y="992322"/>
                  </a:lnTo>
                  <a:lnTo>
                    <a:pt x="1921873" y="1080198"/>
                  </a:lnTo>
                  <a:lnTo>
                    <a:pt x="1901775" y="1165889"/>
                  </a:lnTo>
                  <a:lnTo>
                    <a:pt x="1876084" y="1249013"/>
                  </a:lnTo>
                  <a:lnTo>
                    <a:pt x="1845054" y="1329211"/>
                  </a:lnTo>
                  <a:lnTo>
                    <a:pt x="1808962" y="1406147"/>
                  </a:lnTo>
                  <a:lnTo>
                    <a:pt x="1768105" y="1479506"/>
                  </a:lnTo>
                  <a:lnTo>
                    <a:pt x="1722799" y="1549002"/>
                  </a:lnTo>
                  <a:lnTo>
                    <a:pt x="1673377" y="1614371"/>
                  </a:lnTo>
                  <a:lnTo>
                    <a:pt x="1620188" y="1675379"/>
                  </a:lnTo>
                  <a:lnTo>
                    <a:pt x="1563590" y="1731820"/>
                  </a:lnTo>
                  <a:lnTo>
                    <a:pt x="1503956" y="1783515"/>
                  </a:lnTo>
                  <a:lnTo>
                    <a:pt x="1441664" y="1830315"/>
                  </a:lnTo>
                  <a:lnTo>
                    <a:pt x="1377100" y="1872100"/>
                  </a:lnTo>
                  <a:lnTo>
                    <a:pt x="1310653" y="1908779"/>
                  </a:lnTo>
                  <a:lnTo>
                    <a:pt x="1242714" y="1940293"/>
                  </a:lnTo>
                  <a:lnTo>
                    <a:pt x="1173673" y="1966608"/>
                  </a:lnTo>
                  <a:lnTo>
                    <a:pt x="1103917" y="1987722"/>
                  </a:lnTo>
                  <a:lnTo>
                    <a:pt x="1033831" y="2003660"/>
                  </a:lnTo>
                  <a:lnTo>
                    <a:pt x="963789" y="2014476"/>
                  </a:lnTo>
                  <a:lnTo>
                    <a:pt x="894160" y="2020248"/>
                  </a:lnTo>
                  <a:lnTo>
                    <a:pt x="825299" y="2021084"/>
                  </a:lnTo>
                  <a:lnTo>
                    <a:pt x="757551" y="2017114"/>
                  </a:lnTo>
                  <a:lnTo>
                    <a:pt x="691247" y="2008491"/>
                  </a:lnTo>
                  <a:lnTo>
                    <a:pt x="626700" y="1995394"/>
                  </a:lnTo>
                  <a:lnTo>
                    <a:pt x="564208" y="1978018"/>
                  </a:lnTo>
                  <a:lnTo>
                    <a:pt x="504048" y="1956582"/>
                  </a:lnTo>
                  <a:lnTo>
                    <a:pt x="446480" y="1931320"/>
                  </a:lnTo>
                  <a:lnTo>
                    <a:pt x="391742" y="1902482"/>
                  </a:lnTo>
                  <a:lnTo>
                    <a:pt x="340048" y="1870334"/>
                  </a:lnTo>
                  <a:lnTo>
                    <a:pt x="291592" y="1835153"/>
                  </a:lnTo>
                  <a:lnTo>
                    <a:pt x="246544" y="1797229"/>
                  </a:lnTo>
                  <a:lnTo>
                    <a:pt x="205048" y="1756856"/>
                  </a:lnTo>
                  <a:lnTo>
                    <a:pt x="167226" y="1714341"/>
                  </a:lnTo>
                  <a:lnTo>
                    <a:pt x="133175" y="1669991"/>
                  </a:lnTo>
                  <a:lnTo>
                    <a:pt x="102966" y="1624118"/>
                  </a:lnTo>
                  <a:lnTo>
                    <a:pt x="76645" y="1577036"/>
                  </a:lnTo>
                  <a:lnTo>
                    <a:pt x="54237" y="1529056"/>
                  </a:lnTo>
                  <a:lnTo>
                    <a:pt x="35739" y="1480488"/>
                  </a:lnTo>
                  <a:lnTo>
                    <a:pt x="21125" y="1431638"/>
                  </a:lnTo>
                  <a:lnTo>
                    <a:pt x="10348" y="1382803"/>
                  </a:lnTo>
                  <a:lnTo>
                    <a:pt x="3337" y="1334275"/>
                  </a:lnTo>
                  <a:lnTo>
                    <a:pt x="0" y="1286334"/>
                  </a:lnTo>
                  <a:lnTo>
                    <a:pt x="223" y="1239252"/>
                  </a:lnTo>
                  <a:lnTo>
                    <a:pt x="3875" y="1193285"/>
                  </a:lnTo>
                  <a:lnTo>
                    <a:pt x="10807" y="1148678"/>
                  </a:lnTo>
                  <a:lnTo>
                    <a:pt x="20849" y="1105657"/>
                  </a:lnTo>
                  <a:lnTo>
                    <a:pt x="33821" y="1064436"/>
                  </a:lnTo>
                  <a:lnTo>
                    <a:pt x="49525" y="1025209"/>
                  </a:lnTo>
                  <a:lnTo>
                    <a:pt x="67751" y="988151"/>
                  </a:lnTo>
                  <a:lnTo>
                    <a:pt x="88279" y="953421"/>
                  </a:lnTo>
                  <a:lnTo>
                    <a:pt x="110880" y="921154"/>
                  </a:lnTo>
                  <a:lnTo>
                    <a:pt x="135315" y="891469"/>
                  </a:lnTo>
                  <a:lnTo>
                    <a:pt x="161342" y="864461"/>
                  </a:lnTo>
                  <a:lnTo>
                    <a:pt x="188712" y="840206"/>
                  </a:lnTo>
                  <a:lnTo>
                    <a:pt x="217174" y="818757"/>
                  </a:lnTo>
                  <a:lnTo>
                    <a:pt x="246478" y="800148"/>
                  </a:lnTo>
                  <a:lnTo>
                    <a:pt x="276373" y="784390"/>
                  </a:lnTo>
                  <a:lnTo>
                    <a:pt x="306610" y="771476"/>
                  </a:lnTo>
                  <a:lnTo>
                    <a:pt x="336945" y="761375"/>
                  </a:lnTo>
                  <a:lnTo>
                    <a:pt x="306716" y="818648"/>
                  </a:lnTo>
                  <a:lnTo>
                    <a:pt x="286987" y="878037"/>
                  </a:lnTo>
                  <a:lnTo>
                    <a:pt x="277647" y="937716"/>
                  </a:lnTo>
                  <a:lnTo>
                    <a:pt x="278280" y="995946"/>
                  </a:lnTo>
                  <a:lnTo>
                    <a:pt x="288190" y="1051130"/>
                  </a:lnTo>
                  <a:lnTo>
                    <a:pt x="306435" y="1101855"/>
                  </a:lnTo>
                  <a:lnTo>
                    <a:pt x="331869" y="1146926"/>
                  </a:lnTo>
                  <a:lnTo>
                    <a:pt x="363184" y="1185398"/>
                  </a:lnTo>
                  <a:lnTo>
                    <a:pt x="398964" y="1216590"/>
                  </a:lnTo>
                  <a:lnTo>
                    <a:pt x="437730" y="1240100"/>
                  </a:lnTo>
                  <a:lnTo>
                    <a:pt x="477995" y="1255804"/>
                  </a:lnTo>
                  <a:lnTo>
                    <a:pt x="518315" y="1263847"/>
                  </a:lnTo>
                  <a:lnTo>
                    <a:pt x="557330" y="1264628"/>
                  </a:lnTo>
                  <a:lnTo>
                    <a:pt x="593812" y="1258774"/>
                  </a:lnTo>
                  <a:lnTo>
                    <a:pt x="626700" y="1247109"/>
                  </a:lnTo>
                  <a:lnTo>
                    <a:pt x="650712" y="1294924"/>
                  </a:lnTo>
                  <a:lnTo>
                    <a:pt x="684051" y="1339450"/>
                  </a:lnTo>
                  <a:lnTo>
                    <a:pt x="726257" y="1379326"/>
                  </a:lnTo>
                  <a:lnTo>
                    <a:pt x="776696" y="1413252"/>
                  </a:lnTo>
                  <a:lnTo>
                    <a:pt x="834564" y="1440016"/>
                  </a:lnTo>
                  <a:lnTo>
                    <a:pt x="898901" y="1458507"/>
                  </a:lnTo>
                  <a:lnTo>
                    <a:pt x="968602" y="1467738"/>
                  </a:lnTo>
                  <a:lnTo>
                    <a:pt x="1042435" y="1466865"/>
                  </a:lnTo>
                  <a:lnTo>
                    <a:pt x="998271" y="1503890"/>
                  </a:lnTo>
                  <a:lnTo>
                    <a:pt x="950866" y="1536279"/>
                  </a:lnTo>
                  <a:lnTo>
                    <a:pt x="900703" y="1563753"/>
                  </a:lnTo>
                  <a:lnTo>
                    <a:pt x="848285" y="1586084"/>
                  </a:lnTo>
                  <a:lnTo>
                    <a:pt x="794137" y="1603096"/>
                  </a:lnTo>
                  <a:lnTo>
                    <a:pt x="738794" y="1614665"/>
                  </a:lnTo>
                  <a:lnTo>
                    <a:pt x="682800" y="1620722"/>
                  </a:lnTo>
                  <a:lnTo>
                    <a:pt x="626700" y="1621251"/>
                  </a:lnTo>
                  <a:lnTo>
                    <a:pt x="571037" y="1616290"/>
                  </a:lnTo>
                  <a:lnTo>
                    <a:pt x="516344" y="1605928"/>
                  </a:lnTo>
                  <a:lnTo>
                    <a:pt x="463142" y="1590309"/>
                  </a:lnTo>
                  <a:lnTo>
                    <a:pt x="411933" y="1569623"/>
                  </a:lnTo>
                  <a:lnTo>
                    <a:pt x="363196" y="1544112"/>
                  </a:lnTo>
                  <a:lnTo>
                    <a:pt x="317381" y="1514058"/>
                  </a:lnTo>
                  <a:lnTo>
                    <a:pt x="274908" y="1479789"/>
                  </a:lnTo>
                  <a:lnTo>
                    <a:pt x="236161" y="1441669"/>
                  </a:lnTo>
                  <a:lnTo>
                    <a:pt x="230709" y="1366922"/>
                  </a:lnTo>
                  <a:lnTo>
                    <a:pt x="236632" y="1296226"/>
                  </a:lnTo>
                  <a:lnTo>
                    <a:pt x="252919" y="1231133"/>
                  </a:lnTo>
                  <a:lnTo>
                    <a:pt x="278358" y="1173020"/>
                  </a:lnTo>
                  <a:lnTo>
                    <a:pt x="311566" y="1123057"/>
                  </a:lnTo>
                  <a:lnTo>
                    <a:pt x="351019" y="1082192"/>
                  </a:lnTo>
                  <a:lnTo>
                    <a:pt x="395088" y="1051130"/>
                  </a:lnTo>
                  <a:lnTo>
                    <a:pt x="361304" y="1065039"/>
                  </a:lnTo>
                  <a:lnTo>
                    <a:pt x="328435" y="1082479"/>
                  </a:lnTo>
                  <a:lnTo>
                    <a:pt x="296757" y="1103388"/>
                  </a:lnTo>
                  <a:lnTo>
                    <a:pt x="266543" y="1127684"/>
                  </a:lnTo>
                  <a:lnTo>
                    <a:pt x="238058" y="1155266"/>
                  </a:lnTo>
                  <a:lnTo>
                    <a:pt x="211564" y="1186016"/>
                  </a:lnTo>
                  <a:lnTo>
                    <a:pt x="187313" y="1219795"/>
                  </a:lnTo>
                  <a:lnTo>
                    <a:pt x="165547" y="1256449"/>
                  </a:lnTo>
                  <a:lnTo>
                    <a:pt x="146498" y="1295805"/>
                  </a:lnTo>
                  <a:lnTo>
                    <a:pt x="130389" y="1337675"/>
                  </a:lnTo>
                  <a:lnTo>
                    <a:pt x="117427" y="1381856"/>
                  </a:lnTo>
                  <a:lnTo>
                    <a:pt x="107807" y="1428128"/>
                  </a:lnTo>
                  <a:lnTo>
                    <a:pt x="101711" y="1476258"/>
                  </a:lnTo>
                  <a:lnTo>
                    <a:pt x="99303" y="1526000"/>
                  </a:lnTo>
                  <a:lnTo>
                    <a:pt x="100732" y="1577097"/>
                  </a:lnTo>
                  <a:lnTo>
                    <a:pt x="106131" y="1629280"/>
                  </a:lnTo>
                  <a:lnTo>
                    <a:pt x="115612" y="1682271"/>
                  </a:lnTo>
                  <a:lnTo>
                    <a:pt x="129272" y="1735780"/>
                  </a:lnTo>
                  <a:lnTo>
                    <a:pt x="147188" y="1789514"/>
                  </a:lnTo>
                  <a:lnTo>
                    <a:pt x="169415" y="1843171"/>
                  </a:lnTo>
                  <a:lnTo>
                    <a:pt x="195991" y="1896444"/>
                  </a:lnTo>
                  <a:lnTo>
                    <a:pt x="226932" y="1949023"/>
                  </a:lnTo>
                  <a:lnTo>
                    <a:pt x="262235" y="2000594"/>
                  </a:lnTo>
                  <a:lnTo>
                    <a:pt x="301873" y="2050844"/>
                  </a:lnTo>
                  <a:lnTo>
                    <a:pt x="345801" y="2099458"/>
                  </a:lnTo>
                  <a:lnTo>
                    <a:pt x="393952" y="2146125"/>
                  </a:lnTo>
                  <a:lnTo>
                    <a:pt x="446236" y="2190533"/>
                  </a:lnTo>
                  <a:lnTo>
                    <a:pt x="502546" y="2232377"/>
                  </a:lnTo>
                  <a:lnTo>
                    <a:pt x="562751" y="2271357"/>
                  </a:lnTo>
                  <a:lnTo>
                    <a:pt x="626700" y="2307179"/>
                  </a:lnTo>
                  <a:lnTo>
                    <a:pt x="694224" y="2339559"/>
                  </a:lnTo>
                  <a:lnTo>
                    <a:pt x="765132" y="2368220"/>
                  </a:lnTo>
                  <a:lnTo>
                    <a:pt x="839215" y="2392897"/>
                  </a:lnTo>
                  <a:lnTo>
                    <a:pt x="916246" y="2413338"/>
                  </a:lnTo>
                  <a:lnTo>
                    <a:pt x="995980" y="2429302"/>
                  </a:lnTo>
                  <a:lnTo>
                    <a:pt x="1078154" y="2440563"/>
                  </a:lnTo>
                  <a:lnTo>
                    <a:pt x="1162490" y="2446912"/>
                  </a:lnTo>
                  <a:lnTo>
                    <a:pt x="1248695" y="2448153"/>
                  </a:lnTo>
                  <a:lnTo>
                    <a:pt x="1336460" y="2444112"/>
                  </a:lnTo>
                  <a:lnTo>
                    <a:pt x="1425464" y="2434630"/>
                  </a:lnTo>
                  <a:lnTo>
                    <a:pt x="1515375" y="2419569"/>
                  </a:lnTo>
                  <a:lnTo>
                    <a:pt x="1605847" y="2398810"/>
                  </a:lnTo>
                  <a:lnTo>
                    <a:pt x="1696527" y="2372256"/>
                  </a:lnTo>
                  <a:lnTo>
                    <a:pt x="1787053" y="2339832"/>
                  </a:lnTo>
                  <a:lnTo>
                    <a:pt x="1877054" y="2301484"/>
                  </a:lnTo>
                  <a:lnTo>
                    <a:pt x="1966156" y="2257181"/>
                  </a:lnTo>
                  <a:lnTo>
                    <a:pt x="2053978" y="2206917"/>
                  </a:lnTo>
                  <a:lnTo>
                    <a:pt x="2140138" y="2150707"/>
                  </a:lnTo>
                  <a:lnTo>
                    <a:pt x="2224250" y="2088591"/>
                  </a:lnTo>
                  <a:lnTo>
                    <a:pt x="2305930" y="2020634"/>
                  </a:lnTo>
                  <a:lnTo>
                    <a:pt x="2384794" y="1946924"/>
                  </a:lnTo>
                  <a:lnTo>
                    <a:pt x="2460463" y="1867574"/>
                  </a:lnTo>
                  <a:lnTo>
                    <a:pt x="2532559" y="1782720"/>
                  </a:lnTo>
                  <a:lnTo>
                    <a:pt x="2600712" y="1692525"/>
                  </a:lnTo>
                  <a:lnTo>
                    <a:pt x="2664559" y="1597173"/>
                  </a:lnTo>
                  <a:lnTo>
                    <a:pt x="2723746" y="1496871"/>
                  </a:lnTo>
                  <a:lnTo>
                    <a:pt x="2777928" y="1391851"/>
                  </a:lnTo>
                  <a:lnTo>
                    <a:pt x="2826772" y="1282367"/>
                  </a:lnTo>
                  <a:lnTo>
                    <a:pt x="2869960" y="1168694"/>
                  </a:lnTo>
                  <a:close/>
                </a:path>
              </a:pathLst>
            </a:custGeom>
            <a:solidFill>
              <a:srgbClr val="00BFC4">
                <a:alpha val="25882"/>
              </a:srgbClr>
            </a:solidFill>
            <a:ln w="24933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321009" y="2762207"/>
              <a:ext cx="2676477" cy="1627480"/>
            </a:xfrm>
            <a:custGeom>
              <a:avLst/>
              <a:pathLst>
                <a:path w="2676477" h="1627480">
                  <a:moveTo>
                    <a:pt x="395991" y="534457"/>
                  </a:moveTo>
                  <a:lnTo>
                    <a:pt x="424293" y="475022"/>
                  </a:lnTo>
                  <a:lnTo>
                    <a:pt x="458421" y="417264"/>
                  </a:lnTo>
                  <a:lnTo>
                    <a:pt x="498271" y="361612"/>
                  </a:lnTo>
                  <a:lnTo>
                    <a:pt x="543712" y="308486"/>
                  </a:lnTo>
                  <a:lnTo>
                    <a:pt x="594584" y="258301"/>
                  </a:lnTo>
                  <a:lnTo>
                    <a:pt x="650702" y="211460"/>
                  </a:lnTo>
                  <a:lnTo>
                    <a:pt x="711853" y="168354"/>
                  </a:lnTo>
                  <a:lnTo>
                    <a:pt x="777799" y="129363"/>
                  </a:lnTo>
                  <a:lnTo>
                    <a:pt x="848277" y="94851"/>
                  </a:lnTo>
                  <a:lnTo>
                    <a:pt x="923000" y="65166"/>
                  </a:lnTo>
                  <a:lnTo>
                    <a:pt x="1001657" y="40637"/>
                  </a:lnTo>
                  <a:lnTo>
                    <a:pt x="1083916" y="21577"/>
                  </a:lnTo>
                  <a:lnTo>
                    <a:pt x="1169425" y="8275"/>
                  </a:lnTo>
                  <a:lnTo>
                    <a:pt x="1257810" y="1001"/>
                  </a:lnTo>
                  <a:lnTo>
                    <a:pt x="1348680" y="0"/>
                  </a:lnTo>
                  <a:lnTo>
                    <a:pt x="1441627" y="5494"/>
                  </a:lnTo>
                  <a:lnTo>
                    <a:pt x="1507980" y="19355"/>
                  </a:lnTo>
                  <a:lnTo>
                    <a:pt x="1574719" y="36752"/>
                  </a:lnTo>
                  <a:lnTo>
                    <a:pt x="1641672" y="57732"/>
                  </a:lnTo>
                  <a:lnTo>
                    <a:pt x="1708663" y="82333"/>
                  </a:lnTo>
                  <a:lnTo>
                    <a:pt x="1775514" y="110587"/>
                  </a:lnTo>
                  <a:lnTo>
                    <a:pt x="1842043" y="142515"/>
                  </a:lnTo>
                  <a:lnTo>
                    <a:pt x="1908069" y="178131"/>
                  </a:lnTo>
                  <a:lnTo>
                    <a:pt x="1973408" y="217441"/>
                  </a:lnTo>
                  <a:lnTo>
                    <a:pt x="2037874" y="260440"/>
                  </a:lnTo>
                  <a:lnTo>
                    <a:pt x="2101283" y="307118"/>
                  </a:lnTo>
                  <a:lnTo>
                    <a:pt x="2163449" y="357454"/>
                  </a:lnTo>
                  <a:lnTo>
                    <a:pt x="2224186" y="411417"/>
                  </a:lnTo>
                  <a:lnTo>
                    <a:pt x="2283309" y="468969"/>
                  </a:lnTo>
                  <a:lnTo>
                    <a:pt x="2340633" y="530064"/>
                  </a:lnTo>
                  <a:lnTo>
                    <a:pt x="2395977" y="594646"/>
                  </a:lnTo>
                  <a:lnTo>
                    <a:pt x="2449159" y="662649"/>
                  </a:lnTo>
                  <a:lnTo>
                    <a:pt x="2500001" y="734001"/>
                  </a:lnTo>
                  <a:lnTo>
                    <a:pt x="2548325" y="808620"/>
                  </a:lnTo>
                  <a:lnTo>
                    <a:pt x="2593959" y="886415"/>
                  </a:lnTo>
                  <a:lnTo>
                    <a:pt x="2636732" y="967287"/>
                  </a:lnTo>
                  <a:lnTo>
                    <a:pt x="2676477" y="1051130"/>
                  </a:lnTo>
                  <a:lnTo>
                    <a:pt x="2604771" y="1123438"/>
                  </a:lnTo>
                  <a:lnTo>
                    <a:pt x="2530851" y="1191056"/>
                  </a:lnTo>
                  <a:lnTo>
                    <a:pt x="2454946" y="1253919"/>
                  </a:lnTo>
                  <a:lnTo>
                    <a:pt x="2377289" y="1311973"/>
                  </a:lnTo>
                  <a:lnTo>
                    <a:pt x="2298113" y="1365171"/>
                  </a:lnTo>
                  <a:lnTo>
                    <a:pt x="2217652" y="1413481"/>
                  </a:lnTo>
                  <a:lnTo>
                    <a:pt x="2136140" y="1456876"/>
                  </a:lnTo>
                  <a:lnTo>
                    <a:pt x="2053813" y="1495342"/>
                  </a:lnTo>
                  <a:lnTo>
                    <a:pt x="1970905" y="1528875"/>
                  </a:lnTo>
                  <a:lnTo>
                    <a:pt x="1887650" y="1557480"/>
                  </a:lnTo>
                  <a:lnTo>
                    <a:pt x="1804281" y="1581173"/>
                  </a:lnTo>
                  <a:lnTo>
                    <a:pt x="1721030" y="1599979"/>
                  </a:lnTo>
                  <a:lnTo>
                    <a:pt x="1638126" y="1613934"/>
                  </a:lnTo>
                  <a:lnTo>
                    <a:pt x="1555797" y="1623083"/>
                  </a:lnTo>
                  <a:lnTo>
                    <a:pt x="1474266" y="1627480"/>
                  </a:lnTo>
                  <a:lnTo>
                    <a:pt x="1393757" y="1627190"/>
                  </a:lnTo>
                  <a:lnTo>
                    <a:pt x="1314486" y="1622287"/>
                  </a:lnTo>
                  <a:lnTo>
                    <a:pt x="1236669" y="1612853"/>
                  </a:lnTo>
                  <a:lnTo>
                    <a:pt x="1160516" y="1598980"/>
                  </a:lnTo>
                  <a:lnTo>
                    <a:pt x="1086232" y="1580770"/>
                  </a:lnTo>
                  <a:lnTo>
                    <a:pt x="1014018" y="1558331"/>
                  </a:lnTo>
                  <a:lnTo>
                    <a:pt x="944070" y="1531782"/>
                  </a:lnTo>
                  <a:lnTo>
                    <a:pt x="876578" y="1501249"/>
                  </a:lnTo>
                  <a:lnTo>
                    <a:pt x="811726" y="1466865"/>
                  </a:lnTo>
                  <a:lnTo>
                    <a:pt x="737893" y="1467738"/>
                  </a:lnTo>
                  <a:lnTo>
                    <a:pt x="668192" y="1458507"/>
                  </a:lnTo>
                  <a:lnTo>
                    <a:pt x="603855" y="1440016"/>
                  </a:lnTo>
                  <a:lnTo>
                    <a:pt x="545987" y="1413252"/>
                  </a:lnTo>
                  <a:lnTo>
                    <a:pt x="495548" y="1379326"/>
                  </a:lnTo>
                  <a:lnTo>
                    <a:pt x="453341" y="1339450"/>
                  </a:lnTo>
                  <a:lnTo>
                    <a:pt x="420003" y="1294924"/>
                  </a:lnTo>
                  <a:lnTo>
                    <a:pt x="395991" y="1247109"/>
                  </a:lnTo>
                  <a:lnTo>
                    <a:pt x="372416" y="1290492"/>
                  </a:lnTo>
                  <a:lnTo>
                    <a:pt x="340378" y="1330713"/>
                  </a:lnTo>
                  <a:lnTo>
                    <a:pt x="300313" y="1366539"/>
                  </a:lnTo>
                  <a:lnTo>
                    <a:pt x="252813" y="1396792"/>
                  </a:lnTo>
                  <a:lnTo>
                    <a:pt x="198625" y="1420375"/>
                  </a:lnTo>
                  <a:lnTo>
                    <a:pt x="138638" y="1436286"/>
                  </a:lnTo>
                  <a:lnTo>
                    <a:pt x="73868" y="1443637"/>
                  </a:lnTo>
                  <a:lnTo>
                    <a:pt x="5452" y="1441669"/>
                  </a:lnTo>
                  <a:lnTo>
                    <a:pt x="0" y="1366922"/>
                  </a:lnTo>
                  <a:lnTo>
                    <a:pt x="5923" y="1296226"/>
                  </a:lnTo>
                  <a:lnTo>
                    <a:pt x="22210" y="1231133"/>
                  </a:lnTo>
                  <a:lnTo>
                    <a:pt x="47649" y="1173020"/>
                  </a:lnTo>
                  <a:lnTo>
                    <a:pt x="80857" y="1123057"/>
                  </a:lnTo>
                  <a:lnTo>
                    <a:pt x="120310" y="1082192"/>
                  </a:lnTo>
                  <a:lnTo>
                    <a:pt x="164379" y="1051130"/>
                  </a:lnTo>
                  <a:lnTo>
                    <a:pt x="136921" y="1017023"/>
                  </a:lnTo>
                  <a:lnTo>
                    <a:pt x="114907" y="975814"/>
                  </a:lnTo>
                  <a:lnTo>
                    <a:pt x="99709" y="928406"/>
                  </a:lnTo>
                  <a:lnTo>
                    <a:pt x="92547" y="875936"/>
                  </a:lnTo>
                  <a:lnTo>
                    <a:pt x="94452" y="819751"/>
                  </a:lnTo>
                  <a:lnTo>
                    <a:pt x="106236" y="761375"/>
                  </a:lnTo>
                </a:path>
              </a:pathLst>
            </a:custGeom>
            <a:ln w="24933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965886" y="3781736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3265063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731036" y="2736099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395645" y="3491981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3977715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101134" y="4197471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294861" y="4172274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453787" y="3781736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2026-03-19T05:58:18Z</dcterms:modified>
  <cp:category/>
</cp:coreProperties>
</file>