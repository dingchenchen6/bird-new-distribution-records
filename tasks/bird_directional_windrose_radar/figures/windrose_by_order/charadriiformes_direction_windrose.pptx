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44787" y="438873"/>
              <a:ext cx="1144427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130620" y="2999053"/>
              <a:ext cx="2866867" cy="2157327"/>
            </a:xfrm>
            <a:custGeom>
              <a:avLst/>
              <a:pathLst>
                <a:path w="2866867" h="2157327">
                  <a:moveTo>
                    <a:pt x="2866867" y="814284"/>
                  </a:moveTo>
                  <a:lnTo>
                    <a:pt x="2806591" y="724812"/>
                  </a:lnTo>
                  <a:lnTo>
                    <a:pt x="2742903" y="640191"/>
                  </a:lnTo>
                  <a:lnTo>
                    <a:pt x="2676097" y="560546"/>
                  </a:lnTo>
                  <a:lnTo>
                    <a:pt x="2606468" y="485988"/>
                  </a:lnTo>
                  <a:lnTo>
                    <a:pt x="2534318" y="416609"/>
                  </a:lnTo>
                  <a:lnTo>
                    <a:pt x="2459951" y="352490"/>
                  </a:lnTo>
                  <a:lnTo>
                    <a:pt x="2383672" y="293692"/>
                  </a:lnTo>
                  <a:lnTo>
                    <a:pt x="2305787" y="240262"/>
                  </a:lnTo>
                  <a:lnTo>
                    <a:pt x="2226605" y="192229"/>
                  </a:lnTo>
                  <a:lnTo>
                    <a:pt x="2146432" y="149608"/>
                  </a:lnTo>
                  <a:lnTo>
                    <a:pt x="2065575" y="112397"/>
                  </a:lnTo>
                  <a:lnTo>
                    <a:pt x="1984337" y="80580"/>
                  </a:lnTo>
                  <a:lnTo>
                    <a:pt x="1903020" y="54122"/>
                  </a:lnTo>
                  <a:lnTo>
                    <a:pt x="1821922" y="32975"/>
                  </a:lnTo>
                  <a:lnTo>
                    <a:pt x="1741337" y="17075"/>
                  </a:lnTo>
                  <a:lnTo>
                    <a:pt x="1661553" y="6344"/>
                  </a:lnTo>
                  <a:lnTo>
                    <a:pt x="1582854" y="688"/>
                  </a:lnTo>
                  <a:lnTo>
                    <a:pt x="1505517" y="0"/>
                  </a:lnTo>
                  <a:lnTo>
                    <a:pt x="1429812" y="4156"/>
                  </a:lnTo>
                  <a:lnTo>
                    <a:pt x="1356002" y="13023"/>
                  </a:lnTo>
                  <a:lnTo>
                    <a:pt x="1284338" y="26452"/>
                  </a:lnTo>
                  <a:lnTo>
                    <a:pt x="1215068" y="44281"/>
                  </a:lnTo>
                  <a:lnTo>
                    <a:pt x="1148425" y="66338"/>
                  </a:lnTo>
                  <a:lnTo>
                    <a:pt x="1084636" y="92436"/>
                  </a:lnTo>
                  <a:lnTo>
                    <a:pt x="1023913" y="122381"/>
                  </a:lnTo>
                  <a:lnTo>
                    <a:pt x="966462" y="155964"/>
                  </a:lnTo>
                  <a:lnTo>
                    <a:pt x="912471" y="192970"/>
                  </a:lnTo>
                  <a:lnTo>
                    <a:pt x="862122" y="233172"/>
                  </a:lnTo>
                  <a:lnTo>
                    <a:pt x="815579" y="276335"/>
                  </a:lnTo>
                  <a:lnTo>
                    <a:pt x="772997" y="322216"/>
                  </a:lnTo>
                  <a:lnTo>
                    <a:pt x="734515" y="370566"/>
                  </a:lnTo>
                  <a:lnTo>
                    <a:pt x="700260" y="421126"/>
                  </a:lnTo>
                  <a:lnTo>
                    <a:pt x="670343" y="473635"/>
                  </a:lnTo>
                  <a:lnTo>
                    <a:pt x="644862" y="527822"/>
                  </a:lnTo>
                  <a:lnTo>
                    <a:pt x="623900" y="583417"/>
                  </a:lnTo>
                  <a:lnTo>
                    <a:pt x="607525" y="640141"/>
                  </a:lnTo>
                  <a:lnTo>
                    <a:pt x="595791" y="697715"/>
                  </a:lnTo>
                  <a:lnTo>
                    <a:pt x="588735" y="755857"/>
                  </a:lnTo>
                  <a:lnTo>
                    <a:pt x="586380" y="814284"/>
                  </a:lnTo>
                  <a:lnTo>
                    <a:pt x="590176" y="766059"/>
                  </a:lnTo>
                  <a:lnTo>
                    <a:pt x="601515" y="718727"/>
                  </a:lnTo>
                  <a:lnTo>
                    <a:pt x="620258" y="673172"/>
                  </a:lnTo>
                  <a:lnTo>
                    <a:pt x="646174" y="630258"/>
                  </a:lnTo>
                  <a:lnTo>
                    <a:pt x="678940" y="590825"/>
                  </a:lnTo>
                  <a:lnTo>
                    <a:pt x="718148" y="555675"/>
                  </a:lnTo>
                  <a:lnTo>
                    <a:pt x="763308" y="525565"/>
                  </a:lnTo>
                  <a:lnTo>
                    <a:pt x="813848" y="501201"/>
                  </a:lnTo>
                  <a:lnTo>
                    <a:pt x="869128" y="483229"/>
                  </a:lnTo>
                  <a:lnTo>
                    <a:pt x="928436" y="472228"/>
                  </a:lnTo>
                  <a:lnTo>
                    <a:pt x="970057" y="545631"/>
                  </a:lnTo>
                  <a:lnTo>
                    <a:pt x="996961" y="622827"/>
                  </a:lnTo>
                  <a:lnTo>
                    <a:pt x="1009136" y="701007"/>
                  </a:lnTo>
                  <a:lnTo>
                    <a:pt x="1007086" y="777477"/>
                  </a:lnTo>
                  <a:lnTo>
                    <a:pt x="991787" y="849752"/>
                  </a:lnTo>
                  <a:lnTo>
                    <a:pt x="964636" y="915637"/>
                  </a:lnTo>
                  <a:lnTo>
                    <a:pt x="927371" y="973291"/>
                  </a:lnTo>
                  <a:lnTo>
                    <a:pt x="882000" y="1021279"/>
                  </a:lnTo>
                  <a:lnTo>
                    <a:pt x="830706" y="1058609"/>
                  </a:lnTo>
                  <a:lnTo>
                    <a:pt x="775759" y="1084744"/>
                  </a:lnTo>
                  <a:lnTo>
                    <a:pt x="719427" y="1099603"/>
                  </a:lnTo>
                  <a:lnTo>
                    <a:pt x="663886" y="1103538"/>
                  </a:lnTo>
                  <a:lnTo>
                    <a:pt x="611141" y="1097304"/>
                  </a:lnTo>
                  <a:lnTo>
                    <a:pt x="562958" y="1082005"/>
                  </a:lnTo>
                  <a:lnTo>
                    <a:pt x="520799" y="1059037"/>
                  </a:lnTo>
                  <a:lnTo>
                    <a:pt x="485784" y="1030013"/>
                  </a:lnTo>
                  <a:lnTo>
                    <a:pt x="458660" y="996687"/>
                  </a:lnTo>
                  <a:lnTo>
                    <a:pt x="439785" y="960879"/>
                  </a:lnTo>
                  <a:lnTo>
                    <a:pt x="429136" y="924388"/>
                  </a:lnTo>
                  <a:lnTo>
                    <a:pt x="426323" y="888920"/>
                  </a:lnTo>
                  <a:lnTo>
                    <a:pt x="430628" y="856017"/>
                  </a:lnTo>
                  <a:lnTo>
                    <a:pt x="441046" y="826999"/>
                  </a:lnTo>
                  <a:lnTo>
                    <a:pt x="456344" y="802907"/>
                  </a:lnTo>
                  <a:lnTo>
                    <a:pt x="475129" y="784474"/>
                  </a:lnTo>
                  <a:lnTo>
                    <a:pt x="495913" y="772098"/>
                  </a:lnTo>
                  <a:lnTo>
                    <a:pt x="517193" y="765838"/>
                  </a:lnTo>
                  <a:lnTo>
                    <a:pt x="537515" y="765419"/>
                  </a:lnTo>
                  <a:lnTo>
                    <a:pt x="510198" y="773564"/>
                  </a:lnTo>
                  <a:lnTo>
                    <a:pt x="484714" y="794061"/>
                  </a:lnTo>
                  <a:lnTo>
                    <a:pt x="466028" y="826138"/>
                  </a:lnTo>
                  <a:lnTo>
                    <a:pt x="458690" y="867175"/>
                  </a:lnTo>
                  <a:lnTo>
                    <a:pt x="466187" y="912924"/>
                  </a:lnTo>
                  <a:lnTo>
                    <a:pt x="490398" y="957932"/>
                  </a:lnTo>
                  <a:lnTo>
                    <a:pt x="531215" y="996141"/>
                  </a:lnTo>
                  <a:lnTo>
                    <a:pt x="586380" y="1021601"/>
                  </a:lnTo>
                  <a:lnTo>
                    <a:pt x="599732" y="1086060"/>
                  </a:lnTo>
                  <a:lnTo>
                    <a:pt x="619401" y="1149552"/>
                  </a:lnTo>
                  <a:lnTo>
                    <a:pt x="645319" y="1211613"/>
                  </a:lnTo>
                  <a:lnTo>
                    <a:pt x="677383" y="1271784"/>
                  </a:lnTo>
                  <a:lnTo>
                    <a:pt x="715464" y="1329613"/>
                  </a:lnTo>
                  <a:lnTo>
                    <a:pt x="759401" y="1384655"/>
                  </a:lnTo>
                  <a:lnTo>
                    <a:pt x="809005" y="1436478"/>
                  </a:lnTo>
                  <a:lnTo>
                    <a:pt x="864059" y="1484659"/>
                  </a:lnTo>
                  <a:lnTo>
                    <a:pt x="924318" y="1528793"/>
                  </a:lnTo>
                  <a:lnTo>
                    <a:pt x="989511" y="1568487"/>
                  </a:lnTo>
                  <a:lnTo>
                    <a:pt x="1059339" y="1603368"/>
                  </a:lnTo>
                  <a:lnTo>
                    <a:pt x="1133481" y="1633078"/>
                  </a:lnTo>
                  <a:lnTo>
                    <a:pt x="1211592" y="1657284"/>
                  </a:lnTo>
                  <a:lnTo>
                    <a:pt x="1293303" y="1675672"/>
                  </a:lnTo>
                  <a:lnTo>
                    <a:pt x="1378226" y="1687951"/>
                  </a:lnTo>
                  <a:lnTo>
                    <a:pt x="1465952" y="1693855"/>
                  </a:lnTo>
                  <a:lnTo>
                    <a:pt x="1400665" y="1733421"/>
                  </a:lnTo>
                  <a:lnTo>
                    <a:pt x="1333848" y="1768356"/>
                  </a:lnTo>
                  <a:lnTo>
                    <a:pt x="1265820" y="1798621"/>
                  </a:lnTo>
                  <a:lnTo>
                    <a:pt x="1196897" y="1824202"/>
                  </a:lnTo>
                  <a:lnTo>
                    <a:pt x="1127395" y="1845100"/>
                  </a:lnTo>
                  <a:lnTo>
                    <a:pt x="1057623" y="1861343"/>
                  </a:lnTo>
                  <a:lnTo>
                    <a:pt x="987889" y="1872974"/>
                  </a:lnTo>
                  <a:lnTo>
                    <a:pt x="918490" y="1880060"/>
                  </a:lnTo>
                  <a:lnTo>
                    <a:pt x="849717" y="1882684"/>
                  </a:lnTo>
                  <a:lnTo>
                    <a:pt x="781854" y="1880948"/>
                  </a:lnTo>
                  <a:lnTo>
                    <a:pt x="715171" y="1874973"/>
                  </a:lnTo>
                  <a:lnTo>
                    <a:pt x="649931" y="1864896"/>
                  </a:lnTo>
                  <a:lnTo>
                    <a:pt x="586380" y="1850869"/>
                  </a:lnTo>
                  <a:lnTo>
                    <a:pt x="524756" y="1833059"/>
                  </a:lnTo>
                  <a:lnTo>
                    <a:pt x="465278" y="1811648"/>
                  </a:lnTo>
                  <a:lnTo>
                    <a:pt x="408155" y="1786831"/>
                  </a:lnTo>
                  <a:lnTo>
                    <a:pt x="353575" y="1758811"/>
                  </a:lnTo>
                  <a:lnTo>
                    <a:pt x="301715" y="1727806"/>
                  </a:lnTo>
                  <a:lnTo>
                    <a:pt x="252733" y="1694041"/>
                  </a:lnTo>
                  <a:lnTo>
                    <a:pt x="206768" y="1657748"/>
                  </a:lnTo>
                  <a:lnTo>
                    <a:pt x="163945" y="1619168"/>
                  </a:lnTo>
                  <a:lnTo>
                    <a:pt x="124368" y="1578546"/>
                  </a:lnTo>
                  <a:lnTo>
                    <a:pt x="88125" y="1536131"/>
                  </a:lnTo>
                  <a:lnTo>
                    <a:pt x="55285" y="1492177"/>
                  </a:lnTo>
                  <a:lnTo>
                    <a:pt x="25899" y="1446937"/>
                  </a:lnTo>
                  <a:lnTo>
                    <a:pt x="0" y="1400665"/>
                  </a:lnTo>
                  <a:lnTo>
                    <a:pt x="9433" y="1325415"/>
                  </a:lnTo>
                  <a:lnTo>
                    <a:pt x="25654" y="1253585"/>
                  </a:lnTo>
                  <a:lnTo>
                    <a:pt x="48276" y="1185711"/>
                  </a:lnTo>
                  <a:lnTo>
                    <a:pt x="76872" y="1122292"/>
                  </a:lnTo>
                  <a:lnTo>
                    <a:pt x="110981" y="1063793"/>
                  </a:lnTo>
                  <a:lnTo>
                    <a:pt x="150106" y="1010635"/>
                  </a:lnTo>
                  <a:lnTo>
                    <a:pt x="193721" y="963200"/>
                  </a:lnTo>
                  <a:lnTo>
                    <a:pt x="241272" y="921824"/>
                  </a:lnTo>
                  <a:lnTo>
                    <a:pt x="292183" y="886797"/>
                  </a:lnTo>
                  <a:lnTo>
                    <a:pt x="345858" y="858361"/>
                  </a:lnTo>
                  <a:lnTo>
                    <a:pt x="401683" y="836710"/>
                  </a:lnTo>
                  <a:lnTo>
                    <a:pt x="459034" y="821987"/>
                  </a:lnTo>
                  <a:lnTo>
                    <a:pt x="517275" y="814284"/>
                  </a:lnTo>
                  <a:lnTo>
                    <a:pt x="479305" y="820089"/>
                  </a:lnTo>
                  <a:lnTo>
                    <a:pt x="441872" y="830000"/>
                  </a:lnTo>
                  <a:lnTo>
                    <a:pt x="405310" y="843969"/>
                  </a:lnTo>
                  <a:lnTo>
                    <a:pt x="369947" y="861924"/>
                  </a:lnTo>
                  <a:lnTo>
                    <a:pt x="336106" y="883772"/>
                  </a:lnTo>
                  <a:lnTo>
                    <a:pt x="304104" y="909394"/>
                  </a:lnTo>
                  <a:lnTo>
                    <a:pt x="274248" y="938649"/>
                  </a:lnTo>
                  <a:lnTo>
                    <a:pt x="246835" y="971374"/>
                  </a:lnTo>
                  <a:lnTo>
                    <a:pt x="222152" y="1007386"/>
                  </a:lnTo>
                  <a:lnTo>
                    <a:pt x="200471" y="1046478"/>
                  </a:lnTo>
                  <a:lnTo>
                    <a:pt x="182050" y="1088427"/>
                  </a:lnTo>
                  <a:lnTo>
                    <a:pt x="167132" y="1132988"/>
                  </a:lnTo>
                  <a:lnTo>
                    <a:pt x="155942" y="1179902"/>
                  </a:lnTo>
                  <a:lnTo>
                    <a:pt x="148687" y="1228889"/>
                  </a:lnTo>
                  <a:lnTo>
                    <a:pt x="145555" y="1279657"/>
                  </a:lnTo>
                  <a:lnTo>
                    <a:pt x="146713" y="1331900"/>
                  </a:lnTo>
                  <a:lnTo>
                    <a:pt x="152308" y="1385297"/>
                  </a:lnTo>
                  <a:lnTo>
                    <a:pt x="162462" y="1439517"/>
                  </a:lnTo>
                  <a:lnTo>
                    <a:pt x="177276" y="1494220"/>
                  </a:lnTo>
                  <a:lnTo>
                    <a:pt x="196828" y="1549057"/>
                  </a:lnTo>
                  <a:lnTo>
                    <a:pt x="221170" y="1603673"/>
                  </a:lnTo>
                  <a:lnTo>
                    <a:pt x="250330" y="1657707"/>
                  </a:lnTo>
                  <a:lnTo>
                    <a:pt x="284311" y="1710795"/>
                  </a:lnTo>
                  <a:lnTo>
                    <a:pt x="323090" y="1762571"/>
                  </a:lnTo>
                  <a:lnTo>
                    <a:pt x="366619" y="1812670"/>
                  </a:lnTo>
                  <a:lnTo>
                    <a:pt x="414824" y="1860729"/>
                  </a:lnTo>
                  <a:lnTo>
                    <a:pt x="467607" y="1906386"/>
                  </a:lnTo>
                  <a:lnTo>
                    <a:pt x="524842" y="1949286"/>
                  </a:lnTo>
                  <a:lnTo>
                    <a:pt x="586380" y="1989080"/>
                  </a:lnTo>
                  <a:lnTo>
                    <a:pt x="652047" y="2025428"/>
                  </a:lnTo>
                  <a:lnTo>
                    <a:pt x="721643" y="2058001"/>
                  </a:lnTo>
                  <a:lnTo>
                    <a:pt x="794946" y="2086479"/>
                  </a:lnTo>
                  <a:lnTo>
                    <a:pt x="871712" y="2110557"/>
                  </a:lnTo>
                  <a:lnTo>
                    <a:pt x="951672" y="2129946"/>
                  </a:lnTo>
                  <a:lnTo>
                    <a:pt x="1034539" y="2144372"/>
                  </a:lnTo>
                  <a:lnTo>
                    <a:pt x="1120004" y="2153577"/>
                  </a:lnTo>
                  <a:lnTo>
                    <a:pt x="1207738" y="2157327"/>
                  </a:lnTo>
                  <a:lnTo>
                    <a:pt x="1297397" y="2155403"/>
                  </a:lnTo>
                  <a:lnTo>
                    <a:pt x="1388618" y="2147612"/>
                  </a:lnTo>
                  <a:lnTo>
                    <a:pt x="1481023" y="2133782"/>
                  </a:lnTo>
                  <a:lnTo>
                    <a:pt x="1574220" y="2113765"/>
                  </a:lnTo>
                  <a:lnTo>
                    <a:pt x="1667807" y="2087438"/>
                  </a:lnTo>
                  <a:lnTo>
                    <a:pt x="1761368" y="2054704"/>
                  </a:lnTo>
                  <a:lnTo>
                    <a:pt x="1854480" y="2015492"/>
                  </a:lnTo>
                  <a:lnTo>
                    <a:pt x="1946712" y="1969760"/>
                  </a:lnTo>
                  <a:lnTo>
                    <a:pt x="2037626" y="1917492"/>
                  </a:lnTo>
                  <a:lnTo>
                    <a:pt x="2126781" y="1858702"/>
                  </a:lnTo>
                  <a:lnTo>
                    <a:pt x="2213736" y="1793431"/>
                  </a:lnTo>
                  <a:lnTo>
                    <a:pt x="2298045" y="1721751"/>
                  </a:lnTo>
                  <a:lnTo>
                    <a:pt x="2379267" y="1643762"/>
                  </a:lnTo>
                  <a:lnTo>
                    <a:pt x="2456964" y="1559592"/>
                  </a:lnTo>
                  <a:lnTo>
                    <a:pt x="2530702" y="1469402"/>
                  </a:lnTo>
                  <a:lnTo>
                    <a:pt x="2600056" y="1373378"/>
                  </a:lnTo>
                  <a:lnTo>
                    <a:pt x="2664607" y="1271736"/>
                  </a:lnTo>
                  <a:lnTo>
                    <a:pt x="2723950" y="1164721"/>
                  </a:lnTo>
                  <a:lnTo>
                    <a:pt x="2777691" y="1052603"/>
                  </a:lnTo>
                  <a:lnTo>
                    <a:pt x="2825451" y="935683"/>
                  </a:lnTo>
                  <a:close/>
                </a:path>
              </a:pathLst>
            </a:custGeom>
            <a:solidFill>
              <a:srgbClr val="BE84DB">
                <a:alpha val="25882"/>
              </a:srgbClr>
            </a:solidFill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620" y="3267441"/>
              <a:ext cx="2866867" cy="1425537"/>
            </a:xfrm>
            <a:custGeom>
              <a:avLst/>
              <a:pathLst>
                <a:path w="2866867" h="1425537">
                  <a:moveTo>
                    <a:pt x="586380" y="545895"/>
                  </a:moveTo>
                  <a:lnTo>
                    <a:pt x="590176" y="497670"/>
                  </a:lnTo>
                  <a:lnTo>
                    <a:pt x="601515" y="450338"/>
                  </a:lnTo>
                  <a:lnTo>
                    <a:pt x="620258" y="404783"/>
                  </a:lnTo>
                  <a:lnTo>
                    <a:pt x="646174" y="361870"/>
                  </a:lnTo>
                  <a:lnTo>
                    <a:pt x="678940" y="322437"/>
                  </a:lnTo>
                  <a:lnTo>
                    <a:pt x="718148" y="287286"/>
                  </a:lnTo>
                  <a:lnTo>
                    <a:pt x="763308" y="257176"/>
                  </a:lnTo>
                  <a:lnTo>
                    <a:pt x="813848" y="232812"/>
                  </a:lnTo>
                  <a:lnTo>
                    <a:pt x="869128" y="214840"/>
                  </a:lnTo>
                  <a:lnTo>
                    <a:pt x="928436" y="203840"/>
                  </a:lnTo>
                  <a:lnTo>
                    <a:pt x="991402" y="165554"/>
                  </a:lnTo>
                  <a:lnTo>
                    <a:pt x="1057060" y="130936"/>
                  </a:lnTo>
                  <a:lnTo>
                    <a:pt x="1125238" y="100113"/>
                  </a:lnTo>
                  <a:lnTo>
                    <a:pt x="1195763" y="73209"/>
                  </a:lnTo>
                  <a:lnTo>
                    <a:pt x="1268454" y="50340"/>
                  </a:lnTo>
                  <a:lnTo>
                    <a:pt x="1343125" y="31612"/>
                  </a:lnTo>
                  <a:lnTo>
                    <a:pt x="1419587" y="17126"/>
                  </a:lnTo>
                  <a:lnTo>
                    <a:pt x="1497647" y="6974"/>
                  </a:lnTo>
                  <a:lnTo>
                    <a:pt x="1577105" y="1240"/>
                  </a:lnTo>
                  <a:lnTo>
                    <a:pt x="1657761" y="0"/>
                  </a:lnTo>
                  <a:lnTo>
                    <a:pt x="1739409" y="3321"/>
                  </a:lnTo>
                  <a:lnTo>
                    <a:pt x="1821842" y="11263"/>
                  </a:lnTo>
                  <a:lnTo>
                    <a:pt x="1904848" y="23877"/>
                  </a:lnTo>
                  <a:lnTo>
                    <a:pt x="1988215" y="41203"/>
                  </a:lnTo>
                  <a:lnTo>
                    <a:pt x="2071729" y="63276"/>
                  </a:lnTo>
                  <a:lnTo>
                    <a:pt x="2155172" y="90119"/>
                  </a:lnTo>
                  <a:lnTo>
                    <a:pt x="2238326" y="121748"/>
                  </a:lnTo>
                  <a:lnTo>
                    <a:pt x="2320972" y="158168"/>
                  </a:lnTo>
                  <a:lnTo>
                    <a:pt x="2402892" y="199377"/>
                  </a:lnTo>
                  <a:lnTo>
                    <a:pt x="2483865" y="245363"/>
                  </a:lnTo>
                  <a:lnTo>
                    <a:pt x="2563672" y="296105"/>
                  </a:lnTo>
                  <a:lnTo>
                    <a:pt x="2642093" y="351573"/>
                  </a:lnTo>
                  <a:lnTo>
                    <a:pt x="2718911" y="411728"/>
                  </a:lnTo>
                  <a:lnTo>
                    <a:pt x="2793907" y="476521"/>
                  </a:lnTo>
                  <a:lnTo>
                    <a:pt x="2866867" y="545895"/>
                  </a:lnTo>
                  <a:lnTo>
                    <a:pt x="2815946" y="629320"/>
                  </a:lnTo>
                  <a:lnTo>
                    <a:pt x="2762044" y="708939"/>
                  </a:lnTo>
                  <a:lnTo>
                    <a:pt x="2705375" y="784648"/>
                  </a:lnTo>
                  <a:lnTo>
                    <a:pt x="2646156" y="856356"/>
                  </a:lnTo>
                  <a:lnTo>
                    <a:pt x="2584607" y="923980"/>
                  </a:lnTo>
                  <a:lnTo>
                    <a:pt x="2520949" y="987448"/>
                  </a:lnTo>
                  <a:lnTo>
                    <a:pt x="2455407" y="1046699"/>
                  </a:lnTo>
                  <a:lnTo>
                    <a:pt x="2388206" y="1101685"/>
                  </a:lnTo>
                  <a:lnTo>
                    <a:pt x="2319573" y="1152365"/>
                  </a:lnTo>
                  <a:lnTo>
                    <a:pt x="2249735" y="1198714"/>
                  </a:lnTo>
                  <a:lnTo>
                    <a:pt x="2178920" y="1240713"/>
                  </a:lnTo>
                  <a:lnTo>
                    <a:pt x="2107353" y="1278357"/>
                  </a:lnTo>
                  <a:lnTo>
                    <a:pt x="2035261" y="1311651"/>
                  </a:lnTo>
                  <a:lnTo>
                    <a:pt x="1962867" y="1340610"/>
                  </a:lnTo>
                  <a:lnTo>
                    <a:pt x="1890394" y="1365261"/>
                  </a:lnTo>
                  <a:lnTo>
                    <a:pt x="1818061" y="1385641"/>
                  </a:lnTo>
                  <a:lnTo>
                    <a:pt x="1746085" y="1401796"/>
                  </a:lnTo>
                  <a:lnTo>
                    <a:pt x="1674678" y="1413784"/>
                  </a:lnTo>
                  <a:lnTo>
                    <a:pt x="1604052" y="1421672"/>
                  </a:lnTo>
                  <a:lnTo>
                    <a:pt x="1534409" y="1425537"/>
                  </a:lnTo>
                  <a:lnTo>
                    <a:pt x="1465952" y="1425466"/>
                  </a:lnTo>
                  <a:lnTo>
                    <a:pt x="1378226" y="1419562"/>
                  </a:lnTo>
                  <a:lnTo>
                    <a:pt x="1293303" y="1407283"/>
                  </a:lnTo>
                  <a:lnTo>
                    <a:pt x="1211592" y="1388895"/>
                  </a:lnTo>
                  <a:lnTo>
                    <a:pt x="1133481" y="1364689"/>
                  </a:lnTo>
                  <a:lnTo>
                    <a:pt x="1059339" y="1334979"/>
                  </a:lnTo>
                  <a:lnTo>
                    <a:pt x="989511" y="1300099"/>
                  </a:lnTo>
                  <a:lnTo>
                    <a:pt x="924318" y="1260405"/>
                  </a:lnTo>
                  <a:lnTo>
                    <a:pt x="864059" y="1216271"/>
                  </a:lnTo>
                  <a:lnTo>
                    <a:pt x="809005" y="1168089"/>
                  </a:lnTo>
                  <a:lnTo>
                    <a:pt x="759401" y="1116266"/>
                  </a:lnTo>
                  <a:lnTo>
                    <a:pt x="715464" y="1061224"/>
                  </a:lnTo>
                  <a:lnTo>
                    <a:pt x="677383" y="1003395"/>
                  </a:lnTo>
                  <a:lnTo>
                    <a:pt x="645319" y="943224"/>
                  </a:lnTo>
                  <a:lnTo>
                    <a:pt x="619401" y="881163"/>
                  </a:lnTo>
                  <a:lnTo>
                    <a:pt x="599732" y="817671"/>
                  </a:lnTo>
                  <a:lnTo>
                    <a:pt x="586380" y="753212"/>
                  </a:lnTo>
                  <a:lnTo>
                    <a:pt x="567557" y="809081"/>
                  </a:lnTo>
                  <a:lnTo>
                    <a:pt x="540783" y="863033"/>
                  </a:lnTo>
                  <a:lnTo>
                    <a:pt x="506256" y="914221"/>
                  </a:lnTo>
                  <a:lnTo>
                    <a:pt x="464255" y="961817"/>
                  </a:lnTo>
                  <a:lnTo>
                    <a:pt x="415135" y="1005021"/>
                  </a:lnTo>
                  <a:lnTo>
                    <a:pt x="359330" y="1043066"/>
                  </a:lnTo>
                  <a:lnTo>
                    <a:pt x="297343" y="1075227"/>
                  </a:lnTo>
                  <a:lnTo>
                    <a:pt x="229749" y="1100824"/>
                  </a:lnTo>
                  <a:lnTo>
                    <a:pt x="157186" y="1119231"/>
                  </a:lnTo>
                  <a:lnTo>
                    <a:pt x="80352" y="1129883"/>
                  </a:lnTo>
                  <a:lnTo>
                    <a:pt x="0" y="1132276"/>
                  </a:lnTo>
                  <a:lnTo>
                    <a:pt x="9433" y="1057026"/>
                  </a:lnTo>
                  <a:lnTo>
                    <a:pt x="25654" y="985196"/>
                  </a:lnTo>
                  <a:lnTo>
                    <a:pt x="48276" y="917322"/>
                  </a:lnTo>
                  <a:lnTo>
                    <a:pt x="76872" y="853903"/>
                  </a:lnTo>
                  <a:lnTo>
                    <a:pt x="110981" y="795404"/>
                  </a:lnTo>
                  <a:lnTo>
                    <a:pt x="150106" y="742246"/>
                  </a:lnTo>
                  <a:lnTo>
                    <a:pt x="193721" y="694811"/>
                  </a:lnTo>
                  <a:lnTo>
                    <a:pt x="241272" y="653435"/>
                  </a:lnTo>
                  <a:lnTo>
                    <a:pt x="292183" y="618408"/>
                  </a:lnTo>
                  <a:lnTo>
                    <a:pt x="345858" y="589972"/>
                  </a:lnTo>
                  <a:lnTo>
                    <a:pt x="401683" y="568321"/>
                  </a:lnTo>
                  <a:lnTo>
                    <a:pt x="459034" y="553598"/>
                  </a:lnTo>
                  <a:lnTo>
                    <a:pt x="517275" y="545895"/>
                  </a:lnTo>
                  <a:lnTo>
                    <a:pt x="537515" y="497030"/>
                  </a:lnTo>
                </a:path>
              </a:pathLst>
            </a:custGeom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027455" y="343968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36534" y="3732871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989053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564971" y="4661307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099018" y="4368117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16294" y="378173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2026-03-19T04:05:33Z</dcterms:modified>
  <cp:category/>
</cp:coreProperties>
</file>