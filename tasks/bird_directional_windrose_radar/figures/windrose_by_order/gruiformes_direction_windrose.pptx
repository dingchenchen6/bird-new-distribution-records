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69589" y="69589"/>
              <a:ext cx="9004821" cy="855182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69589" y="924771"/>
              <a:ext cx="9004821" cy="586363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397549" y="69589"/>
              <a:ext cx="8638904" cy="85518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tx8"/>
            <p:cNvSpPr/>
            <p:nvPr/>
          </p:nvSpPr>
          <p:spPr>
            <a:xfrm>
              <a:off x="4317717" y="438295"/>
              <a:ext cx="798567" cy="1122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6" b="1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Gruiformes</a:t>
              </a:r>
            </a:p>
          </p:txBody>
        </p:sp>
        <p:sp>
          <p:nvSpPr>
            <p:cNvPr id="9" name="rc9"/>
            <p:cNvSpPr/>
            <p:nvPr/>
          </p:nvSpPr>
          <p:spPr>
            <a:xfrm>
              <a:off x="1866392" y="962729"/>
              <a:ext cx="5701216" cy="57012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717001" y="1247789"/>
              <a:ext cx="0" cy="2565547"/>
            </a:xfrm>
            <a:custGeom>
              <a:avLst/>
              <a:pathLst>
                <a:path w="0" h="2565547">
                  <a:moveTo>
                    <a:pt x="0" y="2565547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717001" y="1999221"/>
              <a:ext cx="1814115" cy="1814115"/>
            </a:xfrm>
            <a:custGeom>
              <a:avLst/>
              <a:pathLst>
                <a:path w="1814115" h="1814115">
                  <a:moveTo>
                    <a:pt x="0" y="1814115"/>
                  </a:moveTo>
                  <a:lnTo>
                    <a:pt x="1814115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717001" y="3813337"/>
              <a:ext cx="2565547" cy="0"/>
            </a:xfrm>
            <a:custGeom>
              <a:avLst/>
              <a:pathLst>
                <a:path w="2565547" h="0">
                  <a:moveTo>
                    <a:pt x="0" y="0"/>
                  </a:moveTo>
                  <a:lnTo>
                    <a:pt x="2565547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4717001" y="3813337"/>
              <a:ext cx="1814115" cy="1814115"/>
            </a:xfrm>
            <a:custGeom>
              <a:avLst/>
              <a:pathLst>
                <a:path w="1814115" h="1814115">
                  <a:moveTo>
                    <a:pt x="0" y="0"/>
                  </a:moveTo>
                  <a:lnTo>
                    <a:pt x="1814115" y="1814115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4717001" y="3813337"/>
              <a:ext cx="0" cy="2565547"/>
            </a:xfrm>
            <a:custGeom>
              <a:avLst/>
              <a:pathLst>
                <a:path w="0" h="2565547">
                  <a:moveTo>
                    <a:pt x="0" y="0"/>
                  </a:moveTo>
                  <a:lnTo>
                    <a:pt x="0" y="2565547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2902885" y="3813337"/>
              <a:ext cx="1814115" cy="1814115"/>
            </a:xfrm>
            <a:custGeom>
              <a:avLst/>
              <a:pathLst>
                <a:path w="1814115" h="1814115">
                  <a:moveTo>
                    <a:pt x="1814115" y="0"/>
                  </a:moveTo>
                  <a:lnTo>
                    <a:pt x="0" y="1814115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2151453" y="3813337"/>
              <a:ext cx="2565547" cy="0"/>
            </a:xfrm>
            <a:custGeom>
              <a:avLst/>
              <a:pathLst>
                <a:path w="2565547" h="0">
                  <a:moveTo>
                    <a:pt x="2565547" y="0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902885" y="1999221"/>
              <a:ext cx="1814115" cy="1814115"/>
            </a:xfrm>
            <a:custGeom>
              <a:avLst/>
              <a:pathLst>
                <a:path w="1814115" h="1814115">
                  <a:moveTo>
                    <a:pt x="1814115" y="1814115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3576901" y="2673094"/>
              <a:ext cx="2280199" cy="2279912"/>
            </a:xfrm>
            <a:custGeom>
              <a:avLst/>
              <a:pathLst>
                <a:path w="2280199" h="2279912">
                  <a:moveTo>
                    <a:pt x="1140099" y="0"/>
                  </a:moveTo>
                  <a:lnTo>
                    <a:pt x="1212418" y="2295"/>
                  </a:lnTo>
                  <a:lnTo>
                    <a:pt x="1284445" y="9173"/>
                  </a:lnTo>
                  <a:lnTo>
                    <a:pt x="1355892" y="20605"/>
                  </a:lnTo>
                  <a:lnTo>
                    <a:pt x="1426469" y="36546"/>
                  </a:lnTo>
                  <a:lnTo>
                    <a:pt x="1495893" y="56931"/>
                  </a:lnTo>
                  <a:lnTo>
                    <a:pt x="1563885" y="81677"/>
                  </a:lnTo>
                  <a:lnTo>
                    <a:pt x="1630170" y="110687"/>
                  </a:lnTo>
                  <a:lnTo>
                    <a:pt x="1694482" y="143842"/>
                  </a:lnTo>
                  <a:lnTo>
                    <a:pt x="1756561" y="181009"/>
                  </a:lnTo>
                  <a:lnTo>
                    <a:pt x="1816159" y="222039"/>
                  </a:lnTo>
                  <a:lnTo>
                    <a:pt x="1873034" y="266766"/>
                  </a:lnTo>
                  <a:lnTo>
                    <a:pt x="1926957" y="315010"/>
                  </a:lnTo>
                  <a:lnTo>
                    <a:pt x="1977713" y="366577"/>
                  </a:lnTo>
                  <a:lnTo>
                    <a:pt x="2025095" y="421259"/>
                  </a:lnTo>
                  <a:lnTo>
                    <a:pt x="2068914" y="478837"/>
                  </a:lnTo>
                  <a:lnTo>
                    <a:pt x="2108993" y="539077"/>
                  </a:lnTo>
                  <a:lnTo>
                    <a:pt x="2145171" y="601739"/>
                  </a:lnTo>
                  <a:lnTo>
                    <a:pt x="2177301" y="666569"/>
                  </a:lnTo>
                  <a:lnTo>
                    <a:pt x="2205255" y="733306"/>
                  </a:lnTo>
                  <a:lnTo>
                    <a:pt x="2228920" y="801681"/>
                  </a:lnTo>
                  <a:lnTo>
                    <a:pt x="2248201" y="871420"/>
                  </a:lnTo>
                  <a:lnTo>
                    <a:pt x="2263020" y="942242"/>
                  </a:lnTo>
                  <a:lnTo>
                    <a:pt x="2273317" y="1013860"/>
                  </a:lnTo>
                  <a:lnTo>
                    <a:pt x="2279051" y="1085988"/>
                  </a:lnTo>
                  <a:lnTo>
                    <a:pt x="2280199" y="1158334"/>
                  </a:lnTo>
                  <a:lnTo>
                    <a:pt x="2276756" y="1230607"/>
                  </a:lnTo>
                  <a:lnTo>
                    <a:pt x="2268736" y="1302516"/>
                  </a:lnTo>
                  <a:lnTo>
                    <a:pt x="2256172" y="1373772"/>
                  </a:lnTo>
                  <a:lnTo>
                    <a:pt x="2239114" y="1444088"/>
                  </a:lnTo>
                  <a:lnTo>
                    <a:pt x="2217630" y="1513180"/>
                  </a:lnTo>
                  <a:lnTo>
                    <a:pt x="2191808" y="1580770"/>
                  </a:lnTo>
                  <a:lnTo>
                    <a:pt x="2161750" y="1646587"/>
                  </a:lnTo>
                  <a:lnTo>
                    <a:pt x="2127579" y="1710364"/>
                  </a:lnTo>
                  <a:lnTo>
                    <a:pt x="2089431" y="1771846"/>
                  </a:lnTo>
                  <a:lnTo>
                    <a:pt x="2047461" y="1830785"/>
                  </a:lnTo>
                  <a:lnTo>
                    <a:pt x="2001838" y="1886943"/>
                  </a:lnTo>
                  <a:lnTo>
                    <a:pt x="1952744" y="1940095"/>
                  </a:lnTo>
                  <a:lnTo>
                    <a:pt x="1900378" y="1990026"/>
                  </a:lnTo>
                  <a:lnTo>
                    <a:pt x="1844951" y="2036535"/>
                  </a:lnTo>
                  <a:lnTo>
                    <a:pt x="1786685" y="2079434"/>
                  </a:lnTo>
                  <a:lnTo>
                    <a:pt x="1725816" y="2118553"/>
                  </a:lnTo>
                  <a:lnTo>
                    <a:pt x="1662589" y="2153731"/>
                  </a:lnTo>
                  <a:lnTo>
                    <a:pt x="1597258" y="2184829"/>
                  </a:lnTo>
                  <a:lnTo>
                    <a:pt x="1530085" y="2211721"/>
                  </a:lnTo>
                  <a:lnTo>
                    <a:pt x="1461343" y="2234298"/>
                  </a:lnTo>
                  <a:lnTo>
                    <a:pt x="1391307" y="2252470"/>
                  </a:lnTo>
                  <a:lnTo>
                    <a:pt x="1320259" y="2266163"/>
                  </a:lnTo>
                  <a:lnTo>
                    <a:pt x="1248486" y="2275323"/>
                  </a:lnTo>
                  <a:lnTo>
                    <a:pt x="1176277" y="2279912"/>
                  </a:lnTo>
                  <a:lnTo>
                    <a:pt x="1103922" y="2279912"/>
                  </a:lnTo>
                  <a:lnTo>
                    <a:pt x="1031712" y="2275323"/>
                  </a:lnTo>
                  <a:lnTo>
                    <a:pt x="959939" y="2266163"/>
                  </a:lnTo>
                  <a:lnTo>
                    <a:pt x="888892" y="2252470"/>
                  </a:lnTo>
                  <a:lnTo>
                    <a:pt x="818856" y="2234298"/>
                  </a:lnTo>
                  <a:lnTo>
                    <a:pt x="750113" y="2211721"/>
                  </a:lnTo>
                  <a:lnTo>
                    <a:pt x="682941" y="2184829"/>
                  </a:lnTo>
                  <a:lnTo>
                    <a:pt x="617610" y="2153731"/>
                  </a:lnTo>
                  <a:lnTo>
                    <a:pt x="554382" y="2118553"/>
                  </a:lnTo>
                  <a:lnTo>
                    <a:pt x="493513" y="2079434"/>
                  </a:lnTo>
                  <a:lnTo>
                    <a:pt x="435248" y="2036535"/>
                  </a:lnTo>
                  <a:lnTo>
                    <a:pt x="379820" y="1990026"/>
                  </a:lnTo>
                  <a:lnTo>
                    <a:pt x="327455" y="1940095"/>
                  </a:lnTo>
                  <a:lnTo>
                    <a:pt x="278361" y="1886943"/>
                  </a:lnTo>
                  <a:lnTo>
                    <a:pt x="232737" y="1830785"/>
                  </a:lnTo>
                  <a:lnTo>
                    <a:pt x="190767" y="1771846"/>
                  </a:lnTo>
                  <a:lnTo>
                    <a:pt x="152620" y="1710364"/>
                  </a:lnTo>
                  <a:lnTo>
                    <a:pt x="118448" y="1646587"/>
                  </a:lnTo>
                  <a:lnTo>
                    <a:pt x="88391" y="1580770"/>
                  </a:lnTo>
                  <a:lnTo>
                    <a:pt x="62568" y="1513180"/>
                  </a:lnTo>
                  <a:lnTo>
                    <a:pt x="41085" y="1444088"/>
                  </a:lnTo>
                  <a:lnTo>
                    <a:pt x="24026" y="1373772"/>
                  </a:lnTo>
                  <a:lnTo>
                    <a:pt x="11462" y="1302516"/>
                  </a:lnTo>
                  <a:lnTo>
                    <a:pt x="3442" y="1230607"/>
                  </a:lnTo>
                  <a:lnTo>
                    <a:pt x="0" y="1158334"/>
                  </a:lnTo>
                  <a:lnTo>
                    <a:pt x="1147" y="1085988"/>
                  </a:lnTo>
                  <a:lnTo>
                    <a:pt x="6882" y="1013860"/>
                  </a:lnTo>
                  <a:lnTo>
                    <a:pt x="17179" y="942242"/>
                  </a:lnTo>
                  <a:lnTo>
                    <a:pt x="31998" y="871420"/>
                  </a:lnTo>
                  <a:lnTo>
                    <a:pt x="51278" y="801681"/>
                  </a:lnTo>
                  <a:lnTo>
                    <a:pt x="74943" y="733306"/>
                  </a:lnTo>
                  <a:lnTo>
                    <a:pt x="102897" y="666569"/>
                  </a:lnTo>
                  <a:lnTo>
                    <a:pt x="135028" y="601739"/>
                  </a:lnTo>
                  <a:lnTo>
                    <a:pt x="171206" y="539077"/>
                  </a:lnTo>
                  <a:lnTo>
                    <a:pt x="211284" y="478837"/>
                  </a:lnTo>
                  <a:lnTo>
                    <a:pt x="255103" y="421259"/>
                  </a:lnTo>
                  <a:lnTo>
                    <a:pt x="302486" y="366577"/>
                  </a:lnTo>
                  <a:lnTo>
                    <a:pt x="353241" y="315010"/>
                  </a:lnTo>
                  <a:lnTo>
                    <a:pt x="407165" y="266766"/>
                  </a:lnTo>
                  <a:lnTo>
                    <a:pt x="464040" y="222039"/>
                  </a:lnTo>
                  <a:lnTo>
                    <a:pt x="523637" y="181009"/>
                  </a:lnTo>
                  <a:lnTo>
                    <a:pt x="585717" y="143842"/>
                  </a:lnTo>
                  <a:lnTo>
                    <a:pt x="650028" y="110687"/>
                  </a:lnTo>
                  <a:lnTo>
                    <a:pt x="716314" y="81677"/>
                  </a:lnTo>
                  <a:lnTo>
                    <a:pt x="784305" y="56931"/>
                  </a:lnTo>
                  <a:lnTo>
                    <a:pt x="853729" y="36546"/>
                  </a:lnTo>
                  <a:lnTo>
                    <a:pt x="924307" y="20605"/>
                  </a:lnTo>
                  <a:lnTo>
                    <a:pt x="995753" y="9173"/>
                  </a:lnTo>
                  <a:lnTo>
                    <a:pt x="1067781" y="2295"/>
                  </a:lnTo>
                  <a:lnTo>
                    <a:pt x="1140099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2436801" y="1532850"/>
              <a:ext cx="4560399" cy="4559824"/>
            </a:xfrm>
            <a:custGeom>
              <a:avLst/>
              <a:pathLst>
                <a:path w="4560399" h="4559824">
                  <a:moveTo>
                    <a:pt x="2280199" y="0"/>
                  </a:moveTo>
                  <a:lnTo>
                    <a:pt x="2424836" y="4591"/>
                  </a:lnTo>
                  <a:lnTo>
                    <a:pt x="2568891" y="18346"/>
                  </a:lnTo>
                  <a:lnTo>
                    <a:pt x="2711784" y="41211"/>
                  </a:lnTo>
                  <a:lnTo>
                    <a:pt x="2852939" y="73092"/>
                  </a:lnTo>
                  <a:lnTo>
                    <a:pt x="2991787" y="113862"/>
                  </a:lnTo>
                  <a:lnTo>
                    <a:pt x="3127770" y="163355"/>
                  </a:lnTo>
                  <a:lnTo>
                    <a:pt x="3260341" y="221374"/>
                  </a:lnTo>
                  <a:lnTo>
                    <a:pt x="3388964" y="287684"/>
                  </a:lnTo>
                  <a:lnTo>
                    <a:pt x="3513123" y="362019"/>
                  </a:lnTo>
                  <a:lnTo>
                    <a:pt x="3632318" y="444078"/>
                  </a:lnTo>
                  <a:lnTo>
                    <a:pt x="3746068" y="533532"/>
                  </a:lnTo>
                  <a:lnTo>
                    <a:pt x="3853915" y="630020"/>
                  </a:lnTo>
                  <a:lnTo>
                    <a:pt x="3955426" y="733154"/>
                  </a:lnTo>
                  <a:lnTo>
                    <a:pt x="4050191" y="842519"/>
                  </a:lnTo>
                  <a:lnTo>
                    <a:pt x="4137829" y="957674"/>
                  </a:lnTo>
                  <a:lnTo>
                    <a:pt x="4217986" y="1078155"/>
                  </a:lnTo>
                  <a:lnTo>
                    <a:pt x="4290342" y="1203478"/>
                  </a:lnTo>
                  <a:lnTo>
                    <a:pt x="4354603" y="1333138"/>
                  </a:lnTo>
                  <a:lnTo>
                    <a:pt x="4410511" y="1466612"/>
                  </a:lnTo>
                  <a:lnTo>
                    <a:pt x="4457841" y="1603363"/>
                  </a:lnTo>
                  <a:lnTo>
                    <a:pt x="4496402" y="1742841"/>
                  </a:lnTo>
                  <a:lnTo>
                    <a:pt x="4526040" y="1884484"/>
                  </a:lnTo>
                  <a:lnTo>
                    <a:pt x="4546634" y="2027721"/>
                  </a:lnTo>
                  <a:lnTo>
                    <a:pt x="4558103" y="2171976"/>
                  </a:lnTo>
                  <a:lnTo>
                    <a:pt x="4560399" y="2316668"/>
                  </a:lnTo>
                  <a:lnTo>
                    <a:pt x="4553513" y="2461215"/>
                  </a:lnTo>
                  <a:lnTo>
                    <a:pt x="4537473" y="2605033"/>
                  </a:lnTo>
                  <a:lnTo>
                    <a:pt x="4512345" y="2747545"/>
                  </a:lnTo>
                  <a:lnTo>
                    <a:pt x="4478228" y="2888176"/>
                  </a:lnTo>
                  <a:lnTo>
                    <a:pt x="4435261" y="3026360"/>
                  </a:lnTo>
                  <a:lnTo>
                    <a:pt x="4383616" y="3161541"/>
                  </a:lnTo>
                  <a:lnTo>
                    <a:pt x="4323501" y="3293174"/>
                  </a:lnTo>
                  <a:lnTo>
                    <a:pt x="4255158" y="3420729"/>
                  </a:lnTo>
                  <a:lnTo>
                    <a:pt x="4178863" y="3543693"/>
                  </a:lnTo>
                  <a:lnTo>
                    <a:pt x="4094923" y="3661571"/>
                  </a:lnTo>
                  <a:lnTo>
                    <a:pt x="4003676" y="3773887"/>
                  </a:lnTo>
                  <a:lnTo>
                    <a:pt x="3905488" y="3880190"/>
                  </a:lnTo>
                  <a:lnTo>
                    <a:pt x="3800757" y="3980052"/>
                  </a:lnTo>
                  <a:lnTo>
                    <a:pt x="3689902" y="4073070"/>
                  </a:lnTo>
                  <a:lnTo>
                    <a:pt x="3573371" y="4158869"/>
                  </a:lnTo>
                  <a:lnTo>
                    <a:pt x="3451633" y="4237106"/>
                  </a:lnTo>
                  <a:lnTo>
                    <a:pt x="3325178" y="4307463"/>
                  </a:lnTo>
                  <a:lnTo>
                    <a:pt x="3194516" y="4369659"/>
                  </a:lnTo>
                  <a:lnTo>
                    <a:pt x="3060171" y="4423442"/>
                  </a:lnTo>
                  <a:lnTo>
                    <a:pt x="2922686" y="4468597"/>
                  </a:lnTo>
                  <a:lnTo>
                    <a:pt x="2782614" y="4504941"/>
                  </a:lnTo>
                  <a:lnTo>
                    <a:pt x="2640519" y="4532327"/>
                  </a:lnTo>
                  <a:lnTo>
                    <a:pt x="2496973" y="4550646"/>
                  </a:lnTo>
                  <a:lnTo>
                    <a:pt x="2352554" y="4559824"/>
                  </a:lnTo>
                  <a:lnTo>
                    <a:pt x="2207844" y="4559824"/>
                  </a:lnTo>
                  <a:lnTo>
                    <a:pt x="2063425" y="4550646"/>
                  </a:lnTo>
                  <a:lnTo>
                    <a:pt x="1919879" y="4532327"/>
                  </a:lnTo>
                  <a:lnTo>
                    <a:pt x="1777784" y="4504941"/>
                  </a:lnTo>
                  <a:lnTo>
                    <a:pt x="1637712" y="4468597"/>
                  </a:lnTo>
                  <a:lnTo>
                    <a:pt x="1500227" y="4423442"/>
                  </a:lnTo>
                  <a:lnTo>
                    <a:pt x="1365882" y="4369659"/>
                  </a:lnTo>
                  <a:lnTo>
                    <a:pt x="1235220" y="4307463"/>
                  </a:lnTo>
                  <a:lnTo>
                    <a:pt x="1108765" y="4237106"/>
                  </a:lnTo>
                  <a:lnTo>
                    <a:pt x="987027" y="4158869"/>
                  </a:lnTo>
                  <a:lnTo>
                    <a:pt x="870496" y="4073070"/>
                  </a:lnTo>
                  <a:lnTo>
                    <a:pt x="759641" y="3980052"/>
                  </a:lnTo>
                  <a:lnTo>
                    <a:pt x="654910" y="3880190"/>
                  </a:lnTo>
                  <a:lnTo>
                    <a:pt x="556722" y="3773887"/>
                  </a:lnTo>
                  <a:lnTo>
                    <a:pt x="465475" y="3661571"/>
                  </a:lnTo>
                  <a:lnTo>
                    <a:pt x="381535" y="3543693"/>
                  </a:lnTo>
                  <a:lnTo>
                    <a:pt x="305240" y="3420729"/>
                  </a:lnTo>
                  <a:lnTo>
                    <a:pt x="236897" y="3293174"/>
                  </a:lnTo>
                  <a:lnTo>
                    <a:pt x="176782" y="3161541"/>
                  </a:lnTo>
                  <a:lnTo>
                    <a:pt x="125137" y="3026360"/>
                  </a:lnTo>
                  <a:lnTo>
                    <a:pt x="82170" y="2888176"/>
                  </a:lnTo>
                  <a:lnTo>
                    <a:pt x="48053" y="2747545"/>
                  </a:lnTo>
                  <a:lnTo>
                    <a:pt x="22925" y="2605033"/>
                  </a:lnTo>
                  <a:lnTo>
                    <a:pt x="6885" y="2461215"/>
                  </a:lnTo>
                  <a:lnTo>
                    <a:pt x="0" y="2316668"/>
                  </a:lnTo>
                  <a:lnTo>
                    <a:pt x="2295" y="2171976"/>
                  </a:lnTo>
                  <a:lnTo>
                    <a:pt x="13764" y="2027721"/>
                  </a:lnTo>
                  <a:lnTo>
                    <a:pt x="34358" y="1884484"/>
                  </a:lnTo>
                  <a:lnTo>
                    <a:pt x="63996" y="1742841"/>
                  </a:lnTo>
                  <a:lnTo>
                    <a:pt x="102557" y="1603363"/>
                  </a:lnTo>
                  <a:lnTo>
                    <a:pt x="149887" y="1466612"/>
                  </a:lnTo>
                  <a:lnTo>
                    <a:pt x="205795" y="1333138"/>
                  </a:lnTo>
                  <a:lnTo>
                    <a:pt x="270056" y="1203478"/>
                  </a:lnTo>
                  <a:lnTo>
                    <a:pt x="342412" y="1078155"/>
                  </a:lnTo>
                  <a:lnTo>
                    <a:pt x="422569" y="957674"/>
                  </a:lnTo>
                  <a:lnTo>
                    <a:pt x="510207" y="842519"/>
                  </a:lnTo>
                  <a:lnTo>
                    <a:pt x="604972" y="733154"/>
                  </a:lnTo>
                  <a:lnTo>
                    <a:pt x="706483" y="630020"/>
                  </a:lnTo>
                  <a:lnTo>
                    <a:pt x="814331" y="533532"/>
                  </a:lnTo>
                  <a:lnTo>
                    <a:pt x="928080" y="444078"/>
                  </a:lnTo>
                  <a:lnTo>
                    <a:pt x="1047275" y="362019"/>
                  </a:lnTo>
                  <a:lnTo>
                    <a:pt x="1171434" y="287684"/>
                  </a:lnTo>
                  <a:lnTo>
                    <a:pt x="1300057" y="221374"/>
                  </a:lnTo>
                  <a:lnTo>
                    <a:pt x="1432628" y="163355"/>
                  </a:lnTo>
                  <a:lnTo>
                    <a:pt x="1568611" y="113862"/>
                  </a:lnTo>
                  <a:lnTo>
                    <a:pt x="1707459" y="73092"/>
                  </a:lnTo>
                  <a:lnTo>
                    <a:pt x="1848614" y="41211"/>
                  </a:lnTo>
                  <a:lnTo>
                    <a:pt x="1991507" y="18346"/>
                  </a:lnTo>
                  <a:lnTo>
                    <a:pt x="2135562" y="4591"/>
                  </a:lnTo>
                  <a:lnTo>
                    <a:pt x="2280199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2151776" y="1247789"/>
              <a:ext cx="5130448" cy="5129803"/>
            </a:xfrm>
            <a:custGeom>
              <a:avLst/>
              <a:pathLst>
                <a:path w="5130448" h="5129803">
                  <a:moveTo>
                    <a:pt x="2565224" y="0"/>
                  </a:moveTo>
                  <a:lnTo>
                    <a:pt x="2727941" y="5165"/>
                  </a:lnTo>
                  <a:lnTo>
                    <a:pt x="2890003" y="20640"/>
                  </a:lnTo>
                  <a:lnTo>
                    <a:pt x="3050757" y="46362"/>
                  </a:lnTo>
                  <a:lnTo>
                    <a:pt x="3209556" y="82229"/>
                  </a:lnTo>
                  <a:lnTo>
                    <a:pt x="3365761" y="128094"/>
                  </a:lnTo>
                  <a:lnTo>
                    <a:pt x="3518742" y="183775"/>
                  </a:lnTo>
                  <a:lnTo>
                    <a:pt x="3667883" y="249046"/>
                  </a:lnTo>
                  <a:lnTo>
                    <a:pt x="3812585" y="323645"/>
                  </a:lnTo>
                  <a:lnTo>
                    <a:pt x="3952264" y="407271"/>
                  </a:lnTo>
                  <a:lnTo>
                    <a:pt x="4086357" y="499588"/>
                  </a:lnTo>
                  <a:lnTo>
                    <a:pt x="4214326" y="600224"/>
                  </a:lnTo>
                  <a:lnTo>
                    <a:pt x="4335654" y="708773"/>
                  </a:lnTo>
                  <a:lnTo>
                    <a:pt x="4449854" y="824799"/>
                  </a:lnTo>
                  <a:lnTo>
                    <a:pt x="4556464" y="947834"/>
                  </a:lnTo>
                  <a:lnTo>
                    <a:pt x="4655057" y="1077383"/>
                  </a:lnTo>
                  <a:lnTo>
                    <a:pt x="4745235" y="1212925"/>
                  </a:lnTo>
                  <a:lnTo>
                    <a:pt x="4826634" y="1353913"/>
                  </a:lnTo>
                  <a:lnTo>
                    <a:pt x="4898928" y="1499780"/>
                  </a:lnTo>
                  <a:lnTo>
                    <a:pt x="4961825" y="1649938"/>
                  </a:lnTo>
                  <a:lnTo>
                    <a:pt x="5015071" y="1803784"/>
                  </a:lnTo>
                  <a:lnTo>
                    <a:pt x="5058453" y="1960696"/>
                  </a:lnTo>
                  <a:lnTo>
                    <a:pt x="5091795" y="2120044"/>
                  </a:lnTo>
                  <a:lnTo>
                    <a:pt x="5114964" y="2281186"/>
                  </a:lnTo>
                  <a:lnTo>
                    <a:pt x="5127865" y="2443473"/>
                  </a:lnTo>
                  <a:lnTo>
                    <a:pt x="5130448" y="2606252"/>
                  </a:lnTo>
                  <a:lnTo>
                    <a:pt x="5122702" y="2768866"/>
                  </a:lnTo>
                  <a:lnTo>
                    <a:pt x="5104658" y="2930662"/>
                  </a:lnTo>
                  <a:lnTo>
                    <a:pt x="5076388" y="3090988"/>
                  </a:lnTo>
                  <a:lnTo>
                    <a:pt x="5038007" y="3249198"/>
                  </a:lnTo>
                  <a:lnTo>
                    <a:pt x="4989668" y="3404655"/>
                  </a:lnTo>
                  <a:lnTo>
                    <a:pt x="4931568" y="3556734"/>
                  </a:lnTo>
                  <a:lnTo>
                    <a:pt x="4863938" y="3704821"/>
                  </a:lnTo>
                  <a:lnTo>
                    <a:pt x="4787053" y="3848321"/>
                  </a:lnTo>
                  <a:lnTo>
                    <a:pt x="4701221" y="3986655"/>
                  </a:lnTo>
                  <a:lnTo>
                    <a:pt x="4606789" y="4119267"/>
                  </a:lnTo>
                  <a:lnTo>
                    <a:pt x="4504135" y="4245623"/>
                  </a:lnTo>
                  <a:lnTo>
                    <a:pt x="4393675" y="4365214"/>
                  </a:lnTo>
                  <a:lnTo>
                    <a:pt x="4275851" y="4477558"/>
                  </a:lnTo>
                  <a:lnTo>
                    <a:pt x="4151140" y="4582203"/>
                  </a:lnTo>
                  <a:lnTo>
                    <a:pt x="4020043" y="4678728"/>
                  </a:lnTo>
                  <a:lnTo>
                    <a:pt x="3883088" y="4766744"/>
                  </a:lnTo>
                  <a:lnTo>
                    <a:pt x="3740826" y="4845896"/>
                  </a:lnTo>
                  <a:lnTo>
                    <a:pt x="3593830" y="4915867"/>
                  </a:lnTo>
                  <a:lnTo>
                    <a:pt x="3442693" y="4976373"/>
                  </a:lnTo>
                  <a:lnTo>
                    <a:pt x="3288022" y="5027172"/>
                  </a:lnTo>
                  <a:lnTo>
                    <a:pt x="3130441" y="5068058"/>
                  </a:lnTo>
                  <a:lnTo>
                    <a:pt x="2970584" y="5098868"/>
                  </a:lnTo>
                  <a:lnTo>
                    <a:pt x="2809095" y="5119477"/>
                  </a:lnTo>
                  <a:lnTo>
                    <a:pt x="2646623" y="5129803"/>
                  </a:lnTo>
                  <a:lnTo>
                    <a:pt x="2483824" y="5129803"/>
                  </a:lnTo>
                  <a:lnTo>
                    <a:pt x="2321353" y="5119477"/>
                  </a:lnTo>
                  <a:lnTo>
                    <a:pt x="2159864" y="5098868"/>
                  </a:lnTo>
                  <a:lnTo>
                    <a:pt x="2000007" y="5068058"/>
                  </a:lnTo>
                  <a:lnTo>
                    <a:pt x="1842426" y="5027172"/>
                  </a:lnTo>
                  <a:lnTo>
                    <a:pt x="1687755" y="4976373"/>
                  </a:lnTo>
                  <a:lnTo>
                    <a:pt x="1536618" y="4915867"/>
                  </a:lnTo>
                  <a:lnTo>
                    <a:pt x="1389622" y="4845896"/>
                  </a:lnTo>
                  <a:lnTo>
                    <a:pt x="1247360" y="4766744"/>
                  </a:lnTo>
                  <a:lnTo>
                    <a:pt x="1110405" y="4678728"/>
                  </a:lnTo>
                  <a:lnTo>
                    <a:pt x="979308" y="4582203"/>
                  </a:lnTo>
                  <a:lnTo>
                    <a:pt x="854596" y="4477558"/>
                  </a:lnTo>
                  <a:lnTo>
                    <a:pt x="736773" y="4365214"/>
                  </a:lnTo>
                  <a:lnTo>
                    <a:pt x="626313" y="4245623"/>
                  </a:lnTo>
                  <a:lnTo>
                    <a:pt x="523659" y="4119267"/>
                  </a:lnTo>
                  <a:lnTo>
                    <a:pt x="429227" y="3986655"/>
                  </a:lnTo>
                  <a:lnTo>
                    <a:pt x="343395" y="3848321"/>
                  </a:lnTo>
                  <a:lnTo>
                    <a:pt x="266509" y="3704821"/>
                  </a:lnTo>
                  <a:lnTo>
                    <a:pt x="198880" y="3556734"/>
                  </a:lnTo>
                  <a:lnTo>
                    <a:pt x="140780" y="3404655"/>
                  </a:lnTo>
                  <a:lnTo>
                    <a:pt x="92441" y="3249198"/>
                  </a:lnTo>
                  <a:lnTo>
                    <a:pt x="54060" y="3090988"/>
                  </a:lnTo>
                  <a:lnTo>
                    <a:pt x="25790" y="2930662"/>
                  </a:lnTo>
                  <a:lnTo>
                    <a:pt x="7746" y="2768866"/>
                  </a:lnTo>
                  <a:lnTo>
                    <a:pt x="0" y="2606252"/>
                  </a:lnTo>
                  <a:lnTo>
                    <a:pt x="2582" y="2443473"/>
                  </a:lnTo>
                  <a:lnTo>
                    <a:pt x="15484" y="2281186"/>
                  </a:lnTo>
                  <a:lnTo>
                    <a:pt x="38653" y="2120044"/>
                  </a:lnTo>
                  <a:lnTo>
                    <a:pt x="71995" y="1960696"/>
                  </a:lnTo>
                  <a:lnTo>
                    <a:pt x="115377" y="1803784"/>
                  </a:lnTo>
                  <a:lnTo>
                    <a:pt x="168623" y="1649938"/>
                  </a:lnTo>
                  <a:lnTo>
                    <a:pt x="231520" y="1499780"/>
                  </a:lnTo>
                  <a:lnTo>
                    <a:pt x="303814" y="1353913"/>
                  </a:lnTo>
                  <a:lnTo>
                    <a:pt x="385213" y="1212925"/>
                  </a:lnTo>
                  <a:lnTo>
                    <a:pt x="475391" y="1077383"/>
                  </a:lnTo>
                  <a:lnTo>
                    <a:pt x="573983" y="947834"/>
                  </a:lnTo>
                  <a:lnTo>
                    <a:pt x="680594" y="824799"/>
                  </a:lnTo>
                  <a:lnTo>
                    <a:pt x="794794" y="708773"/>
                  </a:lnTo>
                  <a:lnTo>
                    <a:pt x="916122" y="600224"/>
                  </a:lnTo>
                  <a:lnTo>
                    <a:pt x="1044091" y="499588"/>
                  </a:lnTo>
                  <a:lnTo>
                    <a:pt x="1178184" y="407271"/>
                  </a:lnTo>
                  <a:lnTo>
                    <a:pt x="1317863" y="323645"/>
                  </a:lnTo>
                  <a:lnTo>
                    <a:pt x="1462565" y="249046"/>
                  </a:lnTo>
                  <a:lnTo>
                    <a:pt x="1611706" y="183775"/>
                  </a:lnTo>
                  <a:lnTo>
                    <a:pt x="1764687" y="128094"/>
                  </a:lnTo>
                  <a:lnTo>
                    <a:pt x="1920892" y="82229"/>
                  </a:lnTo>
                  <a:lnTo>
                    <a:pt x="2079691" y="46362"/>
                  </a:lnTo>
                  <a:lnTo>
                    <a:pt x="2240445" y="20640"/>
                  </a:lnTo>
                  <a:lnTo>
                    <a:pt x="2402507" y="5165"/>
                  </a:lnTo>
                  <a:lnTo>
                    <a:pt x="2565224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1" name="pg21"/>
            <p:cNvSpPr/>
            <p:nvPr/>
          </p:nvSpPr>
          <p:spPr>
            <a:xfrm>
              <a:off x="3104453" y="2492426"/>
              <a:ext cx="3322912" cy="3049187"/>
            </a:xfrm>
            <a:custGeom>
              <a:avLst/>
              <a:pathLst>
                <a:path w="3322912" h="3049187">
                  <a:moveTo>
                    <a:pt x="3322912" y="1320910"/>
                  </a:moveTo>
                  <a:lnTo>
                    <a:pt x="3303718" y="1240350"/>
                  </a:lnTo>
                  <a:lnTo>
                    <a:pt x="3280771" y="1161614"/>
                  </a:lnTo>
                  <a:lnTo>
                    <a:pt x="3254201" y="1084876"/>
                  </a:lnTo>
                  <a:lnTo>
                    <a:pt x="3224147" y="1010300"/>
                  </a:lnTo>
                  <a:lnTo>
                    <a:pt x="3190752" y="938042"/>
                  </a:lnTo>
                  <a:lnTo>
                    <a:pt x="3154171" y="868249"/>
                  </a:lnTo>
                  <a:lnTo>
                    <a:pt x="3114560" y="801059"/>
                  </a:lnTo>
                  <a:lnTo>
                    <a:pt x="3072084" y="736600"/>
                  </a:lnTo>
                  <a:lnTo>
                    <a:pt x="3026913" y="674991"/>
                  </a:lnTo>
                  <a:lnTo>
                    <a:pt x="2979221" y="616341"/>
                  </a:lnTo>
                  <a:lnTo>
                    <a:pt x="2929187" y="560748"/>
                  </a:lnTo>
                  <a:lnTo>
                    <a:pt x="2876991" y="508301"/>
                  </a:lnTo>
                  <a:lnTo>
                    <a:pt x="2822821" y="459078"/>
                  </a:lnTo>
                  <a:lnTo>
                    <a:pt x="2766862" y="413147"/>
                  </a:lnTo>
                  <a:lnTo>
                    <a:pt x="2709305" y="370564"/>
                  </a:lnTo>
                  <a:lnTo>
                    <a:pt x="2650340" y="331377"/>
                  </a:lnTo>
                  <a:lnTo>
                    <a:pt x="2590158" y="295621"/>
                  </a:lnTo>
                  <a:lnTo>
                    <a:pt x="2528952" y="263322"/>
                  </a:lnTo>
                  <a:lnTo>
                    <a:pt x="2466913" y="234496"/>
                  </a:lnTo>
                  <a:lnTo>
                    <a:pt x="2404230" y="209147"/>
                  </a:lnTo>
                  <a:lnTo>
                    <a:pt x="2341093" y="187271"/>
                  </a:lnTo>
                  <a:lnTo>
                    <a:pt x="2277689" y="168851"/>
                  </a:lnTo>
                  <a:lnTo>
                    <a:pt x="2214202" y="153863"/>
                  </a:lnTo>
                  <a:lnTo>
                    <a:pt x="2150813" y="142272"/>
                  </a:lnTo>
                  <a:lnTo>
                    <a:pt x="2087701" y="134034"/>
                  </a:lnTo>
                  <a:lnTo>
                    <a:pt x="2025038" y="129096"/>
                  </a:lnTo>
                  <a:lnTo>
                    <a:pt x="1962995" y="127395"/>
                  </a:lnTo>
                  <a:lnTo>
                    <a:pt x="1901735" y="128862"/>
                  </a:lnTo>
                  <a:lnTo>
                    <a:pt x="1841418" y="133416"/>
                  </a:lnTo>
                  <a:lnTo>
                    <a:pt x="1782197" y="140972"/>
                  </a:lnTo>
                  <a:lnTo>
                    <a:pt x="1724218" y="151434"/>
                  </a:lnTo>
                  <a:lnTo>
                    <a:pt x="1667624" y="164702"/>
                  </a:lnTo>
                  <a:lnTo>
                    <a:pt x="1612547" y="180667"/>
                  </a:lnTo>
                  <a:lnTo>
                    <a:pt x="1666756" y="148383"/>
                  </a:lnTo>
                  <a:lnTo>
                    <a:pt x="1723944" y="118744"/>
                  </a:lnTo>
                  <a:lnTo>
                    <a:pt x="1783979" y="91957"/>
                  </a:lnTo>
                  <a:lnTo>
                    <a:pt x="1846715" y="68220"/>
                  </a:lnTo>
                  <a:lnTo>
                    <a:pt x="1911997" y="47725"/>
                  </a:lnTo>
                  <a:lnTo>
                    <a:pt x="1979656" y="30657"/>
                  </a:lnTo>
                  <a:lnTo>
                    <a:pt x="2049510" y="17190"/>
                  </a:lnTo>
                  <a:lnTo>
                    <a:pt x="2121369" y="7490"/>
                  </a:lnTo>
                  <a:lnTo>
                    <a:pt x="2195030" y="1711"/>
                  </a:lnTo>
                  <a:lnTo>
                    <a:pt x="2270283" y="0"/>
                  </a:lnTo>
                  <a:lnTo>
                    <a:pt x="2346904" y="2487"/>
                  </a:lnTo>
                  <a:lnTo>
                    <a:pt x="2424664" y="9296"/>
                  </a:lnTo>
                  <a:lnTo>
                    <a:pt x="2503326" y="20534"/>
                  </a:lnTo>
                  <a:lnTo>
                    <a:pt x="2582641" y="36298"/>
                  </a:lnTo>
                  <a:lnTo>
                    <a:pt x="2662359" y="56670"/>
                  </a:lnTo>
                  <a:lnTo>
                    <a:pt x="2742219" y="81719"/>
                  </a:lnTo>
                  <a:lnTo>
                    <a:pt x="2821958" y="111500"/>
                  </a:lnTo>
                  <a:lnTo>
                    <a:pt x="2879717" y="193225"/>
                  </a:lnTo>
                  <a:lnTo>
                    <a:pt x="2932099" y="277544"/>
                  </a:lnTo>
                  <a:lnTo>
                    <a:pt x="2979002" y="364108"/>
                  </a:lnTo>
                  <a:lnTo>
                    <a:pt x="3020342" y="452569"/>
                  </a:lnTo>
                  <a:lnTo>
                    <a:pt x="3056059" y="542576"/>
                  </a:lnTo>
                  <a:lnTo>
                    <a:pt x="3086115" y="633774"/>
                  </a:lnTo>
                  <a:lnTo>
                    <a:pt x="3110493" y="725815"/>
                  </a:lnTo>
                  <a:lnTo>
                    <a:pt x="3129198" y="818347"/>
                  </a:lnTo>
                  <a:lnTo>
                    <a:pt x="3142256" y="911026"/>
                  </a:lnTo>
                  <a:lnTo>
                    <a:pt x="3149714" y="1003511"/>
                  </a:lnTo>
                  <a:lnTo>
                    <a:pt x="3151640" y="1095466"/>
                  </a:lnTo>
                  <a:lnTo>
                    <a:pt x="3148121" y="1186565"/>
                  </a:lnTo>
                  <a:lnTo>
                    <a:pt x="3139264" y="1276488"/>
                  </a:lnTo>
                  <a:lnTo>
                    <a:pt x="3125193" y="1364924"/>
                  </a:lnTo>
                  <a:lnTo>
                    <a:pt x="3106051" y="1451575"/>
                  </a:lnTo>
                  <a:lnTo>
                    <a:pt x="3081998" y="1536153"/>
                  </a:lnTo>
                  <a:lnTo>
                    <a:pt x="3053211" y="1618384"/>
                  </a:lnTo>
                  <a:lnTo>
                    <a:pt x="3019879" y="1698004"/>
                  </a:lnTo>
                  <a:lnTo>
                    <a:pt x="2982210" y="1774767"/>
                  </a:lnTo>
                  <a:lnTo>
                    <a:pt x="2940420" y="1848441"/>
                  </a:lnTo>
                  <a:lnTo>
                    <a:pt x="2894743" y="1918808"/>
                  </a:lnTo>
                  <a:lnTo>
                    <a:pt x="2845418" y="1985669"/>
                  </a:lnTo>
                  <a:lnTo>
                    <a:pt x="2792699" y="2048839"/>
                  </a:lnTo>
                  <a:lnTo>
                    <a:pt x="2736846" y="2108153"/>
                  </a:lnTo>
                  <a:lnTo>
                    <a:pt x="2678127" y="2163462"/>
                  </a:lnTo>
                  <a:lnTo>
                    <a:pt x="2616818" y="2214636"/>
                  </a:lnTo>
                  <a:lnTo>
                    <a:pt x="2553200" y="2261563"/>
                  </a:lnTo>
                  <a:lnTo>
                    <a:pt x="2487556" y="2304150"/>
                  </a:lnTo>
                  <a:lnTo>
                    <a:pt x="2420174" y="2342321"/>
                  </a:lnTo>
                  <a:lnTo>
                    <a:pt x="2351344" y="2376021"/>
                  </a:lnTo>
                  <a:lnTo>
                    <a:pt x="2281354" y="2405212"/>
                  </a:lnTo>
                  <a:lnTo>
                    <a:pt x="2210495" y="2429875"/>
                  </a:lnTo>
                  <a:lnTo>
                    <a:pt x="2139054" y="2450008"/>
                  </a:lnTo>
                  <a:lnTo>
                    <a:pt x="2067315" y="2465629"/>
                  </a:lnTo>
                  <a:lnTo>
                    <a:pt x="1995558" y="2476772"/>
                  </a:lnTo>
                  <a:lnTo>
                    <a:pt x="1924059" y="2483489"/>
                  </a:lnTo>
                  <a:lnTo>
                    <a:pt x="1853087" y="2485849"/>
                  </a:lnTo>
                  <a:lnTo>
                    <a:pt x="1782905" y="2483936"/>
                  </a:lnTo>
                  <a:lnTo>
                    <a:pt x="1713766" y="2477850"/>
                  </a:lnTo>
                  <a:lnTo>
                    <a:pt x="1645915" y="2467707"/>
                  </a:lnTo>
                  <a:lnTo>
                    <a:pt x="1579588" y="2453636"/>
                  </a:lnTo>
                  <a:lnTo>
                    <a:pt x="1515009" y="2435780"/>
                  </a:lnTo>
                  <a:lnTo>
                    <a:pt x="1452390" y="2414294"/>
                  </a:lnTo>
                  <a:lnTo>
                    <a:pt x="1391933" y="2389345"/>
                  </a:lnTo>
                  <a:lnTo>
                    <a:pt x="1333826" y="2361113"/>
                  </a:lnTo>
                  <a:lnTo>
                    <a:pt x="1278243" y="2329784"/>
                  </a:lnTo>
                  <a:lnTo>
                    <a:pt x="1225345" y="2295556"/>
                  </a:lnTo>
                  <a:lnTo>
                    <a:pt x="1175279" y="2258636"/>
                  </a:lnTo>
                  <a:lnTo>
                    <a:pt x="1128176" y="2219234"/>
                  </a:lnTo>
                  <a:lnTo>
                    <a:pt x="1084152" y="2177569"/>
                  </a:lnTo>
                  <a:lnTo>
                    <a:pt x="1043310" y="2133865"/>
                  </a:lnTo>
                  <a:lnTo>
                    <a:pt x="1005735" y="2088349"/>
                  </a:lnTo>
                  <a:lnTo>
                    <a:pt x="971498" y="2041252"/>
                  </a:lnTo>
                  <a:lnTo>
                    <a:pt x="940652" y="1992805"/>
                  </a:lnTo>
                  <a:lnTo>
                    <a:pt x="913238" y="1943243"/>
                  </a:lnTo>
                  <a:lnTo>
                    <a:pt x="889278" y="1892798"/>
                  </a:lnTo>
                  <a:lnTo>
                    <a:pt x="868780" y="1841702"/>
                  </a:lnTo>
                  <a:lnTo>
                    <a:pt x="851739" y="1790184"/>
                  </a:lnTo>
                  <a:lnTo>
                    <a:pt x="838131" y="1738472"/>
                  </a:lnTo>
                  <a:lnTo>
                    <a:pt x="827920" y="1686788"/>
                  </a:lnTo>
                  <a:lnTo>
                    <a:pt x="821056" y="1635350"/>
                  </a:lnTo>
                  <a:lnTo>
                    <a:pt x="817475" y="1584369"/>
                  </a:lnTo>
                  <a:lnTo>
                    <a:pt x="817098" y="1534050"/>
                  </a:lnTo>
                  <a:lnTo>
                    <a:pt x="819837" y="1484592"/>
                  </a:lnTo>
                  <a:lnTo>
                    <a:pt x="825590" y="1436183"/>
                  </a:lnTo>
                  <a:lnTo>
                    <a:pt x="834242" y="1389003"/>
                  </a:lnTo>
                  <a:lnTo>
                    <a:pt x="845671" y="1343224"/>
                  </a:lnTo>
                  <a:lnTo>
                    <a:pt x="859742" y="1299006"/>
                  </a:lnTo>
                  <a:lnTo>
                    <a:pt x="876313" y="1256498"/>
                  </a:lnTo>
                  <a:lnTo>
                    <a:pt x="895232" y="1215839"/>
                  </a:lnTo>
                  <a:lnTo>
                    <a:pt x="916341" y="1177156"/>
                  </a:lnTo>
                  <a:lnTo>
                    <a:pt x="939475" y="1140561"/>
                  </a:lnTo>
                  <a:lnTo>
                    <a:pt x="964463" y="1106159"/>
                  </a:lnTo>
                  <a:lnTo>
                    <a:pt x="991128" y="1074037"/>
                  </a:lnTo>
                  <a:lnTo>
                    <a:pt x="1019292" y="1044271"/>
                  </a:lnTo>
                  <a:lnTo>
                    <a:pt x="1048772" y="1016926"/>
                  </a:lnTo>
                  <a:lnTo>
                    <a:pt x="1079382" y="992049"/>
                  </a:lnTo>
                  <a:lnTo>
                    <a:pt x="1110937" y="969679"/>
                  </a:lnTo>
                  <a:lnTo>
                    <a:pt x="1143250" y="949839"/>
                  </a:lnTo>
                  <a:lnTo>
                    <a:pt x="1176136" y="932538"/>
                  </a:lnTo>
                  <a:lnTo>
                    <a:pt x="1209410" y="917774"/>
                  </a:lnTo>
                  <a:lnTo>
                    <a:pt x="1171837" y="959229"/>
                  </a:lnTo>
                  <a:lnTo>
                    <a:pt x="1138508" y="1004168"/>
                  </a:lnTo>
                  <a:lnTo>
                    <a:pt x="1109745" y="1052157"/>
                  </a:lnTo>
                  <a:lnTo>
                    <a:pt x="1085823" y="1102734"/>
                  </a:lnTo>
                  <a:lnTo>
                    <a:pt x="1066975" y="1155413"/>
                  </a:lnTo>
                  <a:lnTo>
                    <a:pt x="1053380" y="1209685"/>
                  </a:lnTo>
                  <a:lnTo>
                    <a:pt x="1045171" y="1265029"/>
                  </a:lnTo>
                  <a:lnTo>
                    <a:pt x="1042425" y="1320910"/>
                  </a:lnTo>
                  <a:lnTo>
                    <a:pt x="1045171" y="1376792"/>
                  </a:lnTo>
                  <a:lnTo>
                    <a:pt x="1053380" y="1432136"/>
                  </a:lnTo>
                  <a:lnTo>
                    <a:pt x="1066975" y="1486408"/>
                  </a:lnTo>
                  <a:lnTo>
                    <a:pt x="1085823" y="1539087"/>
                  </a:lnTo>
                  <a:lnTo>
                    <a:pt x="1109745" y="1589664"/>
                  </a:lnTo>
                  <a:lnTo>
                    <a:pt x="1138508" y="1637653"/>
                  </a:lnTo>
                  <a:lnTo>
                    <a:pt x="1171837" y="1682592"/>
                  </a:lnTo>
                  <a:lnTo>
                    <a:pt x="1209410" y="1724047"/>
                  </a:lnTo>
                  <a:lnTo>
                    <a:pt x="1250866" y="1761620"/>
                  </a:lnTo>
                  <a:lnTo>
                    <a:pt x="1295804" y="1794949"/>
                  </a:lnTo>
                  <a:lnTo>
                    <a:pt x="1343794" y="1823713"/>
                  </a:lnTo>
                  <a:lnTo>
                    <a:pt x="1394371" y="1847634"/>
                  </a:lnTo>
                  <a:lnTo>
                    <a:pt x="1447049" y="1866483"/>
                  </a:lnTo>
                  <a:lnTo>
                    <a:pt x="1501322" y="1880077"/>
                  </a:lnTo>
                  <a:lnTo>
                    <a:pt x="1556665" y="1888287"/>
                  </a:lnTo>
                  <a:lnTo>
                    <a:pt x="1612547" y="1891032"/>
                  </a:lnTo>
                  <a:lnTo>
                    <a:pt x="1668429" y="1888287"/>
                  </a:lnTo>
                  <a:lnTo>
                    <a:pt x="1723772" y="1880077"/>
                  </a:lnTo>
                  <a:lnTo>
                    <a:pt x="1778045" y="1866483"/>
                  </a:lnTo>
                  <a:lnTo>
                    <a:pt x="1830723" y="1847634"/>
                  </a:lnTo>
                  <a:lnTo>
                    <a:pt x="1881300" y="1823713"/>
                  </a:lnTo>
                  <a:lnTo>
                    <a:pt x="1929290" y="1794949"/>
                  </a:lnTo>
                  <a:lnTo>
                    <a:pt x="1974228" y="1761620"/>
                  </a:lnTo>
                  <a:lnTo>
                    <a:pt x="2015684" y="1724047"/>
                  </a:lnTo>
                  <a:lnTo>
                    <a:pt x="2029481" y="1774838"/>
                  </a:lnTo>
                  <a:lnTo>
                    <a:pt x="2039637" y="1827466"/>
                  </a:lnTo>
                  <a:lnTo>
                    <a:pt x="2046024" y="1881709"/>
                  </a:lnTo>
                  <a:lnTo>
                    <a:pt x="2048525" y="1937342"/>
                  </a:lnTo>
                  <a:lnTo>
                    <a:pt x="2047036" y="1994129"/>
                  </a:lnTo>
                  <a:lnTo>
                    <a:pt x="2041469" y="2051831"/>
                  </a:lnTo>
                  <a:lnTo>
                    <a:pt x="2031743" y="2110202"/>
                  </a:lnTo>
                  <a:lnTo>
                    <a:pt x="2017798" y="2168991"/>
                  </a:lnTo>
                  <a:lnTo>
                    <a:pt x="1999581" y="2227944"/>
                  </a:lnTo>
                  <a:lnTo>
                    <a:pt x="1977058" y="2286801"/>
                  </a:lnTo>
                  <a:lnTo>
                    <a:pt x="1950207" y="2345304"/>
                  </a:lnTo>
                  <a:lnTo>
                    <a:pt x="1919021" y="2403189"/>
                  </a:lnTo>
                  <a:lnTo>
                    <a:pt x="1883508" y="2460192"/>
                  </a:lnTo>
                  <a:lnTo>
                    <a:pt x="1843689" y="2516051"/>
                  </a:lnTo>
                  <a:lnTo>
                    <a:pt x="1799601" y="2570501"/>
                  </a:lnTo>
                  <a:lnTo>
                    <a:pt x="1751295" y="2623279"/>
                  </a:lnTo>
                  <a:lnTo>
                    <a:pt x="1698838" y="2674127"/>
                  </a:lnTo>
                  <a:lnTo>
                    <a:pt x="1642309" y="2722786"/>
                  </a:lnTo>
                  <a:lnTo>
                    <a:pt x="1581804" y="2769001"/>
                  </a:lnTo>
                  <a:lnTo>
                    <a:pt x="1517431" y="2812524"/>
                  </a:lnTo>
                  <a:lnTo>
                    <a:pt x="1449314" y="2853109"/>
                  </a:lnTo>
                  <a:lnTo>
                    <a:pt x="1377589" y="2890518"/>
                  </a:lnTo>
                  <a:lnTo>
                    <a:pt x="1302407" y="2924517"/>
                  </a:lnTo>
                  <a:lnTo>
                    <a:pt x="1223932" y="2954881"/>
                  </a:lnTo>
                  <a:lnTo>
                    <a:pt x="1142340" y="2981392"/>
                  </a:lnTo>
                  <a:lnTo>
                    <a:pt x="1057819" y="3003842"/>
                  </a:lnTo>
                  <a:lnTo>
                    <a:pt x="970572" y="3022032"/>
                  </a:lnTo>
                  <a:lnTo>
                    <a:pt x="880811" y="3035770"/>
                  </a:lnTo>
                  <a:lnTo>
                    <a:pt x="788759" y="3044878"/>
                  </a:lnTo>
                  <a:lnTo>
                    <a:pt x="694651" y="3049187"/>
                  </a:lnTo>
                  <a:lnTo>
                    <a:pt x="598733" y="3048542"/>
                  </a:lnTo>
                  <a:lnTo>
                    <a:pt x="501257" y="3042797"/>
                  </a:lnTo>
                  <a:lnTo>
                    <a:pt x="402486" y="3031822"/>
                  </a:lnTo>
                  <a:lnTo>
                    <a:pt x="302693" y="3015498"/>
                  </a:lnTo>
                  <a:lnTo>
                    <a:pt x="202156" y="2993720"/>
                  </a:lnTo>
                  <a:lnTo>
                    <a:pt x="101161" y="2966399"/>
                  </a:lnTo>
                  <a:lnTo>
                    <a:pt x="0" y="2933458"/>
                  </a:lnTo>
                  <a:lnTo>
                    <a:pt x="12525" y="2844258"/>
                  </a:lnTo>
                  <a:lnTo>
                    <a:pt x="28426" y="2756674"/>
                  </a:lnTo>
                  <a:lnTo>
                    <a:pt x="47630" y="2670817"/>
                  </a:lnTo>
                  <a:lnTo>
                    <a:pt x="70062" y="2586795"/>
                  </a:lnTo>
                  <a:lnTo>
                    <a:pt x="95642" y="2504715"/>
                  </a:lnTo>
                  <a:lnTo>
                    <a:pt x="124288" y="2424679"/>
                  </a:lnTo>
                  <a:lnTo>
                    <a:pt x="155913" y="2346788"/>
                  </a:lnTo>
                  <a:lnTo>
                    <a:pt x="190431" y="2271138"/>
                  </a:lnTo>
                  <a:lnTo>
                    <a:pt x="227748" y="2197825"/>
                  </a:lnTo>
                  <a:lnTo>
                    <a:pt x="267770" y="2126938"/>
                  </a:lnTo>
                  <a:lnTo>
                    <a:pt x="310402" y="2058567"/>
                  </a:lnTo>
                  <a:lnTo>
                    <a:pt x="355541" y="1992794"/>
                  </a:lnTo>
                  <a:lnTo>
                    <a:pt x="403087" y="1929702"/>
                  </a:lnTo>
                  <a:lnTo>
                    <a:pt x="452933" y="1869367"/>
                  </a:lnTo>
                  <a:lnTo>
                    <a:pt x="504974" y="1811864"/>
                  </a:lnTo>
                  <a:lnTo>
                    <a:pt x="559100" y="1757263"/>
                  </a:lnTo>
                  <a:lnTo>
                    <a:pt x="615198" y="1705630"/>
                  </a:lnTo>
                  <a:lnTo>
                    <a:pt x="673156" y="1657030"/>
                  </a:lnTo>
                  <a:lnTo>
                    <a:pt x="732859" y="1611520"/>
                  </a:lnTo>
                  <a:lnTo>
                    <a:pt x="794188" y="1569157"/>
                  </a:lnTo>
                  <a:lnTo>
                    <a:pt x="857026" y="1529991"/>
                  </a:lnTo>
                  <a:lnTo>
                    <a:pt x="921252" y="1494071"/>
                  </a:lnTo>
                  <a:lnTo>
                    <a:pt x="986744" y="1461439"/>
                  </a:lnTo>
                  <a:lnTo>
                    <a:pt x="1053380" y="1432136"/>
                  </a:lnTo>
                  <a:lnTo>
                    <a:pt x="1121035" y="1406196"/>
                  </a:lnTo>
                  <a:lnTo>
                    <a:pt x="1189584" y="1383651"/>
                  </a:lnTo>
                  <a:lnTo>
                    <a:pt x="1258901" y="1364529"/>
                  </a:lnTo>
                  <a:lnTo>
                    <a:pt x="1328859" y="1348851"/>
                  </a:lnTo>
                  <a:lnTo>
                    <a:pt x="1399331" y="1336638"/>
                  </a:lnTo>
                  <a:lnTo>
                    <a:pt x="1470188" y="1327904"/>
                  </a:lnTo>
                  <a:lnTo>
                    <a:pt x="1541303" y="1322659"/>
                  </a:lnTo>
                  <a:lnTo>
                    <a:pt x="1612547" y="1320910"/>
                  </a:lnTo>
                  <a:lnTo>
                    <a:pt x="1575452" y="1323448"/>
                  </a:lnTo>
                  <a:lnTo>
                    <a:pt x="1538876" y="1331036"/>
                  </a:lnTo>
                  <a:lnTo>
                    <a:pt x="1503335" y="1343605"/>
                  </a:lnTo>
                  <a:lnTo>
                    <a:pt x="1469335" y="1361037"/>
                  </a:lnTo>
                  <a:lnTo>
                    <a:pt x="1437372" y="1383168"/>
                  </a:lnTo>
                  <a:lnTo>
                    <a:pt x="1407925" y="1409790"/>
                  </a:lnTo>
                  <a:lnTo>
                    <a:pt x="1381455" y="1440653"/>
                  </a:lnTo>
                  <a:lnTo>
                    <a:pt x="1358396" y="1475463"/>
                  </a:lnTo>
                  <a:lnTo>
                    <a:pt x="1339159" y="1513889"/>
                  </a:lnTo>
                  <a:lnTo>
                    <a:pt x="1324123" y="1555561"/>
                  </a:lnTo>
                  <a:lnTo>
                    <a:pt x="1313635" y="1600075"/>
                  </a:lnTo>
                  <a:lnTo>
                    <a:pt x="1308004" y="1646996"/>
                  </a:lnTo>
                  <a:lnTo>
                    <a:pt x="1307502" y="1695861"/>
                  </a:lnTo>
                  <a:lnTo>
                    <a:pt x="1312358" y="1746181"/>
                  </a:lnTo>
                  <a:lnTo>
                    <a:pt x="1322761" y="1797444"/>
                  </a:lnTo>
                  <a:lnTo>
                    <a:pt x="1338850" y="1849122"/>
                  </a:lnTo>
                  <a:lnTo>
                    <a:pt x="1360721" y="1900672"/>
                  </a:lnTo>
                  <a:lnTo>
                    <a:pt x="1388421" y="1951540"/>
                  </a:lnTo>
                  <a:lnTo>
                    <a:pt x="1421948" y="2001168"/>
                  </a:lnTo>
                  <a:lnTo>
                    <a:pt x="1461250" y="2048994"/>
                  </a:lnTo>
                  <a:lnTo>
                    <a:pt x="1506226" y="2094457"/>
                  </a:lnTo>
                  <a:lnTo>
                    <a:pt x="1556725" y="2137004"/>
                  </a:lnTo>
                  <a:lnTo>
                    <a:pt x="1612547" y="2176093"/>
                  </a:lnTo>
                  <a:lnTo>
                    <a:pt x="1673444" y="2211194"/>
                  </a:lnTo>
                  <a:lnTo>
                    <a:pt x="1739120" y="2241799"/>
                  </a:lnTo>
                  <a:lnTo>
                    <a:pt x="1809234" y="2267418"/>
                  </a:lnTo>
                  <a:lnTo>
                    <a:pt x="1883399" y="2287593"/>
                  </a:lnTo>
                  <a:lnTo>
                    <a:pt x="1961187" y="2301890"/>
                  </a:lnTo>
                  <a:lnTo>
                    <a:pt x="2042132" y="2309915"/>
                  </a:lnTo>
                  <a:lnTo>
                    <a:pt x="2125729" y="2311307"/>
                  </a:lnTo>
                  <a:lnTo>
                    <a:pt x="2211439" y="2305746"/>
                  </a:lnTo>
                  <a:lnTo>
                    <a:pt x="2298692" y="2292957"/>
                  </a:lnTo>
                  <a:lnTo>
                    <a:pt x="2386892" y="2272709"/>
                  </a:lnTo>
                  <a:lnTo>
                    <a:pt x="2475419" y="2244821"/>
                  </a:lnTo>
                  <a:lnTo>
                    <a:pt x="2563631" y="2209161"/>
                  </a:lnTo>
                  <a:lnTo>
                    <a:pt x="2650873" y="2165651"/>
                  </a:lnTo>
                  <a:lnTo>
                    <a:pt x="2736476" y="2114266"/>
                  </a:lnTo>
                  <a:lnTo>
                    <a:pt x="2819765" y="2055036"/>
                  </a:lnTo>
                  <a:lnTo>
                    <a:pt x="2900062" y="1988047"/>
                  </a:lnTo>
                  <a:lnTo>
                    <a:pt x="2976691" y="1913442"/>
                  </a:lnTo>
                  <a:lnTo>
                    <a:pt x="3048982" y="1831420"/>
                  </a:lnTo>
                  <a:lnTo>
                    <a:pt x="3116275" y="1742235"/>
                  </a:lnTo>
                  <a:lnTo>
                    <a:pt x="3177926" y="1646200"/>
                  </a:lnTo>
                  <a:lnTo>
                    <a:pt x="3233310" y="1543679"/>
                  </a:lnTo>
                  <a:lnTo>
                    <a:pt x="3281830" y="1435093"/>
                  </a:lnTo>
                  <a:close/>
                </a:path>
              </a:pathLst>
            </a:custGeom>
            <a:solidFill>
              <a:srgbClr val="F29FB7">
                <a:alpha val="25882"/>
              </a:srgbClr>
            </a:solidFill>
            <a:ln w="24933" cap="flat">
              <a:solidFill>
                <a:srgbClr val="F29FB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3104453" y="2492426"/>
              <a:ext cx="3322912" cy="2933458"/>
            </a:xfrm>
            <a:custGeom>
              <a:avLst/>
              <a:pathLst>
                <a:path w="3322912" h="2933458">
                  <a:moveTo>
                    <a:pt x="1612547" y="180667"/>
                  </a:moveTo>
                  <a:lnTo>
                    <a:pt x="1666756" y="148383"/>
                  </a:lnTo>
                  <a:lnTo>
                    <a:pt x="1723944" y="118744"/>
                  </a:lnTo>
                  <a:lnTo>
                    <a:pt x="1783979" y="91957"/>
                  </a:lnTo>
                  <a:lnTo>
                    <a:pt x="1846715" y="68220"/>
                  </a:lnTo>
                  <a:lnTo>
                    <a:pt x="1911997" y="47725"/>
                  </a:lnTo>
                  <a:lnTo>
                    <a:pt x="1979656" y="30657"/>
                  </a:lnTo>
                  <a:lnTo>
                    <a:pt x="2049510" y="17190"/>
                  </a:lnTo>
                  <a:lnTo>
                    <a:pt x="2121369" y="7490"/>
                  </a:lnTo>
                  <a:lnTo>
                    <a:pt x="2195030" y="1711"/>
                  </a:lnTo>
                  <a:lnTo>
                    <a:pt x="2270283" y="0"/>
                  </a:lnTo>
                  <a:lnTo>
                    <a:pt x="2346904" y="2487"/>
                  </a:lnTo>
                  <a:lnTo>
                    <a:pt x="2424664" y="9296"/>
                  </a:lnTo>
                  <a:lnTo>
                    <a:pt x="2503326" y="20534"/>
                  </a:lnTo>
                  <a:lnTo>
                    <a:pt x="2582641" y="36298"/>
                  </a:lnTo>
                  <a:lnTo>
                    <a:pt x="2662359" y="56670"/>
                  </a:lnTo>
                  <a:lnTo>
                    <a:pt x="2742219" y="81719"/>
                  </a:lnTo>
                  <a:lnTo>
                    <a:pt x="2821958" y="111500"/>
                  </a:lnTo>
                  <a:lnTo>
                    <a:pt x="2873560" y="165405"/>
                  </a:lnTo>
                  <a:lnTo>
                    <a:pt x="2922763" y="221509"/>
                  </a:lnTo>
                  <a:lnTo>
                    <a:pt x="2969471" y="279706"/>
                  </a:lnTo>
                  <a:lnTo>
                    <a:pt x="3013596" y="339885"/>
                  </a:lnTo>
                  <a:lnTo>
                    <a:pt x="3055054" y="401932"/>
                  </a:lnTo>
                  <a:lnTo>
                    <a:pt x="3093766" y="465728"/>
                  </a:lnTo>
                  <a:lnTo>
                    <a:pt x="3129659" y="531152"/>
                  </a:lnTo>
                  <a:lnTo>
                    <a:pt x="3162664" y="598079"/>
                  </a:lnTo>
                  <a:lnTo>
                    <a:pt x="3192718" y="666382"/>
                  </a:lnTo>
                  <a:lnTo>
                    <a:pt x="3219764" y="735931"/>
                  </a:lnTo>
                  <a:lnTo>
                    <a:pt x="3243751" y="806594"/>
                  </a:lnTo>
                  <a:lnTo>
                    <a:pt x="3264633" y="878235"/>
                  </a:lnTo>
                  <a:lnTo>
                    <a:pt x="3282369" y="950720"/>
                  </a:lnTo>
                  <a:lnTo>
                    <a:pt x="3296928" y="1023909"/>
                  </a:lnTo>
                  <a:lnTo>
                    <a:pt x="3308280" y="1097663"/>
                  </a:lnTo>
                  <a:lnTo>
                    <a:pt x="3316403" y="1171842"/>
                  </a:lnTo>
                  <a:lnTo>
                    <a:pt x="3321284" y="1246305"/>
                  </a:lnTo>
                  <a:lnTo>
                    <a:pt x="3322912" y="1320910"/>
                  </a:lnTo>
                  <a:lnTo>
                    <a:pt x="3261489" y="1389111"/>
                  </a:lnTo>
                  <a:lnTo>
                    <a:pt x="3197455" y="1452240"/>
                  </a:lnTo>
                  <a:lnTo>
                    <a:pt x="3131121" y="1510201"/>
                  </a:lnTo>
                  <a:lnTo>
                    <a:pt x="3062808" y="1562916"/>
                  </a:lnTo>
                  <a:lnTo>
                    <a:pt x="2992832" y="1610326"/>
                  </a:lnTo>
                  <a:lnTo>
                    <a:pt x="2921517" y="1652387"/>
                  </a:lnTo>
                  <a:lnTo>
                    <a:pt x="2849182" y="1689073"/>
                  </a:lnTo>
                  <a:lnTo>
                    <a:pt x="2776150" y="1720376"/>
                  </a:lnTo>
                  <a:lnTo>
                    <a:pt x="2702741" y="1746306"/>
                  </a:lnTo>
                  <a:lnTo>
                    <a:pt x="2629272" y="1766888"/>
                  </a:lnTo>
                  <a:lnTo>
                    <a:pt x="2556059" y="1782165"/>
                  </a:lnTo>
                  <a:lnTo>
                    <a:pt x="2483412" y="1792199"/>
                  </a:lnTo>
                  <a:lnTo>
                    <a:pt x="2411638" y="1797065"/>
                  </a:lnTo>
                  <a:lnTo>
                    <a:pt x="2341037" y="1796857"/>
                  </a:lnTo>
                  <a:lnTo>
                    <a:pt x="2271905" y="1791683"/>
                  </a:lnTo>
                  <a:lnTo>
                    <a:pt x="2204529" y="1781668"/>
                  </a:lnTo>
                  <a:lnTo>
                    <a:pt x="2139187" y="1766952"/>
                  </a:lnTo>
                  <a:lnTo>
                    <a:pt x="2076152" y="1747689"/>
                  </a:lnTo>
                  <a:lnTo>
                    <a:pt x="2015684" y="1724047"/>
                  </a:lnTo>
                  <a:lnTo>
                    <a:pt x="1974228" y="1761620"/>
                  </a:lnTo>
                  <a:lnTo>
                    <a:pt x="1929290" y="1794949"/>
                  </a:lnTo>
                  <a:lnTo>
                    <a:pt x="1881300" y="1823713"/>
                  </a:lnTo>
                  <a:lnTo>
                    <a:pt x="1830723" y="1847634"/>
                  </a:lnTo>
                  <a:lnTo>
                    <a:pt x="1778045" y="1866483"/>
                  </a:lnTo>
                  <a:lnTo>
                    <a:pt x="1723772" y="1880077"/>
                  </a:lnTo>
                  <a:lnTo>
                    <a:pt x="1668429" y="1888287"/>
                  </a:lnTo>
                  <a:lnTo>
                    <a:pt x="1612547" y="1891032"/>
                  </a:lnTo>
                  <a:lnTo>
                    <a:pt x="1591561" y="1961954"/>
                  </a:lnTo>
                  <a:lnTo>
                    <a:pt x="1565937" y="2032037"/>
                  </a:lnTo>
                  <a:lnTo>
                    <a:pt x="1535710" y="2101053"/>
                  </a:lnTo>
                  <a:lnTo>
                    <a:pt x="1500923" y="2168777"/>
                  </a:lnTo>
                  <a:lnTo>
                    <a:pt x="1461633" y="2234984"/>
                  </a:lnTo>
                  <a:lnTo>
                    <a:pt x="1417903" y="2299453"/>
                  </a:lnTo>
                  <a:lnTo>
                    <a:pt x="1369807" y="2361964"/>
                  </a:lnTo>
                  <a:lnTo>
                    <a:pt x="1317430" y="2422301"/>
                  </a:lnTo>
                  <a:lnTo>
                    <a:pt x="1260865" y="2480252"/>
                  </a:lnTo>
                  <a:lnTo>
                    <a:pt x="1200213" y="2535608"/>
                  </a:lnTo>
                  <a:lnTo>
                    <a:pt x="1135587" y="2588163"/>
                  </a:lnTo>
                  <a:lnTo>
                    <a:pt x="1067107" y="2637720"/>
                  </a:lnTo>
                  <a:lnTo>
                    <a:pt x="994902" y="2684081"/>
                  </a:lnTo>
                  <a:lnTo>
                    <a:pt x="919112" y="2727058"/>
                  </a:lnTo>
                  <a:lnTo>
                    <a:pt x="839881" y="2766467"/>
                  </a:lnTo>
                  <a:lnTo>
                    <a:pt x="757365" y="2802130"/>
                  </a:lnTo>
                  <a:lnTo>
                    <a:pt x="671725" y="2833875"/>
                  </a:lnTo>
                  <a:lnTo>
                    <a:pt x="583134" y="2861537"/>
                  </a:lnTo>
                  <a:lnTo>
                    <a:pt x="491766" y="2884958"/>
                  </a:lnTo>
                  <a:lnTo>
                    <a:pt x="397809" y="2903988"/>
                  </a:lnTo>
                  <a:lnTo>
                    <a:pt x="301452" y="2918484"/>
                  </a:lnTo>
                  <a:lnTo>
                    <a:pt x="202895" y="2928311"/>
                  </a:lnTo>
                  <a:lnTo>
                    <a:pt x="102340" y="2933342"/>
                  </a:lnTo>
                  <a:lnTo>
                    <a:pt x="0" y="2933458"/>
                  </a:lnTo>
                  <a:lnTo>
                    <a:pt x="12525" y="2844258"/>
                  </a:lnTo>
                  <a:lnTo>
                    <a:pt x="28426" y="2756674"/>
                  </a:lnTo>
                  <a:lnTo>
                    <a:pt x="47630" y="2670817"/>
                  </a:lnTo>
                  <a:lnTo>
                    <a:pt x="70062" y="2586795"/>
                  </a:lnTo>
                  <a:lnTo>
                    <a:pt x="95642" y="2504715"/>
                  </a:lnTo>
                  <a:lnTo>
                    <a:pt x="124288" y="2424679"/>
                  </a:lnTo>
                  <a:lnTo>
                    <a:pt x="155913" y="2346788"/>
                  </a:lnTo>
                  <a:lnTo>
                    <a:pt x="190431" y="2271138"/>
                  </a:lnTo>
                  <a:lnTo>
                    <a:pt x="227748" y="2197825"/>
                  </a:lnTo>
                  <a:lnTo>
                    <a:pt x="267770" y="2126938"/>
                  </a:lnTo>
                  <a:lnTo>
                    <a:pt x="310402" y="2058567"/>
                  </a:lnTo>
                  <a:lnTo>
                    <a:pt x="355541" y="1992794"/>
                  </a:lnTo>
                  <a:lnTo>
                    <a:pt x="403087" y="1929702"/>
                  </a:lnTo>
                  <a:lnTo>
                    <a:pt x="452933" y="1869367"/>
                  </a:lnTo>
                  <a:lnTo>
                    <a:pt x="504974" y="1811864"/>
                  </a:lnTo>
                  <a:lnTo>
                    <a:pt x="559100" y="1757263"/>
                  </a:lnTo>
                  <a:lnTo>
                    <a:pt x="615198" y="1705630"/>
                  </a:lnTo>
                  <a:lnTo>
                    <a:pt x="673156" y="1657030"/>
                  </a:lnTo>
                  <a:lnTo>
                    <a:pt x="732859" y="1611520"/>
                  </a:lnTo>
                  <a:lnTo>
                    <a:pt x="794188" y="1569157"/>
                  </a:lnTo>
                  <a:lnTo>
                    <a:pt x="857026" y="1529991"/>
                  </a:lnTo>
                  <a:lnTo>
                    <a:pt x="921252" y="1494071"/>
                  </a:lnTo>
                  <a:lnTo>
                    <a:pt x="986744" y="1461439"/>
                  </a:lnTo>
                  <a:lnTo>
                    <a:pt x="1053380" y="1432136"/>
                  </a:lnTo>
                  <a:lnTo>
                    <a:pt x="1121035" y="1406196"/>
                  </a:lnTo>
                  <a:lnTo>
                    <a:pt x="1189584" y="1383651"/>
                  </a:lnTo>
                  <a:lnTo>
                    <a:pt x="1258901" y="1364529"/>
                  </a:lnTo>
                  <a:lnTo>
                    <a:pt x="1328859" y="1348851"/>
                  </a:lnTo>
                  <a:lnTo>
                    <a:pt x="1399331" y="1336638"/>
                  </a:lnTo>
                  <a:lnTo>
                    <a:pt x="1470188" y="1327904"/>
                  </a:lnTo>
                  <a:lnTo>
                    <a:pt x="1541303" y="1322659"/>
                  </a:lnTo>
                  <a:lnTo>
                    <a:pt x="1612547" y="1320910"/>
                  </a:lnTo>
                  <a:lnTo>
                    <a:pt x="1560850" y="1317213"/>
                  </a:lnTo>
                  <a:lnTo>
                    <a:pt x="1509944" y="1306158"/>
                  </a:lnTo>
                  <a:lnTo>
                    <a:pt x="1460613" y="1287859"/>
                  </a:lnTo>
                  <a:lnTo>
                    <a:pt x="1413628" y="1262503"/>
                  </a:lnTo>
                  <a:lnTo>
                    <a:pt x="1369740" y="1230348"/>
                  </a:lnTo>
                  <a:lnTo>
                    <a:pt x="1329674" y="1191727"/>
                  </a:lnTo>
                  <a:lnTo>
                    <a:pt x="1294121" y="1147037"/>
                  </a:lnTo>
                  <a:lnTo>
                    <a:pt x="1263735" y="1096742"/>
                  </a:lnTo>
                  <a:lnTo>
                    <a:pt x="1239124" y="1041370"/>
                  </a:lnTo>
                  <a:lnTo>
                    <a:pt x="1220848" y="981501"/>
                  </a:lnTo>
                  <a:lnTo>
                    <a:pt x="1209410" y="917774"/>
                  </a:lnTo>
                </a:path>
              </a:pathLst>
            </a:custGeom>
            <a:ln w="24933" cap="flat">
              <a:solidFill>
                <a:srgbClr val="F29FB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t23"/>
            <p:cNvSpPr/>
            <p:nvPr/>
          </p:nvSpPr>
          <p:spPr>
            <a:xfrm>
              <a:off x="6395764" y="3781736"/>
              <a:ext cx="63202" cy="63202"/>
            </a:xfrm>
            <a:prstGeom prst="ellipse">
              <a:avLst/>
            </a:prstGeom>
            <a:solidFill>
              <a:srgbClr val="F29FB7">
                <a:alpha val="100000"/>
              </a:srgbClr>
            </a:solidFill>
            <a:ln w="9000" cap="rnd">
              <a:solidFill>
                <a:srgbClr val="F29FB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4"/>
            <p:cNvSpPr/>
            <p:nvPr/>
          </p:nvSpPr>
          <p:spPr>
            <a:xfrm>
              <a:off x="4685399" y="2641492"/>
              <a:ext cx="63202" cy="63202"/>
            </a:xfrm>
            <a:prstGeom prst="ellipse">
              <a:avLst/>
            </a:prstGeom>
            <a:solidFill>
              <a:srgbClr val="F29FB7">
                <a:alpha val="100000"/>
              </a:srgbClr>
            </a:solidFill>
            <a:ln w="9000" cap="rnd">
              <a:solidFill>
                <a:srgbClr val="F29FB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5"/>
            <p:cNvSpPr/>
            <p:nvPr/>
          </p:nvSpPr>
          <p:spPr>
            <a:xfrm>
              <a:off x="5894810" y="2572325"/>
              <a:ext cx="63202" cy="63202"/>
            </a:xfrm>
            <a:prstGeom prst="ellipse">
              <a:avLst/>
            </a:prstGeom>
            <a:solidFill>
              <a:srgbClr val="F29FB7">
                <a:alpha val="100000"/>
              </a:srgbClr>
            </a:solidFill>
            <a:ln w="9000" cap="rnd">
              <a:solidFill>
                <a:srgbClr val="F29FB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4282263" y="3378599"/>
              <a:ext cx="63202" cy="63202"/>
            </a:xfrm>
            <a:prstGeom prst="ellipse">
              <a:avLst/>
            </a:prstGeom>
            <a:solidFill>
              <a:srgbClr val="F29FB7">
                <a:alpha val="100000"/>
              </a:srgbClr>
            </a:solidFill>
            <a:ln w="9000" cap="rnd">
              <a:solidFill>
                <a:srgbClr val="F29FB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4685399" y="4351857"/>
              <a:ext cx="63202" cy="63202"/>
            </a:xfrm>
            <a:prstGeom prst="ellipse">
              <a:avLst/>
            </a:prstGeom>
            <a:solidFill>
              <a:srgbClr val="F29FB7">
                <a:alpha val="100000"/>
              </a:srgbClr>
            </a:solidFill>
            <a:ln w="9000" cap="rnd">
              <a:solidFill>
                <a:srgbClr val="F29FB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5088536" y="4184872"/>
              <a:ext cx="63202" cy="63202"/>
            </a:xfrm>
            <a:prstGeom prst="ellipse">
              <a:avLst/>
            </a:prstGeom>
            <a:solidFill>
              <a:srgbClr val="F29FB7">
                <a:alpha val="100000"/>
              </a:srgbClr>
            </a:solidFill>
            <a:ln w="9000" cap="rnd">
              <a:solidFill>
                <a:srgbClr val="F29FB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9"/>
            <p:cNvSpPr/>
            <p:nvPr/>
          </p:nvSpPr>
          <p:spPr>
            <a:xfrm>
              <a:off x="3072852" y="5394283"/>
              <a:ext cx="63202" cy="63202"/>
            </a:xfrm>
            <a:prstGeom prst="ellipse">
              <a:avLst/>
            </a:prstGeom>
            <a:solidFill>
              <a:srgbClr val="F29FB7">
                <a:alpha val="100000"/>
              </a:srgbClr>
            </a:solidFill>
            <a:ln w="9000" cap="rnd">
              <a:solidFill>
                <a:srgbClr val="F29FB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30"/>
            <p:cNvSpPr/>
            <p:nvPr/>
          </p:nvSpPr>
          <p:spPr>
            <a:xfrm>
              <a:off x="4685399" y="3781736"/>
              <a:ext cx="63202" cy="63202"/>
            </a:xfrm>
            <a:prstGeom prst="ellipse">
              <a:avLst/>
            </a:prstGeom>
            <a:solidFill>
              <a:srgbClr val="F29FB7">
                <a:alpha val="100000"/>
              </a:srgbClr>
            </a:solidFill>
            <a:ln w="9000" cap="rnd">
              <a:solidFill>
                <a:srgbClr val="F29FB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4717001" y="1532850"/>
              <a:ext cx="0" cy="2280486"/>
            </a:xfrm>
            <a:custGeom>
              <a:avLst/>
              <a:pathLst>
                <a:path w="0" h="2280486">
                  <a:moveTo>
                    <a:pt x="0" y="2280486"/>
                  </a:moveTo>
                  <a:lnTo>
                    <a:pt x="0" y="2201849"/>
                  </a:lnTo>
                  <a:lnTo>
                    <a:pt x="0" y="2123211"/>
                  </a:lnTo>
                  <a:lnTo>
                    <a:pt x="0" y="2044574"/>
                  </a:lnTo>
                  <a:lnTo>
                    <a:pt x="0" y="1965936"/>
                  </a:lnTo>
                  <a:lnTo>
                    <a:pt x="0" y="1887299"/>
                  </a:lnTo>
                  <a:lnTo>
                    <a:pt x="0" y="1808661"/>
                  </a:lnTo>
                  <a:lnTo>
                    <a:pt x="0" y="1730024"/>
                  </a:lnTo>
                  <a:lnTo>
                    <a:pt x="0" y="1651386"/>
                  </a:lnTo>
                  <a:lnTo>
                    <a:pt x="0" y="1572749"/>
                  </a:lnTo>
                  <a:lnTo>
                    <a:pt x="0" y="1494111"/>
                  </a:lnTo>
                  <a:lnTo>
                    <a:pt x="0" y="1415474"/>
                  </a:lnTo>
                  <a:lnTo>
                    <a:pt x="0" y="1336836"/>
                  </a:lnTo>
                  <a:lnTo>
                    <a:pt x="0" y="1258199"/>
                  </a:lnTo>
                  <a:lnTo>
                    <a:pt x="0" y="1179562"/>
                  </a:lnTo>
                  <a:lnTo>
                    <a:pt x="0" y="1100924"/>
                  </a:lnTo>
                  <a:lnTo>
                    <a:pt x="0" y="1022287"/>
                  </a:lnTo>
                  <a:lnTo>
                    <a:pt x="0" y="943649"/>
                  </a:lnTo>
                  <a:lnTo>
                    <a:pt x="0" y="865012"/>
                  </a:lnTo>
                  <a:lnTo>
                    <a:pt x="0" y="786374"/>
                  </a:lnTo>
                  <a:lnTo>
                    <a:pt x="0" y="707737"/>
                  </a:lnTo>
                  <a:lnTo>
                    <a:pt x="0" y="629099"/>
                  </a:lnTo>
                  <a:lnTo>
                    <a:pt x="0" y="550462"/>
                  </a:lnTo>
                  <a:lnTo>
                    <a:pt x="0" y="471824"/>
                  </a:lnTo>
                  <a:lnTo>
                    <a:pt x="0" y="393187"/>
                  </a:lnTo>
                  <a:lnTo>
                    <a:pt x="0" y="314549"/>
                  </a:lnTo>
                  <a:lnTo>
                    <a:pt x="0" y="235912"/>
                  </a:lnTo>
                  <a:lnTo>
                    <a:pt x="0" y="157274"/>
                  </a:lnTo>
                  <a:lnTo>
                    <a:pt x="0" y="78637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4717001" y="2200789"/>
              <a:ext cx="1612547" cy="1612547"/>
            </a:xfrm>
            <a:custGeom>
              <a:avLst/>
              <a:pathLst>
                <a:path w="1612547" h="1612547">
                  <a:moveTo>
                    <a:pt x="0" y="1612547"/>
                  </a:moveTo>
                  <a:lnTo>
                    <a:pt x="55605" y="1556942"/>
                  </a:lnTo>
                  <a:lnTo>
                    <a:pt x="111210" y="1501337"/>
                  </a:lnTo>
                  <a:lnTo>
                    <a:pt x="166815" y="1445732"/>
                  </a:lnTo>
                  <a:lnTo>
                    <a:pt x="222420" y="1390127"/>
                  </a:lnTo>
                  <a:lnTo>
                    <a:pt x="278025" y="1334522"/>
                  </a:lnTo>
                  <a:lnTo>
                    <a:pt x="333630" y="1278916"/>
                  </a:lnTo>
                  <a:lnTo>
                    <a:pt x="389235" y="1223311"/>
                  </a:lnTo>
                  <a:lnTo>
                    <a:pt x="444840" y="1167706"/>
                  </a:lnTo>
                  <a:lnTo>
                    <a:pt x="500445" y="1112101"/>
                  </a:lnTo>
                  <a:lnTo>
                    <a:pt x="556050" y="1056496"/>
                  </a:lnTo>
                  <a:lnTo>
                    <a:pt x="611655" y="1000891"/>
                  </a:lnTo>
                  <a:lnTo>
                    <a:pt x="667261" y="945286"/>
                  </a:lnTo>
                  <a:lnTo>
                    <a:pt x="722866" y="889681"/>
                  </a:lnTo>
                  <a:lnTo>
                    <a:pt x="778471" y="834076"/>
                  </a:lnTo>
                  <a:lnTo>
                    <a:pt x="834076" y="778471"/>
                  </a:lnTo>
                  <a:lnTo>
                    <a:pt x="889681" y="722866"/>
                  </a:lnTo>
                  <a:lnTo>
                    <a:pt x="945286" y="667261"/>
                  </a:lnTo>
                  <a:lnTo>
                    <a:pt x="1000891" y="611655"/>
                  </a:lnTo>
                  <a:lnTo>
                    <a:pt x="1056496" y="556050"/>
                  </a:lnTo>
                  <a:lnTo>
                    <a:pt x="1112101" y="500445"/>
                  </a:lnTo>
                  <a:lnTo>
                    <a:pt x="1167706" y="444840"/>
                  </a:lnTo>
                  <a:lnTo>
                    <a:pt x="1223311" y="389235"/>
                  </a:lnTo>
                  <a:lnTo>
                    <a:pt x="1278916" y="333630"/>
                  </a:lnTo>
                  <a:lnTo>
                    <a:pt x="1334522" y="278025"/>
                  </a:lnTo>
                  <a:lnTo>
                    <a:pt x="1390127" y="222420"/>
                  </a:lnTo>
                  <a:lnTo>
                    <a:pt x="1445732" y="166815"/>
                  </a:lnTo>
                  <a:lnTo>
                    <a:pt x="1501337" y="111210"/>
                  </a:lnTo>
                  <a:lnTo>
                    <a:pt x="1556942" y="55605"/>
                  </a:lnTo>
                  <a:lnTo>
                    <a:pt x="1612547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4717001" y="3813337"/>
              <a:ext cx="2280486" cy="0"/>
            </a:xfrm>
            <a:custGeom>
              <a:avLst/>
              <a:pathLst>
                <a:path w="2280486" h="0">
                  <a:moveTo>
                    <a:pt x="0" y="0"/>
                  </a:moveTo>
                  <a:lnTo>
                    <a:pt x="78637" y="0"/>
                  </a:lnTo>
                  <a:lnTo>
                    <a:pt x="157274" y="0"/>
                  </a:lnTo>
                  <a:lnTo>
                    <a:pt x="235912" y="0"/>
                  </a:lnTo>
                  <a:lnTo>
                    <a:pt x="314549" y="0"/>
                  </a:lnTo>
                  <a:lnTo>
                    <a:pt x="393187" y="0"/>
                  </a:lnTo>
                  <a:lnTo>
                    <a:pt x="471824" y="0"/>
                  </a:lnTo>
                  <a:lnTo>
                    <a:pt x="550462" y="0"/>
                  </a:lnTo>
                  <a:lnTo>
                    <a:pt x="629099" y="0"/>
                  </a:lnTo>
                  <a:lnTo>
                    <a:pt x="707737" y="0"/>
                  </a:lnTo>
                  <a:lnTo>
                    <a:pt x="786374" y="0"/>
                  </a:lnTo>
                  <a:lnTo>
                    <a:pt x="865012" y="0"/>
                  </a:lnTo>
                  <a:lnTo>
                    <a:pt x="943649" y="0"/>
                  </a:lnTo>
                  <a:lnTo>
                    <a:pt x="1022287" y="0"/>
                  </a:lnTo>
                  <a:lnTo>
                    <a:pt x="1100924" y="0"/>
                  </a:lnTo>
                  <a:lnTo>
                    <a:pt x="1179562" y="0"/>
                  </a:lnTo>
                  <a:lnTo>
                    <a:pt x="1258199" y="0"/>
                  </a:lnTo>
                  <a:lnTo>
                    <a:pt x="1336836" y="0"/>
                  </a:lnTo>
                  <a:lnTo>
                    <a:pt x="1415474" y="0"/>
                  </a:lnTo>
                  <a:lnTo>
                    <a:pt x="1494111" y="0"/>
                  </a:lnTo>
                  <a:lnTo>
                    <a:pt x="1572749" y="0"/>
                  </a:lnTo>
                  <a:lnTo>
                    <a:pt x="1651386" y="0"/>
                  </a:lnTo>
                  <a:lnTo>
                    <a:pt x="1730024" y="0"/>
                  </a:lnTo>
                  <a:lnTo>
                    <a:pt x="1808661" y="0"/>
                  </a:lnTo>
                  <a:lnTo>
                    <a:pt x="1887299" y="0"/>
                  </a:lnTo>
                  <a:lnTo>
                    <a:pt x="1965936" y="0"/>
                  </a:lnTo>
                  <a:lnTo>
                    <a:pt x="2044574" y="0"/>
                  </a:lnTo>
                  <a:lnTo>
                    <a:pt x="2123211" y="0"/>
                  </a:lnTo>
                  <a:lnTo>
                    <a:pt x="2201849" y="0"/>
                  </a:lnTo>
                  <a:lnTo>
                    <a:pt x="2280486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4717001" y="3813337"/>
              <a:ext cx="1612547" cy="1612547"/>
            </a:xfrm>
            <a:custGeom>
              <a:avLst/>
              <a:pathLst>
                <a:path w="1612547" h="1612547">
                  <a:moveTo>
                    <a:pt x="0" y="0"/>
                  </a:moveTo>
                  <a:lnTo>
                    <a:pt x="55605" y="55605"/>
                  </a:lnTo>
                  <a:lnTo>
                    <a:pt x="111210" y="111210"/>
                  </a:lnTo>
                  <a:lnTo>
                    <a:pt x="166815" y="166815"/>
                  </a:lnTo>
                  <a:lnTo>
                    <a:pt x="222420" y="222420"/>
                  </a:lnTo>
                  <a:lnTo>
                    <a:pt x="278025" y="278025"/>
                  </a:lnTo>
                  <a:lnTo>
                    <a:pt x="333630" y="333630"/>
                  </a:lnTo>
                  <a:lnTo>
                    <a:pt x="389235" y="389235"/>
                  </a:lnTo>
                  <a:lnTo>
                    <a:pt x="444840" y="444840"/>
                  </a:lnTo>
                  <a:lnTo>
                    <a:pt x="500445" y="500445"/>
                  </a:lnTo>
                  <a:lnTo>
                    <a:pt x="556050" y="556050"/>
                  </a:lnTo>
                  <a:lnTo>
                    <a:pt x="611655" y="611655"/>
                  </a:lnTo>
                  <a:lnTo>
                    <a:pt x="667261" y="667261"/>
                  </a:lnTo>
                  <a:lnTo>
                    <a:pt x="722866" y="722866"/>
                  </a:lnTo>
                  <a:lnTo>
                    <a:pt x="778471" y="778471"/>
                  </a:lnTo>
                  <a:lnTo>
                    <a:pt x="834076" y="834076"/>
                  </a:lnTo>
                  <a:lnTo>
                    <a:pt x="889681" y="889681"/>
                  </a:lnTo>
                  <a:lnTo>
                    <a:pt x="945286" y="945286"/>
                  </a:lnTo>
                  <a:lnTo>
                    <a:pt x="1000891" y="1000891"/>
                  </a:lnTo>
                  <a:lnTo>
                    <a:pt x="1056496" y="1056496"/>
                  </a:lnTo>
                  <a:lnTo>
                    <a:pt x="1112101" y="1112101"/>
                  </a:lnTo>
                  <a:lnTo>
                    <a:pt x="1167706" y="1167706"/>
                  </a:lnTo>
                  <a:lnTo>
                    <a:pt x="1223311" y="1223311"/>
                  </a:lnTo>
                  <a:lnTo>
                    <a:pt x="1278916" y="1278916"/>
                  </a:lnTo>
                  <a:lnTo>
                    <a:pt x="1334522" y="1334522"/>
                  </a:lnTo>
                  <a:lnTo>
                    <a:pt x="1390127" y="1390127"/>
                  </a:lnTo>
                  <a:lnTo>
                    <a:pt x="1445732" y="1445732"/>
                  </a:lnTo>
                  <a:lnTo>
                    <a:pt x="1501337" y="1501337"/>
                  </a:lnTo>
                  <a:lnTo>
                    <a:pt x="1556942" y="1556942"/>
                  </a:lnTo>
                  <a:lnTo>
                    <a:pt x="1612547" y="1612547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4717001" y="3813337"/>
              <a:ext cx="0" cy="2280486"/>
            </a:xfrm>
            <a:custGeom>
              <a:avLst/>
              <a:pathLst>
                <a:path w="0" h="2280486">
                  <a:moveTo>
                    <a:pt x="0" y="0"/>
                  </a:moveTo>
                  <a:lnTo>
                    <a:pt x="0" y="78637"/>
                  </a:lnTo>
                  <a:lnTo>
                    <a:pt x="0" y="157274"/>
                  </a:lnTo>
                  <a:lnTo>
                    <a:pt x="0" y="235912"/>
                  </a:lnTo>
                  <a:lnTo>
                    <a:pt x="0" y="314549"/>
                  </a:lnTo>
                  <a:lnTo>
                    <a:pt x="0" y="393187"/>
                  </a:lnTo>
                  <a:lnTo>
                    <a:pt x="0" y="471824"/>
                  </a:lnTo>
                  <a:lnTo>
                    <a:pt x="0" y="550462"/>
                  </a:lnTo>
                  <a:lnTo>
                    <a:pt x="0" y="629099"/>
                  </a:lnTo>
                  <a:lnTo>
                    <a:pt x="0" y="707737"/>
                  </a:lnTo>
                  <a:lnTo>
                    <a:pt x="0" y="786374"/>
                  </a:lnTo>
                  <a:lnTo>
                    <a:pt x="0" y="865012"/>
                  </a:lnTo>
                  <a:lnTo>
                    <a:pt x="0" y="943649"/>
                  </a:lnTo>
                  <a:lnTo>
                    <a:pt x="0" y="1022287"/>
                  </a:lnTo>
                  <a:lnTo>
                    <a:pt x="0" y="1100924"/>
                  </a:lnTo>
                  <a:lnTo>
                    <a:pt x="0" y="1179562"/>
                  </a:lnTo>
                  <a:lnTo>
                    <a:pt x="0" y="1258199"/>
                  </a:lnTo>
                  <a:lnTo>
                    <a:pt x="0" y="1336836"/>
                  </a:lnTo>
                  <a:lnTo>
                    <a:pt x="0" y="1415474"/>
                  </a:lnTo>
                  <a:lnTo>
                    <a:pt x="0" y="1494111"/>
                  </a:lnTo>
                  <a:lnTo>
                    <a:pt x="0" y="1572749"/>
                  </a:lnTo>
                  <a:lnTo>
                    <a:pt x="0" y="1651386"/>
                  </a:lnTo>
                  <a:lnTo>
                    <a:pt x="0" y="1730024"/>
                  </a:lnTo>
                  <a:lnTo>
                    <a:pt x="0" y="1808661"/>
                  </a:lnTo>
                  <a:lnTo>
                    <a:pt x="0" y="1887299"/>
                  </a:lnTo>
                  <a:lnTo>
                    <a:pt x="0" y="1965936"/>
                  </a:lnTo>
                  <a:lnTo>
                    <a:pt x="0" y="2044574"/>
                  </a:lnTo>
                  <a:lnTo>
                    <a:pt x="0" y="2123211"/>
                  </a:lnTo>
                  <a:lnTo>
                    <a:pt x="0" y="2201849"/>
                  </a:lnTo>
                  <a:lnTo>
                    <a:pt x="0" y="2280486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3104453" y="3813337"/>
              <a:ext cx="1612547" cy="1612547"/>
            </a:xfrm>
            <a:custGeom>
              <a:avLst/>
              <a:pathLst>
                <a:path w="1612547" h="1612547">
                  <a:moveTo>
                    <a:pt x="1612547" y="0"/>
                  </a:moveTo>
                  <a:lnTo>
                    <a:pt x="1556942" y="55605"/>
                  </a:lnTo>
                  <a:lnTo>
                    <a:pt x="1501337" y="111210"/>
                  </a:lnTo>
                  <a:lnTo>
                    <a:pt x="1445732" y="166815"/>
                  </a:lnTo>
                  <a:lnTo>
                    <a:pt x="1390127" y="222420"/>
                  </a:lnTo>
                  <a:lnTo>
                    <a:pt x="1334522" y="278025"/>
                  </a:lnTo>
                  <a:lnTo>
                    <a:pt x="1278916" y="333630"/>
                  </a:lnTo>
                  <a:lnTo>
                    <a:pt x="1223311" y="389235"/>
                  </a:lnTo>
                  <a:lnTo>
                    <a:pt x="1167706" y="444840"/>
                  </a:lnTo>
                  <a:lnTo>
                    <a:pt x="1112101" y="500445"/>
                  </a:lnTo>
                  <a:lnTo>
                    <a:pt x="1056496" y="556050"/>
                  </a:lnTo>
                  <a:lnTo>
                    <a:pt x="1000891" y="611655"/>
                  </a:lnTo>
                  <a:lnTo>
                    <a:pt x="945286" y="667261"/>
                  </a:lnTo>
                  <a:lnTo>
                    <a:pt x="889681" y="722866"/>
                  </a:lnTo>
                  <a:lnTo>
                    <a:pt x="834076" y="778471"/>
                  </a:lnTo>
                  <a:lnTo>
                    <a:pt x="778471" y="834076"/>
                  </a:lnTo>
                  <a:lnTo>
                    <a:pt x="722866" y="889681"/>
                  </a:lnTo>
                  <a:lnTo>
                    <a:pt x="667261" y="945286"/>
                  </a:lnTo>
                  <a:lnTo>
                    <a:pt x="611655" y="1000891"/>
                  </a:lnTo>
                  <a:lnTo>
                    <a:pt x="556050" y="1056496"/>
                  </a:lnTo>
                  <a:lnTo>
                    <a:pt x="500445" y="1112101"/>
                  </a:lnTo>
                  <a:lnTo>
                    <a:pt x="444840" y="1167706"/>
                  </a:lnTo>
                  <a:lnTo>
                    <a:pt x="389235" y="1223311"/>
                  </a:lnTo>
                  <a:lnTo>
                    <a:pt x="333630" y="1278916"/>
                  </a:lnTo>
                  <a:lnTo>
                    <a:pt x="278025" y="1334522"/>
                  </a:lnTo>
                  <a:lnTo>
                    <a:pt x="222420" y="1390127"/>
                  </a:lnTo>
                  <a:lnTo>
                    <a:pt x="166815" y="1445732"/>
                  </a:lnTo>
                  <a:lnTo>
                    <a:pt x="111210" y="1501337"/>
                  </a:lnTo>
                  <a:lnTo>
                    <a:pt x="55605" y="1556942"/>
                  </a:lnTo>
                  <a:lnTo>
                    <a:pt x="0" y="1612547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2436514" y="3813337"/>
              <a:ext cx="2280486" cy="0"/>
            </a:xfrm>
            <a:custGeom>
              <a:avLst/>
              <a:pathLst>
                <a:path w="2280486" h="0">
                  <a:moveTo>
                    <a:pt x="2280486" y="0"/>
                  </a:moveTo>
                  <a:lnTo>
                    <a:pt x="2201849" y="0"/>
                  </a:lnTo>
                  <a:lnTo>
                    <a:pt x="2123211" y="0"/>
                  </a:lnTo>
                  <a:lnTo>
                    <a:pt x="2044574" y="0"/>
                  </a:lnTo>
                  <a:lnTo>
                    <a:pt x="1965936" y="0"/>
                  </a:lnTo>
                  <a:lnTo>
                    <a:pt x="1887299" y="0"/>
                  </a:lnTo>
                  <a:lnTo>
                    <a:pt x="1808661" y="0"/>
                  </a:lnTo>
                  <a:lnTo>
                    <a:pt x="1730024" y="0"/>
                  </a:lnTo>
                  <a:lnTo>
                    <a:pt x="1651386" y="0"/>
                  </a:lnTo>
                  <a:lnTo>
                    <a:pt x="1572749" y="0"/>
                  </a:lnTo>
                  <a:lnTo>
                    <a:pt x="1494111" y="0"/>
                  </a:lnTo>
                  <a:lnTo>
                    <a:pt x="1415474" y="0"/>
                  </a:lnTo>
                  <a:lnTo>
                    <a:pt x="1336836" y="0"/>
                  </a:lnTo>
                  <a:lnTo>
                    <a:pt x="1258199" y="0"/>
                  </a:lnTo>
                  <a:lnTo>
                    <a:pt x="1179562" y="0"/>
                  </a:lnTo>
                  <a:lnTo>
                    <a:pt x="1100924" y="0"/>
                  </a:lnTo>
                  <a:lnTo>
                    <a:pt x="1022287" y="0"/>
                  </a:lnTo>
                  <a:lnTo>
                    <a:pt x="943649" y="0"/>
                  </a:lnTo>
                  <a:lnTo>
                    <a:pt x="865012" y="0"/>
                  </a:lnTo>
                  <a:lnTo>
                    <a:pt x="786374" y="0"/>
                  </a:lnTo>
                  <a:lnTo>
                    <a:pt x="707737" y="0"/>
                  </a:lnTo>
                  <a:lnTo>
                    <a:pt x="629099" y="0"/>
                  </a:lnTo>
                  <a:lnTo>
                    <a:pt x="550462" y="0"/>
                  </a:lnTo>
                  <a:lnTo>
                    <a:pt x="471824" y="0"/>
                  </a:lnTo>
                  <a:lnTo>
                    <a:pt x="393187" y="0"/>
                  </a:lnTo>
                  <a:lnTo>
                    <a:pt x="314549" y="0"/>
                  </a:lnTo>
                  <a:lnTo>
                    <a:pt x="235912" y="0"/>
                  </a:lnTo>
                  <a:lnTo>
                    <a:pt x="157274" y="0"/>
                  </a:lnTo>
                  <a:lnTo>
                    <a:pt x="78637" y="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3104453" y="2200789"/>
              <a:ext cx="1612547" cy="1612547"/>
            </a:xfrm>
            <a:custGeom>
              <a:avLst/>
              <a:pathLst>
                <a:path w="1612547" h="1612547">
                  <a:moveTo>
                    <a:pt x="1612547" y="1612547"/>
                  </a:moveTo>
                  <a:lnTo>
                    <a:pt x="1556942" y="1556942"/>
                  </a:lnTo>
                  <a:lnTo>
                    <a:pt x="1501337" y="1501337"/>
                  </a:lnTo>
                  <a:lnTo>
                    <a:pt x="1445732" y="1445732"/>
                  </a:lnTo>
                  <a:lnTo>
                    <a:pt x="1390127" y="1390127"/>
                  </a:lnTo>
                  <a:lnTo>
                    <a:pt x="1334522" y="1334522"/>
                  </a:lnTo>
                  <a:lnTo>
                    <a:pt x="1278916" y="1278916"/>
                  </a:lnTo>
                  <a:lnTo>
                    <a:pt x="1223311" y="1223311"/>
                  </a:lnTo>
                  <a:lnTo>
                    <a:pt x="1167706" y="1167706"/>
                  </a:lnTo>
                  <a:lnTo>
                    <a:pt x="1112101" y="1112101"/>
                  </a:lnTo>
                  <a:lnTo>
                    <a:pt x="1056496" y="1056496"/>
                  </a:lnTo>
                  <a:lnTo>
                    <a:pt x="1000891" y="1000891"/>
                  </a:lnTo>
                  <a:lnTo>
                    <a:pt x="945286" y="945286"/>
                  </a:lnTo>
                  <a:lnTo>
                    <a:pt x="889681" y="889681"/>
                  </a:lnTo>
                  <a:lnTo>
                    <a:pt x="834076" y="834076"/>
                  </a:lnTo>
                  <a:lnTo>
                    <a:pt x="778471" y="778471"/>
                  </a:lnTo>
                  <a:lnTo>
                    <a:pt x="722866" y="722866"/>
                  </a:lnTo>
                  <a:lnTo>
                    <a:pt x="667261" y="667261"/>
                  </a:lnTo>
                  <a:lnTo>
                    <a:pt x="611655" y="611655"/>
                  </a:lnTo>
                  <a:lnTo>
                    <a:pt x="556050" y="556050"/>
                  </a:lnTo>
                  <a:lnTo>
                    <a:pt x="500445" y="500445"/>
                  </a:lnTo>
                  <a:lnTo>
                    <a:pt x="444840" y="444840"/>
                  </a:lnTo>
                  <a:lnTo>
                    <a:pt x="389235" y="389235"/>
                  </a:lnTo>
                  <a:lnTo>
                    <a:pt x="333630" y="333630"/>
                  </a:lnTo>
                  <a:lnTo>
                    <a:pt x="278025" y="278025"/>
                  </a:lnTo>
                  <a:lnTo>
                    <a:pt x="222420" y="222420"/>
                  </a:lnTo>
                  <a:lnTo>
                    <a:pt x="166815" y="166815"/>
                  </a:lnTo>
                  <a:lnTo>
                    <a:pt x="111210" y="111210"/>
                  </a:lnTo>
                  <a:lnTo>
                    <a:pt x="55605" y="55605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tx39"/>
            <p:cNvSpPr/>
            <p:nvPr/>
          </p:nvSpPr>
          <p:spPr>
            <a:xfrm>
              <a:off x="4585015" y="1206755"/>
              <a:ext cx="263971" cy="797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North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297111" y="1958081"/>
              <a:ext cx="468011" cy="798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Northeast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7174545" y="3772460"/>
              <a:ext cx="216005" cy="795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East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6288045" y="5584362"/>
              <a:ext cx="486143" cy="818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Southeast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4575949" y="6335794"/>
              <a:ext cx="282103" cy="818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South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2650852" y="5584362"/>
              <a:ext cx="504065" cy="818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Southwest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2028507" y="3772460"/>
              <a:ext cx="245891" cy="795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West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2659918" y="1958081"/>
              <a:ext cx="485933" cy="798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Northwest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1625832" y="2641123"/>
              <a:ext cx="177930" cy="63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00">
                  <a:solidFill>
                    <a:srgbClr val="6B6B6B">
                      <a:alpha val="100000"/>
                    </a:srgbClr>
                  </a:solidFill>
                  <a:latin typeface="Helvetica"/>
                  <a:cs typeface="Helvetica"/>
                </a:rPr>
                <a:t>50%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1576390" y="1500880"/>
              <a:ext cx="227372" cy="63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00">
                  <a:solidFill>
                    <a:srgbClr val="6B6B6B">
                      <a:alpha val="100000"/>
                    </a:srgbClr>
                  </a:solidFill>
                  <a:latin typeface="Helvetica"/>
                  <a:cs typeface="Helvetica"/>
                </a:rPr>
                <a:t>100%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2026-03-19T04:05:40Z</dcterms:modified>
  <cp:category/>
</cp:coreProperties>
</file>