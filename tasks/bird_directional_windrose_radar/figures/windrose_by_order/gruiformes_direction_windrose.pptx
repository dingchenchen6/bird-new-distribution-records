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17717" y="438295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104453" y="2492426"/>
              <a:ext cx="3322912" cy="3049187"/>
            </a:xfrm>
            <a:custGeom>
              <a:avLst/>
              <a:pathLst>
                <a:path w="3322912" h="3049187">
                  <a:moveTo>
                    <a:pt x="3322912" y="1320910"/>
                  </a:moveTo>
                  <a:lnTo>
                    <a:pt x="3303718" y="1240350"/>
                  </a:lnTo>
                  <a:lnTo>
                    <a:pt x="3280771" y="1161614"/>
                  </a:lnTo>
                  <a:lnTo>
                    <a:pt x="3254201" y="1084876"/>
                  </a:lnTo>
                  <a:lnTo>
                    <a:pt x="3224147" y="1010300"/>
                  </a:lnTo>
                  <a:lnTo>
                    <a:pt x="3190752" y="938042"/>
                  </a:lnTo>
                  <a:lnTo>
                    <a:pt x="3154171" y="868249"/>
                  </a:lnTo>
                  <a:lnTo>
                    <a:pt x="3114560" y="801059"/>
                  </a:lnTo>
                  <a:lnTo>
                    <a:pt x="3072084" y="736600"/>
                  </a:lnTo>
                  <a:lnTo>
                    <a:pt x="3026913" y="674991"/>
                  </a:lnTo>
                  <a:lnTo>
                    <a:pt x="2979221" y="616341"/>
                  </a:lnTo>
                  <a:lnTo>
                    <a:pt x="2929187" y="560748"/>
                  </a:lnTo>
                  <a:lnTo>
                    <a:pt x="2876991" y="508301"/>
                  </a:lnTo>
                  <a:lnTo>
                    <a:pt x="2822821" y="459078"/>
                  </a:lnTo>
                  <a:lnTo>
                    <a:pt x="2766862" y="413147"/>
                  </a:lnTo>
                  <a:lnTo>
                    <a:pt x="2709305" y="370564"/>
                  </a:lnTo>
                  <a:lnTo>
                    <a:pt x="2650340" y="331377"/>
                  </a:lnTo>
                  <a:lnTo>
                    <a:pt x="2590158" y="295621"/>
                  </a:lnTo>
                  <a:lnTo>
                    <a:pt x="2528952" y="263322"/>
                  </a:lnTo>
                  <a:lnTo>
                    <a:pt x="2466913" y="234496"/>
                  </a:lnTo>
                  <a:lnTo>
                    <a:pt x="2404230" y="209147"/>
                  </a:lnTo>
                  <a:lnTo>
                    <a:pt x="2341093" y="187271"/>
                  </a:lnTo>
                  <a:lnTo>
                    <a:pt x="2277689" y="168851"/>
                  </a:lnTo>
                  <a:lnTo>
                    <a:pt x="2214202" y="153863"/>
                  </a:lnTo>
                  <a:lnTo>
                    <a:pt x="2150813" y="142272"/>
                  </a:lnTo>
                  <a:lnTo>
                    <a:pt x="2087701" y="134034"/>
                  </a:lnTo>
                  <a:lnTo>
                    <a:pt x="2025038" y="129096"/>
                  </a:lnTo>
                  <a:lnTo>
                    <a:pt x="1962995" y="127395"/>
                  </a:lnTo>
                  <a:lnTo>
                    <a:pt x="1901735" y="128862"/>
                  </a:lnTo>
                  <a:lnTo>
                    <a:pt x="1841418" y="133416"/>
                  </a:lnTo>
                  <a:lnTo>
                    <a:pt x="1782197" y="140972"/>
                  </a:lnTo>
                  <a:lnTo>
                    <a:pt x="1724218" y="151434"/>
                  </a:lnTo>
                  <a:lnTo>
                    <a:pt x="1667624" y="164702"/>
                  </a:lnTo>
                  <a:lnTo>
                    <a:pt x="1612547" y="180667"/>
                  </a:lnTo>
                  <a:lnTo>
                    <a:pt x="1666756" y="148383"/>
                  </a:lnTo>
                  <a:lnTo>
                    <a:pt x="1723944" y="118744"/>
                  </a:lnTo>
                  <a:lnTo>
                    <a:pt x="1783979" y="91957"/>
                  </a:lnTo>
                  <a:lnTo>
                    <a:pt x="1846715" y="68220"/>
                  </a:lnTo>
                  <a:lnTo>
                    <a:pt x="1911997" y="47725"/>
                  </a:lnTo>
                  <a:lnTo>
                    <a:pt x="1979656" y="30657"/>
                  </a:lnTo>
                  <a:lnTo>
                    <a:pt x="2049510" y="17190"/>
                  </a:lnTo>
                  <a:lnTo>
                    <a:pt x="2121369" y="7490"/>
                  </a:lnTo>
                  <a:lnTo>
                    <a:pt x="2195030" y="1711"/>
                  </a:lnTo>
                  <a:lnTo>
                    <a:pt x="2270283" y="0"/>
                  </a:lnTo>
                  <a:lnTo>
                    <a:pt x="2346904" y="2487"/>
                  </a:lnTo>
                  <a:lnTo>
                    <a:pt x="2424664" y="9296"/>
                  </a:lnTo>
                  <a:lnTo>
                    <a:pt x="2503326" y="20534"/>
                  </a:lnTo>
                  <a:lnTo>
                    <a:pt x="2582641" y="36298"/>
                  </a:lnTo>
                  <a:lnTo>
                    <a:pt x="2662359" y="56670"/>
                  </a:lnTo>
                  <a:lnTo>
                    <a:pt x="2742219" y="81719"/>
                  </a:lnTo>
                  <a:lnTo>
                    <a:pt x="2821958" y="111500"/>
                  </a:lnTo>
                  <a:lnTo>
                    <a:pt x="2879717" y="193225"/>
                  </a:lnTo>
                  <a:lnTo>
                    <a:pt x="2932099" y="277544"/>
                  </a:lnTo>
                  <a:lnTo>
                    <a:pt x="2979002" y="364108"/>
                  </a:lnTo>
                  <a:lnTo>
                    <a:pt x="3020342" y="452569"/>
                  </a:lnTo>
                  <a:lnTo>
                    <a:pt x="3056059" y="542576"/>
                  </a:lnTo>
                  <a:lnTo>
                    <a:pt x="3086115" y="633774"/>
                  </a:lnTo>
                  <a:lnTo>
                    <a:pt x="3110493" y="725815"/>
                  </a:lnTo>
                  <a:lnTo>
                    <a:pt x="3129198" y="818347"/>
                  </a:lnTo>
                  <a:lnTo>
                    <a:pt x="3142256" y="911026"/>
                  </a:lnTo>
                  <a:lnTo>
                    <a:pt x="3149714" y="1003511"/>
                  </a:lnTo>
                  <a:lnTo>
                    <a:pt x="3151640" y="1095466"/>
                  </a:lnTo>
                  <a:lnTo>
                    <a:pt x="3148121" y="1186565"/>
                  </a:lnTo>
                  <a:lnTo>
                    <a:pt x="3139264" y="1276488"/>
                  </a:lnTo>
                  <a:lnTo>
                    <a:pt x="3125193" y="1364924"/>
                  </a:lnTo>
                  <a:lnTo>
                    <a:pt x="3106051" y="1451575"/>
                  </a:lnTo>
                  <a:lnTo>
                    <a:pt x="3081998" y="1536153"/>
                  </a:lnTo>
                  <a:lnTo>
                    <a:pt x="3053211" y="1618384"/>
                  </a:lnTo>
                  <a:lnTo>
                    <a:pt x="3019879" y="1698004"/>
                  </a:lnTo>
                  <a:lnTo>
                    <a:pt x="2982210" y="1774767"/>
                  </a:lnTo>
                  <a:lnTo>
                    <a:pt x="2940420" y="1848441"/>
                  </a:lnTo>
                  <a:lnTo>
                    <a:pt x="2894743" y="1918808"/>
                  </a:lnTo>
                  <a:lnTo>
                    <a:pt x="2845418" y="1985669"/>
                  </a:lnTo>
                  <a:lnTo>
                    <a:pt x="2792699" y="2048839"/>
                  </a:lnTo>
                  <a:lnTo>
                    <a:pt x="2736846" y="2108153"/>
                  </a:lnTo>
                  <a:lnTo>
                    <a:pt x="2678127" y="2163462"/>
                  </a:lnTo>
                  <a:lnTo>
                    <a:pt x="2616818" y="2214636"/>
                  </a:lnTo>
                  <a:lnTo>
                    <a:pt x="2553200" y="2261563"/>
                  </a:lnTo>
                  <a:lnTo>
                    <a:pt x="2487556" y="2304150"/>
                  </a:lnTo>
                  <a:lnTo>
                    <a:pt x="2420174" y="2342321"/>
                  </a:lnTo>
                  <a:lnTo>
                    <a:pt x="2351344" y="2376021"/>
                  </a:lnTo>
                  <a:lnTo>
                    <a:pt x="2281354" y="2405212"/>
                  </a:lnTo>
                  <a:lnTo>
                    <a:pt x="2210495" y="2429875"/>
                  </a:lnTo>
                  <a:lnTo>
                    <a:pt x="2139054" y="2450008"/>
                  </a:lnTo>
                  <a:lnTo>
                    <a:pt x="2067315" y="2465629"/>
                  </a:lnTo>
                  <a:lnTo>
                    <a:pt x="1995558" y="2476772"/>
                  </a:lnTo>
                  <a:lnTo>
                    <a:pt x="1924059" y="2483489"/>
                  </a:lnTo>
                  <a:lnTo>
                    <a:pt x="1853087" y="2485849"/>
                  </a:lnTo>
                  <a:lnTo>
                    <a:pt x="1782905" y="2483936"/>
                  </a:lnTo>
                  <a:lnTo>
                    <a:pt x="1713766" y="2477850"/>
                  </a:lnTo>
                  <a:lnTo>
                    <a:pt x="1645915" y="2467707"/>
                  </a:lnTo>
                  <a:lnTo>
                    <a:pt x="1579588" y="2453636"/>
                  </a:lnTo>
                  <a:lnTo>
                    <a:pt x="1515009" y="2435780"/>
                  </a:lnTo>
                  <a:lnTo>
                    <a:pt x="1452390" y="2414294"/>
                  </a:lnTo>
                  <a:lnTo>
                    <a:pt x="1391933" y="2389345"/>
                  </a:lnTo>
                  <a:lnTo>
                    <a:pt x="1333826" y="2361113"/>
                  </a:lnTo>
                  <a:lnTo>
                    <a:pt x="1278243" y="2329784"/>
                  </a:lnTo>
                  <a:lnTo>
                    <a:pt x="1225345" y="2295556"/>
                  </a:lnTo>
                  <a:lnTo>
                    <a:pt x="1175279" y="2258636"/>
                  </a:lnTo>
                  <a:lnTo>
                    <a:pt x="1128176" y="2219234"/>
                  </a:lnTo>
                  <a:lnTo>
                    <a:pt x="1084152" y="2177569"/>
                  </a:lnTo>
                  <a:lnTo>
                    <a:pt x="1043310" y="2133865"/>
                  </a:lnTo>
                  <a:lnTo>
                    <a:pt x="1005735" y="2088349"/>
                  </a:lnTo>
                  <a:lnTo>
                    <a:pt x="971498" y="2041252"/>
                  </a:lnTo>
                  <a:lnTo>
                    <a:pt x="940652" y="1992805"/>
                  </a:lnTo>
                  <a:lnTo>
                    <a:pt x="913238" y="1943243"/>
                  </a:lnTo>
                  <a:lnTo>
                    <a:pt x="889278" y="1892798"/>
                  </a:lnTo>
                  <a:lnTo>
                    <a:pt x="868780" y="1841702"/>
                  </a:lnTo>
                  <a:lnTo>
                    <a:pt x="851739" y="1790184"/>
                  </a:lnTo>
                  <a:lnTo>
                    <a:pt x="838131" y="1738472"/>
                  </a:lnTo>
                  <a:lnTo>
                    <a:pt x="827920" y="1686788"/>
                  </a:lnTo>
                  <a:lnTo>
                    <a:pt x="821056" y="1635350"/>
                  </a:lnTo>
                  <a:lnTo>
                    <a:pt x="817475" y="1584369"/>
                  </a:lnTo>
                  <a:lnTo>
                    <a:pt x="817098" y="1534050"/>
                  </a:lnTo>
                  <a:lnTo>
                    <a:pt x="819837" y="1484592"/>
                  </a:lnTo>
                  <a:lnTo>
                    <a:pt x="825590" y="1436183"/>
                  </a:lnTo>
                  <a:lnTo>
                    <a:pt x="834242" y="1389003"/>
                  </a:lnTo>
                  <a:lnTo>
                    <a:pt x="845671" y="1343224"/>
                  </a:lnTo>
                  <a:lnTo>
                    <a:pt x="859742" y="1299006"/>
                  </a:lnTo>
                  <a:lnTo>
                    <a:pt x="876313" y="1256498"/>
                  </a:lnTo>
                  <a:lnTo>
                    <a:pt x="895232" y="1215839"/>
                  </a:lnTo>
                  <a:lnTo>
                    <a:pt x="916341" y="1177156"/>
                  </a:lnTo>
                  <a:lnTo>
                    <a:pt x="939475" y="1140561"/>
                  </a:lnTo>
                  <a:lnTo>
                    <a:pt x="964463" y="1106159"/>
                  </a:lnTo>
                  <a:lnTo>
                    <a:pt x="991128" y="1074037"/>
                  </a:lnTo>
                  <a:lnTo>
                    <a:pt x="1019292" y="1044271"/>
                  </a:lnTo>
                  <a:lnTo>
                    <a:pt x="1048772" y="1016926"/>
                  </a:lnTo>
                  <a:lnTo>
                    <a:pt x="1079382" y="992049"/>
                  </a:lnTo>
                  <a:lnTo>
                    <a:pt x="1110937" y="969679"/>
                  </a:lnTo>
                  <a:lnTo>
                    <a:pt x="1143250" y="949839"/>
                  </a:lnTo>
                  <a:lnTo>
                    <a:pt x="1176136" y="932538"/>
                  </a:lnTo>
                  <a:lnTo>
                    <a:pt x="1209410" y="917774"/>
                  </a:lnTo>
                  <a:lnTo>
                    <a:pt x="1171837" y="959229"/>
                  </a:lnTo>
                  <a:lnTo>
                    <a:pt x="1138508" y="1004168"/>
                  </a:lnTo>
                  <a:lnTo>
                    <a:pt x="1109745" y="1052157"/>
                  </a:lnTo>
                  <a:lnTo>
                    <a:pt x="1085823" y="1102734"/>
                  </a:lnTo>
                  <a:lnTo>
                    <a:pt x="1066975" y="1155413"/>
                  </a:lnTo>
                  <a:lnTo>
                    <a:pt x="1053380" y="1209685"/>
                  </a:lnTo>
                  <a:lnTo>
                    <a:pt x="1045171" y="1265029"/>
                  </a:lnTo>
                  <a:lnTo>
                    <a:pt x="1042425" y="1320910"/>
                  </a:lnTo>
                  <a:lnTo>
                    <a:pt x="1045171" y="1376792"/>
                  </a:lnTo>
                  <a:lnTo>
                    <a:pt x="1053380" y="1432136"/>
                  </a:lnTo>
                  <a:lnTo>
                    <a:pt x="1066975" y="1486408"/>
                  </a:lnTo>
                  <a:lnTo>
                    <a:pt x="1085823" y="1539087"/>
                  </a:lnTo>
                  <a:lnTo>
                    <a:pt x="1109745" y="1589664"/>
                  </a:lnTo>
                  <a:lnTo>
                    <a:pt x="1138508" y="1637653"/>
                  </a:lnTo>
                  <a:lnTo>
                    <a:pt x="1171837" y="1682592"/>
                  </a:lnTo>
                  <a:lnTo>
                    <a:pt x="1209410" y="1724047"/>
                  </a:lnTo>
                  <a:lnTo>
                    <a:pt x="1250866" y="1761620"/>
                  </a:lnTo>
                  <a:lnTo>
                    <a:pt x="1295804" y="1794949"/>
                  </a:lnTo>
                  <a:lnTo>
                    <a:pt x="1343794" y="1823713"/>
                  </a:lnTo>
                  <a:lnTo>
                    <a:pt x="1394371" y="1847634"/>
                  </a:lnTo>
                  <a:lnTo>
                    <a:pt x="1447049" y="1866483"/>
                  </a:lnTo>
                  <a:lnTo>
                    <a:pt x="1501322" y="1880077"/>
                  </a:lnTo>
                  <a:lnTo>
                    <a:pt x="1556665" y="1888287"/>
                  </a:lnTo>
                  <a:lnTo>
                    <a:pt x="1612547" y="1891032"/>
                  </a:lnTo>
                  <a:lnTo>
                    <a:pt x="1668429" y="1888287"/>
                  </a:lnTo>
                  <a:lnTo>
                    <a:pt x="1723772" y="1880077"/>
                  </a:lnTo>
                  <a:lnTo>
                    <a:pt x="1778045" y="1866483"/>
                  </a:lnTo>
                  <a:lnTo>
                    <a:pt x="1830723" y="1847634"/>
                  </a:lnTo>
                  <a:lnTo>
                    <a:pt x="1881300" y="1823713"/>
                  </a:lnTo>
                  <a:lnTo>
                    <a:pt x="1929290" y="1794949"/>
                  </a:lnTo>
                  <a:lnTo>
                    <a:pt x="1974228" y="1761620"/>
                  </a:lnTo>
                  <a:lnTo>
                    <a:pt x="2015684" y="1724047"/>
                  </a:lnTo>
                  <a:lnTo>
                    <a:pt x="2029481" y="1774838"/>
                  </a:lnTo>
                  <a:lnTo>
                    <a:pt x="2039637" y="1827466"/>
                  </a:lnTo>
                  <a:lnTo>
                    <a:pt x="2046024" y="1881709"/>
                  </a:lnTo>
                  <a:lnTo>
                    <a:pt x="2048525" y="1937342"/>
                  </a:lnTo>
                  <a:lnTo>
                    <a:pt x="2047036" y="1994129"/>
                  </a:lnTo>
                  <a:lnTo>
                    <a:pt x="2041469" y="2051831"/>
                  </a:lnTo>
                  <a:lnTo>
                    <a:pt x="2031743" y="2110202"/>
                  </a:lnTo>
                  <a:lnTo>
                    <a:pt x="2017798" y="2168991"/>
                  </a:lnTo>
                  <a:lnTo>
                    <a:pt x="1999581" y="2227944"/>
                  </a:lnTo>
                  <a:lnTo>
                    <a:pt x="1977058" y="2286801"/>
                  </a:lnTo>
                  <a:lnTo>
                    <a:pt x="1950207" y="2345304"/>
                  </a:lnTo>
                  <a:lnTo>
                    <a:pt x="1919021" y="2403189"/>
                  </a:lnTo>
                  <a:lnTo>
                    <a:pt x="1883508" y="2460192"/>
                  </a:lnTo>
                  <a:lnTo>
                    <a:pt x="1843689" y="2516051"/>
                  </a:lnTo>
                  <a:lnTo>
                    <a:pt x="1799601" y="2570501"/>
                  </a:lnTo>
                  <a:lnTo>
                    <a:pt x="1751295" y="2623279"/>
                  </a:lnTo>
                  <a:lnTo>
                    <a:pt x="1698838" y="2674127"/>
                  </a:lnTo>
                  <a:lnTo>
                    <a:pt x="1642309" y="2722786"/>
                  </a:lnTo>
                  <a:lnTo>
                    <a:pt x="1581804" y="2769001"/>
                  </a:lnTo>
                  <a:lnTo>
                    <a:pt x="1517431" y="2812524"/>
                  </a:lnTo>
                  <a:lnTo>
                    <a:pt x="1449314" y="2853109"/>
                  </a:lnTo>
                  <a:lnTo>
                    <a:pt x="1377589" y="2890518"/>
                  </a:lnTo>
                  <a:lnTo>
                    <a:pt x="1302407" y="2924517"/>
                  </a:lnTo>
                  <a:lnTo>
                    <a:pt x="1223932" y="2954881"/>
                  </a:lnTo>
                  <a:lnTo>
                    <a:pt x="1142340" y="2981392"/>
                  </a:lnTo>
                  <a:lnTo>
                    <a:pt x="1057819" y="3003842"/>
                  </a:lnTo>
                  <a:lnTo>
                    <a:pt x="970572" y="3022032"/>
                  </a:lnTo>
                  <a:lnTo>
                    <a:pt x="880811" y="3035770"/>
                  </a:lnTo>
                  <a:lnTo>
                    <a:pt x="788759" y="3044878"/>
                  </a:lnTo>
                  <a:lnTo>
                    <a:pt x="694651" y="3049187"/>
                  </a:lnTo>
                  <a:lnTo>
                    <a:pt x="598733" y="3048542"/>
                  </a:lnTo>
                  <a:lnTo>
                    <a:pt x="501257" y="3042797"/>
                  </a:lnTo>
                  <a:lnTo>
                    <a:pt x="402486" y="3031822"/>
                  </a:lnTo>
                  <a:lnTo>
                    <a:pt x="302693" y="3015498"/>
                  </a:lnTo>
                  <a:lnTo>
                    <a:pt x="202156" y="2993720"/>
                  </a:lnTo>
                  <a:lnTo>
                    <a:pt x="101161" y="2966399"/>
                  </a:lnTo>
                  <a:lnTo>
                    <a:pt x="0" y="2933458"/>
                  </a:lnTo>
                  <a:lnTo>
                    <a:pt x="12525" y="2844258"/>
                  </a:lnTo>
                  <a:lnTo>
                    <a:pt x="28426" y="2756674"/>
                  </a:lnTo>
                  <a:lnTo>
                    <a:pt x="47630" y="2670817"/>
                  </a:lnTo>
                  <a:lnTo>
                    <a:pt x="70062" y="2586795"/>
                  </a:lnTo>
                  <a:lnTo>
                    <a:pt x="95642" y="2504715"/>
                  </a:lnTo>
                  <a:lnTo>
                    <a:pt x="124288" y="2424679"/>
                  </a:lnTo>
                  <a:lnTo>
                    <a:pt x="155913" y="2346788"/>
                  </a:lnTo>
                  <a:lnTo>
                    <a:pt x="190431" y="2271138"/>
                  </a:lnTo>
                  <a:lnTo>
                    <a:pt x="227748" y="2197825"/>
                  </a:lnTo>
                  <a:lnTo>
                    <a:pt x="267770" y="2126938"/>
                  </a:lnTo>
                  <a:lnTo>
                    <a:pt x="310402" y="2058567"/>
                  </a:lnTo>
                  <a:lnTo>
                    <a:pt x="355541" y="1992794"/>
                  </a:lnTo>
                  <a:lnTo>
                    <a:pt x="403087" y="1929702"/>
                  </a:lnTo>
                  <a:lnTo>
                    <a:pt x="452933" y="1869367"/>
                  </a:lnTo>
                  <a:lnTo>
                    <a:pt x="504974" y="1811864"/>
                  </a:lnTo>
                  <a:lnTo>
                    <a:pt x="559100" y="1757263"/>
                  </a:lnTo>
                  <a:lnTo>
                    <a:pt x="615198" y="1705630"/>
                  </a:lnTo>
                  <a:lnTo>
                    <a:pt x="673156" y="1657030"/>
                  </a:lnTo>
                  <a:lnTo>
                    <a:pt x="732859" y="1611520"/>
                  </a:lnTo>
                  <a:lnTo>
                    <a:pt x="794188" y="1569157"/>
                  </a:lnTo>
                  <a:lnTo>
                    <a:pt x="857026" y="1529991"/>
                  </a:lnTo>
                  <a:lnTo>
                    <a:pt x="921252" y="1494071"/>
                  </a:lnTo>
                  <a:lnTo>
                    <a:pt x="986744" y="1461439"/>
                  </a:lnTo>
                  <a:lnTo>
                    <a:pt x="1053380" y="1432136"/>
                  </a:lnTo>
                  <a:lnTo>
                    <a:pt x="1121035" y="1406196"/>
                  </a:lnTo>
                  <a:lnTo>
                    <a:pt x="1189584" y="1383651"/>
                  </a:lnTo>
                  <a:lnTo>
                    <a:pt x="1258901" y="1364529"/>
                  </a:lnTo>
                  <a:lnTo>
                    <a:pt x="1328859" y="1348851"/>
                  </a:lnTo>
                  <a:lnTo>
                    <a:pt x="1399331" y="1336638"/>
                  </a:lnTo>
                  <a:lnTo>
                    <a:pt x="1470188" y="1327904"/>
                  </a:lnTo>
                  <a:lnTo>
                    <a:pt x="1541303" y="1322659"/>
                  </a:lnTo>
                  <a:lnTo>
                    <a:pt x="1612547" y="1320910"/>
                  </a:lnTo>
                  <a:lnTo>
                    <a:pt x="1575452" y="1323448"/>
                  </a:lnTo>
                  <a:lnTo>
                    <a:pt x="1538876" y="1331036"/>
                  </a:lnTo>
                  <a:lnTo>
                    <a:pt x="1503335" y="1343605"/>
                  </a:lnTo>
                  <a:lnTo>
                    <a:pt x="1469335" y="1361037"/>
                  </a:lnTo>
                  <a:lnTo>
                    <a:pt x="1437372" y="1383168"/>
                  </a:lnTo>
                  <a:lnTo>
                    <a:pt x="1407925" y="1409790"/>
                  </a:lnTo>
                  <a:lnTo>
                    <a:pt x="1381455" y="1440653"/>
                  </a:lnTo>
                  <a:lnTo>
                    <a:pt x="1358396" y="1475463"/>
                  </a:lnTo>
                  <a:lnTo>
                    <a:pt x="1339159" y="1513889"/>
                  </a:lnTo>
                  <a:lnTo>
                    <a:pt x="1324123" y="1555561"/>
                  </a:lnTo>
                  <a:lnTo>
                    <a:pt x="1313635" y="1600075"/>
                  </a:lnTo>
                  <a:lnTo>
                    <a:pt x="1308004" y="1646996"/>
                  </a:lnTo>
                  <a:lnTo>
                    <a:pt x="1307502" y="1695861"/>
                  </a:lnTo>
                  <a:lnTo>
                    <a:pt x="1312358" y="1746181"/>
                  </a:lnTo>
                  <a:lnTo>
                    <a:pt x="1322761" y="1797444"/>
                  </a:lnTo>
                  <a:lnTo>
                    <a:pt x="1338850" y="1849122"/>
                  </a:lnTo>
                  <a:lnTo>
                    <a:pt x="1360721" y="1900672"/>
                  </a:lnTo>
                  <a:lnTo>
                    <a:pt x="1388421" y="1951540"/>
                  </a:lnTo>
                  <a:lnTo>
                    <a:pt x="1421948" y="2001168"/>
                  </a:lnTo>
                  <a:lnTo>
                    <a:pt x="1461250" y="2048994"/>
                  </a:lnTo>
                  <a:lnTo>
                    <a:pt x="1506226" y="2094457"/>
                  </a:lnTo>
                  <a:lnTo>
                    <a:pt x="1556725" y="2137004"/>
                  </a:lnTo>
                  <a:lnTo>
                    <a:pt x="1612547" y="2176093"/>
                  </a:lnTo>
                  <a:lnTo>
                    <a:pt x="1673444" y="2211194"/>
                  </a:lnTo>
                  <a:lnTo>
                    <a:pt x="1739120" y="2241799"/>
                  </a:lnTo>
                  <a:lnTo>
                    <a:pt x="1809234" y="2267418"/>
                  </a:lnTo>
                  <a:lnTo>
                    <a:pt x="1883399" y="2287593"/>
                  </a:lnTo>
                  <a:lnTo>
                    <a:pt x="1961187" y="2301890"/>
                  </a:lnTo>
                  <a:lnTo>
                    <a:pt x="2042132" y="2309915"/>
                  </a:lnTo>
                  <a:lnTo>
                    <a:pt x="2125729" y="2311307"/>
                  </a:lnTo>
                  <a:lnTo>
                    <a:pt x="2211439" y="2305746"/>
                  </a:lnTo>
                  <a:lnTo>
                    <a:pt x="2298692" y="2292957"/>
                  </a:lnTo>
                  <a:lnTo>
                    <a:pt x="2386892" y="2272709"/>
                  </a:lnTo>
                  <a:lnTo>
                    <a:pt x="2475419" y="2244821"/>
                  </a:lnTo>
                  <a:lnTo>
                    <a:pt x="2563631" y="2209161"/>
                  </a:lnTo>
                  <a:lnTo>
                    <a:pt x="2650873" y="2165651"/>
                  </a:lnTo>
                  <a:lnTo>
                    <a:pt x="2736476" y="2114266"/>
                  </a:lnTo>
                  <a:lnTo>
                    <a:pt x="2819765" y="2055036"/>
                  </a:lnTo>
                  <a:lnTo>
                    <a:pt x="2900062" y="1988047"/>
                  </a:lnTo>
                  <a:lnTo>
                    <a:pt x="2976691" y="1913442"/>
                  </a:lnTo>
                  <a:lnTo>
                    <a:pt x="3048982" y="1831420"/>
                  </a:lnTo>
                  <a:lnTo>
                    <a:pt x="3116275" y="1742235"/>
                  </a:lnTo>
                  <a:lnTo>
                    <a:pt x="3177926" y="1646200"/>
                  </a:lnTo>
                  <a:lnTo>
                    <a:pt x="3233310" y="1543679"/>
                  </a:lnTo>
                  <a:lnTo>
                    <a:pt x="3281830" y="1435093"/>
                  </a:lnTo>
                  <a:close/>
                </a:path>
              </a:pathLst>
            </a:custGeom>
            <a:solidFill>
              <a:srgbClr val="F29FB7">
                <a:alpha val="25882"/>
              </a:srgbClr>
            </a:solidFill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04453" y="2492426"/>
              <a:ext cx="3322912" cy="2933458"/>
            </a:xfrm>
            <a:custGeom>
              <a:avLst/>
              <a:pathLst>
                <a:path w="3322912" h="2933458">
                  <a:moveTo>
                    <a:pt x="1612547" y="180667"/>
                  </a:moveTo>
                  <a:lnTo>
                    <a:pt x="1666756" y="148383"/>
                  </a:lnTo>
                  <a:lnTo>
                    <a:pt x="1723944" y="118744"/>
                  </a:lnTo>
                  <a:lnTo>
                    <a:pt x="1783979" y="91957"/>
                  </a:lnTo>
                  <a:lnTo>
                    <a:pt x="1846715" y="68220"/>
                  </a:lnTo>
                  <a:lnTo>
                    <a:pt x="1911997" y="47725"/>
                  </a:lnTo>
                  <a:lnTo>
                    <a:pt x="1979656" y="30657"/>
                  </a:lnTo>
                  <a:lnTo>
                    <a:pt x="2049510" y="17190"/>
                  </a:lnTo>
                  <a:lnTo>
                    <a:pt x="2121369" y="7490"/>
                  </a:lnTo>
                  <a:lnTo>
                    <a:pt x="2195030" y="1711"/>
                  </a:lnTo>
                  <a:lnTo>
                    <a:pt x="2270283" y="0"/>
                  </a:lnTo>
                  <a:lnTo>
                    <a:pt x="2346904" y="2487"/>
                  </a:lnTo>
                  <a:lnTo>
                    <a:pt x="2424664" y="9296"/>
                  </a:lnTo>
                  <a:lnTo>
                    <a:pt x="2503326" y="20534"/>
                  </a:lnTo>
                  <a:lnTo>
                    <a:pt x="2582641" y="36298"/>
                  </a:lnTo>
                  <a:lnTo>
                    <a:pt x="2662359" y="56670"/>
                  </a:lnTo>
                  <a:lnTo>
                    <a:pt x="2742219" y="81719"/>
                  </a:lnTo>
                  <a:lnTo>
                    <a:pt x="2821958" y="111500"/>
                  </a:lnTo>
                  <a:lnTo>
                    <a:pt x="2873560" y="165405"/>
                  </a:lnTo>
                  <a:lnTo>
                    <a:pt x="2922763" y="221509"/>
                  </a:lnTo>
                  <a:lnTo>
                    <a:pt x="2969471" y="279706"/>
                  </a:lnTo>
                  <a:lnTo>
                    <a:pt x="3013596" y="339885"/>
                  </a:lnTo>
                  <a:lnTo>
                    <a:pt x="3055054" y="401932"/>
                  </a:lnTo>
                  <a:lnTo>
                    <a:pt x="3093766" y="465728"/>
                  </a:lnTo>
                  <a:lnTo>
                    <a:pt x="3129659" y="531152"/>
                  </a:lnTo>
                  <a:lnTo>
                    <a:pt x="3162664" y="598079"/>
                  </a:lnTo>
                  <a:lnTo>
                    <a:pt x="3192718" y="666382"/>
                  </a:lnTo>
                  <a:lnTo>
                    <a:pt x="3219764" y="735931"/>
                  </a:lnTo>
                  <a:lnTo>
                    <a:pt x="3243751" y="806594"/>
                  </a:lnTo>
                  <a:lnTo>
                    <a:pt x="3264633" y="878235"/>
                  </a:lnTo>
                  <a:lnTo>
                    <a:pt x="3282369" y="950720"/>
                  </a:lnTo>
                  <a:lnTo>
                    <a:pt x="3296928" y="1023909"/>
                  </a:lnTo>
                  <a:lnTo>
                    <a:pt x="3308280" y="1097663"/>
                  </a:lnTo>
                  <a:lnTo>
                    <a:pt x="3316403" y="1171842"/>
                  </a:lnTo>
                  <a:lnTo>
                    <a:pt x="3321284" y="1246305"/>
                  </a:lnTo>
                  <a:lnTo>
                    <a:pt x="3322912" y="1320910"/>
                  </a:lnTo>
                  <a:lnTo>
                    <a:pt x="3261489" y="1389111"/>
                  </a:lnTo>
                  <a:lnTo>
                    <a:pt x="3197455" y="1452240"/>
                  </a:lnTo>
                  <a:lnTo>
                    <a:pt x="3131121" y="1510201"/>
                  </a:lnTo>
                  <a:lnTo>
                    <a:pt x="3062808" y="1562916"/>
                  </a:lnTo>
                  <a:lnTo>
                    <a:pt x="2992832" y="1610326"/>
                  </a:lnTo>
                  <a:lnTo>
                    <a:pt x="2921517" y="1652387"/>
                  </a:lnTo>
                  <a:lnTo>
                    <a:pt x="2849182" y="1689073"/>
                  </a:lnTo>
                  <a:lnTo>
                    <a:pt x="2776150" y="1720376"/>
                  </a:lnTo>
                  <a:lnTo>
                    <a:pt x="2702741" y="1746306"/>
                  </a:lnTo>
                  <a:lnTo>
                    <a:pt x="2629272" y="1766888"/>
                  </a:lnTo>
                  <a:lnTo>
                    <a:pt x="2556059" y="1782165"/>
                  </a:lnTo>
                  <a:lnTo>
                    <a:pt x="2483412" y="1792199"/>
                  </a:lnTo>
                  <a:lnTo>
                    <a:pt x="2411638" y="1797065"/>
                  </a:lnTo>
                  <a:lnTo>
                    <a:pt x="2341037" y="1796857"/>
                  </a:lnTo>
                  <a:lnTo>
                    <a:pt x="2271905" y="1791683"/>
                  </a:lnTo>
                  <a:lnTo>
                    <a:pt x="2204529" y="1781668"/>
                  </a:lnTo>
                  <a:lnTo>
                    <a:pt x="2139187" y="1766952"/>
                  </a:lnTo>
                  <a:lnTo>
                    <a:pt x="2076152" y="1747689"/>
                  </a:lnTo>
                  <a:lnTo>
                    <a:pt x="2015684" y="1724047"/>
                  </a:lnTo>
                  <a:lnTo>
                    <a:pt x="1974228" y="1761620"/>
                  </a:lnTo>
                  <a:lnTo>
                    <a:pt x="1929290" y="1794949"/>
                  </a:lnTo>
                  <a:lnTo>
                    <a:pt x="1881300" y="1823713"/>
                  </a:lnTo>
                  <a:lnTo>
                    <a:pt x="1830723" y="1847634"/>
                  </a:lnTo>
                  <a:lnTo>
                    <a:pt x="1778045" y="1866483"/>
                  </a:lnTo>
                  <a:lnTo>
                    <a:pt x="1723772" y="1880077"/>
                  </a:lnTo>
                  <a:lnTo>
                    <a:pt x="1668429" y="1888287"/>
                  </a:lnTo>
                  <a:lnTo>
                    <a:pt x="1612547" y="1891032"/>
                  </a:lnTo>
                  <a:lnTo>
                    <a:pt x="1591561" y="1961954"/>
                  </a:lnTo>
                  <a:lnTo>
                    <a:pt x="1565937" y="2032037"/>
                  </a:lnTo>
                  <a:lnTo>
                    <a:pt x="1535710" y="2101053"/>
                  </a:lnTo>
                  <a:lnTo>
                    <a:pt x="1500923" y="2168777"/>
                  </a:lnTo>
                  <a:lnTo>
                    <a:pt x="1461633" y="2234984"/>
                  </a:lnTo>
                  <a:lnTo>
                    <a:pt x="1417903" y="2299453"/>
                  </a:lnTo>
                  <a:lnTo>
                    <a:pt x="1369807" y="2361964"/>
                  </a:lnTo>
                  <a:lnTo>
                    <a:pt x="1317430" y="2422301"/>
                  </a:lnTo>
                  <a:lnTo>
                    <a:pt x="1260865" y="2480252"/>
                  </a:lnTo>
                  <a:lnTo>
                    <a:pt x="1200213" y="2535608"/>
                  </a:lnTo>
                  <a:lnTo>
                    <a:pt x="1135587" y="2588163"/>
                  </a:lnTo>
                  <a:lnTo>
                    <a:pt x="1067107" y="2637720"/>
                  </a:lnTo>
                  <a:lnTo>
                    <a:pt x="994902" y="2684081"/>
                  </a:lnTo>
                  <a:lnTo>
                    <a:pt x="919112" y="2727058"/>
                  </a:lnTo>
                  <a:lnTo>
                    <a:pt x="839881" y="2766467"/>
                  </a:lnTo>
                  <a:lnTo>
                    <a:pt x="757365" y="2802130"/>
                  </a:lnTo>
                  <a:lnTo>
                    <a:pt x="671725" y="2833875"/>
                  </a:lnTo>
                  <a:lnTo>
                    <a:pt x="583134" y="2861537"/>
                  </a:lnTo>
                  <a:lnTo>
                    <a:pt x="491766" y="2884958"/>
                  </a:lnTo>
                  <a:lnTo>
                    <a:pt x="397809" y="2903988"/>
                  </a:lnTo>
                  <a:lnTo>
                    <a:pt x="301452" y="2918484"/>
                  </a:lnTo>
                  <a:lnTo>
                    <a:pt x="202895" y="2928311"/>
                  </a:lnTo>
                  <a:lnTo>
                    <a:pt x="102340" y="2933342"/>
                  </a:lnTo>
                  <a:lnTo>
                    <a:pt x="0" y="2933458"/>
                  </a:lnTo>
                  <a:lnTo>
                    <a:pt x="12525" y="2844258"/>
                  </a:lnTo>
                  <a:lnTo>
                    <a:pt x="28426" y="2756674"/>
                  </a:lnTo>
                  <a:lnTo>
                    <a:pt x="47630" y="2670817"/>
                  </a:lnTo>
                  <a:lnTo>
                    <a:pt x="70062" y="2586795"/>
                  </a:lnTo>
                  <a:lnTo>
                    <a:pt x="95642" y="2504715"/>
                  </a:lnTo>
                  <a:lnTo>
                    <a:pt x="124288" y="2424679"/>
                  </a:lnTo>
                  <a:lnTo>
                    <a:pt x="155913" y="2346788"/>
                  </a:lnTo>
                  <a:lnTo>
                    <a:pt x="190431" y="2271138"/>
                  </a:lnTo>
                  <a:lnTo>
                    <a:pt x="227748" y="2197825"/>
                  </a:lnTo>
                  <a:lnTo>
                    <a:pt x="267770" y="2126938"/>
                  </a:lnTo>
                  <a:lnTo>
                    <a:pt x="310402" y="2058567"/>
                  </a:lnTo>
                  <a:lnTo>
                    <a:pt x="355541" y="1992794"/>
                  </a:lnTo>
                  <a:lnTo>
                    <a:pt x="403087" y="1929702"/>
                  </a:lnTo>
                  <a:lnTo>
                    <a:pt x="452933" y="1869367"/>
                  </a:lnTo>
                  <a:lnTo>
                    <a:pt x="504974" y="1811864"/>
                  </a:lnTo>
                  <a:lnTo>
                    <a:pt x="559100" y="1757263"/>
                  </a:lnTo>
                  <a:lnTo>
                    <a:pt x="615198" y="1705630"/>
                  </a:lnTo>
                  <a:lnTo>
                    <a:pt x="673156" y="1657030"/>
                  </a:lnTo>
                  <a:lnTo>
                    <a:pt x="732859" y="1611520"/>
                  </a:lnTo>
                  <a:lnTo>
                    <a:pt x="794188" y="1569157"/>
                  </a:lnTo>
                  <a:lnTo>
                    <a:pt x="857026" y="1529991"/>
                  </a:lnTo>
                  <a:lnTo>
                    <a:pt x="921252" y="1494071"/>
                  </a:lnTo>
                  <a:lnTo>
                    <a:pt x="986744" y="1461439"/>
                  </a:lnTo>
                  <a:lnTo>
                    <a:pt x="1053380" y="1432136"/>
                  </a:lnTo>
                  <a:lnTo>
                    <a:pt x="1121035" y="1406196"/>
                  </a:lnTo>
                  <a:lnTo>
                    <a:pt x="1189584" y="1383651"/>
                  </a:lnTo>
                  <a:lnTo>
                    <a:pt x="1258901" y="1364529"/>
                  </a:lnTo>
                  <a:lnTo>
                    <a:pt x="1328859" y="1348851"/>
                  </a:lnTo>
                  <a:lnTo>
                    <a:pt x="1399331" y="1336638"/>
                  </a:lnTo>
                  <a:lnTo>
                    <a:pt x="1470188" y="1327904"/>
                  </a:lnTo>
                  <a:lnTo>
                    <a:pt x="1541303" y="1322659"/>
                  </a:lnTo>
                  <a:lnTo>
                    <a:pt x="1612547" y="1320910"/>
                  </a:lnTo>
                  <a:lnTo>
                    <a:pt x="1560850" y="1317213"/>
                  </a:lnTo>
                  <a:lnTo>
                    <a:pt x="1509944" y="1306158"/>
                  </a:lnTo>
                  <a:lnTo>
                    <a:pt x="1460613" y="1287859"/>
                  </a:lnTo>
                  <a:lnTo>
                    <a:pt x="1413628" y="1262503"/>
                  </a:lnTo>
                  <a:lnTo>
                    <a:pt x="1369740" y="1230348"/>
                  </a:lnTo>
                  <a:lnTo>
                    <a:pt x="1329674" y="1191727"/>
                  </a:lnTo>
                  <a:lnTo>
                    <a:pt x="1294121" y="1147037"/>
                  </a:lnTo>
                  <a:lnTo>
                    <a:pt x="1263735" y="1096742"/>
                  </a:lnTo>
                  <a:lnTo>
                    <a:pt x="1239124" y="1041370"/>
                  </a:lnTo>
                  <a:lnTo>
                    <a:pt x="1220848" y="981501"/>
                  </a:lnTo>
                  <a:lnTo>
                    <a:pt x="1209410" y="917774"/>
                  </a:lnTo>
                </a:path>
              </a:pathLst>
            </a:custGeom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395764" y="3781736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351857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88536" y="418487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72852" y="5394283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2026-03-19T05:58:26Z</dcterms:modified>
  <cp:category/>
</cp:coreProperties>
</file>