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39444" y="440031"/>
              <a:ext cx="955112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4158889" y="2955056"/>
              <a:ext cx="2838598" cy="2273808"/>
            </a:xfrm>
            <a:custGeom>
              <a:avLst/>
              <a:pathLst>
                <a:path w="2838598" h="2273808">
                  <a:moveTo>
                    <a:pt x="2838598" y="858280"/>
                  </a:moveTo>
                  <a:lnTo>
                    <a:pt x="2778812" y="763946"/>
                  </a:lnTo>
                  <a:lnTo>
                    <a:pt x="2715233" y="674682"/>
                  </a:lnTo>
                  <a:lnTo>
                    <a:pt x="2648183" y="590636"/>
                  </a:lnTo>
                  <a:lnTo>
                    <a:pt x="2577989" y="511937"/>
                  </a:lnTo>
                  <a:lnTo>
                    <a:pt x="2504984" y="438697"/>
                  </a:lnTo>
                  <a:lnTo>
                    <a:pt x="2429504" y="371007"/>
                  </a:lnTo>
                  <a:lnTo>
                    <a:pt x="2351888" y="308942"/>
                  </a:lnTo>
                  <a:lnTo>
                    <a:pt x="2272475" y="252557"/>
                  </a:lnTo>
                  <a:lnTo>
                    <a:pt x="2191607" y="201888"/>
                  </a:lnTo>
                  <a:lnTo>
                    <a:pt x="2109624" y="156952"/>
                  </a:lnTo>
                  <a:lnTo>
                    <a:pt x="2026865" y="117750"/>
                  </a:lnTo>
                  <a:lnTo>
                    <a:pt x="1943668" y="84262"/>
                  </a:lnTo>
                  <a:lnTo>
                    <a:pt x="1860365" y="56450"/>
                  </a:lnTo>
                  <a:lnTo>
                    <a:pt x="1777288" y="34261"/>
                  </a:lnTo>
                  <a:lnTo>
                    <a:pt x="1694760" y="17619"/>
                  </a:lnTo>
                  <a:lnTo>
                    <a:pt x="1613100" y="6436"/>
                  </a:lnTo>
                  <a:lnTo>
                    <a:pt x="1532621" y="604"/>
                  </a:lnTo>
                  <a:lnTo>
                    <a:pt x="1453625" y="0"/>
                  </a:lnTo>
                  <a:lnTo>
                    <a:pt x="1376410" y="4483"/>
                  </a:lnTo>
                  <a:lnTo>
                    <a:pt x="1301261" y="13898"/>
                  </a:lnTo>
                  <a:lnTo>
                    <a:pt x="1228454" y="28076"/>
                  </a:lnTo>
                  <a:lnTo>
                    <a:pt x="1158256" y="46831"/>
                  </a:lnTo>
                  <a:lnTo>
                    <a:pt x="1090920" y="69964"/>
                  </a:lnTo>
                  <a:lnTo>
                    <a:pt x="1026687" y="97265"/>
                  </a:lnTo>
                  <a:lnTo>
                    <a:pt x="965786" y="128509"/>
                  </a:lnTo>
                  <a:lnTo>
                    <a:pt x="908432" y="163460"/>
                  </a:lnTo>
                  <a:lnTo>
                    <a:pt x="854827" y="201871"/>
                  </a:lnTo>
                  <a:lnTo>
                    <a:pt x="805156" y="243485"/>
                  </a:lnTo>
                  <a:lnTo>
                    <a:pt x="759591" y="288036"/>
                  </a:lnTo>
                  <a:lnTo>
                    <a:pt x="718288" y="335249"/>
                  </a:lnTo>
                  <a:lnTo>
                    <a:pt x="681385" y="384840"/>
                  </a:lnTo>
                  <a:lnTo>
                    <a:pt x="649007" y="436521"/>
                  </a:lnTo>
                  <a:lnTo>
                    <a:pt x="621260" y="489994"/>
                  </a:lnTo>
                  <a:lnTo>
                    <a:pt x="598233" y="544961"/>
                  </a:lnTo>
                  <a:lnTo>
                    <a:pt x="579999" y="601115"/>
                  </a:lnTo>
                  <a:lnTo>
                    <a:pt x="566613" y="658148"/>
                  </a:lnTo>
                  <a:lnTo>
                    <a:pt x="558111" y="715750"/>
                  </a:lnTo>
                  <a:lnTo>
                    <a:pt x="592869" y="683541"/>
                  </a:lnTo>
                  <a:lnTo>
                    <a:pt x="639927" y="660759"/>
                  </a:lnTo>
                  <a:lnTo>
                    <a:pt x="696686" y="650888"/>
                  </a:lnTo>
                  <a:lnTo>
                    <a:pt x="759680" y="656712"/>
                  </a:lnTo>
                  <a:lnTo>
                    <a:pt x="793800" y="732302"/>
                  </a:lnTo>
                  <a:lnTo>
                    <a:pt x="802747" y="809619"/>
                  </a:lnTo>
                  <a:lnTo>
                    <a:pt x="788608" y="880982"/>
                  </a:lnTo>
                  <a:lnTo>
                    <a:pt x="755632" y="940096"/>
                  </a:lnTo>
                  <a:lnTo>
                    <a:pt x="709605" y="982608"/>
                  </a:lnTo>
                  <a:lnTo>
                    <a:pt x="657093" y="1006417"/>
                  </a:lnTo>
                  <a:lnTo>
                    <a:pt x="604657" y="1011723"/>
                  </a:lnTo>
                  <a:lnTo>
                    <a:pt x="558111" y="1000811"/>
                  </a:lnTo>
                  <a:lnTo>
                    <a:pt x="521908" y="977624"/>
                  </a:lnTo>
                  <a:lnTo>
                    <a:pt x="498722" y="947163"/>
                  </a:lnTo>
                  <a:lnTo>
                    <a:pt x="489250" y="914793"/>
                  </a:lnTo>
                  <a:lnTo>
                    <a:pt x="492271" y="885552"/>
                  </a:lnTo>
                  <a:lnTo>
                    <a:pt x="504920" y="863519"/>
                  </a:lnTo>
                  <a:lnTo>
                    <a:pt x="523163" y="851329"/>
                  </a:lnTo>
                  <a:lnTo>
                    <a:pt x="542399" y="849882"/>
                  </a:lnTo>
                  <a:lnTo>
                    <a:pt x="558111" y="858280"/>
                  </a:lnTo>
                  <a:lnTo>
                    <a:pt x="529491" y="837054"/>
                  </a:lnTo>
                  <a:lnTo>
                    <a:pt x="495261" y="824686"/>
                  </a:lnTo>
                  <a:lnTo>
                    <a:pt x="457462" y="822268"/>
                  </a:lnTo>
                  <a:lnTo>
                    <a:pt x="418319" y="830474"/>
                  </a:lnTo>
                  <a:lnTo>
                    <a:pt x="380163" y="849538"/>
                  </a:lnTo>
                  <a:lnTo>
                    <a:pt x="345345" y="879236"/>
                  </a:lnTo>
                  <a:lnTo>
                    <a:pt x="316158" y="918886"/>
                  </a:lnTo>
                  <a:lnTo>
                    <a:pt x="294749" y="967368"/>
                  </a:lnTo>
                  <a:lnTo>
                    <a:pt x="283043" y="1023150"/>
                  </a:lnTo>
                  <a:lnTo>
                    <a:pt x="282667" y="1084331"/>
                  </a:lnTo>
                  <a:lnTo>
                    <a:pt x="294888" y="1148703"/>
                  </a:lnTo>
                  <a:lnTo>
                    <a:pt x="320554" y="1213809"/>
                  </a:lnTo>
                  <a:lnTo>
                    <a:pt x="360057" y="1277030"/>
                  </a:lnTo>
                  <a:lnTo>
                    <a:pt x="413301" y="1335656"/>
                  </a:lnTo>
                  <a:lnTo>
                    <a:pt x="479685" y="1386984"/>
                  </a:lnTo>
                  <a:lnTo>
                    <a:pt x="558111" y="1428402"/>
                  </a:lnTo>
                  <a:lnTo>
                    <a:pt x="595182" y="1471137"/>
                  </a:lnTo>
                  <a:lnTo>
                    <a:pt x="637404" y="1511317"/>
                  </a:lnTo>
                  <a:lnTo>
                    <a:pt x="684594" y="1548475"/>
                  </a:lnTo>
                  <a:lnTo>
                    <a:pt x="736531" y="1582160"/>
                  </a:lnTo>
                  <a:lnTo>
                    <a:pt x="792960" y="1611936"/>
                  </a:lnTo>
                  <a:lnTo>
                    <a:pt x="853587" y="1637387"/>
                  </a:lnTo>
                  <a:lnTo>
                    <a:pt x="918088" y="1658117"/>
                  </a:lnTo>
                  <a:lnTo>
                    <a:pt x="986105" y="1673755"/>
                  </a:lnTo>
                  <a:lnTo>
                    <a:pt x="1057250" y="1683956"/>
                  </a:lnTo>
                  <a:lnTo>
                    <a:pt x="1131105" y="1688405"/>
                  </a:lnTo>
                  <a:lnTo>
                    <a:pt x="1207228" y="1686816"/>
                  </a:lnTo>
                  <a:lnTo>
                    <a:pt x="1285151" y="1678938"/>
                  </a:lnTo>
                  <a:lnTo>
                    <a:pt x="1364385" y="1664554"/>
                  </a:lnTo>
                  <a:lnTo>
                    <a:pt x="1283599" y="1695537"/>
                  </a:lnTo>
                  <a:lnTo>
                    <a:pt x="1202608" y="1719228"/>
                  </a:lnTo>
                  <a:lnTo>
                    <a:pt x="1122034" y="1735761"/>
                  </a:lnTo>
                  <a:lnTo>
                    <a:pt x="1042474" y="1745324"/>
                  </a:lnTo>
                  <a:lnTo>
                    <a:pt x="964502" y="1748152"/>
                  </a:lnTo>
                  <a:lnTo>
                    <a:pt x="888664" y="1744526"/>
                  </a:lnTo>
                  <a:lnTo>
                    <a:pt x="815471" y="1734768"/>
                  </a:lnTo>
                  <a:lnTo>
                    <a:pt x="745402" y="1719242"/>
                  </a:lnTo>
                  <a:lnTo>
                    <a:pt x="678894" y="1698346"/>
                  </a:lnTo>
                  <a:lnTo>
                    <a:pt x="616346" y="1672511"/>
                  </a:lnTo>
                  <a:lnTo>
                    <a:pt x="558111" y="1642198"/>
                  </a:lnTo>
                  <a:lnTo>
                    <a:pt x="504498" y="1607890"/>
                  </a:lnTo>
                  <a:lnTo>
                    <a:pt x="455768" y="1570091"/>
                  </a:lnTo>
                  <a:lnTo>
                    <a:pt x="412135" y="1529324"/>
                  </a:lnTo>
                  <a:lnTo>
                    <a:pt x="373761" y="1486119"/>
                  </a:lnTo>
                  <a:lnTo>
                    <a:pt x="340762" y="1441017"/>
                  </a:lnTo>
                  <a:lnTo>
                    <a:pt x="313200" y="1394561"/>
                  </a:lnTo>
                  <a:lnTo>
                    <a:pt x="291091" y="1347292"/>
                  </a:lnTo>
                  <a:lnTo>
                    <a:pt x="274398" y="1299746"/>
                  </a:lnTo>
                  <a:lnTo>
                    <a:pt x="263040" y="1252449"/>
                  </a:lnTo>
                  <a:lnTo>
                    <a:pt x="256885" y="1205913"/>
                  </a:lnTo>
                  <a:lnTo>
                    <a:pt x="255758" y="1160633"/>
                  </a:lnTo>
                  <a:lnTo>
                    <a:pt x="237726" y="1104120"/>
                  </a:lnTo>
                  <a:lnTo>
                    <a:pt x="228951" y="1048321"/>
                  </a:lnTo>
                  <a:lnTo>
                    <a:pt x="228909" y="994640"/>
                  </a:lnTo>
                  <a:lnTo>
                    <a:pt x="236872" y="944356"/>
                  </a:lnTo>
                  <a:lnTo>
                    <a:pt x="251937" y="898589"/>
                  </a:lnTo>
                  <a:lnTo>
                    <a:pt x="273050" y="858280"/>
                  </a:lnTo>
                  <a:lnTo>
                    <a:pt x="240760" y="874639"/>
                  </a:lnTo>
                  <a:lnTo>
                    <a:pt x="209484" y="894318"/>
                  </a:lnTo>
                  <a:lnTo>
                    <a:pt x="179479" y="917251"/>
                  </a:lnTo>
                  <a:lnTo>
                    <a:pt x="150997" y="943355"/>
                  </a:lnTo>
                  <a:lnTo>
                    <a:pt x="124283" y="972531"/>
                  </a:lnTo>
                  <a:lnTo>
                    <a:pt x="99577" y="1004661"/>
                  </a:lnTo>
                  <a:lnTo>
                    <a:pt x="77111" y="1039610"/>
                  </a:lnTo>
                  <a:lnTo>
                    <a:pt x="57109" y="1077231"/>
                  </a:lnTo>
                  <a:lnTo>
                    <a:pt x="39785" y="1117357"/>
                  </a:lnTo>
                  <a:lnTo>
                    <a:pt x="25340" y="1159808"/>
                  </a:lnTo>
                  <a:lnTo>
                    <a:pt x="13967" y="1204391"/>
                  </a:lnTo>
                  <a:lnTo>
                    <a:pt x="5845" y="1250898"/>
                  </a:lnTo>
                  <a:lnTo>
                    <a:pt x="1139" y="1299109"/>
                  </a:lnTo>
                  <a:lnTo>
                    <a:pt x="0" y="1348791"/>
                  </a:lnTo>
                  <a:lnTo>
                    <a:pt x="2564" y="1399703"/>
                  </a:lnTo>
                  <a:lnTo>
                    <a:pt x="8952" y="1451591"/>
                  </a:lnTo>
                  <a:lnTo>
                    <a:pt x="19268" y="1504193"/>
                  </a:lnTo>
                  <a:lnTo>
                    <a:pt x="33599" y="1557240"/>
                  </a:lnTo>
                  <a:lnTo>
                    <a:pt x="52015" y="1610455"/>
                  </a:lnTo>
                  <a:lnTo>
                    <a:pt x="74567" y="1663555"/>
                  </a:lnTo>
                  <a:lnTo>
                    <a:pt x="101289" y="1716254"/>
                  </a:lnTo>
                  <a:lnTo>
                    <a:pt x="132195" y="1768260"/>
                  </a:lnTo>
                  <a:lnTo>
                    <a:pt x="167281" y="1819281"/>
                  </a:lnTo>
                  <a:lnTo>
                    <a:pt x="206523" y="1869022"/>
                  </a:lnTo>
                  <a:lnTo>
                    <a:pt x="249878" y="1917190"/>
                  </a:lnTo>
                  <a:lnTo>
                    <a:pt x="297285" y="1963490"/>
                  </a:lnTo>
                  <a:lnTo>
                    <a:pt x="348661" y="2007634"/>
                  </a:lnTo>
                  <a:lnTo>
                    <a:pt x="403905" y="2049333"/>
                  </a:lnTo>
                  <a:lnTo>
                    <a:pt x="462899" y="2088307"/>
                  </a:lnTo>
                  <a:lnTo>
                    <a:pt x="525503" y="2124278"/>
                  </a:lnTo>
                  <a:lnTo>
                    <a:pt x="591561" y="2156979"/>
                  </a:lnTo>
                  <a:lnTo>
                    <a:pt x="660897" y="2186150"/>
                  </a:lnTo>
                  <a:lnTo>
                    <a:pt x="733318" y="2211539"/>
                  </a:lnTo>
                  <a:lnTo>
                    <a:pt x="808614" y="2232907"/>
                  </a:lnTo>
                  <a:lnTo>
                    <a:pt x="886559" y="2250026"/>
                  </a:lnTo>
                  <a:lnTo>
                    <a:pt x="966912" y="2262681"/>
                  </a:lnTo>
                  <a:lnTo>
                    <a:pt x="1049414" y="2270670"/>
                  </a:lnTo>
                  <a:lnTo>
                    <a:pt x="1133794" y="2273808"/>
                  </a:lnTo>
                  <a:lnTo>
                    <a:pt x="1219767" y="2271923"/>
                  </a:lnTo>
                  <a:lnTo>
                    <a:pt x="1307036" y="2264861"/>
                  </a:lnTo>
                  <a:lnTo>
                    <a:pt x="1395292" y="2252487"/>
                  </a:lnTo>
                  <a:lnTo>
                    <a:pt x="1484215" y="2234682"/>
                  </a:lnTo>
                  <a:lnTo>
                    <a:pt x="1573477" y="2211346"/>
                  </a:lnTo>
                  <a:lnTo>
                    <a:pt x="1662740" y="2182401"/>
                  </a:lnTo>
                  <a:lnTo>
                    <a:pt x="1751660" y="2147788"/>
                  </a:lnTo>
                  <a:lnTo>
                    <a:pt x="1839886" y="2107466"/>
                  </a:lnTo>
                  <a:lnTo>
                    <a:pt x="1927064" y="2061421"/>
                  </a:lnTo>
                  <a:lnTo>
                    <a:pt x="2012835" y="2009655"/>
                  </a:lnTo>
                  <a:lnTo>
                    <a:pt x="2096839" y="1952195"/>
                  </a:lnTo>
                  <a:lnTo>
                    <a:pt x="2178713" y="1889089"/>
                  </a:lnTo>
                  <a:lnTo>
                    <a:pt x="2258098" y="1820408"/>
                  </a:lnTo>
                  <a:lnTo>
                    <a:pt x="2334634" y="1746244"/>
                  </a:lnTo>
                  <a:lnTo>
                    <a:pt x="2407964" y="1666713"/>
                  </a:lnTo>
                  <a:lnTo>
                    <a:pt x="2477737" y="1581952"/>
                  </a:lnTo>
                  <a:lnTo>
                    <a:pt x="2543608" y="1492121"/>
                  </a:lnTo>
                  <a:lnTo>
                    <a:pt x="2605238" y="1397401"/>
                  </a:lnTo>
                  <a:lnTo>
                    <a:pt x="2662297" y="1297993"/>
                  </a:lnTo>
                  <a:lnTo>
                    <a:pt x="2714466" y="1194124"/>
                  </a:lnTo>
                  <a:lnTo>
                    <a:pt x="2761434" y="1086035"/>
                  </a:lnTo>
                  <a:lnTo>
                    <a:pt x="2802905" y="973993"/>
                  </a:lnTo>
                  <a:close/>
                </a:path>
              </a:pathLst>
            </a:custGeom>
            <a:solidFill>
              <a:srgbClr val="7AD151">
                <a:alpha val="25882"/>
              </a:srgbClr>
            </a:solidFill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387798" y="3318063"/>
              <a:ext cx="2609688" cy="1325398"/>
            </a:xfrm>
            <a:custGeom>
              <a:avLst/>
              <a:pathLst>
                <a:path w="2609688" h="1325398">
                  <a:moveTo>
                    <a:pt x="329202" y="352742"/>
                  </a:moveTo>
                  <a:lnTo>
                    <a:pt x="363960" y="320533"/>
                  </a:lnTo>
                  <a:lnTo>
                    <a:pt x="411018" y="297752"/>
                  </a:lnTo>
                  <a:lnTo>
                    <a:pt x="467777" y="287881"/>
                  </a:lnTo>
                  <a:lnTo>
                    <a:pt x="530770" y="293704"/>
                  </a:lnTo>
                  <a:lnTo>
                    <a:pt x="590304" y="248936"/>
                  </a:lnTo>
                  <a:lnTo>
                    <a:pt x="652567" y="207503"/>
                  </a:lnTo>
                  <a:lnTo>
                    <a:pt x="717414" y="169524"/>
                  </a:lnTo>
                  <a:lnTo>
                    <a:pt x="784696" y="135115"/>
                  </a:lnTo>
                  <a:lnTo>
                    <a:pt x="854259" y="104382"/>
                  </a:lnTo>
                  <a:lnTo>
                    <a:pt x="925945" y="77429"/>
                  </a:lnTo>
                  <a:lnTo>
                    <a:pt x="999592" y="54351"/>
                  </a:lnTo>
                  <a:lnTo>
                    <a:pt x="1075034" y="35237"/>
                  </a:lnTo>
                  <a:lnTo>
                    <a:pt x="1152102" y="20172"/>
                  </a:lnTo>
                  <a:lnTo>
                    <a:pt x="1230623" y="9231"/>
                  </a:lnTo>
                  <a:lnTo>
                    <a:pt x="1310421" y="2486"/>
                  </a:lnTo>
                  <a:lnTo>
                    <a:pt x="1391319" y="0"/>
                  </a:lnTo>
                  <a:lnTo>
                    <a:pt x="1473135" y="1828"/>
                  </a:lnTo>
                  <a:lnTo>
                    <a:pt x="1555686" y="8022"/>
                  </a:lnTo>
                  <a:lnTo>
                    <a:pt x="1638786" y="18623"/>
                  </a:lnTo>
                  <a:lnTo>
                    <a:pt x="1722249" y="33667"/>
                  </a:lnTo>
                  <a:lnTo>
                    <a:pt x="1805885" y="53183"/>
                  </a:lnTo>
                  <a:lnTo>
                    <a:pt x="1889505" y="77191"/>
                  </a:lnTo>
                  <a:lnTo>
                    <a:pt x="1972917" y="105705"/>
                  </a:lnTo>
                  <a:lnTo>
                    <a:pt x="2055930" y="138732"/>
                  </a:lnTo>
                  <a:lnTo>
                    <a:pt x="2138351" y="176271"/>
                  </a:lnTo>
                  <a:lnTo>
                    <a:pt x="2219988" y="218313"/>
                  </a:lnTo>
                  <a:lnTo>
                    <a:pt x="2300649" y="264844"/>
                  </a:lnTo>
                  <a:lnTo>
                    <a:pt x="2380140" y="315839"/>
                  </a:lnTo>
                  <a:lnTo>
                    <a:pt x="2458271" y="371269"/>
                  </a:lnTo>
                  <a:lnTo>
                    <a:pt x="2534850" y="431095"/>
                  </a:lnTo>
                  <a:lnTo>
                    <a:pt x="2609688" y="495273"/>
                  </a:lnTo>
                  <a:lnTo>
                    <a:pt x="2556439" y="574819"/>
                  </a:lnTo>
                  <a:lnTo>
                    <a:pt x="2500484" y="650566"/>
                  </a:lnTo>
                  <a:lnTo>
                    <a:pt x="2442025" y="722425"/>
                  </a:lnTo>
                  <a:lnTo>
                    <a:pt x="2381270" y="790316"/>
                  </a:lnTo>
                  <a:lnTo>
                    <a:pt x="2318426" y="854168"/>
                  </a:lnTo>
                  <a:lnTo>
                    <a:pt x="2253703" y="913923"/>
                  </a:lnTo>
                  <a:lnTo>
                    <a:pt x="2187315" y="969528"/>
                  </a:lnTo>
                  <a:lnTo>
                    <a:pt x="2119474" y="1020944"/>
                  </a:lnTo>
                  <a:lnTo>
                    <a:pt x="2050394" y="1068141"/>
                  </a:lnTo>
                  <a:lnTo>
                    <a:pt x="1980289" y="1111097"/>
                  </a:lnTo>
                  <a:lnTo>
                    <a:pt x="1909373" y="1149801"/>
                  </a:lnTo>
                  <a:lnTo>
                    <a:pt x="1837859" y="1184254"/>
                  </a:lnTo>
                  <a:lnTo>
                    <a:pt x="1765959" y="1214462"/>
                  </a:lnTo>
                  <a:lnTo>
                    <a:pt x="1693885" y="1240446"/>
                  </a:lnTo>
                  <a:lnTo>
                    <a:pt x="1621844" y="1262233"/>
                  </a:lnTo>
                  <a:lnTo>
                    <a:pt x="1550045" y="1279861"/>
                  </a:lnTo>
                  <a:lnTo>
                    <a:pt x="1478689" y="1293376"/>
                  </a:lnTo>
                  <a:lnTo>
                    <a:pt x="1407979" y="1302836"/>
                  </a:lnTo>
                  <a:lnTo>
                    <a:pt x="1338112" y="1308304"/>
                  </a:lnTo>
                  <a:lnTo>
                    <a:pt x="1269280" y="1309855"/>
                  </a:lnTo>
                  <a:lnTo>
                    <a:pt x="1201673" y="1307572"/>
                  </a:lnTo>
                  <a:lnTo>
                    <a:pt x="1135476" y="1301547"/>
                  </a:lnTo>
                  <a:lnTo>
                    <a:pt x="1056241" y="1315931"/>
                  </a:lnTo>
                  <a:lnTo>
                    <a:pt x="978318" y="1323809"/>
                  </a:lnTo>
                  <a:lnTo>
                    <a:pt x="902196" y="1325398"/>
                  </a:lnTo>
                  <a:lnTo>
                    <a:pt x="828340" y="1320949"/>
                  </a:lnTo>
                  <a:lnTo>
                    <a:pt x="757196" y="1310748"/>
                  </a:lnTo>
                  <a:lnTo>
                    <a:pt x="689179" y="1295110"/>
                  </a:lnTo>
                  <a:lnTo>
                    <a:pt x="624678" y="1274380"/>
                  </a:lnTo>
                  <a:lnTo>
                    <a:pt x="564050" y="1248929"/>
                  </a:lnTo>
                  <a:lnTo>
                    <a:pt x="507622" y="1219152"/>
                  </a:lnTo>
                  <a:lnTo>
                    <a:pt x="455685" y="1185467"/>
                  </a:lnTo>
                  <a:lnTo>
                    <a:pt x="408495" y="1148309"/>
                  </a:lnTo>
                  <a:lnTo>
                    <a:pt x="366273" y="1108130"/>
                  </a:lnTo>
                  <a:lnTo>
                    <a:pt x="329202" y="1065395"/>
                  </a:lnTo>
                  <a:lnTo>
                    <a:pt x="267648" y="1041576"/>
                  </a:lnTo>
                  <a:lnTo>
                    <a:pt x="211400" y="1011398"/>
                  </a:lnTo>
                  <a:lnTo>
                    <a:pt x="161077" y="975745"/>
                  </a:lnTo>
                  <a:lnTo>
                    <a:pt x="117173" y="935554"/>
                  </a:lnTo>
                  <a:lnTo>
                    <a:pt x="80044" y="891806"/>
                  </a:lnTo>
                  <a:lnTo>
                    <a:pt x="49908" y="845496"/>
                  </a:lnTo>
                  <a:lnTo>
                    <a:pt x="26849" y="797626"/>
                  </a:lnTo>
                  <a:lnTo>
                    <a:pt x="8817" y="741113"/>
                  </a:lnTo>
                  <a:lnTo>
                    <a:pt x="42" y="685313"/>
                  </a:lnTo>
                  <a:lnTo>
                    <a:pt x="0" y="631633"/>
                  </a:lnTo>
                  <a:lnTo>
                    <a:pt x="7963" y="581349"/>
                  </a:lnTo>
                  <a:lnTo>
                    <a:pt x="23028" y="535581"/>
                  </a:lnTo>
                  <a:lnTo>
                    <a:pt x="44141" y="495273"/>
                  </a:lnTo>
                  <a:lnTo>
                    <a:pt x="93683" y="464266"/>
                  </a:lnTo>
                  <a:lnTo>
                    <a:pt x="145637" y="446087"/>
                  </a:lnTo>
                  <a:lnTo>
                    <a:pt x="197521" y="440729"/>
                  </a:lnTo>
                  <a:lnTo>
                    <a:pt x="246912" y="447763"/>
                  </a:lnTo>
                  <a:lnTo>
                    <a:pt x="291509" y="466351"/>
                  </a:lnTo>
                  <a:lnTo>
                    <a:pt x="329202" y="495273"/>
                  </a:lnTo>
                </a:path>
              </a:pathLst>
            </a:custGeom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3639205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886968" y="3580167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4351857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491673" y="4588009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383047" y="4084088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400339" y="3781736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2026-03-19T04:05:36Z</dcterms:modified>
  <cp:category/>
</cp:coreProperties>
</file>