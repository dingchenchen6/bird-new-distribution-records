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0506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74657"/>
              <a:ext cx="9004821" cy="59137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4045" y="69589"/>
              <a:ext cx="8632407" cy="80506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14182" y="416368"/>
              <a:ext cx="1012132" cy="107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Pterocliformes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45005" y="912614"/>
              <a:ext cx="5750487" cy="57504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20249" y="1200139"/>
              <a:ext cx="0" cy="2587719"/>
            </a:xfrm>
            <a:custGeom>
              <a:avLst/>
              <a:pathLst>
                <a:path w="0" h="2587719">
                  <a:moveTo>
                    <a:pt x="0" y="2587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20249" y="1958064"/>
              <a:ext cx="1829794" cy="1829794"/>
            </a:xfrm>
            <a:custGeom>
              <a:avLst/>
              <a:pathLst>
                <a:path w="1829794" h="1829794">
                  <a:moveTo>
                    <a:pt x="0" y="1829794"/>
                  </a:moveTo>
                  <a:lnTo>
                    <a:pt x="1829794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20249" y="3787858"/>
              <a:ext cx="2587719" cy="0"/>
            </a:xfrm>
            <a:custGeom>
              <a:avLst/>
              <a:pathLst>
                <a:path w="2587719" h="0">
                  <a:moveTo>
                    <a:pt x="0" y="0"/>
                  </a:moveTo>
                  <a:lnTo>
                    <a:pt x="2587719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20249" y="3787858"/>
              <a:ext cx="1829794" cy="1829794"/>
            </a:xfrm>
            <a:custGeom>
              <a:avLst/>
              <a:pathLst>
                <a:path w="1829794" h="1829794">
                  <a:moveTo>
                    <a:pt x="0" y="0"/>
                  </a:moveTo>
                  <a:lnTo>
                    <a:pt x="1829794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20249" y="3787858"/>
              <a:ext cx="0" cy="2587719"/>
            </a:xfrm>
            <a:custGeom>
              <a:avLst/>
              <a:pathLst>
                <a:path w="0" h="2587719">
                  <a:moveTo>
                    <a:pt x="0" y="0"/>
                  </a:moveTo>
                  <a:lnTo>
                    <a:pt x="0" y="2587719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90455" y="3787858"/>
              <a:ext cx="1829794" cy="1829794"/>
            </a:xfrm>
            <a:custGeom>
              <a:avLst/>
              <a:pathLst>
                <a:path w="1829794" h="1829794">
                  <a:moveTo>
                    <a:pt x="1829794" y="0"/>
                  </a:moveTo>
                  <a:lnTo>
                    <a:pt x="0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32529" y="3787858"/>
              <a:ext cx="2587719" cy="0"/>
            </a:xfrm>
            <a:custGeom>
              <a:avLst/>
              <a:pathLst>
                <a:path w="2587719" h="0">
                  <a:moveTo>
                    <a:pt x="2587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90455" y="1958064"/>
              <a:ext cx="1829794" cy="1829794"/>
            </a:xfrm>
            <a:custGeom>
              <a:avLst/>
              <a:pathLst>
                <a:path w="1829794" h="1829794">
                  <a:moveTo>
                    <a:pt x="1829794" y="182979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0296" y="2637761"/>
              <a:ext cx="2299905" cy="2299616"/>
            </a:xfrm>
            <a:custGeom>
              <a:avLst/>
              <a:pathLst>
                <a:path w="2299905" h="2299616">
                  <a:moveTo>
                    <a:pt x="1149952" y="0"/>
                  </a:moveTo>
                  <a:lnTo>
                    <a:pt x="1222896" y="2315"/>
                  </a:lnTo>
                  <a:lnTo>
                    <a:pt x="1295546" y="9252"/>
                  </a:lnTo>
                  <a:lnTo>
                    <a:pt x="1367610" y="20783"/>
                  </a:lnTo>
                  <a:lnTo>
                    <a:pt x="1438797" y="36862"/>
                  </a:lnTo>
                  <a:lnTo>
                    <a:pt x="1508821" y="57423"/>
                  </a:lnTo>
                  <a:lnTo>
                    <a:pt x="1577400" y="82383"/>
                  </a:lnTo>
                  <a:lnTo>
                    <a:pt x="1644258" y="111643"/>
                  </a:lnTo>
                  <a:lnTo>
                    <a:pt x="1709126" y="145085"/>
                  </a:lnTo>
                  <a:lnTo>
                    <a:pt x="1771742" y="182573"/>
                  </a:lnTo>
                  <a:lnTo>
                    <a:pt x="1831854" y="223958"/>
                  </a:lnTo>
                  <a:lnTo>
                    <a:pt x="1889221" y="269071"/>
                  </a:lnTo>
                  <a:lnTo>
                    <a:pt x="1943610" y="317732"/>
                  </a:lnTo>
                  <a:lnTo>
                    <a:pt x="1994804" y="369745"/>
                  </a:lnTo>
                  <a:lnTo>
                    <a:pt x="2042596" y="424900"/>
                  </a:lnTo>
                  <a:lnTo>
                    <a:pt x="2086794" y="482975"/>
                  </a:lnTo>
                  <a:lnTo>
                    <a:pt x="2127219" y="543736"/>
                  </a:lnTo>
                  <a:lnTo>
                    <a:pt x="2163710" y="606939"/>
                  </a:lnTo>
                  <a:lnTo>
                    <a:pt x="2196118" y="672329"/>
                  </a:lnTo>
                  <a:lnTo>
                    <a:pt x="2224313" y="739643"/>
                  </a:lnTo>
                  <a:lnTo>
                    <a:pt x="2248183" y="808610"/>
                  </a:lnTo>
                  <a:lnTo>
                    <a:pt x="2267630" y="878951"/>
                  </a:lnTo>
                  <a:lnTo>
                    <a:pt x="2282577" y="950385"/>
                  </a:lnTo>
                  <a:lnTo>
                    <a:pt x="2292963" y="1022622"/>
                  </a:lnTo>
                  <a:lnTo>
                    <a:pt x="2298747" y="1095373"/>
                  </a:lnTo>
                  <a:lnTo>
                    <a:pt x="2299905" y="1168344"/>
                  </a:lnTo>
                  <a:lnTo>
                    <a:pt x="2296433" y="1241242"/>
                  </a:lnTo>
                  <a:lnTo>
                    <a:pt x="2288344" y="1313773"/>
                  </a:lnTo>
                  <a:lnTo>
                    <a:pt x="2275671" y="1385645"/>
                  </a:lnTo>
                  <a:lnTo>
                    <a:pt x="2258465" y="1456568"/>
                  </a:lnTo>
                  <a:lnTo>
                    <a:pt x="2236795" y="1526257"/>
                  </a:lnTo>
                  <a:lnTo>
                    <a:pt x="2210750" y="1594432"/>
                  </a:lnTo>
                  <a:lnTo>
                    <a:pt x="2180433" y="1660817"/>
                  </a:lnTo>
                  <a:lnTo>
                    <a:pt x="2145966" y="1725146"/>
                  </a:lnTo>
                  <a:lnTo>
                    <a:pt x="2107489" y="1787159"/>
                  </a:lnTo>
                  <a:lnTo>
                    <a:pt x="2065156" y="1846607"/>
                  </a:lnTo>
                  <a:lnTo>
                    <a:pt x="2019138" y="1903251"/>
                  </a:lnTo>
                  <a:lnTo>
                    <a:pt x="1969620" y="1956862"/>
                  </a:lnTo>
                  <a:lnTo>
                    <a:pt x="1916802" y="2007224"/>
                  </a:lnTo>
                  <a:lnTo>
                    <a:pt x="1860895" y="2054135"/>
                  </a:lnTo>
                  <a:lnTo>
                    <a:pt x="1802126" y="2097405"/>
                  </a:lnTo>
                  <a:lnTo>
                    <a:pt x="1740731" y="2136862"/>
                  </a:lnTo>
                  <a:lnTo>
                    <a:pt x="1676958" y="2172345"/>
                  </a:lnTo>
                  <a:lnTo>
                    <a:pt x="1611062" y="2203711"/>
                  </a:lnTo>
                  <a:lnTo>
                    <a:pt x="1543309" y="2230835"/>
                  </a:lnTo>
                  <a:lnTo>
                    <a:pt x="1473972" y="2253608"/>
                  </a:lnTo>
                  <a:lnTo>
                    <a:pt x="1403331" y="2271936"/>
                  </a:lnTo>
                  <a:lnTo>
                    <a:pt x="1331669" y="2285748"/>
                  </a:lnTo>
                  <a:lnTo>
                    <a:pt x="1259276" y="2294987"/>
                  </a:lnTo>
                  <a:lnTo>
                    <a:pt x="1186443" y="2299616"/>
                  </a:lnTo>
                  <a:lnTo>
                    <a:pt x="1113462" y="2299616"/>
                  </a:lnTo>
                  <a:lnTo>
                    <a:pt x="1040629" y="2294987"/>
                  </a:lnTo>
                  <a:lnTo>
                    <a:pt x="968235" y="2285748"/>
                  </a:lnTo>
                  <a:lnTo>
                    <a:pt x="896574" y="2271936"/>
                  </a:lnTo>
                  <a:lnTo>
                    <a:pt x="825932" y="2253608"/>
                  </a:lnTo>
                  <a:lnTo>
                    <a:pt x="756596" y="2230835"/>
                  </a:lnTo>
                  <a:lnTo>
                    <a:pt x="688843" y="2203711"/>
                  </a:lnTo>
                  <a:lnTo>
                    <a:pt x="622947" y="2172345"/>
                  </a:lnTo>
                  <a:lnTo>
                    <a:pt x="559173" y="2136862"/>
                  </a:lnTo>
                  <a:lnTo>
                    <a:pt x="497778" y="2097405"/>
                  </a:lnTo>
                  <a:lnTo>
                    <a:pt x="439009" y="2054135"/>
                  </a:lnTo>
                  <a:lnTo>
                    <a:pt x="383103" y="2007224"/>
                  </a:lnTo>
                  <a:lnTo>
                    <a:pt x="330284" y="1956862"/>
                  </a:lnTo>
                  <a:lnTo>
                    <a:pt x="280767" y="1903251"/>
                  </a:lnTo>
                  <a:lnTo>
                    <a:pt x="234749" y="1846607"/>
                  </a:lnTo>
                  <a:lnTo>
                    <a:pt x="192416" y="1787159"/>
                  </a:lnTo>
                  <a:lnTo>
                    <a:pt x="153939" y="1725146"/>
                  </a:lnTo>
                  <a:lnTo>
                    <a:pt x="119472" y="1660817"/>
                  </a:lnTo>
                  <a:lnTo>
                    <a:pt x="89155" y="1594432"/>
                  </a:lnTo>
                  <a:lnTo>
                    <a:pt x="63109" y="1526257"/>
                  </a:lnTo>
                  <a:lnTo>
                    <a:pt x="41440" y="1456568"/>
                  </a:lnTo>
                  <a:lnTo>
                    <a:pt x="24234" y="1385645"/>
                  </a:lnTo>
                  <a:lnTo>
                    <a:pt x="11561" y="1313773"/>
                  </a:lnTo>
                  <a:lnTo>
                    <a:pt x="3472" y="1241242"/>
                  </a:lnTo>
                  <a:lnTo>
                    <a:pt x="0" y="1168344"/>
                  </a:lnTo>
                  <a:lnTo>
                    <a:pt x="1157" y="1095373"/>
                  </a:lnTo>
                  <a:lnTo>
                    <a:pt x="6941" y="1022622"/>
                  </a:lnTo>
                  <a:lnTo>
                    <a:pt x="17327" y="950385"/>
                  </a:lnTo>
                  <a:lnTo>
                    <a:pt x="32274" y="878951"/>
                  </a:lnTo>
                  <a:lnTo>
                    <a:pt x="51722" y="808610"/>
                  </a:lnTo>
                  <a:lnTo>
                    <a:pt x="75591" y="739643"/>
                  </a:lnTo>
                  <a:lnTo>
                    <a:pt x="103787" y="672329"/>
                  </a:lnTo>
                  <a:lnTo>
                    <a:pt x="136195" y="606939"/>
                  </a:lnTo>
                  <a:lnTo>
                    <a:pt x="172685" y="543736"/>
                  </a:lnTo>
                  <a:lnTo>
                    <a:pt x="213110" y="482975"/>
                  </a:lnTo>
                  <a:lnTo>
                    <a:pt x="257308" y="424900"/>
                  </a:lnTo>
                  <a:lnTo>
                    <a:pt x="305100" y="369745"/>
                  </a:lnTo>
                  <a:lnTo>
                    <a:pt x="356294" y="317732"/>
                  </a:lnTo>
                  <a:lnTo>
                    <a:pt x="410684" y="269071"/>
                  </a:lnTo>
                  <a:lnTo>
                    <a:pt x="468050" y="223958"/>
                  </a:lnTo>
                  <a:lnTo>
                    <a:pt x="528163" y="182573"/>
                  </a:lnTo>
                  <a:lnTo>
                    <a:pt x="590779" y="145085"/>
                  </a:lnTo>
                  <a:lnTo>
                    <a:pt x="655646" y="111643"/>
                  </a:lnTo>
                  <a:lnTo>
                    <a:pt x="722504" y="82383"/>
                  </a:lnTo>
                  <a:lnTo>
                    <a:pt x="791083" y="57423"/>
                  </a:lnTo>
                  <a:lnTo>
                    <a:pt x="861108" y="36862"/>
                  </a:lnTo>
                  <a:lnTo>
                    <a:pt x="932295" y="20783"/>
                  </a:lnTo>
                  <a:lnTo>
                    <a:pt x="1004359" y="9252"/>
                  </a:lnTo>
                  <a:lnTo>
                    <a:pt x="1077009" y="2315"/>
                  </a:lnTo>
                  <a:lnTo>
                    <a:pt x="1149952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20343" y="1487663"/>
              <a:ext cx="4599811" cy="4599232"/>
            </a:xfrm>
            <a:custGeom>
              <a:avLst/>
              <a:pathLst>
                <a:path w="4599811" h="4599232">
                  <a:moveTo>
                    <a:pt x="2299905" y="0"/>
                  </a:moveTo>
                  <a:lnTo>
                    <a:pt x="2445792" y="4631"/>
                  </a:lnTo>
                  <a:lnTo>
                    <a:pt x="2591092" y="18505"/>
                  </a:lnTo>
                  <a:lnTo>
                    <a:pt x="2735220" y="41567"/>
                  </a:lnTo>
                  <a:lnTo>
                    <a:pt x="2877594" y="73724"/>
                  </a:lnTo>
                  <a:lnTo>
                    <a:pt x="3017643" y="114846"/>
                  </a:lnTo>
                  <a:lnTo>
                    <a:pt x="3154801" y="164767"/>
                  </a:lnTo>
                  <a:lnTo>
                    <a:pt x="3288517" y="223287"/>
                  </a:lnTo>
                  <a:lnTo>
                    <a:pt x="3418252" y="290171"/>
                  </a:lnTo>
                  <a:lnTo>
                    <a:pt x="3543484" y="365147"/>
                  </a:lnTo>
                  <a:lnTo>
                    <a:pt x="3663709" y="447916"/>
                  </a:lnTo>
                  <a:lnTo>
                    <a:pt x="3778442" y="538143"/>
                  </a:lnTo>
                  <a:lnTo>
                    <a:pt x="3887221" y="635465"/>
                  </a:lnTo>
                  <a:lnTo>
                    <a:pt x="3989609" y="739491"/>
                  </a:lnTo>
                  <a:lnTo>
                    <a:pt x="4085193" y="849800"/>
                  </a:lnTo>
                  <a:lnTo>
                    <a:pt x="4173589" y="965951"/>
                  </a:lnTo>
                  <a:lnTo>
                    <a:pt x="4254439" y="1087473"/>
                  </a:lnTo>
                  <a:lnTo>
                    <a:pt x="4327420" y="1213879"/>
                  </a:lnTo>
                  <a:lnTo>
                    <a:pt x="4392236" y="1344659"/>
                  </a:lnTo>
                  <a:lnTo>
                    <a:pt x="4448627" y="1479287"/>
                  </a:lnTo>
                  <a:lnTo>
                    <a:pt x="4496367" y="1617220"/>
                  </a:lnTo>
                  <a:lnTo>
                    <a:pt x="4535261" y="1757903"/>
                  </a:lnTo>
                  <a:lnTo>
                    <a:pt x="4565155" y="1900770"/>
                  </a:lnTo>
                  <a:lnTo>
                    <a:pt x="4585927" y="2045245"/>
                  </a:lnTo>
                  <a:lnTo>
                    <a:pt x="4597495" y="2190747"/>
                  </a:lnTo>
                  <a:lnTo>
                    <a:pt x="4599811" y="2336689"/>
                  </a:lnTo>
                  <a:lnTo>
                    <a:pt x="4592866" y="2482485"/>
                  </a:lnTo>
                  <a:lnTo>
                    <a:pt x="4576688" y="2627547"/>
                  </a:lnTo>
                  <a:lnTo>
                    <a:pt x="4551342" y="2771290"/>
                  </a:lnTo>
                  <a:lnTo>
                    <a:pt x="4516930" y="2913136"/>
                  </a:lnTo>
                  <a:lnTo>
                    <a:pt x="4473591" y="3052515"/>
                  </a:lnTo>
                  <a:lnTo>
                    <a:pt x="4421500" y="3188864"/>
                  </a:lnTo>
                  <a:lnTo>
                    <a:pt x="4360866" y="3321634"/>
                  </a:lnTo>
                  <a:lnTo>
                    <a:pt x="4291933" y="3450292"/>
                  </a:lnTo>
                  <a:lnTo>
                    <a:pt x="4214978" y="3574319"/>
                  </a:lnTo>
                  <a:lnTo>
                    <a:pt x="4130313" y="3693215"/>
                  </a:lnTo>
                  <a:lnTo>
                    <a:pt x="4038277" y="3806502"/>
                  </a:lnTo>
                  <a:lnTo>
                    <a:pt x="3939241" y="3913724"/>
                  </a:lnTo>
                  <a:lnTo>
                    <a:pt x="3833604" y="4014448"/>
                  </a:lnTo>
                  <a:lnTo>
                    <a:pt x="3721791" y="4108270"/>
                  </a:lnTo>
                  <a:lnTo>
                    <a:pt x="3604253" y="4194811"/>
                  </a:lnTo>
                  <a:lnTo>
                    <a:pt x="3481463" y="4273724"/>
                  </a:lnTo>
                  <a:lnTo>
                    <a:pt x="3353916" y="4344690"/>
                  </a:lnTo>
                  <a:lnTo>
                    <a:pt x="3222124" y="4407423"/>
                  </a:lnTo>
                  <a:lnTo>
                    <a:pt x="3086618" y="4461671"/>
                  </a:lnTo>
                  <a:lnTo>
                    <a:pt x="2947945" y="4507216"/>
                  </a:lnTo>
                  <a:lnTo>
                    <a:pt x="2806662" y="4543873"/>
                  </a:lnTo>
                  <a:lnTo>
                    <a:pt x="2663339" y="4571497"/>
                  </a:lnTo>
                  <a:lnTo>
                    <a:pt x="2518553" y="4589974"/>
                  </a:lnTo>
                  <a:lnTo>
                    <a:pt x="2372886" y="4599232"/>
                  </a:lnTo>
                  <a:lnTo>
                    <a:pt x="2226925" y="4599232"/>
                  </a:lnTo>
                  <a:lnTo>
                    <a:pt x="2081258" y="4589974"/>
                  </a:lnTo>
                  <a:lnTo>
                    <a:pt x="1936471" y="4571497"/>
                  </a:lnTo>
                  <a:lnTo>
                    <a:pt x="1793148" y="4543873"/>
                  </a:lnTo>
                  <a:lnTo>
                    <a:pt x="1651865" y="4507216"/>
                  </a:lnTo>
                  <a:lnTo>
                    <a:pt x="1513192" y="4461671"/>
                  </a:lnTo>
                  <a:lnTo>
                    <a:pt x="1377687" y="4407423"/>
                  </a:lnTo>
                  <a:lnTo>
                    <a:pt x="1245895" y="4344690"/>
                  </a:lnTo>
                  <a:lnTo>
                    <a:pt x="1118347" y="4273724"/>
                  </a:lnTo>
                  <a:lnTo>
                    <a:pt x="995557" y="4194811"/>
                  </a:lnTo>
                  <a:lnTo>
                    <a:pt x="878019" y="4108270"/>
                  </a:lnTo>
                  <a:lnTo>
                    <a:pt x="766206" y="4014448"/>
                  </a:lnTo>
                  <a:lnTo>
                    <a:pt x="660569" y="3913724"/>
                  </a:lnTo>
                  <a:lnTo>
                    <a:pt x="561534" y="3806502"/>
                  </a:lnTo>
                  <a:lnTo>
                    <a:pt x="469498" y="3693215"/>
                  </a:lnTo>
                  <a:lnTo>
                    <a:pt x="384832" y="3574319"/>
                  </a:lnTo>
                  <a:lnTo>
                    <a:pt x="307878" y="3450292"/>
                  </a:lnTo>
                  <a:lnTo>
                    <a:pt x="238945" y="3321634"/>
                  </a:lnTo>
                  <a:lnTo>
                    <a:pt x="178310" y="3188864"/>
                  </a:lnTo>
                  <a:lnTo>
                    <a:pt x="126219" y="3052515"/>
                  </a:lnTo>
                  <a:lnTo>
                    <a:pt x="82880" y="2913136"/>
                  </a:lnTo>
                  <a:lnTo>
                    <a:pt x="48468" y="2771290"/>
                  </a:lnTo>
                  <a:lnTo>
                    <a:pt x="23123" y="2627547"/>
                  </a:lnTo>
                  <a:lnTo>
                    <a:pt x="6945" y="2482485"/>
                  </a:lnTo>
                  <a:lnTo>
                    <a:pt x="0" y="2336689"/>
                  </a:lnTo>
                  <a:lnTo>
                    <a:pt x="2315" y="2190747"/>
                  </a:lnTo>
                  <a:lnTo>
                    <a:pt x="13883" y="2045245"/>
                  </a:lnTo>
                  <a:lnTo>
                    <a:pt x="34655" y="1900770"/>
                  </a:lnTo>
                  <a:lnTo>
                    <a:pt x="64549" y="1757903"/>
                  </a:lnTo>
                  <a:lnTo>
                    <a:pt x="103444" y="1617220"/>
                  </a:lnTo>
                  <a:lnTo>
                    <a:pt x="151183" y="1479287"/>
                  </a:lnTo>
                  <a:lnTo>
                    <a:pt x="207574" y="1344659"/>
                  </a:lnTo>
                  <a:lnTo>
                    <a:pt x="272390" y="1213879"/>
                  </a:lnTo>
                  <a:lnTo>
                    <a:pt x="345371" y="1087473"/>
                  </a:lnTo>
                  <a:lnTo>
                    <a:pt x="426221" y="965951"/>
                  </a:lnTo>
                  <a:lnTo>
                    <a:pt x="514617" y="849800"/>
                  </a:lnTo>
                  <a:lnTo>
                    <a:pt x="610201" y="739491"/>
                  </a:lnTo>
                  <a:lnTo>
                    <a:pt x="712589" y="635465"/>
                  </a:lnTo>
                  <a:lnTo>
                    <a:pt x="821368" y="538143"/>
                  </a:lnTo>
                  <a:lnTo>
                    <a:pt x="936101" y="447916"/>
                  </a:lnTo>
                  <a:lnTo>
                    <a:pt x="1056326" y="365147"/>
                  </a:lnTo>
                  <a:lnTo>
                    <a:pt x="1181558" y="290171"/>
                  </a:lnTo>
                  <a:lnTo>
                    <a:pt x="1311293" y="223287"/>
                  </a:lnTo>
                  <a:lnTo>
                    <a:pt x="1445009" y="164767"/>
                  </a:lnTo>
                  <a:lnTo>
                    <a:pt x="1582167" y="114846"/>
                  </a:lnTo>
                  <a:lnTo>
                    <a:pt x="1722216" y="73724"/>
                  </a:lnTo>
                  <a:lnTo>
                    <a:pt x="1864590" y="41567"/>
                  </a:lnTo>
                  <a:lnTo>
                    <a:pt x="2008718" y="18505"/>
                  </a:lnTo>
                  <a:lnTo>
                    <a:pt x="2154018" y="4631"/>
                  </a:lnTo>
                  <a:lnTo>
                    <a:pt x="2299905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32855" y="1200139"/>
              <a:ext cx="5174787" cy="5174136"/>
            </a:xfrm>
            <a:custGeom>
              <a:avLst/>
              <a:pathLst>
                <a:path w="5174787" h="5174136">
                  <a:moveTo>
                    <a:pt x="2587393" y="0"/>
                  </a:moveTo>
                  <a:lnTo>
                    <a:pt x="2751517" y="5209"/>
                  </a:lnTo>
                  <a:lnTo>
                    <a:pt x="2914979" y="20818"/>
                  </a:lnTo>
                  <a:lnTo>
                    <a:pt x="3077122" y="46763"/>
                  </a:lnTo>
                  <a:lnTo>
                    <a:pt x="3237294" y="82939"/>
                  </a:lnTo>
                  <a:lnTo>
                    <a:pt x="3394848" y="129201"/>
                  </a:lnTo>
                  <a:lnTo>
                    <a:pt x="3549151" y="185363"/>
                  </a:lnTo>
                  <a:lnTo>
                    <a:pt x="3699582" y="251198"/>
                  </a:lnTo>
                  <a:lnTo>
                    <a:pt x="3845534" y="326442"/>
                  </a:lnTo>
                  <a:lnTo>
                    <a:pt x="3986420" y="410791"/>
                  </a:lnTo>
                  <a:lnTo>
                    <a:pt x="4121673" y="503905"/>
                  </a:lnTo>
                  <a:lnTo>
                    <a:pt x="4250747" y="605411"/>
                  </a:lnTo>
                  <a:lnTo>
                    <a:pt x="4373124" y="714898"/>
                  </a:lnTo>
                  <a:lnTo>
                    <a:pt x="4488311" y="831927"/>
                  </a:lnTo>
                  <a:lnTo>
                    <a:pt x="4595843" y="956026"/>
                  </a:lnTo>
                  <a:lnTo>
                    <a:pt x="4695287" y="1086694"/>
                  </a:lnTo>
                  <a:lnTo>
                    <a:pt x="4786244" y="1223407"/>
                  </a:lnTo>
                  <a:lnTo>
                    <a:pt x="4868347" y="1365614"/>
                  </a:lnTo>
                  <a:lnTo>
                    <a:pt x="4941266" y="1512741"/>
                  </a:lnTo>
                  <a:lnTo>
                    <a:pt x="5004706" y="1664198"/>
                  </a:lnTo>
                  <a:lnTo>
                    <a:pt x="5058412" y="1819372"/>
                  </a:lnTo>
                  <a:lnTo>
                    <a:pt x="5102169" y="1977641"/>
                  </a:lnTo>
                  <a:lnTo>
                    <a:pt x="5135800" y="2138366"/>
                  </a:lnTo>
                  <a:lnTo>
                    <a:pt x="5159168" y="2300901"/>
                  </a:lnTo>
                  <a:lnTo>
                    <a:pt x="5172182" y="2464590"/>
                  </a:lnTo>
                  <a:lnTo>
                    <a:pt x="5174787" y="2628776"/>
                  </a:lnTo>
                  <a:lnTo>
                    <a:pt x="5166974" y="2792796"/>
                  </a:lnTo>
                  <a:lnTo>
                    <a:pt x="5148774" y="2955990"/>
                  </a:lnTo>
                  <a:lnTo>
                    <a:pt x="5120259" y="3117701"/>
                  </a:lnTo>
                  <a:lnTo>
                    <a:pt x="5081546" y="3277279"/>
                  </a:lnTo>
                  <a:lnTo>
                    <a:pt x="5032790" y="3434079"/>
                  </a:lnTo>
                  <a:lnTo>
                    <a:pt x="4974188" y="3587472"/>
                  </a:lnTo>
                  <a:lnTo>
                    <a:pt x="4905974" y="3736839"/>
                  </a:lnTo>
                  <a:lnTo>
                    <a:pt x="4828424" y="3881579"/>
                  </a:lnTo>
                  <a:lnTo>
                    <a:pt x="4741851" y="4021109"/>
                  </a:lnTo>
                  <a:lnTo>
                    <a:pt x="4646602" y="4154867"/>
                  </a:lnTo>
                  <a:lnTo>
                    <a:pt x="4543061" y="4282315"/>
                  </a:lnTo>
                  <a:lnTo>
                    <a:pt x="4431646" y="4402939"/>
                  </a:lnTo>
                  <a:lnTo>
                    <a:pt x="4312804" y="4516254"/>
                  </a:lnTo>
                  <a:lnTo>
                    <a:pt x="4187015" y="4621804"/>
                  </a:lnTo>
                  <a:lnTo>
                    <a:pt x="4054785" y="4719163"/>
                  </a:lnTo>
                  <a:lnTo>
                    <a:pt x="3916646" y="4807939"/>
                  </a:lnTo>
                  <a:lnTo>
                    <a:pt x="3773155" y="4887776"/>
                  </a:lnTo>
                  <a:lnTo>
                    <a:pt x="3624889" y="4958351"/>
                  </a:lnTo>
                  <a:lnTo>
                    <a:pt x="3472445" y="5019380"/>
                  </a:lnTo>
                  <a:lnTo>
                    <a:pt x="3316438" y="5070618"/>
                  </a:lnTo>
                  <a:lnTo>
                    <a:pt x="3157495" y="5111858"/>
                  </a:lnTo>
                  <a:lnTo>
                    <a:pt x="2996257" y="5142934"/>
                  </a:lnTo>
                  <a:lnTo>
                    <a:pt x="2833372" y="5163721"/>
                  </a:lnTo>
                  <a:lnTo>
                    <a:pt x="2669496" y="5174136"/>
                  </a:lnTo>
                  <a:lnTo>
                    <a:pt x="2505290" y="5174136"/>
                  </a:lnTo>
                  <a:lnTo>
                    <a:pt x="2341415" y="5163721"/>
                  </a:lnTo>
                  <a:lnTo>
                    <a:pt x="2178530" y="5142934"/>
                  </a:lnTo>
                  <a:lnTo>
                    <a:pt x="2017291" y="5111858"/>
                  </a:lnTo>
                  <a:lnTo>
                    <a:pt x="1858348" y="5070618"/>
                  </a:lnTo>
                  <a:lnTo>
                    <a:pt x="1702341" y="5019380"/>
                  </a:lnTo>
                  <a:lnTo>
                    <a:pt x="1549898" y="4958351"/>
                  </a:lnTo>
                  <a:lnTo>
                    <a:pt x="1401632" y="4887776"/>
                  </a:lnTo>
                  <a:lnTo>
                    <a:pt x="1258140" y="4807939"/>
                  </a:lnTo>
                  <a:lnTo>
                    <a:pt x="1120001" y="4719163"/>
                  </a:lnTo>
                  <a:lnTo>
                    <a:pt x="987771" y="4621804"/>
                  </a:lnTo>
                  <a:lnTo>
                    <a:pt x="861982" y="4516254"/>
                  </a:lnTo>
                  <a:lnTo>
                    <a:pt x="743141" y="4402939"/>
                  </a:lnTo>
                  <a:lnTo>
                    <a:pt x="631725" y="4282315"/>
                  </a:lnTo>
                  <a:lnTo>
                    <a:pt x="528185" y="4154867"/>
                  </a:lnTo>
                  <a:lnTo>
                    <a:pt x="432936" y="4021109"/>
                  </a:lnTo>
                  <a:lnTo>
                    <a:pt x="346362" y="3881579"/>
                  </a:lnTo>
                  <a:lnTo>
                    <a:pt x="268813" y="3736839"/>
                  </a:lnTo>
                  <a:lnTo>
                    <a:pt x="200599" y="3587472"/>
                  </a:lnTo>
                  <a:lnTo>
                    <a:pt x="141996" y="3434079"/>
                  </a:lnTo>
                  <a:lnTo>
                    <a:pt x="93240" y="3277279"/>
                  </a:lnTo>
                  <a:lnTo>
                    <a:pt x="54527" y="3117701"/>
                  </a:lnTo>
                  <a:lnTo>
                    <a:pt x="26013" y="2955990"/>
                  </a:lnTo>
                  <a:lnTo>
                    <a:pt x="7813" y="2792796"/>
                  </a:lnTo>
                  <a:lnTo>
                    <a:pt x="0" y="2628776"/>
                  </a:lnTo>
                  <a:lnTo>
                    <a:pt x="2605" y="2464590"/>
                  </a:lnTo>
                  <a:lnTo>
                    <a:pt x="15618" y="2300901"/>
                  </a:lnTo>
                  <a:lnTo>
                    <a:pt x="38987" y="2138366"/>
                  </a:lnTo>
                  <a:lnTo>
                    <a:pt x="72618" y="1977641"/>
                  </a:lnTo>
                  <a:lnTo>
                    <a:pt x="116374" y="1819372"/>
                  </a:lnTo>
                  <a:lnTo>
                    <a:pt x="170081" y="1664198"/>
                  </a:lnTo>
                  <a:lnTo>
                    <a:pt x="233521" y="1512741"/>
                  </a:lnTo>
                  <a:lnTo>
                    <a:pt x="306439" y="1365614"/>
                  </a:lnTo>
                  <a:lnTo>
                    <a:pt x="388542" y="1223407"/>
                  </a:lnTo>
                  <a:lnTo>
                    <a:pt x="479499" y="1086694"/>
                  </a:lnTo>
                  <a:lnTo>
                    <a:pt x="578944" y="956026"/>
                  </a:lnTo>
                  <a:lnTo>
                    <a:pt x="686476" y="831927"/>
                  </a:lnTo>
                  <a:lnTo>
                    <a:pt x="801662" y="714898"/>
                  </a:lnTo>
                  <a:lnTo>
                    <a:pt x="924039" y="605411"/>
                  </a:lnTo>
                  <a:lnTo>
                    <a:pt x="1053114" y="503905"/>
                  </a:lnTo>
                  <a:lnTo>
                    <a:pt x="1188367" y="410791"/>
                  </a:lnTo>
                  <a:lnTo>
                    <a:pt x="1329253" y="326442"/>
                  </a:lnTo>
                  <a:lnTo>
                    <a:pt x="1475205" y="251198"/>
                  </a:lnTo>
                  <a:lnTo>
                    <a:pt x="1625635" y="185363"/>
                  </a:lnTo>
                  <a:lnTo>
                    <a:pt x="1779938" y="129201"/>
                  </a:lnTo>
                  <a:lnTo>
                    <a:pt x="1937493" y="82939"/>
                  </a:lnTo>
                  <a:lnTo>
                    <a:pt x="2097664" y="46763"/>
                  </a:lnTo>
                  <a:lnTo>
                    <a:pt x="2259808" y="20818"/>
                  </a:lnTo>
                  <a:lnTo>
                    <a:pt x="2423270" y="5209"/>
                  </a:lnTo>
                  <a:lnTo>
                    <a:pt x="2587393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500043" y="3787858"/>
              <a:ext cx="1846689" cy="1674909"/>
            </a:xfrm>
            <a:custGeom>
              <a:avLst/>
              <a:pathLst>
                <a:path w="1846689" h="1674909">
                  <a:moveTo>
                    <a:pt x="220206" y="0"/>
                  </a:moveTo>
                  <a:lnTo>
                    <a:pt x="221970" y="71859"/>
                  </a:lnTo>
                  <a:lnTo>
                    <a:pt x="227260" y="143589"/>
                  </a:lnTo>
                  <a:lnTo>
                    <a:pt x="236069" y="215058"/>
                  </a:lnTo>
                  <a:lnTo>
                    <a:pt x="248388" y="286139"/>
                  </a:lnTo>
                  <a:lnTo>
                    <a:pt x="264201" y="356702"/>
                  </a:lnTo>
                  <a:lnTo>
                    <a:pt x="283489" y="426618"/>
                  </a:lnTo>
                  <a:lnTo>
                    <a:pt x="306228" y="495759"/>
                  </a:lnTo>
                  <a:lnTo>
                    <a:pt x="332392" y="563999"/>
                  </a:lnTo>
                  <a:lnTo>
                    <a:pt x="361949" y="631210"/>
                  </a:lnTo>
                  <a:lnTo>
                    <a:pt x="394863" y="697269"/>
                  </a:lnTo>
                  <a:lnTo>
                    <a:pt x="431093" y="762050"/>
                  </a:lnTo>
                  <a:lnTo>
                    <a:pt x="470597" y="825431"/>
                  </a:lnTo>
                  <a:lnTo>
                    <a:pt x="513327" y="887290"/>
                  </a:lnTo>
                  <a:lnTo>
                    <a:pt x="559230" y="947509"/>
                  </a:lnTo>
                  <a:lnTo>
                    <a:pt x="608250" y="1005968"/>
                  </a:lnTo>
                  <a:lnTo>
                    <a:pt x="660329" y="1062551"/>
                  </a:lnTo>
                  <a:lnTo>
                    <a:pt x="715402" y="1117144"/>
                  </a:lnTo>
                  <a:lnTo>
                    <a:pt x="773402" y="1169635"/>
                  </a:lnTo>
                  <a:lnTo>
                    <a:pt x="834258" y="1219912"/>
                  </a:lnTo>
                  <a:lnTo>
                    <a:pt x="897896" y="1267869"/>
                  </a:lnTo>
                  <a:lnTo>
                    <a:pt x="964237" y="1313398"/>
                  </a:lnTo>
                  <a:lnTo>
                    <a:pt x="1033200" y="1356398"/>
                  </a:lnTo>
                  <a:lnTo>
                    <a:pt x="1104699" y="1396767"/>
                  </a:lnTo>
                  <a:lnTo>
                    <a:pt x="1178646" y="1434406"/>
                  </a:lnTo>
                  <a:lnTo>
                    <a:pt x="1254949" y="1469222"/>
                  </a:lnTo>
                  <a:lnTo>
                    <a:pt x="1333513" y="1501121"/>
                  </a:lnTo>
                  <a:lnTo>
                    <a:pt x="1414241" y="1530014"/>
                  </a:lnTo>
                  <a:lnTo>
                    <a:pt x="1497031" y="1555815"/>
                  </a:lnTo>
                  <a:lnTo>
                    <a:pt x="1581778" y="1578441"/>
                  </a:lnTo>
                  <a:lnTo>
                    <a:pt x="1668378" y="1597811"/>
                  </a:lnTo>
                  <a:lnTo>
                    <a:pt x="1756719" y="1613849"/>
                  </a:lnTo>
                  <a:lnTo>
                    <a:pt x="1846689" y="1626483"/>
                  </a:lnTo>
                  <a:lnTo>
                    <a:pt x="1739887" y="1647306"/>
                  </a:lnTo>
                  <a:lnTo>
                    <a:pt x="1634110" y="1662236"/>
                  </a:lnTo>
                  <a:lnTo>
                    <a:pt x="1529658" y="1671392"/>
                  </a:lnTo>
                  <a:lnTo>
                    <a:pt x="1426821" y="1674909"/>
                  </a:lnTo>
                  <a:lnTo>
                    <a:pt x="1325881" y="1672932"/>
                  </a:lnTo>
                  <a:lnTo>
                    <a:pt x="1227110" y="1665623"/>
                  </a:lnTo>
                  <a:lnTo>
                    <a:pt x="1130770" y="1653155"/>
                  </a:lnTo>
                  <a:lnTo>
                    <a:pt x="1037114" y="1635714"/>
                  </a:lnTo>
                  <a:lnTo>
                    <a:pt x="946382" y="1613498"/>
                  </a:lnTo>
                  <a:lnTo>
                    <a:pt x="858804" y="1586715"/>
                  </a:lnTo>
                  <a:lnTo>
                    <a:pt x="774596" y="1555585"/>
                  </a:lnTo>
                  <a:lnTo>
                    <a:pt x="693962" y="1520338"/>
                  </a:lnTo>
                  <a:lnTo>
                    <a:pt x="617095" y="1481211"/>
                  </a:lnTo>
                  <a:lnTo>
                    <a:pt x="544172" y="1438453"/>
                  </a:lnTo>
                  <a:lnTo>
                    <a:pt x="475358" y="1392318"/>
                  </a:lnTo>
                  <a:lnTo>
                    <a:pt x="410801" y="1343069"/>
                  </a:lnTo>
                  <a:lnTo>
                    <a:pt x="350638" y="1290973"/>
                  </a:lnTo>
                  <a:lnTo>
                    <a:pt x="294988" y="1236306"/>
                  </a:lnTo>
                  <a:lnTo>
                    <a:pt x="243959" y="1179348"/>
                  </a:lnTo>
                  <a:lnTo>
                    <a:pt x="197640" y="1120380"/>
                  </a:lnTo>
                  <a:lnTo>
                    <a:pt x="156106" y="1059691"/>
                  </a:lnTo>
                  <a:lnTo>
                    <a:pt x="119417" y="997570"/>
                  </a:lnTo>
                  <a:lnTo>
                    <a:pt x="87618" y="934308"/>
                  </a:lnTo>
                  <a:lnTo>
                    <a:pt x="60736" y="870199"/>
                  </a:lnTo>
                  <a:lnTo>
                    <a:pt x="38784" y="805534"/>
                  </a:lnTo>
                  <a:lnTo>
                    <a:pt x="21761" y="740605"/>
                  </a:lnTo>
                  <a:lnTo>
                    <a:pt x="9647" y="675705"/>
                  </a:lnTo>
                  <a:lnTo>
                    <a:pt x="2410" y="611122"/>
                  </a:lnTo>
                  <a:lnTo>
                    <a:pt x="0" y="547143"/>
                  </a:lnTo>
                  <a:lnTo>
                    <a:pt x="2353" y="484049"/>
                  </a:lnTo>
                  <a:lnTo>
                    <a:pt x="9391" y="422119"/>
                  </a:lnTo>
                  <a:lnTo>
                    <a:pt x="21020" y="361627"/>
                  </a:lnTo>
                  <a:lnTo>
                    <a:pt x="37132" y="302840"/>
                  </a:lnTo>
                  <a:lnTo>
                    <a:pt x="57606" y="246019"/>
                  </a:lnTo>
                  <a:lnTo>
                    <a:pt x="82307" y="191418"/>
                  </a:lnTo>
                  <a:lnTo>
                    <a:pt x="111085" y="139282"/>
                  </a:lnTo>
                  <a:lnTo>
                    <a:pt x="143778" y="89850"/>
                  </a:lnTo>
                  <a:lnTo>
                    <a:pt x="180214" y="43350"/>
                  </a:lnTo>
                  <a:close/>
                </a:path>
              </a:pathLst>
            </a:custGeom>
            <a:solidFill>
              <a:srgbClr val="E38FD3">
                <a:alpha val="27843"/>
              </a:srgbClr>
            </a:solidFill>
            <a:ln w="25746" cap="flat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720249" y="3787858"/>
              <a:ext cx="1626483" cy="1626483"/>
            </a:xfrm>
            <a:custGeom>
              <a:avLst/>
              <a:pathLst>
                <a:path w="1626483" h="1626483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71859" y="1764"/>
                  </a:lnTo>
                  <a:lnTo>
                    <a:pt x="143589" y="7054"/>
                  </a:lnTo>
                  <a:lnTo>
                    <a:pt x="215058" y="15863"/>
                  </a:lnTo>
                  <a:lnTo>
                    <a:pt x="286139" y="28182"/>
                  </a:lnTo>
                  <a:lnTo>
                    <a:pt x="356702" y="43995"/>
                  </a:lnTo>
                  <a:lnTo>
                    <a:pt x="426618" y="63282"/>
                  </a:lnTo>
                  <a:lnTo>
                    <a:pt x="495759" y="86022"/>
                  </a:lnTo>
                  <a:lnTo>
                    <a:pt x="563999" y="112186"/>
                  </a:lnTo>
                  <a:lnTo>
                    <a:pt x="631210" y="141743"/>
                  </a:lnTo>
                  <a:lnTo>
                    <a:pt x="697269" y="174656"/>
                  </a:lnTo>
                  <a:lnTo>
                    <a:pt x="762050" y="210887"/>
                  </a:lnTo>
                  <a:lnTo>
                    <a:pt x="825431" y="250391"/>
                  </a:lnTo>
                  <a:lnTo>
                    <a:pt x="887290" y="293121"/>
                  </a:lnTo>
                  <a:lnTo>
                    <a:pt x="947509" y="339024"/>
                  </a:lnTo>
                  <a:lnTo>
                    <a:pt x="1005968" y="388044"/>
                  </a:lnTo>
                  <a:lnTo>
                    <a:pt x="1062551" y="440123"/>
                  </a:lnTo>
                  <a:lnTo>
                    <a:pt x="1117144" y="495196"/>
                  </a:lnTo>
                  <a:lnTo>
                    <a:pt x="1169635" y="553196"/>
                  </a:lnTo>
                  <a:lnTo>
                    <a:pt x="1219912" y="614052"/>
                  </a:lnTo>
                  <a:lnTo>
                    <a:pt x="1267869" y="677690"/>
                  </a:lnTo>
                  <a:lnTo>
                    <a:pt x="1313398" y="744031"/>
                  </a:lnTo>
                  <a:lnTo>
                    <a:pt x="1356398" y="812993"/>
                  </a:lnTo>
                  <a:lnTo>
                    <a:pt x="1396767" y="884492"/>
                  </a:lnTo>
                  <a:lnTo>
                    <a:pt x="1434406" y="958439"/>
                  </a:lnTo>
                  <a:lnTo>
                    <a:pt x="1469222" y="1034743"/>
                  </a:lnTo>
                  <a:lnTo>
                    <a:pt x="1501121" y="1113307"/>
                  </a:lnTo>
                  <a:lnTo>
                    <a:pt x="1530014" y="1194035"/>
                  </a:lnTo>
                  <a:lnTo>
                    <a:pt x="1555815" y="1276824"/>
                  </a:lnTo>
                  <a:lnTo>
                    <a:pt x="1578441" y="1361572"/>
                  </a:lnTo>
                  <a:lnTo>
                    <a:pt x="1597811" y="1448171"/>
                  </a:lnTo>
                  <a:lnTo>
                    <a:pt x="1613849" y="1536512"/>
                  </a:lnTo>
                  <a:lnTo>
                    <a:pt x="1626483" y="1626483"/>
                  </a:lnTo>
                  <a:lnTo>
                    <a:pt x="1536512" y="1613849"/>
                  </a:lnTo>
                  <a:lnTo>
                    <a:pt x="1448171" y="1597811"/>
                  </a:lnTo>
                  <a:lnTo>
                    <a:pt x="1361572" y="1578441"/>
                  </a:lnTo>
                  <a:lnTo>
                    <a:pt x="1276824" y="1555815"/>
                  </a:lnTo>
                  <a:lnTo>
                    <a:pt x="1194035" y="1530014"/>
                  </a:lnTo>
                  <a:lnTo>
                    <a:pt x="1113307" y="1501121"/>
                  </a:lnTo>
                  <a:lnTo>
                    <a:pt x="1034743" y="1469222"/>
                  </a:lnTo>
                  <a:lnTo>
                    <a:pt x="958439" y="1434406"/>
                  </a:lnTo>
                  <a:lnTo>
                    <a:pt x="884492" y="1396767"/>
                  </a:lnTo>
                  <a:lnTo>
                    <a:pt x="812993" y="1356398"/>
                  </a:lnTo>
                  <a:lnTo>
                    <a:pt x="744031" y="1313398"/>
                  </a:lnTo>
                  <a:lnTo>
                    <a:pt x="677690" y="1267869"/>
                  </a:lnTo>
                  <a:lnTo>
                    <a:pt x="614052" y="1219912"/>
                  </a:lnTo>
                  <a:lnTo>
                    <a:pt x="553196" y="1169635"/>
                  </a:lnTo>
                  <a:lnTo>
                    <a:pt x="495196" y="1117144"/>
                  </a:lnTo>
                  <a:lnTo>
                    <a:pt x="440123" y="1062551"/>
                  </a:lnTo>
                  <a:lnTo>
                    <a:pt x="388044" y="1005968"/>
                  </a:lnTo>
                  <a:lnTo>
                    <a:pt x="339024" y="947509"/>
                  </a:lnTo>
                  <a:lnTo>
                    <a:pt x="293121" y="887290"/>
                  </a:lnTo>
                  <a:lnTo>
                    <a:pt x="250391" y="825431"/>
                  </a:lnTo>
                  <a:lnTo>
                    <a:pt x="210887" y="762050"/>
                  </a:lnTo>
                  <a:lnTo>
                    <a:pt x="174656" y="697269"/>
                  </a:lnTo>
                  <a:lnTo>
                    <a:pt x="141743" y="631210"/>
                  </a:lnTo>
                  <a:lnTo>
                    <a:pt x="112186" y="563999"/>
                  </a:lnTo>
                  <a:lnTo>
                    <a:pt x="86022" y="495759"/>
                  </a:lnTo>
                  <a:lnTo>
                    <a:pt x="63282" y="426618"/>
                  </a:lnTo>
                  <a:lnTo>
                    <a:pt x="43995" y="356702"/>
                  </a:lnTo>
                  <a:lnTo>
                    <a:pt x="28182" y="286139"/>
                  </a:lnTo>
                  <a:lnTo>
                    <a:pt x="15863" y="215058"/>
                  </a:lnTo>
                  <a:lnTo>
                    <a:pt x="7054" y="143589"/>
                  </a:lnTo>
                  <a:lnTo>
                    <a:pt x="1764" y="71859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746" cap="flat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9000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9000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9000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9000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9000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312421" y="5380031"/>
              <a:ext cx="68622" cy="68622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9000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9000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9000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20249" y="1487663"/>
              <a:ext cx="0" cy="2300195"/>
            </a:xfrm>
            <a:custGeom>
              <a:avLst/>
              <a:pathLst>
                <a:path w="0" h="2300195">
                  <a:moveTo>
                    <a:pt x="0" y="2300195"/>
                  </a:moveTo>
                  <a:lnTo>
                    <a:pt x="0" y="2220878"/>
                  </a:lnTo>
                  <a:lnTo>
                    <a:pt x="0" y="2141560"/>
                  </a:lnTo>
                  <a:lnTo>
                    <a:pt x="0" y="2062243"/>
                  </a:lnTo>
                  <a:lnTo>
                    <a:pt x="0" y="1982926"/>
                  </a:lnTo>
                  <a:lnTo>
                    <a:pt x="0" y="1903609"/>
                  </a:lnTo>
                  <a:lnTo>
                    <a:pt x="0" y="1824292"/>
                  </a:lnTo>
                  <a:lnTo>
                    <a:pt x="0" y="1744975"/>
                  </a:lnTo>
                  <a:lnTo>
                    <a:pt x="0" y="1665658"/>
                  </a:lnTo>
                  <a:lnTo>
                    <a:pt x="0" y="1586341"/>
                  </a:lnTo>
                  <a:lnTo>
                    <a:pt x="0" y="1507024"/>
                  </a:lnTo>
                  <a:lnTo>
                    <a:pt x="0" y="1427707"/>
                  </a:lnTo>
                  <a:lnTo>
                    <a:pt x="0" y="1348390"/>
                  </a:lnTo>
                  <a:lnTo>
                    <a:pt x="0" y="1269073"/>
                  </a:lnTo>
                  <a:lnTo>
                    <a:pt x="0" y="1189756"/>
                  </a:lnTo>
                  <a:lnTo>
                    <a:pt x="0" y="1110439"/>
                  </a:lnTo>
                  <a:lnTo>
                    <a:pt x="0" y="1031121"/>
                  </a:lnTo>
                  <a:lnTo>
                    <a:pt x="0" y="951804"/>
                  </a:lnTo>
                  <a:lnTo>
                    <a:pt x="0" y="872487"/>
                  </a:lnTo>
                  <a:lnTo>
                    <a:pt x="0" y="793170"/>
                  </a:lnTo>
                  <a:lnTo>
                    <a:pt x="0" y="713853"/>
                  </a:lnTo>
                  <a:lnTo>
                    <a:pt x="0" y="634536"/>
                  </a:lnTo>
                  <a:lnTo>
                    <a:pt x="0" y="555219"/>
                  </a:lnTo>
                  <a:lnTo>
                    <a:pt x="0" y="475902"/>
                  </a:lnTo>
                  <a:lnTo>
                    <a:pt x="0" y="396585"/>
                  </a:lnTo>
                  <a:lnTo>
                    <a:pt x="0" y="317268"/>
                  </a:lnTo>
                  <a:lnTo>
                    <a:pt x="0" y="237951"/>
                  </a:lnTo>
                  <a:lnTo>
                    <a:pt x="0" y="158634"/>
                  </a:lnTo>
                  <a:lnTo>
                    <a:pt x="0" y="79317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20249" y="2161375"/>
              <a:ext cx="1626483" cy="1626483"/>
            </a:xfrm>
            <a:custGeom>
              <a:avLst/>
              <a:pathLst>
                <a:path w="1626483" h="1626483">
                  <a:moveTo>
                    <a:pt x="0" y="1626483"/>
                  </a:moveTo>
                  <a:lnTo>
                    <a:pt x="56085" y="1570397"/>
                  </a:lnTo>
                  <a:lnTo>
                    <a:pt x="112171" y="1514312"/>
                  </a:lnTo>
                  <a:lnTo>
                    <a:pt x="168256" y="1458226"/>
                  </a:lnTo>
                  <a:lnTo>
                    <a:pt x="224342" y="1402141"/>
                  </a:lnTo>
                  <a:lnTo>
                    <a:pt x="280428" y="1346055"/>
                  </a:lnTo>
                  <a:lnTo>
                    <a:pt x="336513" y="1289969"/>
                  </a:lnTo>
                  <a:lnTo>
                    <a:pt x="392599" y="1233884"/>
                  </a:lnTo>
                  <a:lnTo>
                    <a:pt x="448685" y="1177798"/>
                  </a:lnTo>
                  <a:lnTo>
                    <a:pt x="504770" y="1121712"/>
                  </a:lnTo>
                  <a:lnTo>
                    <a:pt x="560856" y="1065627"/>
                  </a:lnTo>
                  <a:lnTo>
                    <a:pt x="616942" y="1009541"/>
                  </a:lnTo>
                  <a:lnTo>
                    <a:pt x="673027" y="953455"/>
                  </a:lnTo>
                  <a:lnTo>
                    <a:pt x="729113" y="897370"/>
                  </a:lnTo>
                  <a:lnTo>
                    <a:pt x="785198" y="841284"/>
                  </a:lnTo>
                  <a:lnTo>
                    <a:pt x="841284" y="785198"/>
                  </a:lnTo>
                  <a:lnTo>
                    <a:pt x="897370" y="729113"/>
                  </a:lnTo>
                  <a:lnTo>
                    <a:pt x="953455" y="673027"/>
                  </a:lnTo>
                  <a:lnTo>
                    <a:pt x="1009541" y="616942"/>
                  </a:lnTo>
                  <a:lnTo>
                    <a:pt x="1065627" y="560856"/>
                  </a:lnTo>
                  <a:lnTo>
                    <a:pt x="1121712" y="504770"/>
                  </a:lnTo>
                  <a:lnTo>
                    <a:pt x="1177798" y="448685"/>
                  </a:lnTo>
                  <a:lnTo>
                    <a:pt x="1233884" y="392599"/>
                  </a:lnTo>
                  <a:lnTo>
                    <a:pt x="1289969" y="336513"/>
                  </a:lnTo>
                  <a:lnTo>
                    <a:pt x="1346055" y="280428"/>
                  </a:lnTo>
                  <a:lnTo>
                    <a:pt x="1402141" y="224342"/>
                  </a:lnTo>
                  <a:lnTo>
                    <a:pt x="1458226" y="168256"/>
                  </a:lnTo>
                  <a:lnTo>
                    <a:pt x="1514312" y="112171"/>
                  </a:lnTo>
                  <a:lnTo>
                    <a:pt x="1570397" y="56085"/>
                  </a:lnTo>
                  <a:lnTo>
                    <a:pt x="1626483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20249" y="3787858"/>
              <a:ext cx="2300195" cy="0"/>
            </a:xfrm>
            <a:custGeom>
              <a:avLst/>
              <a:pathLst>
                <a:path w="2300195" h="0">
                  <a:moveTo>
                    <a:pt x="0" y="0"/>
                  </a:moveTo>
                  <a:lnTo>
                    <a:pt x="79317" y="0"/>
                  </a:lnTo>
                  <a:lnTo>
                    <a:pt x="158634" y="0"/>
                  </a:lnTo>
                  <a:lnTo>
                    <a:pt x="237951" y="0"/>
                  </a:lnTo>
                  <a:lnTo>
                    <a:pt x="317268" y="0"/>
                  </a:lnTo>
                  <a:lnTo>
                    <a:pt x="396585" y="0"/>
                  </a:lnTo>
                  <a:lnTo>
                    <a:pt x="475902" y="0"/>
                  </a:lnTo>
                  <a:lnTo>
                    <a:pt x="555219" y="0"/>
                  </a:lnTo>
                  <a:lnTo>
                    <a:pt x="634536" y="0"/>
                  </a:lnTo>
                  <a:lnTo>
                    <a:pt x="713853" y="0"/>
                  </a:lnTo>
                  <a:lnTo>
                    <a:pt x="793170" y="0"/>
                  </a:lnTo>
                  <a:lnTo>
                    <a:pt x="872487" y="0"/>
                  </a:lnTo>
                  <a:lnTo>
                    <a:pt x="951804" y="0"/>
                  </a:lnTo>
                  <a:lnTo>
                    <a:pt x="1031121" y="0"/>
                  </a:lnTo>
                  <a:lnTo>
                    <a:pt x="1110439" y="0"/>
                  </a:lnTo>
                  <a:lnTo>
                    <a:pt x="1189756" y="0"/>
                  </a:lnTo>
                  <a:lnTo>
                    <a:pt x="1269073" y="0"/>
                  </a:lnTo>
                  <a:lnTo>
                    <a:pt x="1348390" y="0"/>
                  </a:lnTo>
                  <a:lnTo>
                    <a:pt x="1427707" y="0"/>
                  </a:lnTo>
                  <a:lnTo>
                    <a:pt x="1507024" y="0"/>
                  </a:lnTo>
                  <a:lnTo>
                    <a:pt x="1586341" y="0"/>
                  </a:lnTo>
                  <a:lnTo>
                    <a:pt x="1665658" y="0"/>
                  </a:lnTo>
                  <a:lnTo>
                    <a:pt x="1744975" y="0"/>
                  </a:lnTo>
                  <a:lnTo>
                    <a:pt x="1824292" y="0"/>
                  </a:lnTo>
                  <a:lnTo>
                    <a:pt x="1903609" y="0"/>
                  </a:lnTo>
                  <a:lnTo>
                    <a:pt x="1982926" y="0"/>
                  </a:lnTo>
                  <a:lnTo>
                    <a:pt x="2062243" y="0"/>
                  </a:lnTo>
                  <a:lnTo>
                    <a:pt x="2141560" y="0"/>
                  </a:lnTo>
                  <a:lnTo>
                    <a:pt x="2220878" y="0"/>
                  </a:lnTo>
                  <a:lnTo>
                    <a:pt x="2300195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20249" y="3787858"/>
              <a:ext cx="1626483" cy="1626483"/>
            </a:xfrm>
            <a:custGeom>
              <a:avLst/>
              <a:pathLst>
                <a:path w="1626483" h="1626483">
                  <a:moveTo>
                    <a:pt x="0" y="0"/>
                  </a:moveTo>
                  <a:lnTo>
                    <a:pt x="56085" y="56085"/>
                  </a:lnTo>
                  <a:lnTo>
                    <a:pt x="112171" y="112171"/>
                  </a:lnTo>
                  <a:lnTo>
                    <a:pt x="168256" y="168256"/>
                  </a:lnTo>
                  <a:lnTo>
                    <a:pt x="224342" y="224342"/>
                  </a:lnTo>
                  <a:lnTo>
                    <a:pt x="280428" y="280428"/>
                  </a:lnTo>
                  <a:lnTo>
                    <a:pt x="336513" y="336513"/>
                  </a:lnTo>
                  <a:lnTo>
                    <a:pt x="392599" y="392599"/>
                  </a:lnTo>
                  <a:lnTo>
                    <a:pt x="448685" y="448685"/>
                  </a:lnTo>
                  <a:lnTo>
                    <a:pt x="504770" y="504770"/>
                  </a:lnTo>
                  <a:lnTo>
                    <a:pt x="560856" y="560856"/>
                  </a:lnTo>
                  <a:lnTo>
                    <a:pt x="616942" y="616942"/>
                  </a:lnTo>
                  <a:lnTo>
                    <a:pt x="673027" y="673027"/>
                  </a:lnTo>
                  <a:lnTo>
                    <a:pt x="729113" y="729113"/>
                  </a:lnTo>
                  <a:lnTo>
                    <a:pt x="785198" y="785198"/>
                  </a:lnTo>
                  <a:lnTo>
                    <a:pt x="841284" y="841284"/>
                  </a:lnTo>
                  <a:lnTo>
                    <a:pt x="897370" y="897370"/>
                  </a:lnTo>
                  <a:lnTo>
                    <a:pt x="953455" y="953455"/>
                  </a:lnTo>
                  <a:lnTo>
                    <a:pt x="1009541" y="1009541"/>
                  </a:lnTo>
                  <a:lnTo>
                    <a:pt x="1065627" y="1065627"/>
                  </a:lnTo>
                  <a:lnTo>
                    <a:pt x="1121712" y="1121712"/>
                  </a:lnTo>
                  <a:lnTo>
                    <a:pt x="1177798" y="1177798"/>
                  </a:lnTo>
                  <a:lnTo>
                    <a:pt x="1233884" y="1233884"/>
                  </a:lnTo>
                  <a:lnTo>
                    <a:pt x="1289969" y="1289969"/>
                  </a:lnTo>
                  <a:lnTo>
                    <a:pt x="1346055" y="1346055"/>
                  </a:lnTo>
                  <a:lnTo>
                    <a:pt x="1402141" y="1402141"/>
                  </a:lnTo>
                  <a:lnTo>
                    <a:pt x="1458226" y="1458226"/>
                  </a:lnTo>
                  <a:lnTo>
                    <a:pt x="1514312" y="1514312"/>
                  </a:lnTo>
                  <a:lnTo>
                    <a:pt x="1570397" y="1570397"/>
                  </a:lnTo>
                  <a:lnTo>
                    <a:pt x="1626483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20249" y="3787858"/>
              <a:ext cx="0" cy="2300195"/>
            </a:xfrm>
            <a:custGeom>
              <a:avLst/>
              <a:pathLst>
                <a:path w="0" h="2300195">
                  <a:moveTo>
                    <a:pt x="0" y="0"/>
                  </a:moveTo>
                  <a:lnTo>
                    <a:pt x="0" y="79317"/>
                  </a:lnTo>
                  <a:lnTo>
                    <a:pt x="0" y="158634"/>
                  </a:lnTo>
                  <a:lnTo>
                    <a:pt x="0" y="237951"/>
                  </a:lnTo>
                  <a:lnTo>
                    <a:pt x="0" y="317268"/>
                  </a:lnTo>
                  <a:lnTo>
                    <a:pt x="0" y="396585"/>
                  </a:lnTo>
                  <a:lnTo>
                    <a:pt x="0" y="475902"/>
                  </a:lnTo>
                  <a:lnTo>
                    <a:pt x="0" y="555219"/>
                  </a:lnTo>
                  <a:lnTo>
                    <a:pt x="0" y="634536"/>
                  </a:lnTo>
                  <a:lnTo>
                    <a:pt x="0" y="713853"/>
                  </a:lnTo>
                  <a:lnTo>
                    <a:pt x="0" y="793170"/>
                  </a:lnTo>
                  <a:lnTo>
                    <a:pt x="0" y="872487"/>
                  </a:lnTo>
                  <a:lnTo>
                    <a:pt x="0" y="951804"/>
                  </a:lnTo>
                  <a:lnTo>
                    <a:pt x="0" y="1031121"/>
                  </a:lnTo>
                  <a:lnTo>
                    <a:pt x="0" y="1110439"/>
                  </a:lnTo>
                  <a:lnTo>
                    <a:pt x="0" y="1189756"/>
                  </a:lnTo>
                  <a:lnTo>
                    <a:pt x="0" y="1269073"/>
                  </a:lnTo>
                  <a:lnTo>
                    <a:pt x="0" y="1348390"/>
                  </a:lnTo>
                  <a:lnTo>
                    <a:pt x="0" y="1427707"/>
                  </a:lnTo>
                  <a:lnTo>
                    <a:pt x="0" y="1507024"/>
                  </a:lnTo>
                  <a:lnTo>
                    <a:pt x="0" y="1586341"/>
                  </a:lnTo>
                  <a:lnTo>
                    <a:pt x="0" y="1665658"/>
                  </a:lnTo>
                  <a:lnTo>
                    <a:pt x="0" y="1744975"/>
                  </a:lnTo>
                  <a:lnTo>
                    <a:pt x="0" y="1824292"/>
                  </a:lnTo>
                  <a:lnTo>
                    <a:pt x="0" y="1903609"/>
                  </a:lnTo>
                  <a:lnTo>
                    <a:pt x="0" y="1982926"/>
                  </a:lnTo>
                  <a:lnTo>
                    <a:pt x="0" y="2062243"/>
                  </a:lnTo>
                  <a:lnTo>
                    <a:pt x="0" y="2141560"/>
                  </a:lnTo>
                  <a:lnTo>
                    <a:pt x="0" y="2220878"/>
                  </a:lnTo>
                  <a:lnTo>
                    <a:pt x="0" y="2300195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93765" y="3787858"/>
              <a:ext cx="1626483" cy="1626483"/>
            </a:xfrm>
            <a:custGeom>
              <a:avLst/>
              <a:pathLst>
                <a:path w="1626483" h="1626483">
                  <a:moveTo>
                    <a:pt x="1626483" y="0"/>
                  </a:moveTo>
                  <a:lnTo>
                    <a:pt x="1570397" y="56085"/>
                  </a:lnTo>
                  <a:lnTo>
                    <a:pt x="1514312" y="112171"/>
                  </a:lnTo>
                  <a:lnTo>
                    <a:pt x="1458226" y="168256"/>
                  </a:lnTo>
                  <a:lnTo>
                    <a:pt x="1402141" y="224342"/>
                  </a:lnTo>
                  <a:lnTo>
                    <a:pt x="1346055" y="280428"/>
                  </a:lnTo>
                  <a:lnTo>
                    <a:pt x="1289969" y="336513"/>
                  </a:lnTo>
                  <a:lnTo>
                    <a:pt x="1233884" y="392599"/>
                  </a:lnTo>
                  <a:lnTo>
                    <a:pt x="1177798" y="448685"/>
                  </a:lnTo>
                  <a:lnTo>
                    <a:pt x="1121712" y="504770"/>
                  </a:lnTo>
                  <a:lnTo>
                    <a:pt x="1065627" y="560856"/>
                  </a:lnTo>
                  <a:lnTo>
                    <a:pt x="1009541" y="616942"/>
                  </a:lnTo>
                  <a:lnTo>
                    <a:pt x="953455" y="673027"/>
                  </a:lnTo>
                  <a:lnTo>
                    <a:pt x="897370" y="729113"/>
                  </a:lnTo>
                  <a:lnTo>
                    <a:pt x="841284" y="785198"/>
                  </a:lnTo>
                  <a:lnTo>
                    <a:pt x="785198" y="841284"/>
                  </a:lnTo>
                  <a:lnTo>
                    <a:pt x="729113" y="897370"/>
                  </a:lnTo>
                  <a:lnTo>
                    <a:pt x="673027" y="953455"/>
                  </a:lnTo>
                  <a:lnTo>
                    <a:pt x="616942" y="1009541"/>
                  </a:lnTo>
                  <a:lnTo>
                    <a:pt x="560856" y="1065627"/>
                  </a:lnTo>
                  <a:lnTo>
                    <a:pt x="504770" y="1121712"/>
                  </a:lnTo>
                  <a:lnTo>
                    <a:pt x="448685" y="1177798"/>
                  </a:lnTo>
                  <a:lnTo>
                    <a:pt x="392599" y="1233884"/>
                  </a:lnTo>
                  <a:lnTo>
                    <a:pt x="336513" y="1289969"/>
                  </a:lnTo>
                  <a:lnTo>
                    <a:pt x="280428" y="1346055"/>
                  </a:lnTo>
                  <a:lnTo>
                    <a:pt x="224342" y="1402141"/>
                  </a:lnTo>
                  <a:lnTo>
                    <a:pt x="168256" y="1458226"/>
                  </a:lnTo>
                  <a:lnTo>
                    <a:pt x="112171" y="1514312"/>
                  </a:lnTo>
                  <a:lnTo>
                    <a:pt x="56085" y="1570397"/>
                  </a:lnTo>
                  <a:lnTo>
                    <a:pt x="0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20054" y="3787858"/>
              <a:ext cx="2300195" cy="0"/>
            </a:xfrm>
            <a:custGeom>
              <a:avLst/>
              <a:pathLst>
                <a:path w="2300195" h="0">
                  <a:moveTo>
                    <a:pt x="2300195" y="0"/>
                  </a:moveTo>
                  <a:lnTo>
                    <a:pt x="2220878" y="0"/>
                  </a:lnTo>
                  <a:lnTo>
                    <a:pt x="2141560" y="0"/>
                  </a:lnTo>
                  <a:lnTo>
                    <a:pt x="2062243" y="0"/>
                  </a:lnTo>
                  <a:lnTo>
                    <a:pt x="1982926" y="0"/>
                  </a:lnTo>
                  <a:lnTo>
                    <a:pt x="1903609" y="0"/>
                  </a:lnTo>
                  <a:lnTo>
                    <a:pt x="1824292" y="0"/>
                  </a:lnTo>
                  <a:lnTo>
                    <a:pt x="1744975" y="0"/>
                  </a:lnTo>
                  <a:lnTo>
                    <a:pt x="1665658" y="0"/>
                  </a:lnTo>
                  <a:lnTo>
                    <a:pt x="1586341" y="0"/>
                  </a:lnTo>
                  <a:lnTo>
                    <a:pt x="1507024" y="0"/>
                  </a:lnTo>
                  <a:lnTo>
                    <a:pt x="1427707" y="0"/>
                  </a:lnTo>
                  <a:lnTo>
                    <a:pt x="1348390" y="0"/>
                  </a:lnTo>
                  <a:lnTo>
                    <a:pt x="1269073" y="0"/>
                  </a:lnTo>
                  <a:lnTo>
                    <a:pt x="1189756" y="0"/>
                  </a:lnTo>
                  <a:lnTo>
                    <a:pt x="1110439" y="0"/>
                  </a:lnTo>
                  <a:lnTo>
                    <a:pt x="1031121" y="0"/>
                  </a:lnTo>
                  <a:lnTo>
                    <a:pt x="951804" y="0"/>
                  </a:lnTo>
                  <a:lnTo>
                    <a:pt x="872487" y="0"/>
                  </a:lnTo>
                  <a:lnTo>
                    <a:pt x="793170" y="0"/>
                  </a:lnTo>
                  <a:lnTo>
                    <a:pt x="713853" y="0"/>
                  </a:lnTo>
                  <a:lnTo>
                    <a:pt x="634536" y="0"/>
                  </a:lnTo>
                  <a:lnTo>
                    <a:pt x="555219" y="0"/>
                  </a:lnTo>
                  <a:lnTo>
                    <a:pt x="475902" y="0"/>
                  </a:lnTo>
                  <a:lnTo>
                    <a:pt x="396585" y="0"/>
                  </a:lnTo>
                  <a:lnTo>
                    <a:pt x="317268" y="0"/>
                  </a:lnTo>
                  <a:lnTo>
                    <a:pt x="237951" y="0"/>
                  </a:lnTo>
                  <a:lnTo>
                    <a:pt x="158634" y="0"/>
                  </a:lnTo>
                  <a:lnTo>
                    <a:pt x="79317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093765" y="2161375"/>
              <a:ext cx="1626483" cy="1626483"/>
            </a:xfrm>
            <a:custGeom>
              <a:avLst/>
              <a:pathLst>
                <a:path w="1626483" h="1626483">
                  <a:moveTo>
                    <a:pt x="1626483" y="1626483"/>
                  </a:moveTo>
                  <a:lnTo>
                    <a:pt x="1570397" y="1570397"/>
                  </a:lnTo>
                  <a:lnTo>
                    <a:pt x="1514312" y="1514312"/>
                  </a:lnTo>
                  <a:lnTo>
                    <a:pt x="1458226" y="1458226"/>
                  </a:lnTo>
                  <a:lnTo>
                    <a:pt x="1402141" y="1402141"/>
                  </a:lnTo>
                  <a:lnTo>
                    <a:pt x="1346055" y="1346055"/>
                  </a:lnTo>
                  <a:lnTo>
                    <a:pt x="1289969" y="1289969"/>
                  </a:lnTo>
                  <a:lnTo>
                    <a:pt x="1233884" y="1233884"/>
                  </a:lnTo>
                  <a:lnTo>
                    <a:pt x="1177798" y="1177798"/>
                  </a:lnTo>
                  <a:lnTo>
                    <a:pt x="1121712" y="1121712"/>
                  </a:lnTo>
                  <a:lnTo>
                    <a:pt x="1065627" y="1065627"/>
                  </a:lnTo>
                  <a:lnTo>
                    <a:pt x="1009541" y="1009541"/>
                  </a:lnTo>
                  <a:lnTo>
                    <a:pt x="953455" y="953455"/>
                  </a:lnTo>
                  <a:lnTo>
                    <a:pt x="897370" y="897370"/>
                  </a:lnTo>
                  <a:lnTo>
                    <a:pt x="841284" y="841284"/>
                  </a:lnTo>
                  <a:lnTo>
                    <a:pt x="785198" y="785198"/>
                  </a:lnTo>
                  <a:lnTo>
                    <a:pt x="729113" y="729113"/>
                  </a:lnTo>
                  <a:lnTo>
                    <a:pt x="673027" y="673027"/>
                  </a:lnTo>
                  <a:lnTo>
                    <a:pt x="616942" y="616942"/>
                  </a:lnTo>
                  <a:lnTo>
                    <a:pt x="560856" y="560856"/>
                  </a:lnTo>
                  <a:lnTo>
                    <a:pt x="504770" y="504770"/>
                  </a:lnTo>
                  <a:lnTo>
                    <a:pt x="448685" y="448685"/>
                  </a:lnTo>
                  <a:lnTo>
                    <a:pt x="392599" y="392599"/>
                  </a:lnTo>
                  <a:lnTo>
                    <a:pt x="336513" y="336513"/>
                  </a:lnTo>
                  <a:lnTo>
                    <a:pt x="280428" y="280428"/>
                  </a:lnTo>
                  <a:lnTo>
                    <a:pt x="224342" y="224342"/>
                  </a:lnTo>
                  <a:lnTo>
                    <a:pt x="168256" y="168256"/>
                  </a:lnTo>
                  <a:lnTo>
                    <a:pt x="112171" y="112171"/>
                  </a:lnTo>
                  <a:lnTo>
                    <a:pt x="56085" y="56085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3605" y="1157656"/>
              <a:ext cx="273288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307778" y="1915472"/>
              <a:ext cx="484529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96154" y="3745539"/>
              <a:ext cx="223629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98392" y="5573041"/>
              <a:ext cx="503301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4219" y="6330967"/>
              <a:ext cx="292060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29527" y="5573041"/>
              <a:ext cx="521855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05244" y="3745539"/>
              <a:ext cx="254570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38913" y="1915472"/>
              <a:ext cx="503083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599361" y="2604877"/>
              <a:ext cx="183013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48506" y="1454780"/>
              <a:ext cx="233868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2026-03-18T21:41:51Z</dcterms:modified>
  <cp:category/>
</cp:coreProperties>
</file>