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73614" y="411746"/>
              <a:ext cx="1086772" cy="138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4058596" y="2492420"/>
              <a:ext cx="2938891" cy="2704014"/>
            </a:xfrm>
            <a:custGeom>
              <a:avLst/>
              <a:pathLst>
                <a:path w="2938891" h="2704014">
                  <a:moveTo>
                    <a:pt x="2938891" y="1320916"/>
                  </a:moveTo>
                  <a:lnTo>
                    <a:pt x="2906962" y="1227915"/>
                  </a:lnTo>
                  <a:lnTo>
                    <a:pt x="2871294" y="1137551"/>
                  </a:lnTo>
                  <a:lnTo>
                    <a:pt x="2832050" y="1049971"/>
                  </a:lnTo>
                  <a:lnTo>
                    <a:pt x="2789399" y="965316"/>
                  </a:lnTo>
                  <a:lnTo>
                    <a:pt x="2743516" y="883714"/>
                  </a:lnTo>
                  <a:lnTo>
                    <a:pt x="2694579" y="805287"/>
                  </a:lnTo>
                  <a:lnTo>
                    <a:pt x="2642772" y="730144"/>
                  </a:lnTo>
                  <a:lnTo>
                    <a:pt x="2588283" y="658388"/>
                  </a:lnTo>
                  <a:lnTo>
                    <a:pt x="2531302" y="590109"/>
                  </a:lnTo>
                  <a:lnTo>
                    <a:pt x="2472022" y="525389"/>
                  </a:lnTo>
                  <a:lnTo>
                    <a:pt x="2410640" y="464300"/>
                  </a:lnTo>
                  <a:lnTo>
                    <a:pt x="2347354" y="406902"/>
                  </a:lnTo>
                  <a:lnTo>
                    <a:pt x="2282363" y="353247"/>
                  </a:lnTo>
                  <a:lnTo>
                    <a:pt x="2215866" y="303375"/>
                  </a:lnTo>
                  <a:lnTo>
                    <a:pt x="2148065" y="257319"/>
                  </a:lnTo>
                  <a:lnTo>
                    <a:pt x="2079160" y="215097"/>
                  </a:lnTo>
                  <a:lnTo>
                    <a:pt x="2009351" y="176722"/>
                  </a:lnTo>
                  <a:lnTo>
                    <a:pt x="1938837" y="142195"/>
                  </a:lnTo>
                  <a:lnTo>
                    <a:pt x="1867815" y="111505"/>
                  </a:lnTo>
                  <a:lnTo>
                    <a:pt x="1796480" y="84636"/>
                  </a:lnTo>
                  <a:lnTo>
                    <a:pt x="1725025" y="61559"/>
                  </a:lnTo>
                  <a:lnTo>
                    <a:pt x="1653641" y="42236"/>
                  </a:lnTo>
                  <a:lnTo>
                    <a:pt x="1582513" y="26620"/>
                  </a:lnTo>
                  <a:lnTo>
                    <a:pt x="1511825" y="14658"/>
                  </a:lnTo>
                  <a:lnTo>
                    <a:pt x="1441755" y="6283"/>
                  </a:lnTo>
                  <a:lnTo>
                    <a:pt x="1372478" y="1424"/>
                  </a:lnTo>
                  <a:lnTo>
                    <a:pt x="1304161" y="0"/>
                  </a:lnTo>
                  <a:lnTo>
                    <a:pt x="1236969" y="1921"/>
                  </a:lnTo>
                  <a:lnTo>
                    <a:pt x="1171060" y="7092"/>
                  </a:lnTo>
                  <a:lnTo>
                    <a:pt x="1106585" y="15410"/>
                  </a:lnTo>
                  <a:lnTo>
                    <a:pt x="1043690" y="26763"/>
                  </a:lnTo>
                  <a:lnTo>
                    <a:pt x="982514" y="41035"/>
                  </a:lnTo>
                  <a:lnTo>
                    <a:pt x="923188" y="58102"/>
                  </a:lnTo>
                  <a:lnTo>
                    <a:pt x="865838" y="77836"/>
                  </a:lnTo>
                  <a:lnTo>
                    <a:pt x="810579" y="100101"/>
                  </a:lnTo>
                  <a:lnTo>
                    <a:pt x="757521" y="124759"/>
                  </a:lnTo>
                  <a:lnTo>
                    <a:pt x="706765" y="151666"/>
                  </a:lnTo>
                  <a:lnTo>
                    <a:pt x="658404" y="180673"/>
                  </a:lnTo>
                  <a:lnTo>
                    <a:pt x="712613" y="148389"/>
                  </a:lnTo>
                  <a:lnTo>
                    <a:pt x="769801" y="118750"/>
                  </a:lnTo>
                  <a:lnTo>
                    <a:pt x="829836" y="91962"/>
                  </a:lnTo>
                  <a:lnTo>
                    <a:pt x="892573" y="68225"/>
                  </a:lnTo>
                  <a:lnTo>
                    <a:pt x="957855" y="47731"/>
                  </a:lnTo>
                  <a:lnTo>
                    <a:pt x="1025513" y="30663"/>
                  </a:lnTo>
                  <a:lnTo>
                    <a:pt x="1095367" y="17196"/>
                  </a:lnTo>
                  <a:lnTo>
                    <a:pt x="1167226" y="7496"/>
                  </a:lnTo>
                  <a:lnTo>
                    <a:pt x="1240887" y="1717"/>
                  </a:lnTo>
                  <a:lnTo>
                    <a:pt x="1316140" y="5"/>
                  </a:lnTo>
                  <a:lnTo>
                    <a:pt x="1392761" y="2493"/>
                  </a:lnTo>
                  <a:lnTo>
                    <a:pt x="1470522" y="9301"/>
                  </a:lnTo>
                  <a:lnTo>
                    <a:pt x="1549183" y="20540"/>
                  </a:lnTo>
                  <a:lnTo>
                    <a:pt x="1628498" y="36304"/>
                  </a:lnTo>
                  <a:lnTo>
                    <a:pt x="1708216" y="56676"/>
                  </a:lnTo>
                  <a:lnTo>
                    <a:pt x="1788076" y="81725"/>
                  </a:lnTo>
                  <a:lnTo>
                    <a:pt x="1867815" y="111505"/>
                  </a:lnTo>
                  <a:lnTo>
                    <a:pt x="1927312" y="200357"/>
                  </a:lnTo>
                  <a:lnTo>
                    <a:pt x="1980497" y="291890"/>
                  </a:lnTo>
                  <a:lnTo>
                    <a:pt x="2027267" y="385666"/>
                  </a:lnTo>
                  <a:lnTo>
                    <a:pt x="2067553" y="481245"/>
                  </a:lnTo>
                  <a:lnTo>
                    <a:pt x="2101313" y="578188"/>
                  </a:lnTo>
                  <a:lnTo>
                    <a:pt x="2128534" y="676057"/>
                  </a:lnTo>
                  <a:lnTo>
                    <a:pt x="2149233" y="774418"/>
                  </a:lnTo>
                  <a:lnTo>
                    <a:pt x="2163456" y="872843"/>
                  </a:lnTo>
                  <a:lnTo>
                    <a:pt x="2171276" y="970910"/>
                  </a:lnTo>
                  <a:lnTo>
                    <a:pt x="2172792" y="1068209"/>
                  </a:lnTo>
                  <a:lnTo>
                    <a:pt x="2168130" y="1164340"/>
                  </a:lnTo>
                  <a:lnTo>
                    <a:pt x="2157443" y="1258915"/>
                  </a:lnTo>
                  <a:lnTo>
                    <a:pt x="2140904" y="1351561"/>
                  </a:lnTo>
                  <a:lnTo>
                    <a:pt x="2118712" y="1441921"/>
                  </a:lnTo>
                  <a:lnTo>
                    <a:pt x="2091087" y="1529653"/>
                  </a:lnTo>
                  <a:lnTo>
                    <a:pt x="2058268" y="1614437"/>
                  </a:lnTo>
                  <a:lnTo>
                    <a:pt x="2020514" y="1695969"/>
                  </a:lnTo>
                  <a:lnTo>
                    <a:pt x="1978101" y="1773968"/>
                  </a:lnTo>
                  <a:lnTo>
                    <a:pt x="1931320" y="1848175"/>
                  </a:lnTo>
                  <a:lnTo>
                    <a:pt x="1880477" y="1918351"/>
                  </a:lnTo>
                  <a:lnTo>
                    <a:pt x="1825889" y="1984282"/>
                  </a:lnTo>
                  <a:lnTo>
                    <a:pt x="1767886" y="2045777"/>
                  </a:lnTo>
                  <a:lnTo>
                    <a:pt x="1706806" y="2102670"/>
                  </a:lnTo>
                  <a:lnTo>
                    <a:pt x="1642993" y="2154820"/>
                  </a:lnTo>
                  <a:lnTo>
                    <a:pt x="1576797" y="2202109"/>
                  </a:lnTo>
                  <a:lnTo>
                    <a:pt x="1508574" y="2244447"/>
                  </a:lnTo>
                  <a:lnTo>
                    <a:pt x="1438679" y="2281765"/>
                  </a:lnTo>
                  <a:lnTo>
                    <a:pt x="1367469" y="2314023"/>
                  </a:lnTo>
                  <a:lnTo>
                    <a:pt x="1295299" y="2341204"/>
                  </a:lnTo>
                  <a:lnTo>
                    <a:pt x="1222522" y="2363315"/>
                  </a:lnTo>
                  <a:lnTo>
                    <a:pt x="1149484" y="2380387"/>
                  </a:lnTo>
                  <a:lnTo>
                    <a:pt x="1076528" y="2392474"/>
                  </a:lnTo>
                  <a:lnTo>
                    <a:pt x="1003984" y="2399655"/>
                  </a:lnTo>
                  <a:lnTo>
                    <a:pt x="932179" y="2402028"/>
                  </a:lnTo>
                  <a:lnTo>
                    <a:pt x="861424" y="2399713"/>
                  </a:lnTo>
                  <a:lnTo>
                    <a:pt x="792021" y="2392851"/>
                  </a:lnTo>
                  <a:lnTo>
                    <a:pt x="724256" y="2381601"/>
                  </a:lnTo>
                  <a:lnTo>
                    <a:pt x="658404" y="2366139"/>
                  </a:lnTo>
                  <a:lnTo>
                    <a:pt x="594721" y="2346660"/>
                  </a:lnTo>
                  <a:lnTo>
                    <a:pt x="533448" y="2323374"/>
                  </a:lnTo>
                  <a:lnTo>
                    <a:pt x="474808" y="2296503"/>
                  </a:lnTo>
                  <a:lnTo>
                    <a:pt x="419005" y="2266283"/>
                  </a:lnTo>
                  <a:lnTo>
                    <a:pt x="366225" y="2232963"/>
                  </a:lnTo>
                  <a:lnTo>
                    <a:pt x="316634" y="2196799"/>
                  </a:lnTo>
                  <a:lnTo>
                    <a:pt x="270377" y="2158057"/>
                  </a:lnTo>
                  <a:lnTo>
                    <a:pt x="227580" y="2117010"/>
                  </a:lnTo>
                  <a:lnTo>
                    <a:pt x="188346" y="2073935"/>
                  </a:lnTo>
                  <a:lnTo>
                    <a:pt x="152759" y="2029116"/>
                  </a:lnTo>
                  <a:lnTo>
                    <a:pt x="120881" y="1982834"/>
                  </a:lnTo>
                  <a:lnTo>
                    <a:pt x="92753" y="1935377"/>
                  </a:lnTo>
                  <a:lnTo>
                    <a:pt x="68395" y="1887026"/>
                  </a:lnTo>
                  <a:lnTo>
                    <a:pt x="47807" y="1838066"/>
                  </a:lnTo>
                  <a:lnTo>
                    <a:pt x="30967" y="1788773"/>
                  </a:lnTo>
                  <a:lnTo>
                    <a:pt x="17835" y="1739421"/>
                  </a:lnTo>
                  <a:lnTo>
                    <a:pt x="8352" y="1690276"/>
                  </a:lnTo>
                  <a:lnTo>
                    <a:pt x="2439" y="1641598"/>
                  </a:lnTo>
                  <a:lnTo>
                    <a:pt x="0" y="1593636"/>
                  </a:lnTo>
                  <a:lnTo>
                    <a:pt x="921" y="1546630"/>
                  </a:lnTo>
                  <a:lnTo>
                    <a:pt x="5074" y="1500809"/>
                  </a:lnTo>
                  <a:lnTo>
                    <a:pt x="12313" y="1456387"/>
                  </a:lnTo>
                  <a:lnTo>
                    <a:pt x="22481" y="1413568"/>
                  </a:lnTo>
                  <a:lnTo>
                    <a:pt x="35406" y="1372539"/>
                  </a:lnTo>
                  <a:lnTo>
                    <a:pt x="50904" y="1333474"/>
                  </a:lnTo>
                  <a:lnTo>
                    <a:pt x="68782" y="1296529"/>
                  </a:lnTo>
                  <a:lnTo>
                    <a:pt x="88837" y="1261845"/>
                  </a:lnTo>
                  <a:lnTo>
                    <a:pt x="110857" y="1229547"/>
                  </a:lnTo>
                  <a:lnTo>
                    <a:pt x="134624" y="1199738"/>
                  </a:lnTo>
                  <a:lnTo>
                    <a:pt x="159915" y="1172510"/>
                  </a:lnTo>
                  <a:lnTo>
                    <a:pt x="186504" y="1147930"/>
                  </a:lnTo>
                  <a:lnTo>
                    <a:pt x="214159" y="1126052"/>
                  </a:lnTo>
                  <a:lnTo>
                    <a:pt x="242651" y="1106910"/>
                  </a:lnTo>
                  <a:lnTo>
                    <a:pt x="271747" y="1090519"/>
                  </a:lnTo>
                  <a:lnTo>
                    <a:pt x="301220" y="1076876"/>
                  </a:lnTo>
                  <a:lnTo>
                    <a:pt x="330841" y="1065963"/>
                  </a:lnTo>
                  <a:lnTo>
                    <a:pt x="360389" y="1057742"/>
                  </a:lnTo>
                  <a:lnTo>
                    <a:pt x="389646" y="1052158"/>
                  </a:lnTo>
                  <a:lnTo>
                    <a:pt x="368714" y="1127351"/>
                  </a:lnTo>
                  <a:lnTo>
                    <a:pt x="365780" y="1199707"/>
                  </a:lnTo>
                  <a:lnTo>
                    <a:pt x="378821" y="1265303"/>
                  </a:lnTo>
                  <a:lnTo>
                    <a:pt x="405017" y="1320916"/>
                  </a:lnTo>
                  <a:lnTo>
                    <a:pt x="440950" y="1364170"/>
                  </a:lnTo>
                  <a:lnTo>
                    <a:pt x="482830" y="1393641"/>
                  </a:lnTo>
                  <a:lnTo>
                    <a:pt x="526727" y="1408900"/>
                  </a:lnTo>
                  <a:lnTo>
                    <a:pt x="568818" y="1410502"/>
                  </a:lnTo>
                  <a:lnTo>
                    <a:pt x="605614" y="1399923"/>
                  </a:lnTo>
                  <a:lnTo>
                    <a:pt x="634162" y="1379441"/>
                  </a:lnTo>
                  <a:lnTo>
                    <a:pt x="652225" y="1351981"/>
                  </a:lnTo>
                  <a:lnTo>
                    <a:pt x="658404" y="1320916"/>
                  </a:lnTo>
                  <a:lnTo>
                    <a:pt x="661449" y="1375128"/>
                  </a:lnTo>
                  <a:lnTo>
                    <a:pt x="670563" y="1428828"/>
                  </a:lnTo>
                  <a:lnTo>
                    <a:pt x="685690" y="1481506"/>
                  </a:lnTo>
                  <a:lnTo>
                    <a:pt x="706733" y="1532660"/>
                  </a:lnTo>
                  <a:lnTo>
                    <a:pt x="733561" y="1581792"/>
                  </a:lnTo>
                  <a:lnTo>
                    <a:pt x="766004" y="1628418"/>
                  </a:lnTo>
                  <a:lnTo>
                    <a:pt x="803855" y="1672065"/>
                  </a:lnTo>
                  <a:lnTo>
                    <a:pt x="846874" y="1712277"/>
                  </a:lnTo>
                  <a:lnTo>
                    <a:pt x="894786" y="1748616"/>
                  </a:lnTo>
                  <a:lnTo>
                    <a:pt x="947283" y="1780664"/>
                  </a:lnTo>
                  <a:lnTo>
                    <a:pt x="1004027" y="1808026"/>
                  </a:lnTo>
                  <a:lnTo>
                    <a:pt x="1064650" y="1830332"/>
                  </a:lnTo>
                  <a:lnTo>
                    <a:pt x="1128755" y="1847239"/>
                  </a:lnTo>
                  <a:lnTo>
                    <a:pt x="1195920" y="1858432"/>
                  </a:lnTo>
                  <a:lnTo>
                    <a:pt x="1140241" y="1895146"/>
                  </a:lnTo>
                  <a:lnTo>
                    <a:pt x="1082304" y="1926308"/>
                  </a:lnTo>
                  <a:lnTo>
                    <a:pt x="1022649" y="1951806"/>
                  </a:lnTo>
                  <a:lnTo>
                    <a:pt x="961815" y="1971582"/>
                  </a:lnTo>
                  <a:lnTo>
                    <a:pt x="900340" y="1985629"/>
                  </a:lnTo>
                  <a:lnTo>
                    <a:pt x="838753" y="1993988"/>
                  </a:lnTo>
                  <a:lnTo>
                    <a:pt x="777572" y="1996748"/>
                  </a:lnTo>
                  <a:lnTo>
                    <a:pt x="717295" y="1994045"/>
                  </a:lnTo>
                  <a:lnTo>
                    <a:pt x="658404" y="1986058"/>
                  </a:lnTo>
                  <a:lnTo>
                    <a:pt x="601353" y="1973009"/>
                  </a:lnTo>
                  <a:lnTo>
                    <a:pt x="546570" y="1955158"/>
                  </a:lnTo>
                  <a:lnTo>
                    <a:pt x="494450" y="1932800"/>
                  </a:lnTo>
                  <a:lnTo>
                    <a:pt x="445356" y="1906261"/>
                  </a:lnTo>
                  <a:lnTo>
                    <a:pt x="399613" y="1875896"/>
                  </a:lnTo>
                  <a:lnTo>
                    <a:pt x="357507" y="1842086"/>
                  </a:lnTo>
                  <a:lnTo>
                    <a:pt x="319284" y="1805229"/>
                  </a:lnTo>
                  <a:lnTo>
                    <a:pt x="285151" y="1765742"/>
                  </a:lnTo>
                  <a:lnTo>
                    <a:pt x="255267" y="1724053"/>
                  </a:lnTo>
                  <a:lnTo>
                    <a:pt x="254420" y="1652457"/>
                  </a:lnTo>
                  <a:lnTo>
                    <a:pt x="263372" y="1584868"/>
                  </a:lnTo>
                  <a:lnTo>
                    <a:pt x="281302" y="1522481"/>
                  </a:lnTo>
                  <a:lnTo>
                    <a:pt x="307255" y="1466367"/>
                  </a:lnTo>
                  <a:lnTo>
                    <a:pt x="340154" y="1417456"/>
                  </a:lnTo>
                  <a:lnTo>
                    <a:pt x="378821" y="1376529"/>
                  </a:lnTo>
                  <a:lnTo>
                    <a:pt x="421997" y="1344200"/>
                  </a:lnTo>
                  <a:lnTo>
                    <a:pt x="468364" y="1320916"/>
                  </a:lnTo>
                  <a:lnTo>
                    <a:pt x="433831" y="1332685"/>
                  </a:lnTo>
                  <a:lnTo>
                    <a:pt x="400105" y="1348064"/>
                  </a:lnTo>
                  <a:lnTo>
                    <a:pt x="367468" y="1366996"/>
                  </a:lnTo>
                  <a:lnTo>
                    <a:pt x="336199" y="1389403"/>
                  </a:lnTo>
                  <a:lnTo>
                    <a:pt x="306571" y="1415189"/>
                  </a:lnTo>
                  <a:lnTo>
                    <a:pt x="278852" y="1444240"/>
                  </a:lnTo>
                  <a:lnTo>
                    <a:pt x="253299" y="1476421"/>
                  </a:lnTo>
                  <a:lnTo>
                    <a:pt x="230164" y="1511581"/>
                  </a:lnTo>
                  <a:lnTo>
                    <a:pt x="209687" y="1549549"/>
                  </a:lnTo>
                  <a:lnTo>
                    <a:pt x="192094" y="1590140"/>
                  </a:lnTo>
                  <a:lnTo>
                    <a:pt x="177604" y="1633152"/>
                  </a:lnTo>
                  <a:lnTo>
                    <a:pt x="166417" y="1678366"/>
                  </a:lnTo>
                  <a:lnTo>
                    <a:pt x="158722" y="1725551"/>
                  </a:lnTo>
                  <a:lnTo>
                    <a:pt x="154692" y="1774460"/>
                  </a:lnTo>
                  <a:lnTo>
                    <a:pt x="154483" y="1824837"/>
                  </a:lnTo>
                  <a:lnTo>
                    <a:pt x="158234" y="1876411"/>
                  </a:lnTo>
                  <a:lnTo>
                    <a:pt x="166066" y="1928903"/>
                  </a:lnTo>
                  <a:lnTo>
                    <a:pt x="178081" y="1982024"/>
                  </a:lnTo>
                  <a:lnTo>
                    <a:pt x="194363" y="2035476"/>
                  </a:lnTo>
                  <a:lnTo>
                    <a:pt x="214976" y="2088956"/>
                  </a:lnTo>
                  <a:lnTo>
                    <a:pt x="239963" y="2142154"/>
                  </a:lnTo>
                  <a:lnTo>
                    <a:pt x="269345" y="2194756"/>
                  </a:lnTo>
                  <a:lnTo>
                    <a:pt x="303126" y="2246447"/>
                  </a:lnTo>
                  <a:lnTo>
                    <a:pt x="341285" y="2296908"/>
                  </a:lnTo>
                  <a:lnTo>
                    <a:pt x="383782" y="2345821"/>
                  </a:lnTo>
                  <a:lnTo>
                    <a:pt x="430554" y="2392868"/>
                  </a:lnTo>
                  <a:lnTo>
                    <a:pt x="481517" y="2437736"/>
                  </a:lnTo>
                  <a:lnTo>
                    <a:pt x="536568" y="2480113"/>
                  </a:lnTo>
                  <a:lnTo>
                    <a:pt x="595579" y="2519694"/>
                  </a:lnTo>
                  <a:lnTo>
                    <a:pt x="658404" y="2556180"/>
                  </a:lnTo>
                  <a:lnTo>
                    <a:pt x="724876" y="2589280"/>
                  </a:lnTo>
                  <a:lnTo>
                    <a:pt x="794808" y="2618713"/>
                  </a:lnTo>
                  <a:lnTo>
                    <a:pt x="867993" y="2644207"/>
                  </a:lnTo>
                  <a:lnTo>
                    <a:pt x="944205" y="2665504"/>
                  </a:lnTo>
                  <a:lnTo>
                    <a:pt x="1023201" y="2682357"/>
                  </a:lnTo>
                  <a:lnTo>
                    <a:pt x="1104720" y="2694535"/>
                  </a:lnTo>
                  <a:lnTo>
                    <a:pt x="1188484" y="2701821"/>
                  </a:lnTo>
                  <a:lnTo>
                    <a:pt x="1274199" y="2704014"/>
                  </a:lnTo>
                  <a:lnTo>
                    <a:pt x="1361558" y="2700934"/>
                  </a:lnTo>
                  <a:lnTo>
                    <a:pt x="1450240" y="2692416"/>
                  </a:lnTo>
                  <a:lnTo>
                    <a:pt x="1539909" y="2678314"/>
                  </a:lnTo>
                  <a:lnTo>
                    <a:pt x="1630221" y="2658507"/>
                  </a:lnTo>
                  <a:lnTo>
                    <a:pt x="1720819" y="2632889"/>
                  </a:lnTo>
                  <a:lnTo>
                    <a:pt x="1811339" y="2601380"/>
                  </a:lnTo>
                  <a:lnTo>
                    <a:pt x="1901410" y="2563921"/>
                  </a:lnTo>
                  <a:lnTo>
                    <a:pt x="1990652" y="2520477"/>
                  </a:lnTo>
                  <a:lnTo>
                    <a:pt x="2078682" y="2471035"/>
                  </a:lnTo>
                  <a:lnTo>
                    <a:pt x="2165115" y="2415606"/>
                  </a:lnTo>
                  <a:lnTo>
                    <a:pt x="2249562" y="2354226"/>
                  </a:lnTo>
                  <a:lnTo>
                    <a:pt x="2331634" y="2286956"/>
                  </a:lnTo>
                  <a:lnTo>
                    <a:pt x="2410942" y="2213879"/>
                  </a:lnTo>
                  <a:lnTo>
                    <a:pt x="2487103" y="2135105"/>
                  </a:lnTo>
                  <a:lnTo>
                    <a:pt x="2559735" y="2050769"/>
                  </a:lnTo>
                  <a:lnTo>
                    <a:pt x="2628463" y="1961027"/>
                  </a:lnTo>
                  <a:lnTo>
                    <a:pt x="2692917" y="1866062"/>
                  </a:lnTo>
                  <a:lnTo>
                    <a:pt x="2752739" y="1766081"/>
                  </a:lnTo>
                  <a:lnTo>
                    <a:pt x="2807579" y="1661312"/>
                  </a:lnTo>
                  <a:lnTo>
                    <a:pt x="2857098" y="1552008"/>
                  </a:lnTo>
                  <a:lnTo>
                    <a:pt x="2900972" y="1438444"/>
                  </a:lnTo>
                  <a:close/>
                </a:path>
              </a:pathLst>
            </a:custGeom>
            <a:solidFill>
              <a:srgbClr val="F8766D">
                <a:alpha val="25882"/>
              </a:srgbClr>
            </a:solidFill>
            <a:ln w="2493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313016" y="2492426"/>
              <a:ext cx="2684470" cy="1956294"/>
            </a:xfrm>
            <a:custGeom>
              <a:avLst/>
              <a:pathLst>
                <a:path w="2684470" h="1956294">
                  <a:moveTo>
                    <a:pt x="403984" y="180667"/>
                  </a:moveTo>
                  <a:lnTo>
                    <a:pt x="458193" y="148383"/>
                  </a:lnTo>
                  <a:lnTo>
                    <a:pt x="515381" y="118744"/>
                  </a:lnTo>
                  <a:lnTo>
                    <a:pt x="575415" y="91957"/>
                  </a:lnTo>
                  <a:lnTo>
                    <a:pt x="638152" y="68220"/>
                  </a:lnTo>
                  <a:lnTo>
                    <a:pt x="703434" y="47725"/>
                  </a:lnTo>
                  <a:lnTo>
                    <a:pt x="771092" y="30657"/>
                  </a:lnTo>
                  <a:lnTo>
                    <a:pt x="840947" y="17190"/>
                  </a:lnTo>
                  <a:lnTo>
                    <a:pt x="912805" y="7490"/>
                  </a:lnTo>
                  <a:lnTo>
                    <a:pt x="986467" y="1711"/>
                  </a:lnTo>
                  <a:lnTo>
                    <a:pt x="1061719" y="0"/>
                  </a:lnTo>
                  <a:lnTo>
                    <a:pt x="1138341" y="2487"/>
                  </a:lnTo>
                  <a:lnTo>
                    <a:pt x="1216101" y="9296"/>
                  </a:lnTo>
                  <a:lnTo>
                    <a:pt x="1294762" y="20534"/>
                  </a:lnTo>
                  <a:lnTo>
                    <a:pt x="1374078" y="36298"/>
                  </a:lnTo>
                  <a:lnTo>
                    <a:pt x="1453795" y="56670"/>
                  </a:lnTo>
                  <a:lnTo>
                    <a:pt x="1533656" y="81719"/>
                  </a:lnTo>
                  <a:lnTo>
                    <a:pt x="1613394" y="111500"/>
                  </a:lnTo>
                  <a:lnTo>
                    <a:pt x="1677671" y="139101"/>
                  </a:lnTo>
                  <a:lnTo>
                    <a:pt x="1741548" y="169844"/>
                  </a:lnTo>
                  <a:lnTo>
                    <a:pt x="1804878" y="203735"/>
                  </a:lnTo>
                  <a:lnTo>
                    <a:pt x="1867514" y="240776"/>
                  </a:lnTo>
                  <a:lnTo>
                    <a:pt x="1929310" y="280961"/>
                  </a:lnTo>
                  <a:lnTo>
                    <a:pt x="1990116" y="324278"/>
                  </a:lnTo>
                  <a:lnTo>
                    <a:pt x="2049783" y="370708"/>
                  </a:lnTo>
                  <a:lnTo>
                    <a:pt x="2108164" y="420225"/>
                  </a:lnTo>
                  <a:lnTo>
                    <a:pt x="2165110" y="472797"/>
                  </a:lnTo>
                  <a:lnTo>
                    <a:pt x="2220474" y="528384"/>
                  </a:lnTo>
                  <a:lnTo>
                    <a:pt x="2274109" y="586940"/>
                  </a:lnTo>
                  <a:lnTo>
                    <a:pt x="2325870" y="648413"/>
                  </a:lnTo>
                  <a:lnTo>
                    <a:pt x="2375615" y="712743"/>
                  </a:lnTo>
                  <a:lnTo>
                    <a:pt x="2423199" y="779863"/>
                  </a:lnTo>
                  <a:lnTo>
                    <a:pt x="2468486" y="849701"/>
                  </a:lnTo>
                  <a:lnTo>
                    <a:pt x="2511337" y="922178"/>
                  </a:lnTo>
                  <a:lnTo>
                    <a:pt x="2551617" y="997207"/>
                  </a:lnTo>
                  <a:lnTo>
                    <a:pt x="2589197" y="1074696"/>
                  </a:lnTo>
                  <a:lnTo>
                    <a:pt x="2623948" y="1154547"/>
                  </a:lnTo>
                  <a:lnTo>
                    <a:pt x="2655746" y="1236655"/>
                  </a:lnTo>
                  <a:lnTo>
                    <a:pt x="2684470" y="1320910"/>
                  </a:lnTo>
                  <a:lnTo>
                    <a:pt x="2617078" y="1396512"/>
                  </a:lnTo>
                  <a:lnTo>
                    <a:pt x="2547260" y="1467515"/>
                  </a:lnTo>
                  <a:lnTo>
                    <a:pt x="2475251" y="1533843"/>
                  </a:lnTo>
                  <a:lnTo>
                    <a:pt x="2401288" y="1595434"/>
                  </a:lnTo>
                  <a:lnTo>
                    <a:pt x="2325611" y="1652233"/>
                  </a:lnTo>
                  <a:lnTo>
                    <a:pt x="2248461" y="1704197"/>
                  </a:lnTo>
                  <a:lnTo>
                    <a:pt x="2170078" y="1751296"/>
                  </a:lnTo>
                  <a:lnTo>
                    <a:pt x="2090705" y="1793508"/>
                  </a:lnTo>
                  <a:lnTo>
                    <a:pt x="2010583" y="1830822"/>
                  </a:lnTo>
                  <a:lnTo>
                    <a:pt x="1929953" y="1863240"/>
                  </a:lnTo>
                  <a:lnTo>
                    <a:pt x="1849055" y="1890773"/>
                  </a:lnTo>
                  <a:lnTo>
                    <a:pt x="1768128" y="1913442"/>
                  </a:lnTo>
                  <a:lnTo>
                    <a:pt x="1687409" y="1931281"/>
                  </a:lnTo>
                  <a:lnTo>
                    <a:pt x="1607132" y="1944332"/>
                  </a:lnTo>
                  <a:lnTo>
                    <a:pt x="1527528" y="1952648"/>
                  </a:lnTo>
                  <a:lnTo>
                    <a:pt x="1448827" y="1956294"/>
                  </a:lnTo>
                  <a:lnTo>
                    <a:pt x="1371253" y="1955342"/>
                  </a:lnTo>
                  <a:lnTo>
                    <a:pt x="1295026" y="1949877"/>
                  </a:lnTo>
                  <a:lnTo>
                    <a:pt x="1220363" y="1939991"/>
                  </a:lnTo>
                  <a:lnTo>
                    <a:pt x="1147476" y="1925786"/>
                  </a:lnTo>
                  <a:lnTo>
                    <a:pt x="1076570" y="1907376"/>
                  </a:lnTo>
                  <a:lnTo>
                    <a:pt x="1007847" y="1884879"/>
                  </a:lnTo>
                  <a:lnTo>
                    <a:pt x="941499" y="1858426"/>
                  </a:lnTo>
                  <a:lnTo>
                    <a:pt x="874334" y="1847233"/>
                  </a:lnTo>
                  <a:lnTo>
                    <a:pt x="810229" y="1830327"/>
                  </a:lnTo>
                  <a:lnTo>
                    <a:pt x="749607" y="1808021"/>
                  </a:lnTo>
                  <a:lnTo>
                    <a:pt x="692863" y="1780659"/>
                  </a:lnTo>
                  <a:lnTo>
                    <a:pt x="640365" y="1748611"/>
                  </a:lnTo>
                  <a:lnTo>
                    <a:pt x="592453" y="1712272"/>
                  </a:lnTo>
                  <a:lnTo>
                    <a:pt x="549434" y="1672060"/>
                  </a:lnTo>
                  <a:lnTo>
                    <a:pt x="511583" y="1628412"/>
                  </a:lnTo>
                  <a:lnTo>
                    <a:pt x="479141" y="1581787"/>
                  </a:lnTo>
                  <a:lnTo>
                    <a:pt x="452313" y="1532654"/>
                  </a:lnTo>
                  <a:lnTo>
                    <a:pt x="431269" y="1481501"/>
                  </a:lnTo>
                  <a:lnTo>
                    <a:pt x="416142" y="1428822"/>
                  </a:lnTo>
                  <a:lnTo>
                    <a:pt x="407028" y="1375122"/>
                  </a:lnTo>
                  <a:lnTo>
                    <a:pt x="403984" y="1320910"/>
                  </a:lnTo>
                  <a:lnTo>
                    <a:pt x="400286" y="1372608"/>
                  </a:lnTo>
                  <a:lnTo>
                    <a:pt x="389232" y="1423514"/>
                  </a:lnTo>
                  <a:lnTo>
                    <a:pt x="370932" y="1472845"/>
                  </a:lnTo>
                  <a:lnTo>
                    <a:pt x="345576" y="1519830"/>
                  </a:lnTo>
                  <a:lnTo>
                    <a:pt x="313421" y="1563717"/>
                  </a:lnTo>
                  <a:lnTo>
                    <a:pt x="274800" y="1603784"/>
                  </a:lnTo>
                  <a:lnTo>
                    <a:pt x="230110" y="1639337"/>
                  </a:lnTo>
                  <a:lnTo>
                    <a:pt x="179816" y="1669723"/>
                  </a:lnTo>
                  <a:lnTo>
                    <a:pt x="124443" y="1694333"/>
                  </a:lnTo>
                  <a:lnTo>
                    <a:pt x="64574" y="1712610"/>
                  </a:lnTo>
                  <a:lnTo>
                    <a:pt x="847" y="1724047"/>
                  </a:lnTo>
                  <a:lnTo>
                    <a:pt x="0" y="1652452"/>
                  </a:lnTo>
                  <a:lnTo>
                    <a:pt x="8951" y="1584863"/>
                  </a:lnTo>
                  <a:lnTo>
                    <a:pt x="26882" y="1522476"/>
                  </a:lnTo>
                  <a:lnTo>
                    <a:pt x="52835" y="1466361"/>
                  </a:lnTo>
                  <a:lnTo>
                    <a:pt x="85733" y="1417451"/>
                  </a:lnTo>
                  <a:lnTo>
                    <a:pt x="124400" y="1376523"/>
                  </a:lnTo>
                  <a:lnTo>
                    <a:pt x="167577" y="1344195"/>
                  </a:lnTo>
                  <a:lnTo>
                    <a:pt x="213943" y="1320910"/>
                  </a:lnTo>
                  <a:lnTo>
                    <a:pt x="178743" y="1285236"/>
                  </a:lnTo>
                  <a:lnTo>
                    <a:pt x="150949" y="1238694"/>
                  </a:lnTo>
                  <a:lnTo>
                    <a:pt x="133060" y="1182868"/>
                  </a:lnTo>
                  <a:lnTo>
                    <a:pt x="127241" y="1119845"/>
                  </a:lnTo>
                  <a:lnTo>
                    <a:pt x="135226" y="1052153"/>
                  </a:lnTo>
                </a:path>
              </a:pathLst>
            </a:custGeom>
            <a:ln w="2493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65886" y="3781736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2641492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894810" y="2572325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416641" y="3512978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222915" y="4319251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282263" y="4184872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495359" y="3781736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2026-03-18T22:01:41Z</dcterms:modified>
  <cp:category/>
</cp:coreProperties>
</file>