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55182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24771"/>
              <a:ext cx="9004821" cy="58636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97549" y="69589"/>
              <a:ext cx="8638904" cy="855182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173614" y="411746"/>
              <a:ext cx="1086772" cy="1387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Accipitriformes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1866392" y="962729"/>
              <a:ext cx="5701216" cy="57012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717001" y="1247789"/>
              <a:ext cx="0" cy="2565547"/>
            </a:xfrm>
            <a:custGeom>
              <a:avLst/>
              <a:pathLst>
                <a:path w="0" h="2565547">
                  <a:moveTo>
                    <a:pt x="0" y="2565547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17001" y="1999221"/>
              <a:ext cx="1814115" cy="1814115"/>
            </a:xfrm>
            <a:custGeom>
              <a:avLst/>
              <a:pathLst>
                <a:path w="1814115" h="1814115">
                  <a:moveTo>
                    <a:pt x="0" y="1814115"/>
                  </a:moveTo>
                  <a:lnTo>
                    <a:pt x="1814115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17001" y="3813337"/>
              <a:ext cx="2565547" cy="0"/>
            </a:xfrm>
            <a:custGeom>
              <a:avLst/>
              <a:pathLst>
                <a:path w="2565547" h="0">
                  <a:moveTo>
                    <a:pt x="0" y="0"/>
                  </a:moveTo>
                  <a:lnTo>
                    <a:pt x="2565547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717001" y="3813337"/>
              <a:ext cx="1814115" cy="1814115"/>
            </a:xfrm>
            <a:custGeom>
              <a:avLst/>
              <a:pathLst>
                <a:path w="1814115" h="1814115">
                  <a:moveTo>
                    <a:pt x="0" y="0"/>
                  </a:moveTo>
                  <a:lnTo>
                    <a:pt x="1814115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717001" y="3813337"/>
              <a:ext cx="0" cy="2565547"/>
            </a:xfrm>
            <a:custGeom>
              <a:avLst/>
              <a:pathLst>
                <a:path w="0" h="2565547">
                  <a:moveTo>
                    <a:pt x="0" y="0"/>
                  </a:moveTo>
                  <a:lnTo>
                    <a:pt x="0" y="256554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902885" y="3813337"/>
              <a:ext cx="1814115" cy="1814115"/>
            </a:xfrm>
            <a:custGeom>
              <a:avLst/>
              <a:pathLst>
                <a:path w="1814115" h="1814115">
                  <a:moveTo>
                    <a:pt x="1814115" y="0"/>
                  </a:moveTo>
                  <a:lnTo>
                    <a:pt x="0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151453" y="3813337"/>
              <a:ext cx="2565547" cy="0"/>
            </a:xfrm>
            <a:custGeom>
              <a:avLst/>
              <a:pathLst>
                <a:path w="2565547" h="0">
                  <a:moveTo>
                    <a:pt x="2565547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02885" y="1999221"/>
              <a:ext cx="1814115" cy="1814115"/>
            </a:xfrm>
            <a:custGeom>
              <a:avLst/>
              <a:pathLst>
                <a:path w="1814115" h="1814115">
                  <a:moveTo>
                    <a:pt x="1814115" y="1814115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576901" y="2673094"/>
              <a:ext cx="2280199" cy="2279912"/>
            </a:xfrm>
            <a:custGeom>
              <a:avLst/>
              <a:pathLst>
                <a:path w="2280199" h="2279912">
                  <a:moveTo>
                    <a:pt x="1140099" y="0"/>
                  </a:moveTo>
                  <a:lnTo>
                    <a:pt x="1212418" y="2295"/>
                  </a:lnTo>
                  <a:lnTo>
                    <a:pt x="1284445" y="9173"/>
                  </a:lnTo>
                  <a:lnTo>
                    <a:pt x="1355892" y="20605"/>
                  </a:lnTo>
                  <a:lnTo>
                    <a:pt x="1426469" y="36546"/>
                  </a:lnTo>
                  <a:lnTo>
                    <a:pt x="1495893" y="56931"/>
                  </a:lnTo>
                  <a:lnTo>
                    <a:pt x="1563885" y="81677"/>
                  </a:lnTo>
                  <a:lnTo>
                    <a:pt x="1630170" y="110687"/>
                  </a:lnTo>
                  <a:lnTo>
                    <a:pt x="1694482" y="143842"/>
                  </a:lnTo>
                  <a:lnTo>
                    <a:pt x="1756561" y="181009"/>
                  </a:lnTo>
                  <a:lnTo>
                    <a:pt x="1816159" y="222039"/>
                  </a:lnTo>
                  <a:lnTo>
                    <a:pt x="1873034" y="266766"/>
                  </a:lnTo>
                  <a:lnTo>
                    <a:pt x="1926957" y="315010"/>
                  </a:lnTo>
                  <a:lnTo>
                    <a:pt x="1977713" y="366577"/>
                  </a:lnTo>
                  <a:lnTo>
                    <a:pt x="2025095" y="421259"/>
                  </a:lnTo>
                  <a:lnTo>
                    <a:pt x="2068914" y="478837"/>
                  </a:lnTo>
                  <a:lnTo>
                    <a:pt x="2108993" y="539077"/>
                  </a:lnTo>
                  <a:lnTo>
                    <a:pt x="2145171" y="601739"/>
                  </a:lnTo>
                  <a:lnTo>
                    <a:pt x="2177301" y="666569"/>
                  </a:lnTo>
                  <a:lnTo>
                    <a:pt x="2205255" y="733306"/>
                  </a:lnTo>
                  <a:lnTo>
                    <a:pt x="2228920" y="801681"/>
                  </a:lnTo>
                  <a:lnTo>
                    <a:pt x="2248201" y="871420"/>
                  </a:lnTo>
                  <a:lnTo>
                    <a:pt x="2263020" y="942242"/>
                  </a:lnTo>
                  <a:lnTo>
                    <a:pt x="2273317" y="1013860"/>
                  </a:lnTo>
                  <a:lnTo>
                    <a:pt x="2279051" y="1085988"/>
                  </a:lnTo>
                  <a:lnTo>
                    <a:pt x="2280199" y="1158334"/>
                  </a:lnTo>
                  <a:lnTo>
                    <a:pt x="2276756" y="1230607"/>
                  </a:lnTo>
                  <a:lnTo>
                    <a:pt x="2268736" y="1302516"/>
                  </a:lnTo>
                  <a:lnTo>
                    <a:pt x="2256172" y="1373772"/>
                  </a:lnTo>
                  <a:lnTo>
                    <a:pt x="2239114" y="1444088"/>
                  </a:lnTo>
                  <a:lnTo>
                    <a:pt x="2217630" y="1513180"/>
                  </a:lnTo>
                  <a:lnTo>
                    <a:pt x="2191808" y="1580770"/>
                  </a:lnTo>
                  <a:lnTo>
                    <a:pt x="2161750" y="1646587"/>
                  </a:lnTo>
                  <a:lnTo>
                    <a:pt x="2127579" y="1710364"/>
                  </a:lnTo>
                  <a:lnTo>
                    <a:pt x="2089431" y="1771846"/>
                  </a:lnTo>
                  <a:lnTo>
                    <a:pt x="2047461" y="1830785"/>
                  </a:lnTo>
                  <a:lnTo>
                    <a:pt x="2001838" y="1886943"/>
                  </a:lnTo>
                  <a:lnTo>
                    <a:pt x="1952744" y="1940095"/>
                  </a:lnTo>
                  <a:lnTo>
                    <a:pt x="1900378" y="1990026"/>
                  </a:lnTo>
                  <a:lnTo>
                    <a:pt x="1844951" y="2036535"/>
                  </a:lnTo>
                  <a:lnTo>
                    <a:pt x="1786685" y="2079434"/>
                  </a:lnTo>
                  <a:lnTo>
                    <a:pt x="1725816" y="2118553"/>
                  </a:lnTo>
                  <a:lnTo>
                    <a:pt x="1662589" y="2153731"/>
                  </a:lnTo>
                  <a:lnTo>
                    <a:pt x="1597258" y="2184829"/>
                  </a:lnTo>
                  <a:lnTo>
                    <a:pt x="1530085" y="2211721"/>
                  </a:lnTo>
                  <a:lnTo>
                    <a:pt x="1461343" y="2234298"/>
                  </a:lnTo>
                  <a:lnTo>
                    <a:pt x="1391307" y="2252470"/>
                  </a:lnTo>
                  <a:lnTo>
                    <a:pt x="1320259" y="2266163"/>
                  </a:lnTo>
                  <a:lnTo>
                    <a:pt x="1248486" y="2275323"/>
                  </a:lnTo>
                  <a:lnTo>
                    <a:pt x="1176277" y="2279912"/>
                  </a:lnTo>
                  <a:lnTo>
                    <a:pt x="1103922" y="2279912"/>
                  </a:lnTo>
                  <a:lnTo>
                    <a:pt x="1031712" y="2275323"/>
                  </a:lnTo>
                  <a:lnTo>
                    <a:pt x="959939" y="2266163"/>
                  </a:lnTo>
                  <a:lnTo>
                    <a:pt x="888892" y="2252470"/>
                  </a:lnTo>
                  <a:lnTo>
                    <a:pt x="818856" y="2234298"/>
                  </a:lnTo>
                  <a:lnTo>
                    <a:pt x="750113" y="2211721"/>
                  </a:lnTo>
                  <a:lnTo>
                    <a:pt x="682941" y="2184829"/>
                  </a:lnTo>
                  <a:lnTo>
                    <a:pt x="617610" y="2153731"/>
                  </a:lnTo>
                  <a:lnTo>
                    <a:pt x="554382" y="2118553"/>
                  </a:lnTo>
                  <a:lnTo>
                    <a:pt x="493513" y="2079434"/>
                  </a:lnTo>
                  <a:lnTo>
                    <a:pt x="435248" y="2036535"/>
                  </a:lnTo>
                  <a:lnTo>
                    <a:pt x="379820" y="1990026"/>
                  </a:lnTo>
                  <a:lnTo>
                    <a:pt x="327455" y="1940095"/>
                  </a:lnTo>
                  <a:lnTo>
                    <a:pt x="278361" y="1886943"/>
                  </a:lnTo>
                  <a:lnTo>
                    <a:pt x="232737" y="1830785"/>
                  </a:lnTo>
                  <a:lnTo>
                    <a:pt x="190767" y="1771846"/>
                  </a:lnTo>
                  <a:lnTo>
                    <a:pt x="152620" y="1710364"/>
                  </a:lnTo>
                  <a:lnTo>
                    <a:pt x="118448" y="1646587"/>
                  </a:lnTo>
                  <a:lnTo>
                    <a:pt x="88391" y="1580770"/>
                  </a:lnTo>
                  <a:lnTo>
                    <a:pt x="62568" y="1513180"/>
                  </a:lnTo>
                  <a:lnTo>
                    <a:pt x="41085" y="1444088"/>
                  </a:lnTo>
                  <a:lnTo>
                    <a:pt x="24026" y="1373772"/>
                  </a:lnTo>
                  <a:lnTo>
                    <a:pt x="11462" y="1302516"/>
                  </a:lnTo>
                  <a:lnTo>
                    <a:pt x="3442" y="1230607"/>
                  </a:lnTo>
                  <a:lnTo>
                    <a:pt x="0" y="1158334"/>
                  </a:lnTo>
                  <a:lnTo>
                    <a:pt x="1147" y="1085988"/>
                  </a:lnTo>
                  <a:lnTo>
                    <a:pt x="6882" y="1013860"/>
                  </a:lnTo>
                  <a:lnTo>
                    <a:pt x="17179" y="942242"/>
                  </a:lnTo>
                  <a:lnTo>
                    <a:pt x="31998" y="871420"/>
                  </a:lnTo>
                  <a:lnTo>
                    <a:pt x="51278" y="801681"/>
                  </a:lnTo>
                  <a:lnTo>
                    <a:pt x="74943" y="733306"/>
                  </a:lnTo>
                  <a:lnTo>
                    <a:pt x="102897" y="666569"/>
                  </a:lnTo>
                  <a:lnTo>
                    <a:pt x="135028" y="601739"/>
                  </a:lnTo>
                  <a:lnTo>
                    <a:pt x="171206" y="539077"/>
                  </a:lnTo>
                  <a:lnTo>
                    <a:pt x="211284" y="478837"/>
                  </a:lnTo>
                  <a:lnTo>
                    <a:pt x="255103" y="421259"/>
                  </a:lnTo>
                  <a:lnTo>
                    <a:pt x="302486" y="366577"/>
                  </a:lnTo>
                  <a:lnTo>
                    <a:pt x="353241" y="315010"/>
                  </a:lnTo>
                  <a:lnTo>
                    <a:pt x="407165" y="266766"/>
                  </a:lnTo>
                  <a:lnTo>
                    <a:pt x="464040" y="222039"/>
                  </a:lnTo>
                  <a:lnTo>
                    <a:pt x="523637" y="181009"/>
                  </a:lnTo>
                  <a:lnTo>
                    <a:pt x="585717" y="143842"/>
                  </a:lnTo>
                  <a:lnTo>
                    <a:pt x="650028" y="110687"/>
                  </a:lnTo>
                  <a:lnTo>
                    <a:pt x="716314" y="81677"/>
                  </a:lnTo>
                  <a:lnTo>
                    <a:pt x="784305" y="56931"/>
                  </a:lnTo>
                  <a:lnTo>
                    <a:pt x="853729" y="36546"/>
                  </a:lnTo>
                  <a:lnTo>
                    <a:pt x="924307" y="20605"/>
                  </a:lnTo>
                  <a:lnTo>
                    <a:pt x="995753" y="9173"/>
                  </a:lnTo>
                  <a:lnTo>
                    <a:pt x="1067781" y="2295"/>
                  </a:lnTo>
                  <a:lnTo>
                    <a:pt x="11400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36801" y="1532850"/>
              <a:ext cx="4560399" cy="4559824"/>
            </a:xfrm>
            <a:custGeom>
              <a:avLst/>
              <a:pathLst>
                <a:path w="4560399" h="4559824">
                  <a:moveTo>
                    <a:pt x="2280199" y="0"/>
                  </a:moveTo>
                  <a:lnTo>
                    <a:pt x="2424836" y="4591"/>
                  </a:lnTo>
                  <a:lnTo>
                    <a:pt x="2568891" y="18346"/>
                  </a:lnTo>
                  <a:lnTo>
                    <a:pt x="2711784" y="41211"/>
                  </a:lnTo>
                  <a:lnTo>
                    <a:pt x="2852939" y="73092"/>
                  </a:lnTo>
                  <a:lnTo>
                    <a:pt x="2991787" y="113862"/>
                  </a:lnTo>
                  <a:lnTo>
                    <a:pt x="3127770" y="163355"/>
                  </a:lnTo>
                  <a:lnTo>
                    <a:pt x="3260341" y="221374"/>
                  </a:lnTo>
                  <a:lnTo>
                    <a:pt x="3388964" y="287684"/>
                  </a:lnTo>
                  <a:lnTo>
                    <a:pt x="3513123" y="362019"/>
                  </a:lnTo>
                  <a:lnTo>
                    <a:pt x="3632318" y="444078"/>
                  </a:lnTo>
                  <a:lnTo>
                    <a:pt x="3746068" y="533532"/>
                  </a:lnTo>
                  <a:lnTo>
                    <a:pt x="3853915" y="630020"/>
                  </a:lnTo>
                  <a:lnTo>
                    <a:pt x="3955426" y="733154"/>
                  </a:lnTo>
                  <a:lnTo>
                    <a:pt x="4050191" y="842519"/>
                  </a:lnTo>
                  <a:lnTo>
                    <a:pt x="4137829" y="957674"/>
                  </a:lnTo>
                  <a:lnTo>
                    <a:pt x="4217986" y="1078155"/>
                  </a:lnTo>
                  <a:lnTo>
                    <a:pt x="4290342" y="1203478"/>
                  </a:lnTo>
                  <a:lnTo>
                    <a:pt x="4354603" y="1333138"/>
                  </a:lnTo>
                  <a:lnTo>
                    <a:pt x="4410511" y="1466612"/>
                  </a:lnTo>
                  <a:lnTo>
                    <a:pt x="4457841" y="1603363"/>
                  </a:lnTo>
                  <a:lnTo>
                    <a:pt x="4496402" y="1742841"/>
                  </a:lnTo>
                  <a:lnTo>
                    <a:pt x="4526040" y="1884484"/>
                  </a:lnTo>
                  <a:lnTo>
                    <a:pt x="4546634" y="2027721"/>
                  </a:lnTo>
                  <a:lnTo>
                    <a:pt x="4558103" y="2171976"/>
                  </a:lnTo>
                  <a:lnTo>
                    <a:pt x="4560399" y="2316668"/>
                  </a:lnTo>
                  <a:lnTo>
                    <a:pt x="4553513" y="2461215"/>
                  </a:lnTo>
                  <a:lnTo>
                    <a:pt x="4537473" y="2605033"/>
                  </a:lnTo>
                  <a:lnTo>
                    <a:pt x="4512345" y="2747545"/>
                  </a:lnTo>
                  <a:lnTo>
                    <a:pt x="4478228" y="2888176"/>
                  </a:lnTo>
                  <a:lnTo>
                    <a:pt x="4435261" y="3026360"/>
                  </a:lnTo>
                  <a:lnTo>
                    <a:pt x="4383616" y="3161541"/>
                  </a:lnTo>
                  <a:lnTo>
                    <a:pt x="4323501" y="3293174"/>
                  </a:lnTo>
                  <a:lnTo>
                    <a:pt x="4255158" y="3420729"/>
                  </a:lnTo>
                  <a:lnTo>
                    <a:pt x="4178863" y="3543693"/>
                  </a:lnTo>
                  <a:lnTo>
                    <a:pt x="4094923" y="3661571"/>
                  </a:lnTo>
                  <a:lnTo>
                    <a:pt x="4003676" y="3773887"/>
                  </a:lnTo>
                  <a:lnTo>
                    <a:pt x="3905488" y="3880190"/>
                  </a:lnTo>
                  <a:lnTo>
                    <a:pt x="3800757" y="3980052"/>
                  </a:lnTo>
                  <a:lnTo>
                    <a:pt x="3689902" y="4073070"/>
                  </a:lnTo>
                  <a:lnTo>
                    <a:pt x="3573371" y="4158869"/>
                  </a:lnTo>
                  <a:lnTo>
                    <a:pt x="3451633" y="4237106"/>
                  </a:lnTo>
                  <a:lnTo>
                    <a:pt x="3325178" y="4307463"/>
                  </a:lnTo>
                  <a:lnTo>
                    <a:pt x="3194516" y="4369659"/>
                  </a:lnTo>
                  <a:lnTo>
                    <a:pt x="3060171" y="4423442"/>
                  </a:lnTo>
                  <a:lnTo>
                    <a:pt x="2922686" y="4468597"/>
                  </a:lnTo>
                  <a:lnTo>
                    <a:pt x="2782614" y="4504941"/>
                  </a:lnTo>
                  <a:lnTo>
                    <a:pt x="2640519" y="4532327"/>
                  </a:lnTo>
                  <a:lnTo>
                    <a:pt x="2496973" y="4550646"/>
                  </a:lnTo>
                  <a:lnTo>
                    <a:pt x="2352554" y="4559824"/>
                  </a:lnTo>
                  <a:lnTo>
                    <a:pt x="2207844" y="4559824"/>
                  </a:lnTo>
                  <a:lnTo>
                    <a:pt x="2063425" y="4550646"/>
                  </a:lnTo>
                  <a:lnTo>
                    <a:pt x="1919879" y="4532327"/>
                  </a:lnTo>
                  <a:lnTo>
                    <a:pt x="1777784" y="4504941"/>
                  </a:lnTo>
                  <a:lnTo>
                    <a:pt x="1637712" y="4468597"/>
                  </a:lnTo>
                  <a:lnTo>
                    <a:pt x="1500227" y="4423442"/>
                  </a:lnTo>
                  <a:lnTo>
                    <a:pt x="1365882" y="4369659"/>
                  </a:lnTo>
                  <a:lnTo>
                    <a:pt x="1235220" y="4307463"/>
                  </a:lnTo>
                  <a:lnTo>
                    <a:pt x="1108765" y="4237106"/>
                  </a:lnTo>
                  <a:lnTo>
                    <a:pt x="987027" y="4158869"/>
                  </a:lnTo>
                  <a:lnTo>
                    <a:pt x="870496" y="4073070"/>
                  </a:lnTo>
                  <a:lnTo>
                    <a:pt x="759641" y="3980052"/>
                  </a:lnTo>
                  <a:lnTo>
                    <a:pt x="654910" y="3880190"/>
                  </a:lnTo>
                  <a:lnTo>
                    <a:pt x="556722" y="3773887"/>
                  </a:lnTo>
                  <a:lnTo>
                    <a:pt x="465475" y="3661571"/>
                  </a:lnTo>
                  <a:lnTo>
                    <a:pt x="381535" y="3543693"/>
                  </a:lnTo>
                  <a:lnTo>
                    <a:pt x="305240" y="3420729"/>
                  </a:lnTo>
                  <a:lnTo>
                    <a:pt x="236897" y="3293174"/>
                  </a:lnTo>
                  <a:lnTo>
                    <a:pt x="176782" y="3161541"/>
                  </a:lnTo>
                  <a:lnTo>
                    <a:pt x="125137" y="3026360"/>
                  </a:lnTo>
                  <a:lnTo>
                    <a:pt x="82170" y="2888176"/>
                  </a:lnTo>
                  <a:lnTo>
                    <a:pt x="48053" y="2747545"/>
                  </a:lnTo>
                  <a:lnTo>
                    <a:pt x="22925" y="2605033"/>
                  </a:lnTo>
                  <a:lnTo>
                    <a:pt x="6885" y="2461215"/>
                  </a:lnTo>
                  <a:lnTo>
                    <a:pt x="0" y="2316668"/>
                  </a:lnTo>
                  <a:lnTo>
                    <a:pt x="2295" y="2171976"/>
                  </a:lnTo>
                  <a:lnTo>
                    <a:pt x="13764" y="2027721"/>
                  </a:lnTo>
                  <a:lnTo>
                    <a:pt x="34358" y="1884484"/>
                  </a:lnTo>
                  <a:lnTo>
                    <a:pt x="63996" y="1742841"/>
                  </a:lnTo>
                  <a:lnTo>
                    <a:pt x="102557" y="1603363"/>
                  </a:lnTo>
                  <a:lnTo>
                    <a:pt x="149887" y="1466612"/>
                  </a:lnTo>
                  <a:lnTo>
                    <a:pt x="205795" y="1333138"/>
                  </a:lnTo>
                  <a:lnTo>
                    <a:pt x="270056" y="1203478"/>
                  </a:lnTo>
                  <a:lnTo>
                    <a:pt x="342412" y="1078155"/>
                  </a:lnTo>
                  <a:lnTo>
                    <a:pt x="422569" y="957674"/>
                  </a:lnTo>
                  <a:lnTo>
                    <a:pt x="510207" y="842519"/>
                  </a:lnTo>
                  <a:lnTo>
                    <a:pt x="604972" y="733154"/>
                  </a:lnTo>
                  <a:lnTo>
                    <a:pt x="706483" y="630020"/>
                  </a:lnTo>
                  <a:lnTo>
                    <a:pt x="814331" y="533532"/>
                  </a:lnTo>
                  <a:lnTo>
                    <a:pt x="928080" y="444078"/>
                  </a:lnTo>
                  <a:lnTo>
                    <a:pt x="1047275" y="362019"/>
                  </a:lnTo>
                  <a:lnTo>
                    <a:pt x="1171434" y="287684"/>
                  </a:lnTo>
                  <a:lnTo>
                    <a:pt x="1300057" y="221374"/>
                  </a:lnTo>
                  <a:lnTo>
                    <a:pt x="1432628" y="163355"/>
                  </a:lnTo>
                  <a:lnTo>
                    <a:pt x="1568611" y="113862"/>
                  </a:lnTo>
                  <a:lnTo>
                    <a:pt x="1707459" y="73092"/>
                  </a:lnTo>
                  <a:lnTo>
                    <a:pt x="1848614" y="41211"/>
                  </a:lnTo>
                  <a:lnTo>
                    <a:pt x="1991507" y="18346"/>
                  </a:lnTo>
                  <a:lnTo>
                    <a:pt x="2135562" y="4591"/>
                  </a:lnTo>
                  <a:lnTo>
                    <a:pt x="22801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151776" y="1247789"/>
              <a:ext cx="5130448" cy="5129803"/>
            </a:xfrm>
            <a:custGeom>
              <a:avLst/>
              <a:pathLst>
                <a:path w="5130448" h="5129803">
                  <a:moveTo>
                    <a:pt x="2565224" y="0"/>
                  </a:moveTo>
                  <a:lnTo>
                    <a:pt x="2727941" y="5165"/>
                  </a:lnTo>
                  <a:lnTo>
                    <a:pt x="2890003" y="20640"/>
                  </a:lnTo>
                  <a:lnTo>
                    <a:pt x="3050757" y="46362"/>
                  </a:lnTo>
                  <a:lnTo>
                    <a:pt x="3209556" y="82229"/>
                  </a:lnTo>
                  <a:lnTo>
                    <a:pt x="3365761" y="128094"/>
                  </a:lnTo>
                  <a:lnTo>
                    <a:pt x="3518742" y="183775"/>
                  </a:lnTo>
                  <a:lnTo>
                    <a:pt x="3667883" y="249046"/>
                  </a:lnTo>
                  <a:lnTo>
                    <a:pt x="3812585" y="323645"/>
                  </a:lnTo>
                  <a:lnTo>
                    <a:pt x="3952264" y="407271"/>
                  </a:lnTo>
                  <a:lnTo>
                    <a:pt x="4086357" y="499588"/>
                  </a:lnTo>
                  <a:lnTo>
                    <a:pt x="4214326" y="600224"/>
                  </a:lnTo>
                  <a:lnTo>
                    <a:pt x="4335654" y="708773"/>
                  </a:lnTo>
                  <a:lnTo>
                    <a:pt x="4449854" y="824799"/>
                  </a:lnTo>
                  <a:lnTo>
                    <a:pt x="4556464" y="947834"/>
                  </a:lnTo>
                  <a:lnTo>
                    <a:pt x="4655057" y="1077383"/>
                  </a:lnTo>
                  <a:lnTo>
                    <a:pt x="4745235" y="1212925"/>
                  </a:lnTo>
                  <a:lnTo>
                    <a:pt x="4826634" y="1353913"/>
                  </a:lnTo>
                  <a:lnTo>
                    <a:pt x="4898928" y="1499780"/>
                  </a:lnTo>
                  <a:lnTo>
                    <a:pt x="4961825" y="1649938"/>
                  </a:lnTo>
                  <a:lnTo>
                    <a:pt x="5015071" y="1803784"/>
                  </a:lnTo>
                  <a:lnTo>
                    <a:pt x="5058453" y="1960696"/>
                  </a:lnTo>
                  <a:lnTo>
                    <a:pt x="5091795" y="2120044"/>
                  </a:lnTo>
                  <a:lnTo>
                    <a:pt x="5114964" y="2281186"/>
                  </a:lnTo>
                  <a:lnTo>
                    <a:pt x="5127865" y="2443473"/>
                  </a:lnTo>
                  <a:lnTo>
                    <a:pt x="5130448" y="2606252"/>
                  </a:lnTo>
                  <a:lnTo>
                    <a:pt x="5122702" y="2768866"/>
                  </a:lnTo>
                  <a:lnTo>
                    <a:pt x="5104658" y="2930662"/>
                  </a:lnTo>
                  <a:lnTo>
                    <a:pt x="5076388" y="3090988"/>
                  </a:lnTo>
                  <a:lnTo>
                    <a:pt x="5038007" y="3249198"/>
                  </a:lnTo>
                  <a:lnTo>
                    <a:pt x="4989668" y="3404655"/>
                  </a:lnTo>
                  <a:lnTo>
                    <a:pt x="4931568" y="3556734"/>
                  </a:lnTo>
                  <a:lnTo>
                    <a:pt x="4863938" y="3704821"/>
                  </a:lnTo>
                  <a:lnTo>
                    <a:pt x="4787053" y="3848321"/>
                  </a:lnTo>
                  <a:lnTo>
                    <a:pt x="4701221" y="3986655"/>
                  </a:lnTo>
                  <a:lnTo>
                    <a:pt x="4606789" y="4119267"/>
                  </a:lnTo>
                  <a:lnTo>
                    <a:pt x="4504135" y="4245623"/>
                  </a:lnTo>
                  <a:lnTo>
                    <a:pt x="4393675" y="4365214"/>
                  </a:lnTo>
                  <a:lnTo>
                    <a:pt x="4275851" y="4477558"/>
                  </a:lnTo>
                  <a:lnTo>
                    <a:pt x="4151140" y="4582203"/>
                  </a:lnTo>
                  <a:lnTo>
                    <a:pt x="4020043" y="4678728"/>
                  </a:lnTo>
                  <a:lnTo>
                    <a:pt x="3883088" y="4766744"/>
                  </a:lnTo>
                  <a:lnTo>
                    <a:pt x="3740826" y="4845896"/>
                  </a:lnTo>
                  <a:lnTo>
                    <a:pt x="3593830" y="4915867"/>
                  </a:lnTo>
                  <a:lnTo>
                    <a:pt x="3442693" y="4976373"/>
                  </a:lnTo>
                  <a:lnTo>
                    <a:pt x="3288022" y="5027172"/>
                  </a:lnTo>
                  <a:lnTo>
                    <a:pt x="3130441" y="5068058"/>
                  </a:lnTo>
                  <a:lnTo>
                    <a:pt x="2970584" y="5098868"/>
                  </a:lnTo>
                  <a:lnTo>
                    <a:pt x="2809095" y="5119477"/>
                  </a:lnTo>
                  <a:lnTo>
                    <a:pt x="2646623" y="5129803"/>
                  </a:lnTo>
                  <a:lnTo>
                    <a:pt x="2483824" y="5129803"/>
                  </a:lnTo>
                  <a:lnTo>
                    <a:pt x="2321353" y="5119477"/>
                  </a:lnTo>
                  <a:lnTo>
                    <a:pt x="2159864" y="5098868"/>
                  </a:lnTo>
                  <a:lnTo>
                    <a:pt x="2000007" y="5068058"/>
                  </a:lnTo>
                  <a:lnTo>
                    <a:pt x="1842426" y="5027172"/>
                  </a:lnTo>
                  <a:lnTo>
                    <a:pt x="1687755" y="4976373"/>
                  </a:lnTo>
                  <a:lnTo>
                    <a:pt x="1536618" y="4915867"/>
                  </a:lnTo>
                  <a:lnTo>
                    <a:pt x="1389622" y="4845896"/>
                  </a:lnTo>
                  <a:lnTo>
                    <a:pt x="1247360" y="4766744"/>
                  </a:lnTo>
                  <a:lnTo>
                    <a:pt x="1110405" y="4678728"/>
                  </a:lnTo>
                  <a:lnTo>
                    <a:pt x="979308" y="4582203"/>
                  </a:lnTo>
                  <a:lnTo>
                    <a:pt x="854596" y="4477558"/>
                  </a:lnTo>
                  <a:lnTo>
                    <a:pt x="736773" y="4365214"/>
                  </a:lnTo>
                  <a:lnTo>
                    <a:pt x="626313" y="4245623"/>
                  </a:lnTo>
                  <a:lnTo>
                    <a:pt x="523659" y="4119267"/>
                  </a:lnTo>
                  <a:lnTo>
                    <a:pt x="429227" y="3986655"/>
                  </a:lnTo>
                  <a:lnTo>
                    <a:pt x="343395" y="3848321"/>
                  </a:lnTo>
                  <a:lnTo>
                    <a:pt x="266509" y="3704821"/>
                  </a:lnTo>
                  <a:lnTo>
                    <a:pt x="198880" y="3556734"/>
                  </a:lnTo>
                  <a:lnTo>
                    <a:pt x="140780" y="3404655"/>
                  </a:lnTo>
                  <a:lnTo>
                    <a:pt x="92441" y="3249198"/>
                  </a:lnTo>
                  <a:lnTo>
                    <a:pt x="54060" y="3090988"/>
                  </a:lnTo>
                  <a:lnTo>
                    <a:pt x="25790" y="2930662"/>
                  </a:lnTo>
                  <a:lnTo>
                    <a:pt x="7746" y="2768866"/>
                  </a:lnTo>
                  <a:lnTo>
                    <a:pt x="0" y="2606252"/>
                  </a:lnTo>
                  <a:lnTo>
                    <a:pt x="2582" y="2443473"/>
                  </a:lnTo>
                  <a:lnTo>
                    <a:pt x="15484" y="2281186"/>
                  </a:lnTo>
                  <a:lnTo>
                    <a:pt x="38653" y="2120044"/>
                  </a:lnTo>
                  <a:lnTo>
                    <a:pt x="71995" y="1960696"/>
                  </a:lnTo>
                  <a:lnTo>
                    <a:pt x="115377" y="1803784"/>
                  </a:lnTo>
                  <a:lnTo>
                    <a:pt x="168623" y="1649938"/>
                  </a:lnTo>
                  <a:lnTo>
                    <a:pt x="231520" y="1499780"/>
                  </a:lnTo>
                  <a:lnTo>
                    <a:pt x="303814" y="1353913"/>
                  </a:lnTo>
                  <a:lnTo>
                    <a:pt x="385213" y="1212925"/>
                  </a:lnTo>
                  <a:lnTo>
                    <a:pt x="475391" y="1077383"/>
                  </a:lnTo>
                  <a:lnTo>
                    <a:pt x="573983" y="947834"/>
                  </a:lnTo>
                  <a:lnTo>
                    <a:pt x="680594" y="824799"/>
                  </a:lnTo>
                  <a:lnTo>
                    <a:pt x="794794" y="708773"/>
                  </a:lnTo>
                  <a:lnTo>
                    <a:pt x="916122" y="600224"/>
                  </a:lnTo>
                  <a:lnTo>
                    <a:pt x="1044091" y="499588"/>
                  </a:lnTo>
                  <a:lnTo>
                    <a:pt x="1178184" y="407271"/>
                  </a:lnTo>
                  <a:lnTo>
                    <a:pt x="1317863" y="323645"/>
                  </a:lnTo>
                  <a:lnTo>
                    <a:pt x="1462565" y="249046"/>
                  </a:lnTo>
                  <a:lnTo>
                    <a:pt x="1611706" y="183775"/>
                  </a:lnTo>
                  <a:lnTo>
                    <a:pt x="1764687" y="128094"/>
                  </a:lnTo>
                  <a:lnTo>
                    <a:pt x="1920892" y="82229"/>
                  </a:lnTo>
                  <a:lnTo>
                    <a:pt x="2079691" y="46362"/>
                  </a:lnTo>
                  <a:lnTo>
                    <a:pt x="2240445" y="20640"/>
                  </a:lnTo>
                  <a:lnTo>
                    <a:pt x="2402507" y="5165"/>
                  </a:lnTo>
                  <a:lnTo>
                    <a:pt x="256522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4058596" y="2492420"/>
              <a:ext cx="2938891" cy="2704014"/>
            </a:xfrm>
            <a:custGeom>
              <a:avLst/>
              <a:pathLst>
                <a:path w="2938891" h="2704014">
                  <a:moveTo>
                    <a:pt x="2938891" y="1320916"/>
                  </a:moveTo>
                  <a:lnTo>
                    <a:pt x="2906962" y="1227915"/>
                  </a:lnTo>
                  <a:lnTo>
                    <a:pt x="2871294" y="1137551"/>
                  </a:lnTo>
                  <a:lnTo>
                    <a:pt x="2832050" y="1049971"/>
                  </a:lnTo>
                  <a:lnTo>
                    <a:pt x="2789399" y="965316"/>
                  </a:lnTo>
                  <a:lnTo>
                    <a:pt x="2743516" y="883714"/>
                  </a:lnTo>
                  <a:lnTo>
                    <a:pt x="2694579" y="805287"/>
                  </a:lnTo>
                  <a:lnTo>
                    <a:pt x="2642772" y="730144"/>
                  </a:lnTo>
                  <a:lnTo>
                    <a:pt x="2588283" y="658388"/>
                  </a:lnTo>
                  <a:lnTo>
                    <a:pt x="2531302" y="590109"/>
                  </a:lnTo>
                  <a:lnTo>
                    <a:pt x="2472022" y="525389"/>
                  </a:lnTo>
                  <a:lnTo>
                    <a:pt x="2410640" y="464300"/>
                  </a:lnTo>
                  <a:lnTo>
                    <a:pt x="2347354" y="406902"/>
                  </a:lnTo>
                  <a:lnTo>
                    <a:pt x="2282363" y="353247"/>
                  </a:lnTo>
                  <a:lnTo>
                    <a:pt x="2215866" y="303375"/>
                  </a:lnTo>
                  <a:lnTo>
                    <a:pt x="2148065" y="257319"/>
                  </a:lnTo>
                  <a:lnTo>
                    <a:pt x="2079160" y="215097"/>
                  </a:lnTo>
                  <a:lnTo>
                    <a:pt x="2009351" y="176722"/>
                  </a:lnTo>
                  <a:lnTo>
                    <a:pt x="1938837" y="142195"/>
                  </a:lnTo>
                  <a:lnTo>
                    <a:pt x="1867815" y="111505"/>
                  </a:lnTo>
                  <a:lnTo>
                    <a:pt x="1796480" y="84636"/>
                  </a:lnTo>
                  <a:lnTo>
                    <a:pt x="1725025" y="61559"/>
                  </a:lnTo>
                  <a:lnTo>
                    <a:pt x="1653641" y="42236"/>
                  </a:lnTo>
                  <a:lnTo>
                    <a:pt x="1582513" y="26620"/>
                  </a:lnTo>
                  <a:lnTo>
                    <a:pt x="1511825" y="14658"/>
                  </a:lnTo>
                  <a:lnTo>
                    <a:pt x="1441755" y="6283"/>
                  </a:lnTo>
                  <a:lnTo>
                    <a:pt x="1372478" y="1424"/>
                  </a:lnTo>
                  <a:lnTo>
                    <a:pt x="1304161" y="0"/>
                  </a:lnTo>
                  <a:lnTo>
                    <a:pt x="1236969" y="1921"/>
                  </a:lnTo>
                  <a:lnTo>
                    <a:pt x="1171060" y="7092"/>
                  </a:lnTo>
                  <a:lnTo>
                    <a:pt x="1106585" y="15410"/>
                  </a:lnTo>
                  <a:lnTo>
                    <a:pt x="1043690" y="26763"/>
                  </a:lnTo>
                  <a:lnTo>
                    <a:pt x="982514" y="41035"/>
                  </a:lnTo>
                  <a:lnTo>
                    <a:pt x="923188" y="58102"/>
                  </a:lnTo>
                  <a:lnTo>
                    <a:pt x="865838" y="77836"/>
                  </a:lnTo>
                  <a:lnTo>
                    <a:pt x="810579" y="100101"/>
                  </a:lnTo>
                  <a:lnTo>
                    <a:pt x="757521" y="124759"/>
                  </a:lnTo>
                  <a:lnTo>
                    <a:pt x="706765" y="151666"/>
                  </a:lnTo>
                  <a:lnTo>
                    <a:pt x="658404" y="180673"/>
                  </a:lnTo>
                  <a:lnTo>
                    <a:pt x="712613" y="148389"/>
                  </a:lnTo>
                  <a:lnTo>
                    <a:pt x="769801" y="118750"/>
                  </a:lnTo>
                  <a:lnTo>
                    <a:pt x="829836" y="91962"/>
                  </a:lnTo>
                  <a:lnTo>
                    <a:pt x="892573" y="68225"/>
                  </a:lnTo>
                  <a:lnTo>
                    <a:pt x="957855" y="47731"/>
                  </a:lnTo>
                  <a:lnTo>
                    <a:pt x="1025513" y="30663"/>
                  </a:lnTo>
                  <a:lnTo>
                    <a:pt x="1095367" y="17196"/>
                  </a:lnTo>
                  <a:lnTo>
                    <a:pt x="1167226" y="7496"/>
                  </a:lnTo>
                  <a:lnTo>
                    <a:pt x="1240887" y="1717"/>
                  </a:lnTo>
                  <a:lnTo>
                    <a:pt x="1316140" y="5"/>
                  </a:lnTo>
                  <a:lnTo>
                    <a:pt x="1392761" y="2493"/>
                  </a:lnTo>
                  <a:lnTo>
                    <a:pt x="1470522" y="9301"/>
                  </a:lnTo>
                  <a:lnTo>
                    <a:pt x="1549183" y="20540"/>
                  </a:lnTo>
                  <a:lnTo>
                    <a:pt x="1628498" y="36304"/>
                  </a:lnTo>
                  <a:lnTo>
                    <a:pt x="1708216" y="56676"/>
                  </a:lnTo>
                  <a:lnTo>
                    <a:pt x="1788076" y="81725"/>
                  </a:lnTo>
                  <a:lnTo>
                    <a:pt x="1867815" y="111505"/>
                  </a:lnTo>
                  <a:lnTo>
                    <a:pt x="1927312" y="200357"/>
                  </a:lnTo>
                  <a:lnTo>
                    <a:pt x="1980497" y="291890"/>
                  </a:lnTo>
                  <a:lnTo>
                    <a:pt x="2027267" y="385666"/>
                  </a:lnTo>
                  <a:lnTo>
                    <a:pt x="2067553" y="481245"/>
                  </a:lnTo>
                  <a:lnTo>
                    <a:pt x="2101313" y="578188"/>
                  </a:lnTo>
                  <a:lnTo>
                    <a:pt x="2128534" y="676057"/>
                  </a:lnTo>
                  <a:lnTo>
                    <a:pt x="2149233" y="774418"/>
                  </a:lnTo>
                  <a:lnTo>
                    <a:pt x="2163456" y="872843"/>
                  </a:lnTo>
                  <a:lnTo>
                    <a:pt x="2171276" y="970910"/>
                  </a:lnTo>
                  <a:lnTo>
                    <a:pt x="2172792" y="1068209"/>
                  </a:lnTo>
                  <a:lnTo>
                    <a:pt x="2168130" y="1164340"/>
                  </a:lnTo>
                  <a:lnTo>
                    <a:pt x="2157443" y="1258915"/>
                  </a:lnTo>
                  <a:lnTo>
                    <a:pt x="2140904" y="1351561"/>
                  </a:lnTo>
                  <a:lnTo>
                    <a:pt x="2118712" y="1441921"/>
                  </a:lnTo>
                  <a:lnTo>
                    <a:pt x="2091087" y="1529653"/>
                  </a:lnTo>
                  <a:lnTo>
                    <a:pt x="2058268" y="1614437"/>
                  </a:lnTo>
                  <a:lnTo>
                    <a:pt x="2020514" y="1695969"/>
                  </a:lnTo>
                  <a:lnTo>
                    <a:pt x="1978101" y="1773968"/>
                  </a:lnTo>
                  <a:lnTo>
                    <a:pt x="1931320" y="1848175"/>
                  </a:lnTo>
                  <a:lnTo>
                    <a:pt x="1880477" y="1918351"/>
                  </a:lnTo>
                  <a:lnTo>
                    <a:pt x="1825889" y="1984282"/>
                  </a:lnTo>
                  <a:lnTo>
                    <a:pt x="1767886" y="2045777"/>
                  </a:lnTo>
                  <a:lnTo>
                    <a:pt x="1706806" y="2102670"/>
                  </a:lnTo>
                  <a:lnTo>
                    <a:pt x="1642993" y="2154820"/>
                  </a:lnTo>
                  <a:lnTo>
                    <a:pt x="1576797" y="2202109"/>
                  </a:lnTo>
                  <a:lnTo>
                    <a:pt x="1508574" y="2244447"/>
                  </a:lnTo>
                  <a:lnTo>
                    <a:pt x="1438679" y="2281765"/>
                  </a:lnTo>
                  <a:lnTo>
                    <a:pt x="1367469" y="2314023"/>
                  </a:lnTo>
                  <a:lnTo>
                    <a:pt x="1295299" y="2341204"/>
                  </a:lnTo>
                  <a:lnTo>
                    <a:pt x="1222522" y="2363315"/>
                  </a:lnTo>
                  <a:lnTo>
                    <a:pt x="1149484" y="2380387"/>
                  </a:lnTo>
                  <a:lnTo>
                    <a:pt x="1076528" y="2392474"/>
                  </a:lnTo>
                  <a:lnTo>
                    <a:pt x="1003984" y="2399655"/>
                  </a:lnTo>
                  <a:lnTo>
                    <a:pt x="932179" y="2402028"/>
                  </a:lnTo>
                  <a:lnTo>
                    <a:pt x="861424" y="2399713"/>
                  </a:lnTo>
                  <a:lnTo>
                    <a:pt x="792021" y="2392851"/>
                  </a:lnTo>
                  <a:lnTo>
                    <a:pt x="724256" y="2381601"/>
                  </a:lnTo>
                  <a:lnTo>
                    <a:pt x="658404" y="2366139"/>
                  </a:lnTo>
                  <a:lnTo>
                    <a:pt x="594721" y="2346660"/>
                  </a:lnTo>
                  <a:lnTo>
                    <a:pt x="533448" y="2323374"/>
                  </a:lnTo>
                  <a:lnTo>
                    <a:pt x="474808" y="2296503"/>
                  </a:lnTo>
                  <a:lnTo>
                    <a:pt x="419005" y="2266283"/>
                  </a:lnTo>
                  <a:lnTo>
                    <a:pt x="366225" y="2232963"/>
                  </a:lnTo>
                  <a:lnTo>
                    <a:pt x="316634" y="2196799"/>
                  </a:lnTo>
                  <a:lnTo>
                    <a:pt x="270377" y="2158057"/>
                  </a:lnTo>
                  <a:lnTo>
                    <a:pt x="227580" y="2117010"/>
                  </a:lnTo>
                  <a:lnTo>
                    <a:pt x="188346" y="2073935"/>
                  </a:lnTo>
                  <a:lnTo>
                    <a:pt x="152759" y="2029116"/>
                  </a:lnTo>
                  <a:lnTo>
                    <a:pt x="120881" y="1982834"/>
                  </a:lnTo>
                  <a:lnTo>
                    <a:pt x="92753" y="1935377"/>
                  </a:lnTo>
                  <a:lnTo>
                    <a:pt x="68395" y="1887026"/>
                  </a:lnTo>
                  <a:lnTo>
                    <a:pt x="47807" y="1838066"/>
                  </a:lnTo>
                  <a:lnTo>
                    <a:pt x="30967" y="1788773"/>
                  </a:lnTo>
                  <a:lnTo>
                    <a:pt x="17835" y="1739421"/>
                  </a:lnTo>
                  <a:lnTo>
                    <a:pt x="8352" y="1690276"/>
                  </a:lnTo>
                  <a:lnTo>
                    <a:pt x="2439" y="1641598"/>
                  </a:lnTo>
                  <a:lnTo>
                    <a:pt x="0" y="1593636"/>
                  </a:lnTo>
                  <a:lnTo>
                    <a:pt x="921" y="1546630"/>
                  </a:lnTo>
                  <a:lnTo>
                    <a:pt x="5074" y="1500809"/>
                  </a:lnTo>
                  <a:lnTo>
                    <a:pt x="12313" y="1456387"/>
                  </a:lnTo>
                  <a:lnTo>
                    <a:pt x="22481" y="1413568"/>
                  </a:lnTo>
                  <a:lnTo>
                    <a:pt x="35406" y="1372539"/>
                  </a:lnTo>
                  <a:lnTo>
                    <a:pt x="50904" y="1333474"/>
                  </a:lnTo>
                  <a:lnTo>
                    <a:pt x="68782" y="1296529"/>
                  </a:lnTo>
                  <a:lnTo>
                    <a:pt x="88837" y="1261845"/>
                  </a:lnTo>
                  <a:lnTo>
                    <a:pt x="110857" y="1229547"/>
                  </a:lnTo>
                  <a:lnTo>
                    <a:pt x="134624" y="1199738"/>
                  </a:lnTo>
                  <a:lnTo>
                    <a:pt x="159915" y="1172510"/>
                  </a:lnTo>
                  <a:lnTo>
                    <a:pt x="186504" y="1147930"/>
                  </a:lnTo>
                  <a:lnTo>
                    <a:pt x="214159" y="1126052"/>
                  </a:lnTo>
                  <a:lnTo>
                    <a:pt x="242651" y="1106910"/>
                  </a:lnTo>
                  <a:lnTo>
                    <a:pt x="271747" y="1090519"/>
                  </a:lnTo>
                  <a:lnTo>
                    <a:pt x="301220" y="1076876"/>
                  </a:lnTo>
                  <a:lnTo>
                    <a:pt x="330841" y="1065963"/>
                  </a:lnTo>
                  <a:lnTo>
                    <a:pt x="360389" y="1057742"/>
                  </a:lnTo>
                  <a:lnTo>
                    <a:pt x="389646" y="1052158"/>
                  </a:lnTo>
                  <a:lnTo>
                    <a:pt x="368714" y="1127351"/>
                  </a:lnTo>
                  <a:lnTo>
                    <a:pt x="365780" y="1199707"/>
                  </a:lnTo>
                  <a:lnTo>
                    <a:pt x="378821" y="1265303"/>
                  </a:lnTo>
                  <a:lnTo>
                    <a:pt x="405017" y="1320916"/>
                  </a:lnTo>
                  <a:lnTo>
                    <a:pt x="440950" y="1364170"/>
                  </a:lnTo>
                  <a:lnTo>
                    <a:pt x="482830" y="1393641"/>
                  </a:lnTo>
                  <a:lnTo>
                    <a:pt x="526727" y="1408900"/>
                  </a:lnTo>
                  <a:lnTo>
                    <a:pt x="568818" y="1410502"/>
                  </a:lnTo>
                  <a:lnTo>
                    <a:pt x="605614" y="1399923"/>
                  </a:lnTo>
                  <a:lnTo>
                    <a:pt x="634162" y="1379441"/>
                  </a:lnTo>
                  <a:lnTo>
                    <a:pt x="652225" y="1351981"/>
                  </a:lnTo>
                  <a:lnTo>
                    <a:pt x="658404" y="1320916"/>
                  </a:lnTo>
                  <a:lnTo>
                    <a:pt x="661449" y="1375128"/>
                  </a:lnTo>
                  <a:lnTo>
                    <a:pt x="670563" y="1428828"/>
                  </a:lnTo>
                  <a:lnTo>
                    <a:pt x="685690" y="1481506"/>
                  </a:lnTo>
                  <a:lnTo>
                    <a:pt x="706733" y="1532660"/>
                  </a:lnTo>
                  <a:lnTo>
                    <a:pt x="733561" y="1581792"/>
                  </a:lnTo>
                  <a:lnTo>
                    <a:pt x="766004" y="1628418"/>
                  </a:lnTo>
                  <a:lnTo>
                    <a:pt x="803855" y="1672065"/>
                  </a:lnTo>
                  <a:lnTo>
                    <a:pt x="846874" y="1712277"/>
                  </a:lnTo>
                  <a:lnTo>
                    <a:pt x="894786" y="1748616"/>
                  </a:lnTo>
                  <a:lnTo>
                    <a:pt x="947283" y="1780664"/>
                  </a:lnTo>
                  <a:lnTo>
                    <a:pt x="1004027" y="1808026"/>
                  </a:lnTo>
                  <a:lnTo>
                    <a:pt x="1064650" y="1830332"/>
                  </a:lnTo>
                  <a:lnTo>
                    <a:pt x="1128755" y="1847239"/>
                  </a:lnTo>
                  <a:lnTo>
                    <a:pt x="1195920" y="1858432"/>
                  </a:lnTo>
                  <a:lnTo>
                    <a:pt x="1140241" y="1895146"/>
                  </a:lnTo>
                  <a:lnTo>
                    <a:pt x="1082304" y="1926308"/>
                  </a:lnTo>
                  <a:lnTo>
                    <a:pt x="1022649" y="1951806"/>
                  </a:lnTo>
                  <a:lnTo>
                    <a:pt x="961815" y="1971582"/>
                  </a:lnTo>
                  <a:lnTo>
                    <a:pt x="900340" y="1985629"/>
                  </a:lnTo>
                  <a:lnTo>
                    <a:pt x="838753" y="1993988"/>
                  </a:lnTo>
                  <a:lnTo>
                    <a:pt x="777572" y="1996748"/>
                  </a:lnTo>
                  <a:lnTo>
                    <a:pt x="717295" y="1994045"/>
                  </a:lnTo>
                  <a:lnTo>
                    <a:pt x="658404" y="1986058"/>
                  </a:lnTo>
                  <a:lnTo>
                    <a:pt x="601353" y="1973009"/>
                  </a:lnTo>
                  <a:lnTo>
                    <a:pt x="546570" y="1955158"/>
                  </a:lnTo>
                  <a:lnTo>
                    <a:pt x="494450" y="1932800"/>
                  </a:lnTo>
                  <a:lnTo>
                    <a:pt x="445356" y="1906261"/>
                  </a:lnTo>
                  <a:lnTo>
                    <a:pt x="399613" y="1875896"/>
                  </a:lnTo>
                  <a:lnTo>
                    <a:pt x="357507" y="1842086"/>
                  </a:lnTo>
                  <a:lnTo>
                    <a:pt x="319284" y="1805229"/>
                  </a:lnTo>
                  <a:lnTo>
                    <a:pt x="285151" y="1765742"/>
                  </a:lnTo>
                  <a:lnTo>
                    <a:pt x="255267" y="1724053"/>
                  </a:lnTo>
                  <a:lnTo>
                    <a:pt x="254420" y="1652457"/>
                  </a:lnTo>
                  <a:lnTo>
                    <a:pt x="263372" y="1584868"/>
                  </a:lnTo>
                  <a:lnTo>
                    <a:pt x="281302" y="1522481"/>
                  </a:lnTo>
                  <a:lnTo>
                    <a:pt x="307255" y="1466367"/>
                  </a:lnTo>
                  <a:lnTo>
                    <a:pt x="340154" y="1417456"/>
                  </a:lnTo>
                  <a:lnTo>
                    <a:pt x="378821" y="1376529"/>
                  </a:lnTo>
                  <a:lnTo>
                    <a:pt x="421997" y="1344200"/>
                  </a:lnTo>
                  <a:lnTo>
                    <a:pt x="468364" y="1320916"/>
                  </a:lnTo>
                  <a:lnTo>
                    <a:pt x="433831" y="1332685"/>
                  </a:lnTo>
                  <a:lnTo>
                    <a:pt x="400105" y="1348064"/>
                  </a:lnTo>
                  <a:lnTo>
                    <a:pt x="367468" y="1366996"/>
                  </a:lnTo>
                  <a:lnTo>
                    <a:pt x="336199" y="1389403"/>
                  </a:lnTo>
                  <a:lnTo>
                    <a:pt x="306571" y="1415189"/>
                  </a:lnTo>
                  <a:lnTo>
                    <a:pt x="278852" y="1444240"/>
                  </a:lnTo>
                  <a:lnTo>
                    <a:pt x="253299" y="1476421"/>
                  </a:lnTo>
                  <a:lnTo>
                    <a:pt x="230164" y="1511581"/>
                  </a:lnTo>
                  <a:lnTo>
                    <a:pt x="209687" y="1549549"/>
                  </a:lnTo>
                  <a:lnTo>
                    <a:pt x="192094" y="1590140"/>
                  </a:lnTo>
                  <a:lnTo>
                    <a:pt x="177604" y="1633152"/>
                  </a:lnTo>
                  <a:lnTo>
                    <a:pt x="166417" y="1678366"/>
                  </a:lnTo>
                  <a:lnTo>
                    <a:pt x="158722" y="1725551"/>
                  </a:lnTo>
                  <a:lnTo>
                    <a:pt x="154692" y="1774460"/>
                  </a:lnTo>
                  <a:lnTo>
                    <a:pt x="154483" y="1824837"/>
                  </a:lnTo>
                  <a:lnTo>
                    <a:pt x="158234" y="1876411"/>
                  </a:lnTo>
                  <a:lnTo>
                    <a:pt x="166066" y="1928903"/>
                  </a:lnTo>
                  <a:lnTo>
                    <a:pt x="178081" y="1982024"/>
                  </a:lnTo>
                  <a:lnTo>
                    <a:pt x="194363" y="2035476"/>
                  </a:lnTo>
                  <a:lnTo>
                    <a:pt x="214976" y="2088956"/>
                  </a:lnTo>
                  <a:lnTo>
                    <a:pt x="239963" y="2142154"/>
                  </a:lnTo>
                  <a:lnTo>
                    <a:pt x="269345" y="2194756"/>
                  </a:lnTo>
                  <a:lnTo>
                    <a:pt x="303126" y="2246447"/>
                  </a:lnTo>
                  <a:lnTo>
                    <a:pt x="341285" y="2296908"/>
                  </a:lnTo>
                  <a:lnTo>
                    <a:pt x="383782" y="2345821"/>
                  </a:lnTo>
                  <a:lnTo>
                    <a:pt x="430554" y="2392868"/>
                  </a:lnTo>
                  <a:lnTo>
                    <a:pt x="481517" y="2437736"/>
                  </a:lnTo>
                  <a:lnTo>
                    <a:pt x="536568" y="2480113"/>
                  </a:lnTo>
                  <a:lnTo>
                    <a:pt x="595579" y="2519694"/>
                  </a:lnTo>
                  <a:lnTo>
                    <a:pt x="658404" y="2556180"/>
                  </a:lnTo>
                  <a:lnTo>
                    <a:pt x="724876" y="2589280"/>
                  </a:lnTo>
                  <a:lnTo>
                    <a:pt x="794808" y="2618713"/>
                  </a:lnTo>
                  <a:lnTo>
                    <a:pt x="867993" y="2644207"/>
                  </a:lnTo>
                  <a:lnTo>
                    <a:pt x="944205" y="2665504"/>
                  </a:lnTo>
                  <a:lnTo>
                    <a:pt x="1023201" y="2682357"/>
                  </a:lnTo>
                  <a:lnTo>
                    <a:pt x="1104720" y="2694535"/>
                  </a:lnTo>
                  <a:lnTo>
                    <a:pt x="1188484" y="2701821"/>
                  </a:lnTo>
                  <a:lnTo>
                    <a:pt x="1274199" y="2704014"/>
                  </a:lnTo>
                  <a:lnTo>
                    <a:pt x="1361558" y="2700934"/>
                  </a:lnTo>
                  <a:lnTo>
                    <a:pt x="1450240" y="2692416"/>
                  </a:lnTo>
                  <a:lnTo>
                    <a:pt x="1539909" y="2678314"/>
                  </a:lnTo>
                  <a:lnTo>
                    <a:pt x="1630221" y="2658507"/>
                  </a:lnTo>
                  <a:lnTo>
                    <a:pt x="1720819" y="2632889"/>
                  </a:lnTo>
                  <a:lnTo>
                    <a:pt x="1811339" y="2601380"/>
                  </a:lnTo>
                  <a:lnTo>
                    <a:pt x="1901410" y="2563921"/>
                  </a:lnTo>
                  <a:lnTo>
                    <a:pt x="1990652" y="2520477"/>
                  </a:lnTo>
                  <a:lnTo>
                    <a:pt x="2078682" y="2471035"/>
                  </a:lnTo>
                  <a:lnTo>
                    <a:pt x="2165115" y="2415606"/>
                  </a:lnTo>
                  <a:lnTo>
                    <a:pt x="2249562" y="2354226"/>
                  </a:lnTo>
                  <a:lnTo>
                    <a:pt x="2331634" y="2286956"/>
                  </a:lnTo>
                  <a:lnTo>
                    <a:pt x="2410942" y="2213879"/>
                  </a:lnTo>
                  <a:lnTo>
                    <a:pt x="2487103" y="2135105"/>
                  </a:lnTo>
                  <a:lnTo>
                    <a:pt x="2559735" y="2050769"/>
                  </a:lnTo>
                  <a:lnTo>
                    <a:pt x="2628463" y="1961027"/>
                  </a:lnTo>
                  <a:lnTo>
                    <a:pt x="2692917" y="1866062"/>
                  </a:lnTo>
                  <a:lnTo>
                    <a:pt x="2752739" y="1766081"/>
                  </a:lnTo>
                  <a:lnTo>
                    <a:pt x="2807579" y="1661312"/>
                  </a:lnTo>
                  <a:lnTo>
                    <a:pt x="2857098" y="1552008"/>
                  </a:lnTo>
                  <a:lnTo>
                    <a:pt x="2900972" y="1438444"/>
                  </a:lnTo>
                  <a:close/>
                </a:path>
              </a:pathLst>
            </a:custGeom>
            <a:solidFill>
              <a:srgbClr val="F8766D">
                <a:alpha val="25882"/>
              </a:srgbClr>
            </a:solidFill>
            <a:ln w="24933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13016" y="2492426"/>
              <a:ext cx="2684470" cy="1956294"/>
            </a:xfrm>
            <a:custGeom>
              <a:avLst/>
              <a:pathLst>
                <a:path w="2684470" h="1956294">
                  <a:moveTo>
                    <a:pt x="403984" y="180667"/>
                  </a:moveTo>
                  <a:lnTo>
                    <a:pt x="458193" y="148383"/>
                  </a:lnTo>
                  <a:lnTo>
                    <a:pt x="515381" y="118744"/>
                  </a:lnTo>
                  <a:lnTo>
                    <a:pt x="575415" y="91957"/>
                  </a:lnTo>
                  <a:lnTo>
                    <a:pt x="638152" y="68220"/>
                  </a:lnTo>
                  <a:lnTo>
                    <a:pt x="703434" y="47725"/>
                  </a:lnTo>
                  <a:lnTo>
                    <a:pt x="771092" y="30657"/>
                  </a:lnTo>
                  <a:lnTo>
                    <a:pt x="840947" y="17190"/>
                  </a:lnTo>
                  <a:lnTo>
                    <a:pt x="912805" y="7490"/>
                  </a:lnTo>
                  <a:lnTo>
                    <a:pt x="986467" y="1711"/>
                  </a:lnTo>
                  <a:lnTo>
                    <a:pt x="1061719" y="0"/>
                  </a:lnTo>
                  <a:lnTo>
                    <a:pt x="1138341" y="2487"/>
                  </a:lnTo>
                  <a:lnTo>
                    <a:pt x="1216101" y="9296"/>
                  </a:lnTo>
                  <a:lnTo>
                    <a:pt x="1294762" y="20534"/>
                  </a:lnTo>
                  <a:lnTo>
                    <a:pt x="1374078" y="36298"/>
                  </a:lnTo>
                  <a:lnTo>
                    <a:pt x="1453795" y="56670"/>
                  </a:lnTo>
                  <a:lnTo>
                    <a:pt x="1533656" y="81719"/>
                  </a:lnTo>
                  <a:lnTo>
                    <a:pt x="1613394" y="111500"/>
                  </a:lnTo>
                  <a:lnTo>
                    <a:pt x="1677671" y="139101"/>
                  </a:lnTo>
                  <a:lnTo>
                    <a:pt x="1741548" y="169844"/>
                  </a:lnTo>
                  <a:lnTo>
                    <a:pt x="1804878" y="203735"/>
                  </a:lnTo>
                  <a:lnTo>
                    <a:pt x="1867514" y="240776"/>
                  </a:lnTo>
                  <a:lnTo>
                    <a:pt x="1929310" y="280961"/>
                  </a:lnTo>
                  <a:lnTo>
                    <a:pt x="1990116" y="324278"/>
                  </a:lnTo>
                  <a:lnTo>
                    <a:pt x="2049783" y="370708"/>
                  </a:lnTo>
                  <a:lnTo>
                    <a:pt x="2108164" y="420225"/>
                  </a:lnTo>
                  <a:lnTo>
                    <a:pt x="2165110" y="472797"/>
                  </a:lnTo>
                  <a:lnTo>
                    <a:pt x="2220474" y="528384"/>
                  </a:lnTo>
                  <a:lnTo>
                    <a:pt x="2274109" y="586940"/>
                  </a:lnTo>
                  <a:lnTo>
                    <a:pt x="2325870" y="648413"/>
                  </a:lnTo>
                  <a:lnTo>
                    <a:pt x="2375615" y="712743"/>
                  </a:lnTo>
                  <a:lnTo>
                    <a:pt x="2423199" y="779863"/>
                  </a:lnTo>
                  <a:lnTo>
                    <a:pt x="2468486" y="849701"/>
                  </a:lnTo>
                  <a:lnTo>
                    <a:pt x="2511337" y="922178"/>
                  </a:lnTo>
                  <a:lnTo>
                    <a:pt x="2551617" y="997207"/>
                  </a:lnTo>
                  <a:lnTo>
                    <a:pt x="2589197" y="1074696"/>
                  </a:lnTo>
                  <a:lnTo>
                    <a:pt x="2623948" y="1154547"/>
                  </a:lnTo>
                  <a:lnTo>
                    <a:pt x="2655746" y="1236655"/>
                  </a:lnTo>
                  <a:lnTo>
                    <a:pt x="2684470" y="1320910"/>
                  </a:lnTo>
                  <a:lnTo>
                    <a:pt x="2617078" y="1396512"/>
                  </a:lnTo>
                  <a:lnTo>
                    <a:pt x="2547260" y="1467515"/>
                  </a:lnTo>
                  <a:lnTo>
                    <a:pt x="2475251" y="1533843"/>
                  </a:lnTo>
                  <a:lnTo>
                    <a:pt x="2401288" y="1595434"/>
                  </a:lnTo>
                  <a:lnTo>
                    <a:pt x="2325611" y="1652233"/>
                  </a:lnTo>
                  <a:lnTo>
                    <a:pt x="2248461" y="1704197"/>
                  </a:lnTo>
                  <a:lnTo>
                    <a:pt x="2170078" y="1751296"/>
                  </a:lnTo>
                  <a:lnTo>
                    <a:pt x="2090705" y="1793508"/>
                  </a:lnTo>
                  <a:lnTo>
                    <a:pt x="2010583" y="1830822"/>
                  </a:lnTo>
                  <a:lnTo>
                    <a:pt x="1929953" y="1863240"/>
                  </a:lnTo>
                  <a:lnTo>
                    <a:pt x="1849055" y="1890773"/>
                  </a:lnTo>
                  <a:lnTo>
                    <a:pt x="1768128" y="1913442"/>
                  </a:lnTo>
                  <a:lnTo>
                    <a:pt x="1687409" y="1931281"/>
                  </a:lnTo>
                  <a:lnTo>
                    <a:pt x="1607132" y="1944332"/>
                  </a:lnTo>
                  <a:lnTo>
                    <a:pt x="1527528" y="1952648"/>
                  </a:lnTo>
                  <a:lnTo>
                    <a:pt x="1448827" y="1956294"/>
                  </a:lnTo>
                  <a:lnTo>
                    <a:pt x="1371253" y="1955342"/>
                  </a:lnTo>
                  <a:lnTo>
                    <a:pt x="1295026" y="1949877"/>
                  </a:lnTo>
                  <a:lnTo>
                    <a:pt x="1220363" y="1939991"/>
                  </a:lnTo>
                  <a:lnTo>
                    <a:pt x="1147476" y="1925786"/>
                  </a:lnTo>
                  <a:lnTo>
                    <a:pt x="1076570" y="1907376"/>
                  </a:lnTo>
                  <a:lnTo>
                    <a:pt x="1007847" y="1884879"/>
                  </a:lnTo>
                  <a:lnTo>
                    <a:pt x="941499" y="1858426"/>
                  </a:lnTo>
                  <a:lnTo>
                    <a:pt x="874334" y="1847233"/>
                  </a:lnTo>
                  <a:lnTo>
                    <a:pt x="810229" y="1830327"/>
                  </a:lnTo>
                  <a:lnTo>
                    <a:pt x="749607" y="1808021"/>
                  </a:lnTo>
                  <a:lnTo>
                    <a:pt x="692863" y="1780659"/>
                  </a:lnTo>
                  <a:lnTo>
                    <a:pt x="640365" y="1748611"/>
                  </a:lnTo>
                  <a:lnTo>
                    <a:pt x="592453" y="1712272"/>
                  </a:lnTo>
                  <a:lnTo>
                    <a:pt x="549434" y="1672060"/>
                  </a:lnTo>
                  <a:lnTo>
                    <a:pt x="511583" y="1628412"/>
                  </a:lnTo>
                  <a:lnTo>
                    <a:pt x="479141" y="1581787"/>
                  </a:lnTo>
                  <a:lnTo>
                    <a:pt x="452313" y="1532654"/>
                  </a:lnTo>
                  <a:lnTo>
                    <a:pt x="431269" y="1481501"/>
                  </a:lnTo>
                  <a:lnTo>
                    <a:pt x="416142" y="1428822"/>
                  </a:lnTo>
                  <a:lnTo>
                    <a:pt x="407028" y="1375122"/>
                  </a:lnTo>
                  <a:lnTo>
                    <a:pt x="403984" y="1320910"/>
                  </a:lnTo>
                  <a:lnTo>
                    <a:pt x="400286" y="1372608"/>
                  </a:lnTo>
                  <a:lnTo>
                    <a:pt x="389232" y="1423514"/>
                  </a:lnTo>
                  <a:lnTo>
                    <a:pt x="370932" y="1472845"/>
                  </a:lnTo>
                  <a:lnTo>
                    <a:pt x="345576" y="1519830"/>
                  </a:lnTo>
                  <a:lnTo>
                    <a:pt x="313421" y="1563717"/>
                  </a:lnTo>
                  <a:lnTo>
                    <a:pt x="274800" y="1603784"/>
                  </a:lnTo>
                  <a:lnTo>
                    <a:pt x="230110" y="1639337"/>
                  </a:lnTo>
                  <a:lnTo>
                    <a:pt x="179816" y="1669723"/>
                  </a:lnTo>
                  <a:lnTo>
                    <a:pt x="124443" y="1694333"/>
                  </a:lnTo>
                  <a:lnTo>
                    <a:pt x="64574" y="1712610"/>
                  </a:lnTo>
                  <a:lnTo>
                    <a:pt x="847" y="1724047"/>
                  </a:lnTo>
                  <a:lnTo>
                    <a:pt x="0" y="1652452"/>
                  </a:lnTo>
                  <a:lnTo>
                    <a:pt x="8951" y="1584863"/>
                  </a:lnTo>
                  <a:lnTo>
                    <a:pt x="26882" y="1522476"/>
                  </a:lnTo>
                  <a:lnTo>
                    <a:pt x="52835" y="1466361"/>
                  </a:lnTo>
                  <a:lnTo>
                    <a:pt x="85733" y="1417451"/>
                  </a:lnTo>
                  <a:lnTo>
                    <a:pt x="124400" y="1376523"/>
                  </a:lnTo>
                  <a:lnTo>
                    <a:pt x="167577" y="1344195"/>
                  </a:lnTo>
                  <a:lnTo>
                    <a:pt x="213943" y="1320910"/>
                  </a:lnTo>
                  <a:lnTo>
                    <a:pt x="178743" y="1285236"/>
                  </a:lnTo>
                  <a:lnTo>
                    <a:pt x="150949" y="1238694"/>
                  </a:lnTo>
                  <a:lnTo>
                    <a:pt x="133060" y="1182868"/>
                  </a:lnTo>
                  <a:lnTo>
                    <a:pt x="127241" y="1119845"/>
                  </a:lnTo>
                  <a:lnTo>
                    <a:pt x="135226" y="1052153"/>
                  </a:lnTo>
                </a:path>
              </a:pathLst>
            </a:custGeom>
            <a:ln w="24933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6965886" y="3781736"/>
              <a:ext cx="63202" cy="6320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685399" y="2641492"/>
              <a:ext cx="63202" cy="6320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894810" y="2572325"/>
              <a:ext cx="63202" cy="6320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416641" y="3512978"/>
              <a:ext cx="63202" cy="6320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222915" y="4319251"/>
              <a:ext cx="63202" cy="6320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282263" y="4184872"/>
              <a:ext cx="63202" cy="6320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495359" y="3781736"/>
              <a:ext cx="63202" cy="6320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717001" y="1532850"/>
              <a:ext cx="0" cy="2280486"/>
            </a:xfrm>
            <a:custGeom>
              <a:avLst/>
              <a:pathLst>
                <a:path w="0" h="2280486">
                  <a:moveTo>
                    <a:pt x="0" y="2280486"/>
                  </a:moveTo>
                  <a:lnTo>
                    <a:pt x="0" y="2201849"/>
                  </a:lnTo>
                  <a:lnTo>
                    <a:pt x="0" y="2123211"/>
                  </a:lnTo>
                  <a:lnTo>
                    <a:pt x="0" y="2044574"/>
                  </a:lnTo>
                  <a:lnTo>
                    <a:pt x="0" y="1965936"/>
                  </a:lnTo>
                  <a:lnTo>
                    <a:pt x="0" y="1887299"/>
                  </a:lnTo>
                  <a:lnTo>
                    <a:pt x="0" y="1808661"/>
                  </a:lnTo>
                  <a:lnTo>
                    <a:pt x="0" y="1730024"/>
                  </a:lnTo>
                  <a:lnTo>
                    <a:pt x="0" y="1651386"/>
                  </a:lnTo>
                  <a:lnTo>
                    <a:pt x="0" y="1572749"/>
                  </a:lnTo>
                  <a:lnTo>
                    <a:pt x="0" y="1494111"/>
                  </a:lnTo>
                  <a:lnTo>
                    <a:pt x="0" y="1415474"/>
                  </a:lnTo>
                  <a:lnTo>
                    <a:pt x="0" y="1336836"/>
                  </a:lnTo>
                  <a:lnTo>
                    <a:pt x="0" y="1258199"/>
                  </a:lnTo>
                  <a:lnTo>
                    <a:pt x="0" y="1179562"/>
                  </a:lnTo>
                  <a:lnTo>
                    <a:pt x="0" y="1100924"/>
                  </a:lnTo>
                  <a:lnTo>
                    <a:pt x="0" y="1022287"/>
                  </a:lnTo>
                  <a:lnTo>
                    <a:pt x="0" y="943649"/>
                  </a:lnTo>
                  <a:lnTo>
                    <a:pt x="0" y="865012"/>
                  </a:lnTo>
                  <a:lnTo>
                    <a:pt x="0" y="786374"/>
                  </a:lnTo>
                  <a:lnTo>
                    <a:pt x="0" y="707737"/>
                  </a:lnTo>
                  <a:lnTo>
                    <a:pt x="0" y="629099"/>
                  </a:lnTo>
                  <a:lnTo>
                    <a:pt x="0" y="550462"/>
                  </a:lnTo>
                  <a:lnTo>
                    <a:pt x="0" y="471824"/>
                  </a:lnTo>
                  <a:lnTo>
                    <a:pt x="0" y="393187"/>
                  </a:lnTo>
                  <a:lnTo>
                    <a:pt x="0" y="314549"/>
                  </a:lnTo>
                  <a:lnTo>
                    <a:pt x="0" y="235912"/>
                  </a:lnTo>
                  <a:lnTo>
                    <a:pt x="0" y="157274"/>
                  </a:lnTo>
                  <a:lnTo>
                    <a:pt x="0" y="78637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17001" y="2200789"/>
              <a:ext cx="1612547" cy="1612547"/>
            </a:xfrm>
            <a:custGeom>
              <a:avLst/>
              <a:pathLst>
                <a:path w="1612547" h="1612547">
                  <a:moveTo>
                    <a:pt x="0" y="1612547"/>
                  </a:moveTo>
                  <a:lnTo>
                    <a:pt x="55605" y="1556942"/>
                  </a:lnTo>
                  <a:lnTo>
                    <a:pt x="111210" y="1501337"/>
                  </a:lnTo>
                  <a:lnTo>
                    <a:pt x="166815" y="1445732"/>
                  </a:lnTo>
                  <a:lnTo>
                    <a:pt x="222420" y="1390127"/>
                  </a:lnTo>
                  <a:lnTo>
                    <a:pt x="278025" y="1334522"/>
                  </a:lnTo>
                  <a:lnTo>
                    <a:pt x="333630" y="1278916"/>
                  </a:lnTo>
                  <a:lnTo>
                    <a:pt x="389235" y="1223311"/>
                  </a:lnTo>
                  <a:lnTo>
                    <a:pt x="444840" y="1167706"/>
                  </a:lnTo>
                  <a:lnTo>
                    <a:pt x="500445" y="1112101"/>
                  </a:lnTo>
                  <a:lnTo>
                    <a:pt x="556050" y="1056496"/>
                  </a:lnTo>
                  <a:lnTo>
                    <a:pt x="611655" y="1000891"/>
                  </a:lnTo>
                  <a:lnTo>
                    <a:pt x="667261" y="945286"/>
                  </a:lnTo>
                  <a:lnTo>
                    <a:pt x="722866" y="889681"/>
                  </a:lnTo>
                  <a:lnTo>
                    <a:pt x="778471" y="834076"/>
                  </a:lnTo>
                  <a:lnTo>
                    <a:pt x="834076" y="778471"/>
                  </a:lnTo>
                  <a:lnTo>
                    <a:pt x="889681" y="722866"/>
                  </a:lnTo>
                  <a:lnTo>
                    <a:pt x="945286" y="667261"/>
                  </a:lnTo>
                  <a:lnTo>
                    <a:pt x="1000891" y="611655"/>
                  </a:lnTo>
                  <a:lnTo>
                    <a:pt x="1056496" y="556050"/>
                  </a:lnTo>
                  <a:lnTo>
                    <a:pt x="1112101" y="500445"/>
                  </a:lnTo>
                  <a:lnTo>
                    <a:pt x="1167706" y="444840"/>
                  </a:lnTo>
                  <a:lnTo>
                    <a:pt x="1223311" y="389235"/>
                  </a:lnTo>
                  <a:lnTo>
                    <a:pt x="1278916" y="333630"/>
                  </a:lnTo>
                  <a:lnTo>
                    <a:pt x="1334522" y="278025"/>
                  </a:lnTo>
                  <a:lnTo>
                    <a:pt x="1390127" y="222420"/>
                  </a:lnTo>
                  <a:lnTo>
                    <a:pt x="1445732" y="166815"/>
                  </a:lnTo>
                  <a:lnTo>
                    <a:pt x="1501337" y="111210"/>
                  </a:lnTo>
                  <a:lnTo>
                    <a:pt x="1556942" y="55605"/>
                  </a:lnTo>
                  <a:lnTo>
                    <a:pt x="1612547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17001" y="3813337"/>
              <a:ext cx="2280486" cy="0"/>
            </a:xfrm>
            <a:custGeom>
              <a:avLst/>
              <a:pathLst>
                <a:path w="2280486" h="0">
                  <a:moveTo>
                    <a:pt x="0" y="0"/>
                  </a:moveTo>
                  <a:lnTo>
                    <a:pt x="78637" y="0"/>
                  </a:lnTo>
                  <a:lnTo>
                    <a:pt x="157274" y="0"/>
                  </a:lnTo>
                  <a:lnTo>
                    <a:pt x="235912" y="0"/>
                  </a:lnTo>
                  <a:lnTo>
                    <a:pt x="314549" y="0"/>
                  </a:lnTo>
                  <a:lnTo>
                    <a:pt x="393187" y="0"/>
                  </a:lnTo>
                  <a:lnTo>
                    <a:pt x="471824" y="0"/>
                  </a:lnTo>
                  <a:lnTo>
                    <a:pt x="550462" y="0"/>
                  </a:lnTo>
                  <a:lnTo>
                    <a:pt x="629099" y="0"/>
                  </a:lnTo>
                  <a:lnTo>
                    <a:pt x="707737" y="0"/>
                  </a:lnTo>
                  <a:lnTo>
                    <a:pt x="786374" y="0"/>
                  </a:lnTo>
                  <a:lnTo>
                    <a:pt x="865012" y="0"/>
                  </a:lnTo>
                  <a:lnTo>
                    <a:pt x="943649" y="0"/>
                  </a:lnTo>
                  <a:lnTo>
                    <a:pt x="1022287" y="0"/>
                  </a:lnTo>
                  <a:lnTo>
                    <a:pt x="1100924" y="0"/>
                  </a:lnTo>
                  <a:lnTo>
                    <a:pt x="1179562" y="0"/>
                  </a:lnTo>
                  <a:lnTo>
                    <a:pt x="1258199" y="0"/>
                  </a:lnTo>
                  <a:lnTo>
                    <a:pt x="1336836" y="0"/>
                  </a:lnTo>
                  <a:lnTo>
                    <a:pt x="1415474" y="0"/>
                  </a:lnTo>
                  <a:lnTo>
                    <a:pt x="1494111" y="0"/>
                  </a:lnTo>
                  <a:lnTo>
                    <a:pt x="1572749" y="0"/>
                  </a:lnTo>
                  <a:lnTo>
                    <a:pt x="1651386" y="0"/>
                  </a:lnTo>
                  <a:lnTo>
                    <a:pt x="1730024" y="0"/>
                  </a:lnTo>
                  <a:lnTo>
                    <a:pt x="1808661" y="0"/>
                  </a:lnTo>
                  <a:lnTo>
                    <a:pt x="1887299" y="0"/>
                  </a:lnTo>
                  <a:lnTo>
                    <a:pt x="1965936" y="0"/>
                  </a:lnTo>
                  <a:lnTo>
                    <a:pt x="2044574" y="0"/>
                  </a:lnTo>
                  <a:lnTo>
                    <a:pt x="2123211" y="0"/>
                  </a:lnTo>
                  <a:lnTo>
                    <a:pt x="2201849" y="0"/>
                  </a:lnTo>
                  <a:lnTo>
                    <a:pt x="2280486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17001" y="3813337"/>
              <a:ext cx="1612547" cy="1612547"/>
            </a:xfrm>
            <a:custGeom>
              <a:avLst/>
              <a:pathLst>
                <a:path w="1612547" h="1612547">
                  <a:moveTo>
                    <a:pt x="0" y="0"/>
                  </a:moveTo>
                  <a:lnTo>
                    <a:pt x="55605" y="55605"/>
                  </a:lnTo>
                  <a:lnTo>
                    <a:pt x="111210" y="111210"/>
                  </a:lnTo>
                  <a:lnTo>
                    <a:pt x="166815" y="166815"/>
                  </a:lnTo>
                  <a:lnTo>
                    <a:pt x="222420" y="222420"/>
                  </a:lnTo>
                  <a:lnTo>
                    <a:pt x="278025" y="278025"/>
                  </a:lnTo>
                  <a:lnTo>
                    <a:pt x="333630" y="333630"/>
                  </a:lnTo>
                  <a:lnTo>
                    <a:pt x="389235" y="389235"/>
                  </a:lnTo>
                  <a:lnTo>
                    <a:pt x="444840" y="444840"/>
                  </a:lnTo>
                  <a:lnTo>
                    <a:pt x="500445" y="500445"/>
                  </a:lnTo>
                  <a:lnTo>
                    <a:pt x="556050" y="556050"/>
                  </a:lnTo>
                  <a:lnTo>
                    <a:pt x="611655" y="611655"/>
                  </a:lnTo>
                  <a:lnTo>
                    <a:pt x="667261" y="667261"/>
                  </a:lnTo>
                  <a:lnTo>
                    <a:pt x="722866" y="722866"/>
                  </a:lnTo>
                  <a:lnTo>
                    <a:pt x="778471" y="778471"/>
                  </a:lnTo>
                  <a:lnTo>
                    <a:pt x="834076" y="834076"/>
                  </a:lnTo>
                  <a:lnTo>
                    <a:pt x="889681" y="889681"/>
                  </a:lnTo>
                  <a:lnTo>
                    <a:pt x="945286" y="945286"/>
                  </a:lnTo>
                  <a:lnTo>
                    <a:pt x="1000891" y="1000891"/>
                  </a:lnTo>
                  <a:lnTo>
                    <a:pt x="1056496" y="1056496"/>
                  </a:lnTo>
                  <a:lnTo>
                    <a:pt x="1112101" y="1112101"/>
                  </a:lnTo>
                  <a:lnTo>
                    <a:pt x="1167706" y="1167706"/>
                  </a:lnTo>
                  <a:lnTo>
                    <a:pt x="1223311" y="1223311"/>
                  </a:lnTo>
                  <a:lnTo>
                    <a:pt x="1278916" y="1278916"/>
                  </a:lnTo>
                  <a:lnTo>
                    <a:pt x="1334522" y="1334522"/>
                  </a:lnTo>
                  <a:lnTo>
                    <a:pt x="1390127" y="1390127"/>
                  </a:lnTo>
                  <a:lnTo>
                    <a:pt x="1445732" y="1445732"/>
                  </a:lnTo>
                  <a:lnTo>
                    <a:pt x="1501337" y="1501337"/>
                  </a:lnTo>
                  <a:lnTo>
                    <a:pt x="1556942" y="1556942"/>
                  </a:lnTo>
                  <a:lnTo>
                    <a:pt x="1612547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717001" y="3813337"/>
              <a:ext cx="0" cy="2280486"/>
            </a:xfrm>
            <a:custGeom>
              <a:avLst/>
              <a:pathLst>
                <a:path w="0" h="2280486">
                  <a:moveTo>
                    <a:pt x="0" y="0"/>
                  </a:moveTo>
                  <a:lnTo>
                    <a:pt x="0" y="78637"/>
                  </a:lnTo>
                  <a:lnTo>
                    <a:pt x="0" y="157274"/>
                  </a:lnTo>
                  <a:lnTo>
                    <a:pt x="0" y="235912"/>
                  </a:lnTo>
                  <a:lnTo>
                    <a:pt x="0" y="314549"/>
                  </a:lnTo>
                  <a:lnTo>
                    <a:pt x="0" y="393187"/>
                  </a:lnTo>
                  <a:lnTo>
                    <a:pt x="0" y="471824"/>
                  </a:lnTo>
                  <a:lnTo>
                    <a:pt x="0" y="550462"/>
                  </a:lnTo>
                  <a:lnTo>
                    <a:pt x="0" y="629099"/>
                  </a:lnTo>
                  <a:lnTo>
                    <a:pt x="0" y="707737"/>
                  </a:lnTo>
                  <a:lnTo>
                    <a:pt x="0" y="786374"/>
                  </a:lnTo>
                  <a:lnTo>
                    <a:pt x="0" y="865012"/>
                  </a:lnTo>
                  <a:lnTo>
                    <a:pt x="0" y="943649"/>
                  </a:lnTo>
                  <a:lnTo>
                    <a:pt x="0" y="1022287"/>
                  </a:lnTo>
                  <a:lnTo>
                    <a:pt x="0" y="1100924"/>
                  </a:lnTo>
                  <a:lnTo>
                    <a:pt x="0" y="1179562"/>
                  </a:lnTo>
                  <a:lnTo>
                    <a:pt x="0" y="1258199"/>
                  </a:lnTo>
                  <a:lnTo>
                    <a:pt x="0" y="1336836"/>
                  </a:lnTo>
                  <a:lnTo>
                    <a:pt x="0" y="1415474"/>
                  </a:lnTo>
                  <a:lnTo>
                    <a:pt x="0" y="1494111"/>
                  </a:lnTo>
                  <a:lnTo>
                    <a:pt x="0" y="1572749"/>
                  </a:lnTo>
                  <a:lnTo>
                    <a:pt x="0" y="1651386"/>
                  </a:lnTo>
                  <a:lnTo>
                    <a:pt x="0" y="1730024"/>
                  </a:lnTo>
                  <a:lnTo>
                    <a:pt x="0" y="1808661"/>
                  </a:lnTo>
                  <a:lnTo>
                    <a:pt x="0" y="1887299"/>
                  </a:lnTo>
                  <a:lnTo>
                    <a:pt x="0" y="1965936"/>
                  </a:lnTo>
                  <a:lnTo>
                    <a:pt x="0" y="2044574"/>
                  </a:lnTo>
                  <a:lnTo>
                    <a:pt x="0" y="2123211"/>
                  </a:lnTo>
                  <a:lnTo>
                    <a:pt x="0" y="2201849"/>
                  </a:lnTo>
                  <a:lnTo>
                    <a:pt x="0" y="2280486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04453" y="3813337"/>
              <a:ext cx="1612547" cy="1612547"/>
            </a:xfrm>
            <a:custGeom>
              <a:avLst/>
              <a:pathLst>
                <a:path w="1612547" h="1612547">
                  <a:moveTo>
                    <a:pt x="1612547" y="0"/>
                  </a:moveTo>
                  <a:lnTo>
                    <a:pt x="1556942" y="55605"/>
                  </a:lnTo>
                  <a:lnTo>
                    <a:pt x="1501337" y="111210"/>
                  </a:lnTo>
                  <a:lnTo>
                    <a:pt x="1445732" y="166815"/>
                  </a:lnTo>
                  <a:lnTo>
                    <a:pt x="1390127" y="222420"/>
                  </a:lnTo>
                  <a:lnTo>
                    <a:pt x="1334522" y="278025"/>
                  </a:lnTo>
                  <a:lnTo>
                    <a:pt x="1278916" y="333630"/>
                  </a:lnTo>
                  <a:lnTo>
                    <a:pt x="1223311" y="389235"/>
                  </a:lnTo>
                  <a:lnTo>
                    <a:pt x="1167706" y="444840"/>
                  </a:lnTo>
                  <a:lnTo>
                    <a:pt x="1112101" y="500445"/>
                  </a:lnTo>
                  <a:lnTo>
                    <a:pt x="1056496" y="556050"/>
                  </a:lnTo>
                  <a:lnTo>
                    <a:pt x="1000891" y="611655"/>
                  </a:lnTo>
                  <a:lnTo>
                    <a:pt x="945286" y="667261"/>
                  </a:lnTo>
                  <a:lnTo>
                    <a:pt x="889681" y="722866"/>
                  </a:lnTo>
                  <a:lnTo>
                    <a:pt x="834076" y="778471"/>
                  </a:lnTo>
                  <a:lnTo>
                    <a:pt x="778471" y="834076"/>
                  </a:lnTo>
                  <a:lnTo>
                    <a:pt x="722866" y="889681"/>
                  </a:lnTo>
                  <a:lnTo>
                    <a:pt x="667261" y="945286"/>
                  </a:lnTo>
                  <a:lnTo>
                    <a:pt x="611655" y="1000891"/>
                  </a:lnTo>
                  <a:lnTo>
                    <a:pt x="556050" y="1056496"/>
                  </a:lnTo>
                  <a:lnTo>
                    <a:pt x="500445" y="1112101"/>
                  </a:lnTo>
                  <a:lnTo>
                    <a:pt x="444840" y="1167706"/>
                  </a:lnTo>
                  <a:lnTo>
                    <a:pt x="389235" y="1223311"/>
                  </a:lnTo>
                  <a:lnTo>
                    <a:pt x="333630" y="1278916"/>
                  </a:lnTo>
                  <a:lnTo>
                    <a:pt x="278025" y="1334522"/>
                  </a:lnTo>
                  <a:lnTo>
                    <a:pt x="222420" y="1390127"/>
                  </a:lnTo>
                  <a:lnTo>
                    <a:pt x="166815" y="1445732"/>
                  </a:lnTo>
                  <a:lnTo>
                    <a:pt x="111210" y="1501337"/>
                  </a:lnTo>
                  <a:lnTo>
                    <a:pt x="55605" y="1556942"/>
                  </a:lnTo>
                  <a:lnTo>
                    <a:pt x="0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436514" y="3813337"/>
              <a:ext cx="2280486" cy="0"/>
            </a:xfrm>
            <a:custGeom>
              <a:avLst/>
              <a:pathLst>
                <a:path w="2280486" h="0">
                  <a:moveTo>
                    <a:pt x="2280486" y="0"/>
                  </a:moveTo>
                  <a:lnTo>
                    <a:pt x="2201849" y="0"/>
                  </a:lnTo>
                  <a:lnTo>
                    <a:pt x="2123211" y="0"/>
                  </a:lnTo>
                  <a:lnTo>
                    <a:pt x="2044574" y="0"/>
                  </a:lnTo>
                  <a:lnTo>
                    <a:pt x="1965936" y="0"/>
                  </a:lnTo>
                  <a:lnTo>
                    <a:pt x="1887299" y="0"/>
                  </a:lnTo>
                  <a:lnTo>
                    <a:pt x="1808661" y="0"/>
                  </a:lnTo>
                  <a:lnTo>
                    <a:pt x="1730024" y="0"/>
                  </a:lnTo>
                  <a:lnTo>
                    <a:pt x="1651386" y="0"/>
                  </a:lnTo>
                  <a:lnTo>
                    <a:pt x="1572749" y="0"/>
                  </a:lnTo>
                  <a:lnTo>
                    <a:pt x="1494111" y="0"/>
                  </a:lnTo>
                  <a:lnTo>
                    <a:pt x="1415474" y="0"/>
                  </a:lnTo>
                  <a:lnTo>
                    <a:pt x="1336836" y="0"/>
                  </a:lnTo>
                  <a:lnTo>
                    <a:pt x="1258199" y="0"/>
                  </a:lnTo>
                  <a:lnTo>
                    <a:pt x="1179562" y="0"/>
                  </a:lnTo>
                  <a:lnTo>
                    <a:pt x="1100924" y="0"/>
                  </a:lnTo>
                  <a:lnTo>
                    <a:pt x="1022287" y="0"/>
                  </a:lnTo>
                  <a:lnTo>
                    <a:pt x="943649" y="0"/>
                  </a:lnTo>
                  <a:lnTo>
                    <a:pt x="865012" y="0"/>
                  </a:lnTo>
                  <a:lnTo>
                    <a:pt x="786374" y="0"/>
                  </a:lnTo>
                  <a:lnTo>
                    <a:pt x="707737" y="0"/>
                  </a:lnTo>
                  <a:lnTo>
                    <a:pt x="629099" y="0"/>
                  </a:lnTo>
                  <a:lnTo>
                    <a:pt x="550462" y="0"/>
                  </a:lnTo>
                  <a:lnTo>
                    <a:pt x="471824" y="0"/>
                  </a:lnTo>
                  <a:lnTo>
                    <a:pt x="393187" y="0"/>
                  </a:lnTo>
                  <a:lnTo>
                    <a:pt x="314549" y="0"/>
                  </a:lnTo>
                  <a:lnTo>
                    <a:pt x="235912" y="0"/>
                  </a:lnTo>
                  <a:lnTo>
                    <a:pt x="157274" y="0"/>
                  </a:lnTo>
                  <a:lnTo>
                    <a:pt x="78637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104453" y="2200789"/>
              <a:ext cx="1612547" cy="1612547"/>
            </a:xfrm>
            <a:custGeom>
              <a:avLst/>
              <a:pathLst>
                <a:path w="1612547" h="1612547">
                  <a:moveTo>
                    <a:pt x="1612547" y="1612547"/>
                  </a:moveTo>
                  <a:lnTo>
                    <a:pt x="1556942" y="1556942"/>
                  </a:lnTo>
                  <a:lnTo>
                    <a:pt x="1501337" y="1501337"/>
                  </a:lnTo>
                  <a:lnTo>
                    <a:pt x="1445732" y="1445732"/>
                  </a:lnTo>
                  <a:lnTo>
                    <a:pt x="1390127" y="1390127"/>
                  </a:lnTo>
                  <a:lnTo>
                    <a:pt x="1334522" y="1334522"/>
                  </a:lnTo>
                  <a:lnTo>
                    <a:pt x="1278916" y="1278916"/>
                  </a:lnTo>
                  <a:lnTo>
                    <a:pt x="1223311" y="1223311"/>
                  </a:lnTo>
                  <a:lnTo>
                    <a:pt x="1167706" y="1167706"/>
                  </a:lnTo>
                  <a:lnTo>
                    <a:pt x="1112101" y="1112101"/>
                  </a:lnTo>
                  <a:lnTo>
                    <a:pt x="1056496" y="1056496"/>
                  </a:lnTo>
                  <a:lnTo>
                    <a:pt x="1000891" y="1000891"/>
                  </a:lnTo>
                  <a:lnTo>
                    <a:pt x="945286" y="945286"/>
                  </a:lnTo>
                  <a:lnTo>
                    <a:pt x="889681" y="889681"/>
                  </a:lnTo>
                  <a:lnTo>
                    <a:pt x="834076" y="834076"/>
                  </a:lnTo>
                  <a:lnTo>
                    <a:pt x="778471" y="778471"/>
                  </a:lnTo>
                  <a:lnTo>
                    <a:pt x="722866" y="722866"/>
                  </a:lnTo>
                  <a:lnTo>
                    <a:pt x="667261" y="667261"/>
                  </a:lnTo>
                  <a:lnTo>
                    <a:pt x="611655" y="611655"/>
                  </a:lnTo>
                  <a:lnTo>
                    <a:pt x="556050" y="556050"/>
                  </a:lnTo>
                  <a:lnTo>
                    <a:pt x="500445" y="500445"/>
                  </a:lnTo>
                  <a:lnTo>
                    <a:pt x="444840" y="444840"/>
                  </a:lnTo>
                  <a:lnTo>
                    <a:pt x="389235" y="389235"/>
                  </a:lnTo>
                  <a:lnTo>
                    <a:pt x="333630" y="333630"/>
                  </a:lnTo>
                  <a:lnTo>
                    <a:pt x="278025" y="278025"/>
                  </a:lnTo>
                  <a:lnTo>
                    <a:pt x="222420" y="222420"/>
                  </a:lnTo>
                  <a:lnTo>
                    <a:pt x="166815" y="166815"/>
                  </a:lnTo>
                  <a:lnTo>
                    <a:pt x="111210" y="111210"/>
                  </a:lnTo>
                  <a:lnTo>
                    <a:pt x="55605" y="55605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4585015" y="1206755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297111" y="1958081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174545" y="3772460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288045" y="5584362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575949" y="6335794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50852" y="5584362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028507" y="3772460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659918" y="1958081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625832" y="2641123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576390" y="1500880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2026-03-19T04:05:35Z</dcterms:modified>
  <cp:category/>
</cp:coreProperties>
</file>