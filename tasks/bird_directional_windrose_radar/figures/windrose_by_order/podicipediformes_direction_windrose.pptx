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13858" y="388772"/>
              <a:ext cx="1212780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309782" y="2966537"/>
              <a:ext cx="2710662" cy="2153554"/>
            </a:xfrm>
            <a:custGeom>
              <a:avLst/>
              <a:pathLst>
                <a:path w="2710662" h="2153554">
                  <a:moveTo>
                    <a:pt x="2710662" y="821321"/>
                  </a:moveTo>
                  <a:lnTo>
                    <a:pt x="2649865" y="731076"/>
                  </a:lnTo>
                  <a:lnTo>
                    <a:pt x="2585627" y="645724"/>
                  </a:lnTo>
                  <a:lnTo>
                    <a:pt x="2518243" y="565391"/>
                  </a:lnTo>
                  <a:lnTo>
                    <a:pt x="2448012" y="490188"/>
                  </a:lnTo>
                  <a:lnTo>
                    <a:pt x="2375239" y="420210"/>
                  </a:lnTo>
                  <a:lnTo>
                    <a:pt x="2300229" y="355536"/>
                  </a:lnTo>
                  <a:lnTo>
                    <a:pt x="2223290" y="296230"/>
                  </a:lnTo>
                  <a:lnTo>
                    <a:pt x="2144733" y="242338"/>
                  </a:lnTo>
                  <a:lnTo>
                    <a:pt x="2064866" y="193890"/>
                  </a:lnTo>
                  <a:lnTo>
                    <a:pt x="1984001" y="150901"/>
                  </a:lnTo>
                  <a:lnTo>
                    <a:pt x="1902445" y="113369"/>
                  </a:lnTo>
                  <a:lnTo>
                    <a:pt x="1820505" y="81276"/>
                  </a:lnTo>
                  <a:lnTo>
                    <a:pt x="1738485" y="54589"/>
                  </a:lnTo>
                  <a:lnTo>
                    <a:pt x="1656686" y="33260"/>
                  </a:lnTo>
                  <a:lnTo>
                    <a:pt x="1575404" y="17223"/>
                  </a:lnTo>
                  <a:lnTo>
                    <a:pt x="1494931" y="6399"/>
                  </a:lnTo>
                  <a:lnTo>
                    <a:pt x="1415552" y="694"/>
                  </a:lnTo>
                  <a:lnTo>
                    <a:pt x="1337547" y="0"/>
                  </a:lnTo>
                  <a:lnTo>
                    <a:pt x="1261188" y="4192"/>
                  </a:lnTo>
                  <a:lnTo>
                    <a:pt x="1186739" y="13136"/>
                  </a:lnTo>
                  <a:lnTo>
                    <a:pt x="1114456" y="26681"/>
                  </a:lnTo>
                  <a:lnTo>
                    <a:pt x="1044587" y="44664"/>
                  </a:lnTo>
                  <a:lnTo>
                    <a:pt x="977369" y="66911"/>
                  </a:lnTo>
                  <a:lnTo>
                    <a:pt x="913028" y="93235"/>
                  </a:lnTo>
                  <a:lnTo>
                    <a:pt x="851781" y="123438"/>
                  </a:lnTo>
                  <a:lnTo>
                    <a:pt x="793832" y="157312"/>
                  </a:lnTo>
                  <a:lnTo>
                    <a:pt x="739375" y="194638"/>
                  </a:lnTo>
                  <a:lnTo>
                    <a:pt x="688591" y="235187"/>
                  </a:lnTo>
                  <a:lnTo>
                    <a:pt x="641646" y="278723"/>
                  </a:lnTo>
                  <a:lnTo>
                    <a:pt x="598696" y="325001"/>
                  </a:lnTo>
                  <a:lnTo>
                    <a:pt x="559882" y="373768"/>
                  </a:lnTo>
                  <a:lnTo>
                    <a:pt x="525330" y="424766"/>
                  </a:lnTo>
                  <a:lnTo>
                    <a:pt x="495155" y="477728"/>
                  </a:lnTo>
                  <a:lnTo>
                    <a:pt x="469453" y="532384"/>
                  </a:lnTo>
                  <a:lnTo>
                    <a:pt x="448310" y="588459"/>
                  </a:lnTo>
                  <a:lnTo>
                    <a:pt x="431794" y="645673"/>
                  </a:lnTo>
                  <a:lnTo>
                    <a:pt x="419958" y="703745"/>
                  </a:lnTo>
                  <a:lnTo>
                    <a:pt x="412841" y="762390"/>
                  </a:lnTo>
                  <a:lnTo>
                    <a:pt x="410466" y="821321"/>
                  </a:lnTo>
                  <a:lnTo>
                    <a:pt x="370173" y="823544"/>
                  </a:lnTo>
                  <a:lnTo>
                    <a:pt x="330248" y="830200"/>
                  </a:lnTo>
                  <a:lnTo>
                    <a:pt x="291055" y="841247"/>
                  </a:lnTo>
                  <a:lnTo>
                    <a:pt x="252956" y="856620"/>
                  </a:lnTo>
                  <a:lnTo>
                    <a:pt x="216308" y="876224"/>
                  </a:lnTo>
                  <a:lnTo>
                    <a:pt x="181460" y="899939"/>
                  </a:lnTo>
                  <a:lnTo>
                    <a:pt x="148750" y="927621"/>
                  </a:lnTo>
                  <a:lnTo>
                    <a:pt x="118509" y="959099"/>
                  </a:lnTo>
                  <a:lnTo>
                    <a:pt x="91052" y="994180"/>
                  </a:lnTo>
                  <a:lnTo>
                    <a:pt x="66680" y="1032646"/>
                  </a:lnTo>
                  <a:lnTo>
                    <a:pt x="45682" y="1074257"/>
                  </a:lnTo>
                  <a:lnTo>
                    <a:pt x="28324" y="1118755"/>
                  </a:lnTo>
                  <a:lnTo>
                    <a:pt x="14858" y="1165857"/>
                  </a:lnTo>
                  <a:lnTo>
                    <a:pt x="5513" y="1215266"/>
                  </a:lnTo>
                  <a:lnTo>
                    <a:pt x="498" y="1266665"/>
                  </a:lnTo>
                  <a:lnTo>
                    <a:pt x="0" y="1319724"/>
                  </a:lnTo>
                  <a:lnTo>
                    <a:pt x="4179" y="1374095"/>
                  </a:lnTo>
                  <a:lnTo>
                    <a:pt x="13176" y="1429420"/>
                  </a:lnTo>
                  <a:lnTo>
                    <a:pt x="27101" y="1485330"/>
                  </a:lnTo>
                  <a:lnTo>
                    <a:pt x="46040" y="1541447"/>
                  </a:lnTo>
                  <a:lnTo>
                    <a:pt x="70054" y="1597384"/>
                  </a:lnTo>
                  <a:lnTo>
                    <a:pt x="99172" y="1652751"/>
                  </a:lnTo>
                  <a:lnTo>
                    <a:pt x="133400" y="1707151"/>
                  </a:lnTo>
                  <a:lnTo>
                    <a:pt x="172713" y="1760188"/>
                  </a:lnTo>
                  <a:lnTo>
                    <a:pt x="217058" y="1811466"/>
                  </a:lnTo>
                  <a:lnTo>
                    <a:pt x="266354" y="1860589"/>
                  </a:lnTo>
                  <a:lnTo>
                    <a:pt x="320491" y="1907166"/>
                  </a:lnTo>
                  <a:lnTo>
                    <a:pt x="379332" y="1950812"/>
                  </a:lnTo>
                  <a:lnTo>
                    <a:pt x="442713" y="1991151"/>
                  </a:lnTo>
                  <a:lnTo>
                    <a:pt x="510439" y="2027815"/>
                  </a:lnTo>
                  <a:lnTo>
                    <a:pt x="582294" y="2060448"/>
                  </a:lnTo>
                  <a:lnTo>
                    <a:pt x="658030" y="2088706"/>
                  </a:lnTo>
                  <a:lnTo>
                    <a:pt x="737378" y="2112264"/>
                  </a:lnTo>
                  <a:lnTo>
                    <a:pt x="820043" y="2130809"/>
                  </a:lnTo>
                  <a:lnTo>
                    <a:pt x="905707" y="2144050"/>
                  </a:lnTo>
                  <a:lnTo>
                    <a:pt x="994031" y="2151715"/>
                  </a:lnTo>
                  <a:lnTo>
                    <a:pt x="1084655" y="2153554"/>
                  </a:lnTo>
                  <a:lnTo>
                    <a:pt x="1177198" y="2149339"/>
                  </a:lnTo>
                  <a:lnTo>
                    <a:pt x="1271263" y="2138869"/>
                  </a:lnTo>
                  <a:lnTo>
                    <a:pt x="1366436" y="2121965"/>
                  </a:lnTo>
                  <a:lnTo>
                    <a:pt x="1462288" y="2098477"/>
                  </a:lnTo>
                  <a:lnTo>
                    <a:pt x="1558378" y="2068285"/>
                  </a:lnTo>
                  <a:lnTo>
                    <a:pt x="1654253" y="2031295"/>
                  </a:lnTo>
                  <a:lnTo>
                    <a:pt x="1749450" y="1987443"/>
                  </a:lnTo>
                  <a:lnTo>
                    <a:pt x="1843501" y="1936697"/>
                  </a:lnTo>
                  <a:lnTo>
                    <a:pt x="1935931" y="1879055"/>
                  </a:lnTo>
                  <a:lnTo>
                    <a:pt x="2026261" y="1814546"/>
                  </a:lnTo>
                  <a:lnTo>
                    <a:pt x="2114013" y="1743234"/>
                  </a:lnTo>
                  <a:lnTo>
                    <a:pt x="2198707" y="1665212"/>
                  </a:lnTo>
                  <a:lnTo>
                    <a:pt x="2279867" y="1580606"/>
                  </a:lnTo>
                  <a:lnTo>
                    <a:pt x="2357024" y="1489575"/>
                  </a:lnTo>
                  <a:lnTo>
                    <a:pt x="2429712" y="1392309"/>
                  </a:lnTo>
                  <a:lnTo>
                    <a:pt x="2497478" y="1289031"/>
                  </a:lnTo>
                  <a:lnTo>
                    <a:pt x="2559878" y="1179994"/>
                  </a:lnTo>
                  <a:lnTo>
                    <a:pt x="2616482" y="1065483"/>
                  </a:lnTo>
                  <a:lnTo>
                    <a:pt x="2666876" y="945811"/>
                  </a:lnTo>
                  <a:close/>
                </a:path>
              </a:pathLst>
            </a:custGeom>
            <a:solidFill>
              <a:srgbClr val="5EB4E3">
                <a:alpha val="27843"/>
              </a:srgbClr>
            </a:solidFill>
            <a:ln w="25746" cap="flat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20249" y="3347735"/>
              <a:ext cx="2300195" cy="880246"/>
            </a:xfrm>
            <a:custGeom>
              <a:avLst/>
              <a:pathLst>
                <a:path w="2300195" h="880246">
                  <a:moveTo>
                    <a:pt x="0" y="440123"/>
                  </a:moveTo>
                  <a:lnTo>
                    <a:pt x="0" y="440123"/>
                  </a:lnTo>
                  <a:lnTo>
                    <a:pt x="52059" y="390558"/>
                  </a:lnTo>
                  <a:lnTo>
                    <a:pt x="106520" y="343578"/>
                  </a:lnTo>
                  <a:lnTo>
                    <a:pt x="163287" y="299270"/>
                  </a:lnTo>
                  <a:lnTo>
                    <a:pt x="222259" y="257719"/>
                  </a:lnTo>
                  <a:lnTo>
                    <a:pt x="283336" y="219005"/>
                  </a:lnTo>
                  <a:lnTo>
                    <a:pt x="346412" y="183206"/>
                  </a:lnTo>
                  <a:lnTo>
                    <a:pt x="411382" y="150395"/>
                  </a:lnTo>
                  <a:lnTo>
                    <a:pt x="478135" y="120643"/>
                  </a:lnTo>
                  <a:lnTo>
                    <a:pt x="546561" y="94017"/>
                  </a:lnTo>
                  <a:lnTo>
                    <a:pt x="616544" y="70580"/>
                  </a:lnTo>
                  <a:lnTo>
                    <a:pt x="687970" y="50392"/>
                  </a:lnTo>
                  <a:lnTo>
                    <a:pt x="760721" y="33509"/>
                  </a:lnTo>
                  <a:lnTo>
                    <a:pt x="834677" y="19982"/>
                  </a:lnTo>
                  <a:lnTo>
                    <a:pt x="909716" y="9859"/>
                  </a:lnTo>
                  <a:lnTo>
                    <a:pt x="985716" y="3185"/>
                  </a:lnTo>
                  <a:lnTo>
                    <a:pt x="1062551" y="0"/>
                  </a:lnTo>
                  <a:lnTo>
                    <a:pt x="1140097" y="339"/>
                  </a:lnTo>
                  <a:lnTo>
                    <a:pt x="1218225" y="4235"/>
                  </a:lnTo>
                  <a:lnTo>
                    <a:pt x="1296809" y="11715"/>
                  </a:lnTo>
                  <a:lnTo>
                    <a:pt x="1375718" y="22803"/>
                  </a:lnTo>
                  <a:lnTo>
                    <a:pt x="1454822" y="37519"/>
                  </a:lnTo>
                  <a:lnTo>
                    <a:pt x="1533992" y="55878"/>
                  </a:lnTo>
                  <a:lnTo>
                    <a:pt x="1613094" y="77890"/>
                  </a:lnTo>
                  <a:lnTo>
                    <a:pt x="1691998" y="103563"/>
                  </a:lnTo>
                  <a:lnTo>
                    <a:pt x="1770570" y="132900"/>
                  </a:lnTo>
                  <a:lnTo>
                    <a:pt x="1848680" y="165897"/>
                  </a:lnTo>
                  <a:lnTo>
                    <a:pt x="1926193" y="202549"/>
                  </a:lnTo>
                  <a:lnTo>
                    <a:pt x="2002979" y="242847"/>
                  </a:lnTo>
                  <a:lnTo>
                    <a:pt x="2078903" y="286774"/>
                  </a:lnTo>
                  <a:lnTo>
                    <a:pt x="2153835" y="334312"/>
                  </a:lnTo>
                  <a:lnTo>
                    <a:pt x="2227642" y="385437"/>
                  </a:lnTo>
                  <a:lnTo>
                    <a:pt x="2300195" y="440123"/>
                  </a:lnTo>
                  <a:lnTo>
                    <a:pt x="2227642" y="494808"/>
                  </a:lnTo>
                  <a:lnTo>
                    <a:pt x="2153835" y="545934"/>
                  </a:lnTo>
                  <a:lnTo>
                    <a:pt x="2078903" y="593472"/>
                  </a:lnTo>
                  <a:lnTo>
                    <a:pt x="2002979" y="637399"/>
                  </a:lnTo>
                  <a:lnTo>
                    <a:pt x="1926193" y="677696"/>
                  </a:lnTo>
                  <a:lnTo>
                    <a:pt x="1848680" y="714349"/>
                  </a:lnTo>
                  <a:lnTo>
                    <a:pt x="1770570" y="747346"/>
                  </a:lnTo>
                  <a:lnTo>
                    <a:pt x="1691998" y="776682"/>
                  </a:lnTo>
                  <a:lnTo>
                    <a:pt x="1613094" y="802355"/>
                  </a:lnTo>
                  <a:lnTo>
                    <a:pt x="1533992" y="824368"/>
                  </a:lnTo>
                  <a:lnTo>
                    <a:pt x="1454822" y="842727"/>
                  </a:lnTo>
                  <a:lnTo>
                    <a:pt x="1375718" y="857442"/>
                  </a:lnTo>
                  <a:lnTo>
                    <a:pt x="1296809" y="868531"/>
                  </a:lnTo>
                  <a:lnTo>
                    <a:pt x="1218225" y="876011"/>
                  </a:lnTo>
                  <a:lnTo>
                    <a:pt x="1140097" y="879907"/>
                  </a:lnTo>
                  <a:lnTo>
                    <a:pt x="1062551" y="880246"/>
                  </a:lnTo>
                  <a:lnTo>
                    <a:pt x="985716" y="877061"/>
                  </a:lnTo>
                  <a:lnTo>
                    <a:pt x="909716" y="870387"/>
                  </a:lnTo>
                  <a:lnTo>
                    <a:pt x="834677" y="860264"/>
                  </a:lnTo>
                  <a:lnTo>
                    <a:pt x="760721" y="846737"/>
                  </a:lnTo>
                  <a:lnTo>
                    <a:pt x="687970" y="829853"/>
                  </a:lnTo>
                  <a:lnTo>
                    <a:pt x="616544" y="809665"/>
                  </a:lnTo>
                  <a:lnTo>
                    <a:pt x="546561" y="786229"/>
                  </a:lnTo>
                  <a:lnTo>
                    <a:pt x="478135" y="759603"/>
                  </a:lnTo>
                  <a:lnTo>
                    <a:pt x="411382" y="729851"/>
                  </a:lnTo>
                  <a:lnTo>
                    <a:pt x="346412" y="697040"/>
                  </a:lnTo>
                  <a:lnTo>
                    <a:pt x="283336" y="661240"/>
                  </a:lnTo>
                  <a:lnTo>
                    <a:pt x="222259" y="622526"/>
                  </a:lnTo>
                  <a:lnTo>
                    <a:pt x="163287" y="580975"/>
                  </a:lnTo>
                  <a:lnTo>
                    <a:pt x="106520" y="536668"/>
                  </a:lnTo>
                  <a:lnTo>
                    <a:pt x="52059" y="489688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</a:path>
              </a:pathLst>
            </a:custGeom>
            <a:ln w="25746" cap="flat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86133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9000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2026-03-18T21:41:45Z</dcterms:modified>
  <cp:category/>
</cp:coreProperties>
</file>