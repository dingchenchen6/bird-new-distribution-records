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18863" y="438873"/>
              <a:ext cx="996274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562685" y="1968326"/>
              <a:ext cx="3181295" cy="3314012"/>
            </a:xfrm>
            <a:custGeom>
              <a:avLst/>
              <a:pathLst>
                <a:path w="3181295" h="3314012">
                  <a:moveTo>
                    <a:pt x="2864680" y="1845011"/>
                  </a:moveTo>
                  <a:lnTo>
                    <a:pt x="2863139" y="1772421"/>
                  </a:lnTo>
                  <a:lnTo>
                    <a:pt x="2858518" y="1699962"/>
                  </a:lnTo>
                  <a:lnTo>
                    <a:pt x="2850826" y="1627764"/>
                  </a:lnTo>
                  <a:lnTo>
                    <a:pt x="2840078" y="1555958"/>
                  </a:lnTo>
                  <a:lnTo>
                    <a:pt x="2826291" y="1484672"/>
                  </a:lnTo>
                  <a:lnTo>
                    <a:pt x="2809491" y="1414036"/>
                  </a:lnTo>
                  <a:lnTo>
                    <a:pt x="2789709" y="1344177"/>
                  </a:lnTo>
                  <a:lnTo>
                    <a:pt x="2766979" y="1275220"/>
                  </a:lnTo>
                  <a:lnTo>
                    <a:pt x="2741344" y="1207290"/>
                  </a:lnTo>
                  <a:lnTo>
                    <a:pt x="2712848" y="1140509"/>
                  </a:lnTo>
                  <a:lnTo>
                    <a:pt x="2681544" y="1074998"/>
                  </a:lnTo>
                  <a:lnTo>
                    <a:pt x="2647487" y="1010875"/>
                  </a:lnTo>
                  <a:lnTo>
                    <a:pt x="2610740" y="948254"/>
                  </a:lnTo>
                  <a:lnTo>
                    <a:pt x="2571369" y="887250"/>
                  </a:lnTo>
                  <a:lnTo>
                    <a:pt x="2529443" y="827971"/>
                  </a:lnTo>
                  <a:lnTo>
                    <a:pt x="2485040" y="770525"/>
                  </a:lnTo>
                  <a:lnTo>
                    <a:pt x="2438238" y="715016"/>
                  </a:lnTo>
                  <a:lnTo>
                    <a:pt x="2389123" y="661543"/>
                  </a:lnTo>
                  <a:lnTo>
                    <a:pt x="2337783" y="610202"/>
                  </a:lnTo>
                  <a:lnTo>
                    <a:pt x="2284310" y="561087"/>
                  </a:lnTo>
                  <a:lnTo>
                    <a:pt x="2228800" y="514286"/>
                  </a:lnTo>
                  <a:lnTo>
                    <a:pt x="2171354" y="469882"/>
                  </a:lnTo>
                  <a:lnTo>
                    <a:pt x="2112076" y="427957"/>
                  </a:lnTo>
                  <a:lnTo>
                    <a:pt x="2051071" y="388585"/>
                  </a:lnTo>
                  <a:lnTo>
                    <a:pt x="1988451" y="351838"/>
                  </a:lnTo>
                  <a:lnTo>
                    <a:pt x="1924327" y="317782"/>
                  </a:lnTo>
                  <a:lnTo>
                    <a:pt x="1858816" y="286478"/>
                  </a:lnTo>
                  <a:lnTo>
                    <a:pt x="1792035" y="257982"/>
                  </a:lnTo>
                  <a:lnTo>
                    <a:pt x="1724105" y="232346"/>
                  </a:lnTo>
                  <a:lnTo>
                    <a:pt x="1655149" y="209617"/>
                  </a:lnTo>
                  <a:lnTo>
                    <a:pt x="1585289" y="189834"/>
                  </a:lnTo>
                  <a:lnTo>
                    <a:pt x="1514653" y="173035"/>
                  </a:lnTo>
                  <a:lnTo>
                    <a:pt x="1443368" y="159248"/>
                  </a:lnTo>
                  <a:lnTo>
                    <a:pt x="1371562" y="148499"/>
                  </a:lnTo>
                  <a:lnTo>
                    <a:pt x="1299364" y="140808"/>
                  </a:lnTo>
                  <a:lnTo>
                    <a:pt x="1226905" y="136187"/>
                  </a:lnTo>
                  <a:lnTo>
                    <a:pt x="1154315" y="134646"/>
                  </a:lnTo>
                  <a:lnTo>
                    <a:pt x="1219282" y="108712"/>
                  </a:lnTo>
                  <a:lnTo>
                    <a:pt x="1286188" y="85283"/>
                  </a:lnTo>
                  <a:lnTo>
                    <a:pt x="1354934" y="64467"/>
                  </a:lnTo>
                  <a:lnTo>
                    <a:pt x="1425417" y="46368"/>
                  </a:lnTo>
                  <a:lnTo>
                    <a:pt x="1497528" y="31087"/>
                  </a:lnTo>
                  <a:lnTo>
                    <a:pt x="1571154" y="18720"/>
                  </a:lnTo>
                  <a:lnTo>
                    <a:pt x="1646176" y="9360"/>
                  </a:lnTo>
                  <a:lnTo>
                    <a:pt x="1722471" y="3093"/>
                  </a:lnTo>
                  <a:lnTo>
                    <a:pt x="1799912" y="0"/>
                  </a:lnTo>
                  <a:lnTo>
                    <a:pt x="1878366" y="157"/>
                  </a:lnTo>
                  <a:lnTo>
                    <a:pt x="1957698" y="3637"/>
                  </a:lnTo>
                  <a:lnTo>
                    <a:pt x="2037767" y="10504"/>
                  </a:lnTo>
                  <a:lnTo>
                    <a:pt x="2118429" y="20818"/>
                  </a:lnTo>
                  <a:lnTo>
                    <a:pt x="2199538" y="34632"/>
                  </a:lnTo>
                  <a:lnTo>
                    <a:pt x="2280943" y="51992"/>
                  </a:lnTo>
                  <a:lnTo>
                    <a:pt x="2362492" y="72941"/>
                  </a:lnTo>
                  <a:lnTo>
                    <a:pt x="2444028" y="97511"/>
                  </a:lnTo>
                  <a:lnTo>
                    <a:pt x="2525394" y="125732"/>
                  </a:lnTo>
                  <a:lnTo>
                    <a:pt x="2606430" y="157622"/>
                  </a:lnTo>
                  <a:lnTo>
                    <a:pt x="2686974" y="193197"/>
                  </a:lnTo>
                  <a:lnTo>
                    <a:pt x="2766862" y="232463"/>
                  </a:lnTo>
                  <a:lnTo>
                    <a:pt x="2830843" y="325494"/>
                  </a:lnTo>
                  <a:lnTo>
                    <a:pt x="2889610" y="420891"/>
                  </a:lnTo>
                  <a:lnTo>
                    <a:pt x="2943088" y="518366"/>
                  </a:lnTo>
                  <a:lnTo>
                    <a:pt x="2991215" y="617633"/>
                  </a:lnTo>
                  <a:lnTo>
                    <a:pt x="3033946" y="718404"/>
                  </a:lnTo>
                  <a:lnTo>
                    <a:pt x="3071249" y="820388"/>
                  </a:lnTo>
                  <a:lnTo>
                    <a:pt x="3103110" y="923299"/>
                  </a:lnTo>
                  <a:lnTo>
                    <a:pt x="3129529" y="1026850"/>
                  </a:lnTo>
                  <a:lnTo>
                    <a:pt x="3150520" y="1130757"/>
                  </a:lnTo>
                  <a:lnTo>
                    <a:pt x="3166113" y="1234739"/>
                  </a:lnTo>
                  <a:lnTo>
                    <a:pt x="3176352" y="1338517"/>
                  </a:lnTo>
                  <a:lnTo>
                    <a:pt x="3181295" y="1441819"/>
                  </a:lnTo>
                  <a:lnTo>
                    <a:pt x="3181013" y="1544379"/>
                  </a:lnTo>
                  <a:lnTo>
                    <a:pt x="3175593" y="1645932"/>
                  </a:lnTo>
                  <a:lnTo>
                    <a:pt x="3165132" y="1746226"/>
                  </a:lnTo>
                  <a:lnTo>
                    <a:pt x="3149740" y="1845011"/>
                  </a:lnTo>
                  <a:lnTo>
                    <a:pt x="3129542" y="1942048"/>
                  </a:lnTo>
                  <a:lnTo>
                    <a:pt x="3104671" y="2037104"/>
                  </a:lnTo>
                  <a:lnTo>
                    <a:pt x="3075273" y="2129958"/>
                  </a:lnTo>
                  <a:lnTo>
                    <a:pt x="3041503" y="2220396"/>
                  </a:lnTo>
                  <a:lnTo>
                    <a:pt x="3003528" y="2308215"/>
                  </a:lnTo>
                  <a:lnTo>
                    <a:pt x="2961523" y="2393222"/>
                  </a:lnTo>
                  <a:lnTo>
                    <a:pt x="2915672" y="2475235"/>
                  </a:lnTo>
                  <a:lnTo>
                    <a:pt x="2866167" y="2554083"/>
                  </a:lnTo>
                  <a:lnTo>
                    <a:pt x="2813206" y="2629608"/>
                  </a:lnTo>
                  <a:lnTo>
                    <a:pt x="2756997" y="2701663"/>
                  </a:lnTo>
                  <a:lnTo>
                    <a:pt x="2697751" y="2770111"/>
                  </a:lnTo>
                  <a:lnTo>
                    <a:pt x="2635686" y="2834832"/>
                  </a:lnTo>
                  <a:lnTo>
                    <a:pt x="2571023" y="2895714"/>
                  </a:lnTo>
                  <a:lnTo>
                    <a:pt x="2503989" y="2952660"/>
                  </a:lnTo>
                  <a:lnTo>
                    <a:pt x="2434813" y="3005586"/>
                  </a:lnTo>
                  <a:lnTo>
                    <a:pt x="2363725" y="3054421"/>
                  </a:lnTo>
                  <a:lnTo>
                    <a:pt x="2290961" y="3099107"/>
                  </a:lnTo>
                  <a:lnTo>
                    <a:pt x="2216754" y="3139596"/>
                  </a:lnTo>
                  <a:lnTo>
                    <a:pt x="2141338" y="3175858"/>
                  </a:lnTo>
                  <a:lnTo>
                    <a:pt x="2064950" y="3207872"/>
                  </a:lnTo>
                  <a:lnTo>
                    <a:pt x="1987821" y="3235632"/>
                  </a:lnTo>
                  <a:lnTo>
                    <a:pt x="1910184" y="3259143"/>
                  </a:lnTo>
                  <a:lnTo>
                    <a:pt x="1832268" y="3278422"/>
                  </a:lnTo>
                  <a:lnTo>
                    <a:pt x="1754299" y="3293501"/>
                  </a:lnTo>
                  <a:lnTo>
                    <a:pt x="1676500" y="3304421"/>
                  </a:lnTo>
                  <a:lnTo>
                    <a:pt x="1599089" y="3311237"/>
                  </a:lnTo>
                  <a:lnTo>
                    <a:pt x="1522280" y="3314012"/>
                  </a:lnTo>
                  <a:lnTo>
                    <a:pt x="1446281" y="3312824"/>
                  </a:lnTo>
                  <a:lnTo>
                    <a:pt x="1371293" y="3307759"/>
                  </a:lnTo>
                  <a:lnTo>
                    <a:pt x="1297512" y="3298913"/>
                  </a:lnTo>
                  <a:lnTo>
                    <a:pt x="1225125" y="3286393"/>
                  </a:lnTo>
                  <a:lnTo>
                    <a:pt x="1154315" y="3270315"/>
                  </a:lnTo>
                  <a:lnTo>
                    <a:pt x="1085253" y="3250803"/>
                  </a:lnTo>
                  <a:lnTo>
                    <a:pt x="1018103" y="3227991"/>
                  </a:lnTo>
                  <a:lnTo>
                    <a:pt x="953022" y="3202018"/>
                  </a:lnTo>
                  <a:lnTo>
                    <a:pt x="890155" y="3173032"/>
                  </a:lnTo>
                  <a:lnTo>
                    <a:pt x="829639" y="3141189"/>
                  </a:lnTo>
                  <a:lnTo>
                    <a:pt x="771602" y="3106647"/>
                  </a:lnTo>
                  <a:lnTo>
                    <a:pt x="716159" y="3069574"/>
                  </a:lnTo>
                  <a:lnTo>
                    <a:pt x="663418" y="3030139"/>
                  </a:lnTo>
                  <a:lnTo>
                    <a:pt x="613476" y="2988519"/>
                  </a:lnTo>
                  <a:lnTo>
                    <a:pt x="566416" y="2944891"/>
                  </a:lnTo>
                  <a:lnTo>
                    <a:pt x="522315" y="2899438"/>
                  </a:lnTo>
                  <a:lnTo>
                    <a:pt x="481237" y="2852343"/>
                  </a:lnTo>
                  <a:lnTo>
                    <a:pt x="443233" y="2803793"/>
                  </a:lnTo>
                  <a:lnTo>
                    <a:pt x="408347" y="2753975"/>
                  </a:lnTo>
                  <a:lnTo>
                    <a:pt x="376609" y="2703076"/>
                  </a:lnTo>
                  <a:lnTo>
                    <a:pt x="348041" y="2651285"/>
                  </a:lnTo>
                  <a:lnTo>
                    <a:pt x="322651" y="2598787"/>
                  </a:lnTo>
                  <a:lnTo>
                    <a:pt x="300439" y="2545768"/>
                  </a:lnTo>
                  <a:lnTo>
                    <a:pt x="281393" y="2492414"/>
                  </a:lnTo>
                  <a:lnTo>
                    <a:pt x="265492" y="2438903"/>
                  </a:lnTo>
                  <a:lnTo>
                    <a:pt x="252703" y="2385416"/>
                  </a:lnTo>
                  <a:lnTo>
                    <a:pt x="242985" y="2332127"/>
                  </a:lnTo>
                  <a:lnTo>
                    <a:pt x="236287" y="2279206"/>
                  </a:lnTo>
                  <a:lnTo>
                    <a:pt x="232548" y="2226819"/>
                  </a:lnTo>
                  <a:lnTo>
                    <a:pt x="231699" y="2175128"/>
                  </a:lnTo>
                  <a:lnTo>
                    <a:pt x="233661" y="2124288"/>
                  </a:lnTo>
                  <a:lnTo>
                    <a:pt x="238349" y="2074448"/>
                  </a:lnTo>
                  <a:lnTo>
                    <a:pt x="245668" y="2025752"/>
                  </a:lnTo>
                  <a:lnTo>
                    <a:pt x="255518" y="1978335"/>
                  </a:lnTo>
                  <a:lnTo>
                    <a:pt x="267789" y="1932326"/>
                  </a:lnTo>
                  <a:lnTo>
                    <a:pt x="282368" y="1887847"/>
                  </a:lnTo>
                  <a:lnTo>
                    <a:pt x="299132" y="1845011"/>
                  </a:lnTo>
                  <a:lnTo>
                    <a:pt x="317957" y="1803923"/>
                  </a:lnTo>
                  <a:lnTo>
                    <a:pt x="338711" y="1764681"/>
                  </a:lnTo>
                  <a:lnTo>
                    <a:pt x="361259" y="1727372"/>
                  </a:lnTo>
                  <a:lnTo>
                    <a:pt x="385460" y="1692076"/>
                  </a:lnTo>
                  <a:lnTo>
                    <a:pt x="411173" y="1658864"/>
                  </a:lnTo>
                  <a:lnTo>
                    <a:pt x="438251" y="1627795"/>
                  </a:lnTo>
                  <a:lnTo>
                    <a:pt x="466547" y="1598923"/>
                  </a:lnTo>
                  <a:lnTo>
                    <a:pt x="495910" y="1572291"/>
                  </a:lnTo>
                  <a:lnTo>
                    <a:pt x="526191" y="1547930"/>
                  </a:lnTo>
                  <a:lnTo>
                    <a:pt x="557237" y="1525866"/>
                  </a:lnTo>
                  <a:lnTo>
                    <a:pt x="588897" y="1506113"/>
                  </a:lnTo>
                  <a:lnTo>
                    <a:pt x="621021" y="1488675"/>
                  </a:lnTo>
                  <a:lnTo>
                    <a:pt x="653458" y="1473550"/>
                  </a:lnTo>
                  <a:lnTo>
                    <a:pt x="686060" y="1460724"/>
                  </a:lnTo>
                  <a:lnTo>
                    <a:pt x="718681" y="1450176"/>
                  </a:lnTo>
                  <a:lnTo>
                    <a:pt x="751178" y="1441874"/>
                  </a:lnTo>
                  <a:lnTo>
                    <a:pt x="725009" y="1526616"/>
                  </a:lnTo>
                  <a:lnTo>
                    <a:pt x="714363" y="1609852"/>
                  </a:lnTo>
                  <a:lnTo>
                    <a:pt x="718169" y="1688955"/>
                  </a:lnTo>
                  <a:lnTo>
                    <a:pt x="734940" y="1761592"/>
                  </a:lnTo>
                  <a:lnTo>
                    <a:pt x="762828" y="1825778"/>
                  </a:lnTo>
                  <a:lnTo>
                    <a:pt x="799704" y="1879937"/>
                  </a:lnTo>
                  <a:lnTo>
                    <a:pt x="843232" y="1922933"/>
                  </a:lnTo>
                  <a:lnTo>
                    <a:pt x="890953" y="1954099"/>
                  </a:lnTo>
                  <a:lnTo>
                    <a:pt x="940373" y="1973243"/>
                  </a:lnTo>
                  <a:lnTo>
                    <a:pt x="989048" y="1980641"/>
                  </a:lnTo>
                  <a:lnTo>
                    <a:pt x="1034668" y="1977021"/>
                  </a:lnTo>
                  <a:lnTo>
                    <a:pt x="1075129" y="1963521"/>
                  </a:lnTo>
                  <a:lnTo>
                    <a:pt x="1108610" y="1941645"/>
                  </a:lnTo>
                  <a:lnTo>
                    <a:pt x="1133628" y="1913207"/>
                  </a:lnTo>
                  <a:lnTo>
                    <a:pt x="1149086" y="1880258"/>
                  </a:lnTo>
                  <a:lnTo>
                    <a:pt x="1154315" y="1845011"/>
                  </a:lnTo>
                  <a:lnTo>
                    <a:pt x="1110162" y="1885656"/>
                  </a:lnTo>
                  <a:lnTo>
                    <a:pt x="1062725" y="1922583"/>
                  </a:lnTo>
                  <a:lnTo>
                    <a:pt x="1012239" y="1955593"/>
                  </a:lnTo>
                  <a:lnTo>
                    <a:pt x="958949" y="1984499"/>
                  </a:lnTo>
                  <a:lnTo>
                    <a:pt x="903111" y="2009130"/>
                  </a:lnTo>
                  <a:lnTo>
                    <a:pt x="844989" y="2029329"/>
                  </a:lnTo>
                  <a:lnTo>
                    <a:pt x="784857" y="2044951"/>
                  </a:lnTo>
                  <a:lnTo>
                    <a:pt x="722995" y="2055870"/>
                  </a:lnTo>
                  <a:lnTo>
                    <a:pt x="659692" y="2061973"/>
                  </a:lnTo>
                  <a:lnTo>
                    <a:pt x="595241" y="2063162"/>
                  </a:lnTo>
                  <a:lnTo>
                    <a:pt x="529942" y="2059358"/>
                  </a:lnTo>
                  <a:lnTo>
                    <a:pt x="464100" y="2050497"/>
                  </a:lnTo>
                  <a:lnTo>
                    <a:pt x="398021" y="2036530"/>
                  </a:lnTo>
                  <a:lnTo>
                    <a:pt x="332017" y="2017429"/>
                  </a:lnTo>
                  <a:lnTo>
                    <a:pt x="266400" y="1993178"/>
                  </a:lnTo>
                  <a:lnTo>
                    <a:pt x="201484" y="1963781"/>
                  </a:lnTo>
                  <a:lnTo>
                    <a:pt x="137582" y="1929260"/>
                  </a:lnTo>
                  <a:lnTo>
                    <a:pt x="75007" y="1889651"/>
                  </a:lnTo>
                  <a:lnTo>
                    <a:pt x="14071" y="1845011"/>
                  </a:lnTo>
                  <a:lnTo>
                    <a:pt x="6642" y="1900524"/>
                  </a:lnTo>
                  <a:lnTo>
                    <a:pt x="1934" y="1956753"/>
                  </a:lnTo>
                  <a:lnTo>
                    <a:pt x="0" y="2013566"/>
                  </a:lnTo>
                  <a:lnTo>
                    <a:pt x="883" y="2070823"/>
                  </a:lnTo>
                  <a:lnTo>
                    <a:pt x="4624" y="2128384"/>
                  </a:lnTo>
                  <a:lnTo>
                    <a:pt x="11252" y="2186107"/>
                  </a:lnTo>
                  <a:lnTo>
                    <a:pt x="20793" y="2243845"/>
                  </a:lnTo>
                  <a:lnTo>
                    <a:pt x="33262" y="2301451"/>
                  </a:lnTo>
                  <a:lnTo>
                    <a:pt x="48669" y="2358776"/>
                  </a:lnTo>
                  <a:lnTo>
                    <a:pt x="67015" y="2415670"/>
                  </a:lnTo>
                  <a:lnTo>
                    <a:pt x="88295" y="2471981"/>
                  </a:lnTo>
                  <a:lnTo>
                    <a:pt x="112494" y="2527559"/>
                  </a:lnTo>
                  <a:lnTo>
                    <a:pt x="139591" y="2582251"/>
                  </a:lnTo>
                  <a:lnTo>
                    <a:pt x="169556" y="2635907"/>
                  </a:lnTo>
                  <a:lnTo>
                    <a:pt x="202351" y="2688377"/>
                  </a:lnTo>
                  <a:lnTo>
                    <a:pt x="237932" y="2739511"/>
                  </a:lnTo>
                  <a:lnTo>
                    <a:pt x="276246" y="2789163"/>
                  </a:lnTo>
                  <a:lnTo>
                    <a:pt x="317230" y="2837187"/>
                  </a:lnTo>
                  <a:lnTo>
                    <a:pt x="360818" y="2883440"/>
                  </a:lnTo>
                  <a:lnTo>
                    <a:pt x="406932" y="2927782"/>
                  </a:lnTo>
                  <a:lnTo>
                    <a:pt x="455489" y="2970077"/>
                  </a:lnTo>
                  <a:lnTo>
                    <a:pt x="506398" y="3010192"/>
                  </a:lnTo>
                  <a:lnTo>
                    <a:pt x="559561" y="3047997"/>
                  </a:lnTo>
                  <a:lnTo>
                    <a:pt x="614873" y="3083368"/>
                  </a:lnTo>
                  <a:lnTo>
                    <a:pt x="672222" y="3116185"/>
                  </a:lnTo>
                  <a:lnTo>
                    <a:pt x="731489" y="3146334"/>
                  </a:lnTo>
                  <a:lnTo>
                    <a:pt x="792550" y="3173705"/>
                  </a:lnTo>
                  <a:lnTo>
                    <a:pt x="855274" y="3198196"/>
                  </a:lnTo>
                  <a:lnTo>
                    <a:pt x="919523" y="3219710"/>
                  </a:lnTo>
                  <a:lnTo>
                    <a:pt x="985156" y="3238155"/>
                  </a:lnTo>
                  <a:lnTo>
                    <a:pt x="1052026" y="3253449"/>
                  </a:lnTo>
                  <a:lnTo>
                    <a:pt x="1119980" y="3265515"/>
                  </a:lnTo>
                  <a:lnTo>
                    <a:pt x="1188861" y="3274283"/>
                  </a:lnTo>
                  <a:lnTo>
                    <a:pt x="1258509" y="3279693"/>
                  </a:lnTo>
                  <a:lnTo>
                    <a:pt x="1328759" y="3281691"/>
                  </a:lnTo>
                  <a:lnTo>
                    <a:pt x="1399443" y="3280231"/>
                  </a:lnTo>
                  <a:lnTo>
                    <a:pt x="1470390" y="3275276"/>
                  </a:lnTo>
                  <a:lnTo>
                    <a:pt x="1541426" y="3266799"/>
                  </a:lnTo>
                  <a:lnTo>
                    <a:pt x="1612376" y="3254777"/>
                  </a:lnTo>
                  <a:lnTo>
                    <a:pt x="1683062" y="3239202"/>
                  </a:lnTo>
                  <a:lnTo>
                    <a:pt x="1753305" y="3220069"/>
                  </a:lnTo>
                  <a:lnTo>
                    <a:pt x="1822927" y="3197387"/>
                  </a:lnTo>
                  <a:lnTo>
                    <a:pt x="1891746" y="3171171"/>
                  </a:lnTo>
                  <a:lnTo>
                    <a:pt x="1959584" y="3141445"/>
                  </a:lnTo>
                  <a:lnTo>
                    <a:pt x="2026262" y="3108244"/>
                  </a:lnTo>
                  <a:lnTo>
                    <a:pt x="2091600" y="3071612"/>
                  </a:lnTo>
                  <a:lnTo>
                    <a:pt x="2155423" y="3031600"/>
                  </a:lnTo>
                  <a:lnTo>
                    <a:pt x="2217555" y="2988270"/>
                  </a:lnTo>
                  <a:lnTo>
                    <a:pt x="2277825" y="2941693"/>
                  </a:lnTo>
                  <a:lnTo>
                    <a:pt x="2336062" y="2891948"/>
                  </a:lnTo>
                  <a:lnTo>
                    <a:pt x="2392102" y="2839123"/>
                  </a:lnTo>
                  <a:lnTo>
                    <a:pt x="2445781" y="2783316"/>
                  </a:lnTo>
                  <a:lnTo>
                    <a:pt x="2496943" y="2724632"/>
                  </a:lnTo>
                  <a:lnTo>
                    <a:pt x="2545433" y="2663185"/>
                  </a:lnTo>
                  <a:lnTo>
                    <a:pt x="2591103" y="2599096"/>
                  </a:lnTo>
                  <a:lnTo>
                    <a:pt x="2633812" y="2532495"/>
                  </a:lnTo>
                  <a:lnTo>
                    <a:pt x="2673423" y="2463520"/>
                  </a:lnTo>
                  <a:lnTo>
                    <a:pt x="2709805" y="2392316"/>
                  </a:lnTo>
                  <a:lnTo>
                    <a:pt x="2742836" y="2319034"/>
                  </a:lnTo>
                  <a:lnTo>
                    <a:pt x="2772398" y="2243833"/>
                  </a:lnTo>
                  <a:lnTo>
                    <a:pt x="2798385" y="2166877"/>
                  </a:lnTo>
                  <a:lnTo>
                    <a:pt x="2820695" y="2088338"/>
                  </a:lnTo>
                  <a:lnTo>
                    <a:pt x="2839235" y="2008392"/>
                  </a:lnTo>
                  <a:lnTo>
                    <a:pt x="2853921" y="1927221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576757" y="1968326"/>
              <a:ext cx="2985254" cy="2172275"/>
            </a:xfrm>
            <a:custGeom>
              <a:avLst/>
              <a:pathLst>
                <a:path w="2985254" h="2172275">
                  <a:moveTo>
                    <a:pt x="1140243" y="134646"/>
                  </a:moveTo>
                  <a:lnTo>
                    <a:pt x="1205210" y="108712"/>
                  </a:lnTo>
                  <a:lnTo>
                    <a:pt x="1272116" y="85283"/>
                  </a:lnTo>
                  <a:lnTo>
                    <a:pt x="1340862" y="64467"/>
                  </a:lnTo>
                  <a:lnTo>
                    <a:pt x="1411345" y="46368"/>
                  </a:lnTo>
                  <a:lnTo>
                    <a:pt x="1483456" y="31087"/>
                  </a:lnTo>
                  <a:lnTo>
                    <a:pt x="1557082" y="18720"/>
                  </a:lnTo>
                  <a:lnTo>
                    <a:pt x="1632104" y="9360"/>
                  </a:lnTo>
                  <a:lnTo>
                    <a:pt x="1708399" y="3093"/>
                  </a:lnTo>
                  <a:lnTo>
                    <a:pt x="1785840" y="0"/>
                  </a:lnTo>
                  <a:lnTo>
                    <a:pt x="1864294" y="157"/>
                  </a:lnTo>
                  <a:lnTo>
                    <a:pt x="1943626" y="3637"/>
                  </a:lnTo>
                  <a:lnTo>
                    <a:pt x="2023695" y="10504"/>
                  </a:lnTo>
                  <a:lnTo>
                    <a:pt x="2104357" y="20818"/>
                  </a:lnTo>
                  <a:lnTo>
                    <a:pt x="2185466" y="34632"/>
                  </a:lnTo>
                  <a:lnTo>
                    <a:pt x="2266871" y="51992"/>
                  </a:lnTo>
                  <a:lnTo>
                    <a:pt x="2348420" y="72941"/>
                  </a:lnTo>
                  <a:lnTo>
                    <a:pt x="2429956" y="97511"/>
                  </a:lnTo>
                  <a:lnTo>
                    <a:pt x="2511322" y="125732"/>
                  </a:lnTo>
                  <a:lnTo>
                    <a:pt x="2592358" y="157622"/>
                  </a:lnTo>
                  <a:lnTo>
                    <a:pt x="2672902" y="193197"/>
                  </a:lnTo>
                  <a:lnTo>
                    <a:pt x="2752790" y="232463"/>
                  </a:lnTo>
                  <a:lnTo>
                    <a:pt x="2792056" y="312352"/>
                  </a:lnTo>
                  <a:lnTo>
                    <a:pt x="2827631" y="392896"/>
                  </a:lnTo>
                  <a:lnTo>
                    <a:pt x="2859522" y="473931"/>
                  </a:lnTo>
                  <a:lnTo>
                    <a:pt x="2887742" y="555298"/>
                  </a:lnTo>
                  <a:lnTo>
                    <a:pt x="2912313" y="636834"/>
                  </a:lnTo>
                  <a:lnTo>
                    <a:pt x="2933261" y="718383"/>
                  </a:lnTo>
                  <a:lnTo>
                    <a:pt x="2950622" y="799788"/>
                  </a:lnTo>
                  <a:lnTo>
                    <a:pt x="2964436" y="880897"/>
                  </a:lnTo>
                  <a:lnTo>
                    <a:pt x="2974749" y="961559"/>
                  </a:lnTo>
                  <a:lnTo>
                    <a:pt x="2981616" y="1041628"/>
                  </a:lnTo>
                  <a:lnTo>
                    <a:pt x="2985096" y="1120959"/>
                  </a:lnTo>
                  <a:lnTo>
                    <a:pt x="2985254" y="1199413"/>
                  </a:lnTo>
                  <a:lnTo>
                    <a:pt x="2982161" y="1276854"/>
                  </a:lnTo>
                  <a:lnTo>
                    <a:pt x="2975893" y="1353150"/>
                  </a:lnTo>
                  <a:lnTo>
                    <a:pt x="2966533" y="1428172"/>
                  </a:lnTo>
                  <a:lnTo>
                    <a:pt x="2954167" y="1501798"/>
                  </a:lnTo>
                  <a:lnTo>
                    <a:pt x="2938886" y="1573909"/>
                  </a:lnTo>
                  <a:lnTo>
                    <a:pt x="2920787" y="1644392"/>
                  </a:lnTo>
                  <a:lnTo>
                    <a:pt x="2899971" y="1713137"/>
                  </a:lnTo>
                  <a:lnTo>
                    <a:pt x="2876541" y="1780043"/>
                  </a:lnTo>
                  <a:lnTo>
                    <a:pt x="2850608" y="1845011"/>
                  </a:lnTo>
                  <a:lnTo>
                    <a:pt x="2784074" y="1894682"/>
                  </a:lnTo>
                  <a:lnTo>
                    <a:pt x="2716161" y="1940336"/>
                  </a:lnTo>
                  <a:lnTo>
                    <a:pt x="2647049" y="1981937"/>
                  </a:lnTo>
                  <a:lnTo>
                    <a:pt x="2576923" y="2019455"/>
                  </a:lnTo>
                  <a:lnTo>
                    <a:pt x="2505964" y="2052870"/>
                  </a:lnTo>
                  <a:lnTo>
                    <a:pt x="2434357" y="2082166"/>
                  </a:lnTo>
                  <a:lnTo>
                    <a:pt x="2362286" y="2107337"/>
                  </a:lnTo>
                  <a:lnTo>
                    <a:pt x="2289934" y="2128384"/>
                  </a:lnTo>
                  <a:lnTo>
                    <a:pt x="2217483" y="2145314"/>
                  </a:lnTo>
                  <a:lnTo>
                    <a:pt x="2145117" y="2158142"/>
                  </a:lnTo>
                  <a:lnTo>
                    <a:pt x="2073016" y="2166891"/>
                  </a:lnTo>
                  <a:lnTo>
                    <a:pt x="2001361" y="2171590"/>
                  </a:lnTo>
                  <a:lnTo>
                    <a:pt x="1930328" y="2172275"/>
                  </a:lnTo>
                  <a:lnTo>
                    <a:pt x="1860096" y="2168990"/>
                  </a:lnTo>
                  <a:lnTo>
                    <a:pt x="1790837" y="2161787"/>
                  </a:lnTo>
                  <a:lnTo>
                    <a:pt x="1722725" y="2150721"/>
                  </a:lnTo>
                  <a:lnTo>
                    <a:pt x="1655927" y="2135858"/>
                  </a:lnTo>
                  <a:lnTo>
                    <a:pt x="1590611" y="2117268"/>
                  </a:lnTo>
                  <a:lnTo>
                    <a:pt x="1526940" y="2095030"/>
                  </a:lnTo>
                  <a:lnTo>
                    <a:pt x="1465074" y="2069226"/>
                  </a:lnTo>
                  <a:lnTo>
                    <a:pt x="1405169" y="2039947"/>
                  </a:lnTo>
                  <a:lnTo>
                    <a:pt x="1347377" y="2007290"/>
                  </a:lnTo>
                  <a:lnTo>
                    <a:pt x="1291846" y="1971357"/>
                  </a:lnTo>
                  <a:lnTo>
                    <a:pt x="1238722" y="1932256"/>
                  </a:lnTo>
                  <a:lnTo>
                    <a:pt x="1188142" y="1890101"/>
                  </a:lnTo>
                  <a:lnTo>
                    <a:pt x="1140243" y="1845011"/>
                  </a:lnTo>
                  <a:lnTo>
                    <a:pt x="1140243" y="1845011"/>
                  </a:lnTo>
                  <a:lnTo>
                    <a:pt x="1140243" y="1845011"/>
                  </a:lnTo>
                  <a:lnTo>
                    <a:pt x="1096090" y="1885656"/>
                  </a:lnTo>
                  <a:lnTo>
                    <a:pt x="1048653" y="1922583"/>
                  </a:lnTo>
                  <a:lnTo>
                    <a:pt x="998167" y="1955593"/>
                  </a:lnTo>
                  <a:lnTo>
                    <a:pt x="944877" y="1984499"/>
                  </a:lnTo>
                  <a:lnTo>
                    <a:pt x="889039" y="2009130"/>
                  </a:lnTo>
                  <a:lnTo>
                    <a:pt x="830917" y="2029329"/>
                  </a:lnTo>
                  <a:lnTo>
                    <a:pt x="770785" y="2044951"/>
                  </a:lnTo>
                  <a:lnTo>
                    <a:pt x="708923" y="2055870"/>
                  </a:lnTo>
                  <a:lnTo>
                    <a:pt x="645620" y="2061973"/>
                  </a:lnTo>
                  <a:lnTo>
                    <a:pt x="581169" y="2063162"/>
                  </a:lnTo>
                  <a:lnTo>
                    <a:pt x="515870" y="2059358"/>
                  </a:lnTo>
                  <a:lnTo>
                    <a:pt x="450028" y="2050497"/>
                  </a:lnTo>
                  <a:lnTo>
                    <a:pt x="383949" y="2036530"/>
                  </a:lnTo>
                  <a:lnTo>
                    <a:pt x="317945" y="2017429"/>
                  </a:lnTo>
                  <a:lnTo>
                    <a:pt x="252328" y="1993178"/>
                  </a:lnTo>
                  <a:lnTo>
                    <a:pt x="187412" y="1963781"/>
                  </a:lnTo>
                  <a:lnTo>
                    <a:pt x="123510" y="1929260"/>
                  </a:lnTo>
                  <a:lnTo>
                    <a:pt x="60935" y="1889651"/>
                  </a:lnTo>
                  <a:lnTo>
                    <a:pt x="0" y="1845011"/>
                  </a:lnTo>
                  <a:lnTo>
                    <a:pt x="45855" y="1778813"/>
                  </a:lnTo>
                  <a:lnTo>
                    <a:pt x="95385" y="1718142"/>
                  </a:lnTo>
                  <a:lnTo>
                    <a:pt x="148088" y="1663192"/>
                  </a:lnTo>
                  <a:lnTo>
                    <a:pt x="203457" y="1614114"/>
                  </a:lnTo>
                  <a:lnTo>
                    <a:pt x="260978" y="1571021"/>
                  </a:lnTo>
                  <a:lnTo>
                    <a:pt x="320130" y="1533983"/>
                  </a:lnTo>
                  <a:lnTo>
                    <a:pt x="380398" y="1503032"/>
                  </a:lnTo>
                  <a:lnTo>
                    <a:pt x="441265" y="1478159"/>
                  </a:lnTo>
                  <a:lnTo>
                    <a:pt x="502220" y="1459313"/>
                  </a:lnTo>
                  <a:lnTo>
                    <a:pt x="562765" y="1446407"/>
                  </a:lnTo>
                  <a:lnTo>
                    <a:pt x="622408" y="1439313"/>
                  </a:lnTo>
                  <a:lnTo>
                    <a:pt x="680674" y="1437869"/>
                  </a:lnTo>
                  <a:lnTo>
                    <a:pt x="737106" y="1441874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395764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071371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45156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2026-03-19T04:05:42Z</dcterms:modified>
  <cp:category/>
</cp:coreProperties>
</file>