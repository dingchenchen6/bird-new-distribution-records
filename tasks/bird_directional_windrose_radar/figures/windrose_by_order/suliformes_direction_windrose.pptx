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34174" y="438005"/>
              <a:ext cx="765652" cy="1124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310051" y="2706627"/>
              <a:ext cx="2687436" cy="2427528"/>
            </a:xfrm>
            <a:custGeom>
              <a:avLst/>
              <a:pathLst>
                <a:path w="2687436" h="2427528">
                  <a:moveTo>
                    <a:pt x="2687436" y="1106710"/>
                  </a:moveTo>
                  <a:lnTo>
                    <a:pt x="2644328" y="1011667"/>
                  </a:lnTo>
                  <a:lnTo>
                    <a:pt x="2597337" y="920280"/>
                  </a:lnTo>
                  <a:lnTo>
                    <a:pt x="2546694" y="832705"/>
                  </a:lnTo>
                  <a:lnTo>
                    <a:pt x="2492638" y="749082"/>
                  </a:lnTo>
                  <a:lnTo>
                    <a:pt x="2435413" y="669542"/>
                  </a:lnTo>
                  <a:lnTo>
                    <a:pt x="2375268" y="594199"/>
                  </a:lnTo>
                  <a:lnTo>
                    <a:pt x="2312454" y="523155"/>
                  </a:lnTo>
                  <a:lnTo>
                    <a:pt x="2247227" y="456498"/>
                  </a:lnTo>
                  <a:lnTo>
                    <a:pt x="2179847" y="394301"/>
                  </a:lnTo>
                  <a:lnTo>
                    <a:pt x="2110571" y="336624"/>
                  </a:lnTo>
                  <a:lnTo>
                    <a:pt x="2039663" y="283513"/>
                  </a:lnTo>
                  <a:lnTo>
                    <a:pt x="1967382" y="234999"/>
                  </a:lnTo>
                  <a:lnTo>
                    <a:pt x="1893991" y="191102"/>
                  </a:lnTo>
                  <a:lnTo>
                    <a:pt x="1819748" y="151824"/>
                  </a:lnTo>
                  <a:lnTo>
                    <a:pt x="1744912" y="117157"/>
                  </a:lnTo>
                  <a:lnTo>
                    <a:pt x="1669740" y="87078"/>
                  </a:lnTo>
                  <a:lnTo>
                    <a:pt x="1594482" y="61549"/>
                  </a:lnTo>
                  <a:lnTo>
                    <a:pt x="1519390" y="40522"/>
                  </a:lnTo>
                  <a:lnTo>
                    <a:pt x="1444705" y="23935"/>
                  </a:lnTo>
                  <a:lnTo>
                    <a:pt x="1370669" y="11712"/>
                  </a:lnTo>
                  <a:lnTo>
                    <a:pt x="1297514" y="3766"/>
                  </a:lnTo>
                  <a:lnTo>
                    <a:pt x="1225468" y="0"/>
                  </a:lnTo>
                  <a:lnTo>
                    <a:pt x="1154751" y="301"/>
                  </a:lnTo>
                  <a:lnTo>
                    <a:pt x="1085576" y="4550"/>
                  </a:lnTo>
                  <a:lnTo>
                    <a:pt x="1018149" y="12613"/>
                  </a:lnTo>
                  <a:lnTo>
                    <a:pt x="952664" y="24349"/>
                  </a:lnTo>
                  <a:lnTo>
                    <a:pt x="889311" y="39606"/>
                  </a:lnTo>
                  <a:lnTo>
                    <a:pt x="828266" y="58222"/>
                  </a:lnTo>
                  <a:lnTo>
                    <a:pt x="769699" y="80028"/>
                  </a:lnTo>
                  <a:lnTo>
                    <a:pt x="713767" y="104846"/>
                  </a:lnTo>
                  <a:lnTo>
                    <a:pt x="660616" y="132492"/>
                  </a:lnTo>
                  <a:lnTo>
                    <a:pt x="610384" y="162771"/>
                  </a:lnTo>
                  <a:lnTo>
                    <a:pt x="563194" y="195486"/>
                  </a:lnTo>
                  <a:lnTo>
                    <a:pt x="519161" y="230433"/>
                  </a:lnTo>
                  <a:lnTo>
                    <a:pt x="478385" y="267402"/>
                  </a:lnTo>
                  <a:lnTo>
                    <a:pt x="440956" y="306179"/>
                  </a:lnTo>
                  <a:lnTo>
                    <a:pt x="406950" y="346547"/>
                  </a:lnTo>
                  <a:lnTo>
                    <a:pt x="446580" y="300010"/>
                  </a:lnTo>
                  <a:lnTo>
                    <a:pt x="490772" y="255645"/>
                  </a:lnTo>
                  <a:lnTo>
                    <a:pt x="539402" y="213787"/>
                  </a:lnTo>
                  <a:lnTo>
                    <a:pt x="592325" y="174765"/>
                  </a:lnTo>
                  <a:lnTo>
                    <a:pt x="649374" y="138897"/>
                  </a:lnTo>
                  <a:lnTo>
                    <a:pt x="710362" y="106493"/>
                  </a:lnTo>
                  <a:lnTo>
                    <a:pt x="775080" y="77853"/>
                  </a:lnTo>
                  <a:lnTo>
                    <a:pt x="843302" y="53262"/>
                  </a:lnTo>
                  <a:lnTo>
                    <a:pt x="914780" y="32993"/>
                  </a:lnTo>
                  <a:lnTo>
                    <a:pt x="989249" y="17304"/>
                  </a:lnTo>
                  <a:lnTo>
                    <a:pt x="1066427" y="6438"/>
                  </a:lnTo>
                  <a:lnTo>
                    <a:pt x="1146016" y="619"/>
                  </a:lnTo>
                  <a:lnTo>
                    <a:pt x="1227700" y="55"/>
                  </a:lnTo>
                  <a:lnTo>
                    <a:pt x="1311153" y="4935"/>
                  </a:lnTo>
                  <a:lnTo>
                    <a:pt x="1396031" y="15426"/>
                  </a:lnTo>
                  <a:lnTo>
                    <a:pt x="1481981" y="31678"/>
                  </a:lnTo>
                  <a:lnTo>
                    <a:pt x="1546732" y="141363"/>
                  </a:lnTo>
                  <a:lnTo>
                    <a:pt x="1600849" y="254282"/>
                  </a:lnTo>
                  <a:lnTo>
                    <a:pt x="1644251" y="369438"/>
                  </a:lnTo>
                  <a:lnTo>
                    <a:pt x="1676946" y="485846"/>
                  </a:lnTo>
                  <a:lnTo>
                    <a:pt x="1699032" y="602538"/>
                  </a:lnTo>
                  <a:lnTo>
                    <a:pt x="1710689" y="718569"/>
                  </a:lnTo>
                  <a:lnTo>
                    <a:pt x="1712184" y="833031"/>
                  </a:lnTo>
                  <a:lnTo>
                    <a:pt x="1703858" y="945050"/>
                  </a:lnTo>
                  <a:lnTo>
                    <a:pt x="1686129" y="1053802"/>
                  </a:lnTo>
                  <a:lnTo>
                    <a:pt x="1659479" y="1158515"/>
                  </a:lnTo>
                  <a:lnTo>
                    <a:pt x="1624456" y="1258472"/>
                  </a:lnTo>
                  <a:lnTo>
                    <a:pt x="1581660" y="1353020"/>
                  </a:lnTo>
                  <a:lnTo>
                    <a:pt x="1531744" y="1441575"/>
                  </a:lnTo>
                  <a:lnTo>
                    <a:pt x="1475402" y="1523621"/>
                  </a:lnTo>
                  <a:lnTo>
                    <a:pt x="1413362" y="1598715"/>
                  </a:lnTo>
                  <a:lnTo>
                    <a:pt x="1346382" y="1666490"/>
                  </a:lnTo>
                  <a:lnTo>
                    <a:pt x="1275240" y="1726657"/>
                  </a:lnTo>
                  <a:lnTo>
                    <a:pt x="1200726" y="1779004"/>
                  </a:lnTo>
                  <a:lnTo>
                    <a:pt x="1123637" y="1823397"/>
                  </a:lnTo>
                  <a:lnTo>
                    <a:pt x="1044768" y="1859780"/>
                  </a:lnTo>
                  <a:lnTo>
                    <a:pt x="964902" y="1888171"/>
                  </a:lnTo>
                  <a:lnTo>
                    <a:pt x="884811" y="1908664"/>
                  </a:lnTo>
                  <a:lnTo>
                    <a:pt x="805239" y="1921424"/>
                  </a:lnTo>
                  <a:lnTo>
                    <a:pt x="726905" y="1926685"/>
                  </a:lnTo>
                  <a:lnTo>
                    <a:pt x="650488" y="1924742"/>
                  </a:lnTo>
                  <a:lnTo>
                    <a:pt x="576630" y="1915955"/>
                  </a:lnTo>
                  <a:lnTo>
                    <a:pt x="505925" y="1900735"/>
                  </a:lnTo>
                  <a:lnTo>
                    <a:pt x="438914" y="1879547"/>
                  </a:lnTo>
                  <a:lnTo>
                    <a:pt x="376087" y="1852898"/>
                  </a:lnTo>
                  <a:lnTo>
                    <a:pt x="317872" y="1821333"/>
                  </a:lnTo>
                  <a:lnTo>
                    <a:pt x="264637" y="1785431"/>
                  </a:lnTo>
                  <a:lnTo>
                    <a:pt x="216685" y="1745798"/>
                  </a:lnTo>
                  <a:lnTo>
                    <a:pt x="174255" y="1703055"/>
                  </a:lnTo>
                  <a:lnTo>
                    <a:pt x="137518" y="1657840"/>
                  </a:lnTo>
                  <a:lnTo>
                    <a:pt x="106580" y="1610795"/>
                  </a:lnTo>
                  <a:lnTo>
                    <a:pt x="81477" y="1562562"/>
                  </a:lnTo>
                  <a:lnTo>
                    <a:pt x="62183" y="1513775"/>
                  </a:lnTo>
                  <a:lnTo>
                    <a:pt x="48606" y="1465053"/>
                  </a:lnTo>
                  <a:lnTo>
                    <a:pt x="40591" y="1416999"/>
                  </a:lnTo>
                  <a:lnTo>
                    <a:pt x="37926" y="1370187"/>
                  </a:lnTo>
                  <a:lnTo>
                    <a:pt x="40342" y="1325160"/>
                  </a:lnTo>
                  <a:lnTo>
                    <a:pt x="47516" y="1282426"/>
                  </a:lnTo>
                  <a:lnTo>
                    <a:pt x="59081" y="1242448"/>
                  </a:lnTo>
                  <a:lnTo>
                    <a:pt x="74624" y="1205647"/>
                  </a:lnTo>
                  <a:lnTo>
                    <a:pt x="93693" y="1172392"/>
                  </a:lnTo>
                  <a:lnTo>
                    <a:pt x="115807" y="1143000"/>
                  </a:lnTo>
                  <a:lnTo>
                    <a:pt x="140454" y="1117732"/>
                  </a:lnTo>
                  <a:lnTo>
                    <a:pt x="167103" y="1096789"/>
                  </a:lnTo>
                  <a:lnTo>
                    <a:pt x="195209" y="1080316"/>
                  </a:lnTo>
                  <a:lnTo>
                    <a:pt x="224217" y="1068394"/>
                  </a:lnTo>
                  <a:lnTo>
                    <a:pt x="253568" y="1061046"/>
                  </a:lnTo>
                  <a:lnTo>
                    <a:pt x="282711" y="1058231"/>
                  </a:lnTo>
                  <a:lnTo>
                    <a:pt x="311101" y="1059852"/>
                  </a:lnTo>
                  <a:lnTo>
                    <a:pt x="338211" y="1065750"/>
                  </a:lnTo>
                  <a:lnTo>
                    <a:pt x="363535" y="1075712"/>
                  </a:lnTo>
                  <a:lnTo>
                    <a:pt x="386596" y="1089471"/>
                  </a:lnTo>
                  <a:lnTo>
                    <a:pt x="406950" y="1106710"/>
                  </a:lnTo>
                  <a:lnTo>
                    <a:pt x="367002" y="1108913"/>
                  </a:lnTo>
                  <a:lnTo>
                    <a:pt x="327418" y="1115512"/>
                  </a:lnTo>
                  <a:lnTo>
                    <a:pt x="288561" y="1126465"/>
                  </a:lnTo>
                  <a:lnTo>
                    <a:pt x="250789" y="1141706"/>
                  </a:lnTo>
                  <a:lnTo>
                    <a:pt x="214455" y="1161142"/>
                  </a:lnTo>
                  <a:lnTo>
                    <a:pt x="179905" y="1184654"/>
                  </a:lnTo>
                  <a:lnTo>
                    <a:pt x="147476" y="1212099"/>
                  </a:lnTo>
                  <a:lnTo>
                    <a:pt x="117493" y="1243307"/>
                  </a:lnTo>
                  <a:lnTo>
                    <a:pt x="90271" y="1278087"/>
                  </a:lnTo>
                  <a:lnTo>
                    <a:pt x="66109" y="1316223"/>
                  </a:lnTo>
                  <a:lnTo>
                    <a:pt x="45290" y="1357479"/>
                  </a:lnTo>
                  <a:lnTo>
                    <a:pt x="28081" y="1401595"/>
                  </a:lnTo>
                  <a:lnTo>
                    <a:pt x="14730" y="1448293"/>
                  </a:lnTo>
                  <a:lnTo>
                    <a:pt x="5466" y="1497279"/>
                  </a:lnTo>
                  <a:lnTo>
                    <a:pt x="494" y="1548238"/>
                  </a:lnTo>
                  <a:lnTo>
                    <a:pt x="0" y="1600842"/>
                  </a:lnTo>
                  <a:lnTo>
                    <a:pt x="4144" y="1654747"/>
                  </a:lnTo>
                  <a:lnTo>
                    <a:pt x="13063" y="1709598"/>
                  </a:lnTo>
                  <a:lnTo>
                    <a:pt x="26868" y="1765029"/>
                  </a:lnTo>
                  <a:lnTo>
                    <a:pt x="45646" y="1820665"/>
                  </a:lnTo>
                  <a:lnTo>
                    <a:pt x="69453" y="1876123"/>
                  </a:lnTo>
                  <a:lnTo>
                    <a:pt x="98323" y="1931015"/>
                  </a:lnTo>
                  <a:lnTo>
                    <a:pt x="132257" y="1984949"/>
                  </a:lnTo>
                  <a:lnTo>
                    <a:pt x="171233" y="2037532"/>
                  </a:lnTo>
                  <a:lnTo>
                    <a:pt x="215198" y="2088370"/>
                  </a:lnTo>
                  <a:lnTo>
                    <a:pt x="264071" y="2137072"/>
                  </a:lnTo>
                  <a:lnTo>
                    <a:pt x="317745" y="2183250"/>
                  </a:lnTo>
                  <a:lnTo>
                    <a:pt x="376082" y="2226523"/>
                  </a:lnTo>
                  <a:lnTo>
                    <a:pt x="438919" y="2266517"/>
                  </a:lnTo>
                  <a:lnTo>
                    <a:pt x="506066" y="2302866"/>
                  </a:lnTo>
                  <a:lnTo>
                    <a:pt x="577304" y="2335219"/>
                  </a:lnTo>
                  <a:lnTo>
                    <a:pt x="652391" y="2363236"/>
                  </a:lnTo>
                  <a:lnTo>
                    <a:pt x="731060" y="2386591"/>
                  </a:lnTo>
                  <a:lnTo>
                    <a:pt x="813016" y="2404977"/>
                  </a:lnTo>
                  <a:lnTo>
                    <a:pt x="897947" y="2418105"/>
                  </a:lnTo>
                  <a:lnTo>
                    <a:pt x="985514" y="2425705"/>
                  </a:lnTo>
                  <a:lnTo>
                    <a:pt x="1075362" y="2427528"/>
                  </a:lnTo>
                  <a:lnTo>
                    <a:pt x="1167112" y="2423349"/>
                  </a:lnTo>
                  <a:lnTo>
                    <a:pt x="1260371" y="2412968"/>
                  </a:lnTo>
                  <a:lnTo>
                    <a:pt x="1354728" y="2396209"/>
                  </a:lnTo>
                  <a:lnTo>
                    <a:pt x="1449759" y="2372923"/>
                  </a:lnTo>
                  <a:lnTo>
                    <a:pt x="1545025" y="2342989"/>
                  </a:lnTo>
                  <a:lnTo>
                    <a:pt x="1640079" y="2306316"/>
                  </a:lnTo>
                  <a:lnTo>
                    <a:pt x="1734460" y="2262840"/>
                  </a:lnTo>
                  <a:lnTo>
                    <a:pt x="1827706" y="2212528"/>
                  </a:lnTo>
                  <a:lnTo>
                    <a:pt x="1919343" y="2155380"/>
                  </a:lnTo>
                  <a:lnTo>
                    <a:pt x="2008900" y="2091425"/>
                  </a:lnTo>
                  <a:lnTo>
                    <a:pt x="2095899" y="2020724"/>
                  </a:lnTo>
                  <a:lnTo>
                    <a:pt x="2179868" y="1943370"/>
                  </a:lnTo>
                  <a:lnTo>
                    <a:pt x="2260333" y="1859489"/>
                  </a:lnTo>
                  <a:lnTo>
                    <a:pt x="2336828" y="1769238"/>
                  </a:lnTo>
                  <a:lnTo>
                    <a:pt x="2408894" y="1672805"/>
                  </a:lnTo>
                  <a:lnTo>
                    <a:pt x="2476079" y="1570412"/>
                  </a:lnTo>
                  <a:lnTo>
                    <a:pt x="2537945" y="1462310"/>
                  </a:lnTo>
                  <a:lnTo>
                    <a:pt x="2594064" y="1348779"/>
                  </a:lnTo>
                  <a:lnTo>
                    <a:pt x="2644025" y="1230132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717001" y="2706682"/>
              <a:ext cx="2280486" cy="1543006"/>
            </a:xfrm>
            <a:custGeom>
              <a:avLst/>
              <a:pathLst>
                <a:path w="2280486" h="1543006">
                  <a:moveTo>
                    <a:pt x="0" y="346492"/>
                  </a:moveTo>
                  <a:lnTo>
                    <a:pt x="39630" y="299955"/>
                  </a:lnTo>
                  <a:lnTo>
                    <a:pt x="83822" y="255589"/>
                  </a:lnTo>
                  <a:lnTo>
                    <a:pt x="132452" y="213732"/>
                  </a:lnTo>
                  <a:lnTo>
                    <a:pt x="185375" y="174709"/>
                  </a:lnTo>
                  <a:lnTo>
                    <a:pt x="242424" y="138841"/>
                  </a:lnTo>
                  <a:lnTo>
                    <a:pt x="303412" y="106438"/>
                  </a:lnTo>
                  <a:lnTo>
                    <a:pt x="368130" y="77798"/>
                  </a:lnTo>
                  <a:lnTo>
                    <a:pt x="436352" y="53207"/>
                  </a:lnTo>
                  <a:lnTo>
                    <a:pt x="507830" y="32938"/>
                  </a:lnTo>
                  <a:lnTo>
                    <a:pt x="582299" y="17249"/>
                  </a:lnTo>
                  <a:lnTo>
                    <a:pt x="659477" y="6382"/>
                  </a:lnTo>
                  <a:lnTo>
                    <a:pt x="739066" y="563"/>
                  </a:lnTo>
                  <a:lnTo>
                    <a:pt x="820750" y="0"/>
                  </a:lnTo>
                  <a:lnTo>
                    <a:pt x="904203" y="4879"/>
                  </a:lnTo>
                  <a:lnTo>
                    <a:pt x="989081" y="15371"/>
                  </a:lnTo>
                  <a:lnTo>
                    <a:pt x="1075031" y="31622"/>
                  </a:lnTo>
                  <a:lnTo>
                    <a:pt x="1141011" y="47950"/>
                  </a:lnTo>
                  <a:lnTo>
                    <a:pt x="1207237" y="67742"/>
                  </a:lnTo>
                  <a:lnTo>
                    <a:pt x="1273540" y="91040"/>
                  </a:lnTo>
                  <a:lnTo>
                    <a:pt x="1339749" y="117874"/>
                  </a:lnTo>
                  <a:lnTo>
                    <a:pt x="1405692" y="148269"/>
                  </a:lnTo>
                  <a:lnTo>
                    <a:pt x="1471194" y="182241"/>
                  </a:lnTo>
                  <a:lnTo>
                    <a:pt x="1536079" y="219798"/>
                  </a:lnTo>
                  <a:lnTo>
                    <a:pt x="1600169" y="260940"/>
                  </a:lnTo>
                  <a:lnTo>
                    <a:pt x="1663285" y="305658"/>
                  </a:lnTo>
                  <a:lnTo>
                    <a:pt x="1725250" y="353935"/>
                  </a:lnTo>
                  <a:lnTo>
                    <a:pt x="1785885" y="405746"/>
                  </a:lnTo>
                  <a:lnTo>
                    <a:pt x="1845011" y="461057"/>
                  </a:lnTo>
                  <a:lnTo>
                    <a:pt x="1902450" y="519826"/>
                  </a:lnTo>
                  <a:lnTo>
                    <a:pt x="1958027" y="582002"/>
                  </a:lnTo>
                  <a:lnTo>
                    <a:pt x="2011566" y="647527"/>
                  </a:lnTo>
                  <a:lnTo>
                    <a:pt x="2062893" y="716333"/>
                  </a:lnTo>
                  <a:lnTo>
                    <a:pt x="2111839" y="788345"/>
                  </a:lnTo>
                  <a:lnTo>
                    <a:pt x="2158235" y="863479"/>
                  </a:lnTo>
                  <a:lnTo>
                    <a:pt x="2201915" y="941643"/>
                  </a:lnTo>
                  <a:lnTo>
                    <a:pt x="2242718" y="1022737"/>
                  </a:lnTo>
                  <a:lnTo>
                    <a:pt x="2280486" y="1106654"/>
                  </a:lnTo>
                  <a:lnTo>
                    <a:pt x="2208555" y="1160871"/>
                  </a:lnTo>
                  <a:lnTo>
                    <a:pt x="2135380" y="1211559"/>
                  </a:lnTo>
                  <a:lnTo>
                    <a:pt x="2061091" y="1258689"/>
                  </a:lnTo>
                  <a:lnTo>
                    <a:pt x="1985817" y="1302240"/>
                  </a:lnTo>
                  <a:lnTo>
                    <a:pt x="1909689" y="1342192"/>
                  </a:lnTo>
                  <a:lnTo>
                    <a:pt x="1832840" y="1378530"/>
                  </a:lnTo>
                  <a:lnTo>
                    <a:pt x="1755400" y="1411245"/>
                  </a:lnTo>
                  <a:lnTo>
                    <a:pt x="1677500" y="1440330"/>
                  </a:lnTo>
                  <a:lnTo>
                    <a:pt x="1599273" y="1465783"/>
                  </a:lnTo>
                  <a:lnTo>
                    <a:pt x="1520848" y="1487607"/>
                  </a:lnTo>
                  <a:lnTo>
                    <a:pt x="1442357" y="1505808"/>
                  </a:lnTo>
                  <a:lnTo>
                    <a:pt x="1363930" y="1520398"/>
                  </a:lnTo>
                  <a:lnTo>
                    <a:pt x="1285698" y="1531391"/>
                  </a:lnTo>
                  <a:lnTo>
                    <a:pt x="1207787" y="1538807"/>
                  </a:lnTo>
                  <a:lnTo>
                    <a:pt x="1130328" y="1542670"/>
                  </a:lnTo>
                  <a:lnTo>
                    <a:pt x="1053447" y="1543006"/>
                  </a:lnTo>
                  <a:lnTo>
                    <a:pt x="977270" y="1539848"/>
                  </a:lnTo>
                  <a:lnTo>
                    <a:pt x="901921" y="1533231"/>
                  </a:lnTo>
                  <a:lnTo>
                    <a:pt x="827525" y="1523195"/>
                  </a:lnTo>
                  <a:lnTo>
                    <a:pt x="754203" y="1509784"/>
                  </a:lnTo>
                  <a:lnTo>
                    <a:pt x="682076" y="1493045"/>
                  </a:lnTo>
                  <a:lnTo>
                    <a:pt x="611262" y="1473030"/>
                  </a:lnTo>
                  <a:lnTo>
                    <a:pt x="541877" y="1449794"/>
                  </a:lnTo>
                  <a:lnTo>
                    <a:pt x="474038" y="1423397"/>
                  </a:lnTo>
                  <a:lnTo>
                    <a:pt x="407857" y="1393900"/>
                  </a:lnTo>
                  <a:lnTo>
                    <a:pt x="343444" y="1361370"/>
                  </a:lnTo>
                  <a:lnTo>
                    <a:pt x="280908" y="1325877"/>
                  </a:lnTo>
                  <a:lnTo>
                    <a:pt x="220354" y="1287495"/>
                  </a:lnTo>
                  <a:lnTo>
                    <a:pt x="161887" y="1246299"/>
                  </a:lnTo>
                  <a:lnTo>
                    <a:pt x="105608" y="1202372"/>
                  </a:lnTo>
                  <a:lnTo>
                    <a:pt x="51613" y="1155794"/>
                  </a:lnTo>
                  <a:lnTo>
                    <a:pt x="0" y="1106654"/>
                  </a:lnTo>
                  <a:lnTo>
                    <a:pt x="0" y="1106654"/>
                  </a:lnTo>
                  <a:lnTo>
                    <a:pt x="0" y="1106654"/>
                  </a:lnTo>
                  <a:lnTo>
                    <a:pt x="0" y="1106654"/>
                  </a:lnTo>
                  <a:lnTo>
                    <a:pt x="0" y="1106654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3021573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760431" y="2706704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2026-03-19T05:58:38Z</dcterms:modified>
  <cp:category/>
</cp:coreProperties>
</file>