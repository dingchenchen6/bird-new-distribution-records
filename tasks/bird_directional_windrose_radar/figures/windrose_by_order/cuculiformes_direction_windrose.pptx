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43640" y="438873"/>
              <a:ext cx="946721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475901" y="1532850"/>
              <a:ext cx="2860696" cy="3710800"/>
            </a:xfrm>
            <a:custGeom>
              <a:avLst/>
              <a:pathLst>
                <a:path w="2860696" h="3710800">
                  <a:moveTo>
                    <a:pt x="1811221" y="2280486"/>
                  </a:moveTo>
                  <a:lnTo>
                    <a:pt x="1856892" y="2254328"/>
                  </a:lnTo>
                  <a:lnTo>
                    <a:pt x="1901286" y="2224296"/>
                  </a:lnTo>
                  <a:lnTo>
                    <a:pt x="1944158" y="2190456"/>
                  </a:lnTo>
                  <a:lnTo>
                    <a:pt x="1985265" y="2152886"/>
                  </a:lnTo>
                  <a:lnTo>
                    <a:pt x="2024368" y="2111679"/>
                  </a:lnTo>
                  <a:lnTo>
                    <a:pt x="2061232" y="2066940"/>
                  </a:lnTo>
                  <a:lnTo>
                    <a:pt x="2095630" y="2018789"/>
                  </a:lnTo>
                  <a:lnTo>
                    <a:pt x="2127339" y="1967358"/>
                  </a:lnTo>
                  <a:lnTo>
                    <a:pt x="2156143" y="1912791"/>
                  </a:lnTo>
                  <a:lnTo>
                    <a:pt x="2181836" y="1855246"/>
                  </a:lnTo>
                  <a:lnTo>
                    <a:pt x="2204217" y="1794892"/>
                  </a:lnTo>
                  <a:lnTo>
                    <a:pt x="2223096" y="1731910"/>
                  </a:lnTo>
                  <a:lnTo>
                    <a:pt x="2238292" y="1666490"/>
                  </a:lnTo>
                  <a:lnTo>
                    <a:pt x="2249633" y="1598836"/>
                  </a:lnTo>
                  <a:lnTo>
                    <a:pt x="2256960" y="1529159"/>
                  </a:lnTo>
                  <a:lnTo>
                    <a:pt x="2260123" y="1457682"/>
                  </a:lnTo>
                  <a:lnTo>
                    <a:pt x="2258985" y="1384634"/>
                  </a:lnTo>
                  <a:lnTo>
                    <a:pt x="2253420" y="1310256"/>
                  </a:lnTo>
                  <a:lnTo>
                    <a:pt x="2243316" y="1234792"/>
                  </a:lnTo>
                  <a:lnTo>
                    <a:pt x="2228573" y="1158499"/>
                  </a:lnTo>
                  <a:lnTo>
                    <a:pt x="2209104" y="1081635"/>
                  </a:lnTo>
                  <a:lnTo>
                    <a:pt x="2184839" y="1004466"/>
                  </a:lnTo>
                  <a:lnTo>
                    <a:pt x="2155718" y="927263"/>
                  </a:lnTo>
                  <a:lnTo>
                    <a:pt x="2121699" y="850302"/>
                  </a:lnTo>
                  <a:lnTo>
                    <a:pt x="2082751" y="773861"/>
                  </a:lnTo>
                  <a:lnTo>
                    <a:pt x="2038860" y="698222"/>
                  </a:lnTo>
                  <a:lnTo>
                    <a:pt x="1990029" y="623667"/>
                  </a:lnTo>
                  <a:lnTo>
                    <a:pt x="1936273" y="550482"/>
                  </a:lnTo>
                  <a:lnTo>
                    <a:pt x="1877622" y="478951"/>
                  </a:lnTo>
                  <a:lnTo>
                    <a:pt x="1814126" y="409360"/>
                  </a:lnTo>
                  <a:lnTo>
                    <a:pt x="1745844" y="341991"/>
                  </a:lnTo>
                  <a:lnTo>
                    <a:pt x="1672856" y="277127"/>
                  </a:lnTo>
                  <a:lnTo>
                    <a:pt x="1595255" y="215047"/>
                  </a:lnTo>
                  <a:lnTo>
                    <a:pt x="1513147" y="156025"/>
                  </a:lnTo>
                  <a:lnTo>
                    <a:pt x="1426658" y="100334"/>
                  </a:lnTo>
                  <a:lnTo>
                    <a:pt x="1335924" y="48239"/>
                  </a:lnTo>
                  <a:lnTo>
                    <a:pt x="1241100" y="0"/>
                  </a:lnTo>
                  <a:lnTo>
                    <a:pt x="1325355" y="28724"/>
                  </a:lnTo>
                  <a:lnTo>
                    <a:pt x="1407463" y="60522"/>
                  </a:lnTo>
                  <a:lnTo>
                    <a:pt x="1487314" y="95273"/>
                  </a:lnTo>
                  <a:lnTo>
                    <a:pt x="1564803" y="132852"/>
                  </a:lnTo>
                  <a:lnTo>
                    <a:pt x="1639832" y="173133"/>
                  </a:lnTo>
                  <a:lnTo>
                    <a:pt x="1712309" y="215984"/>
                  </a:lnTo>
                  <a:lnTo>
                    <a:pt x="1782147" y="261270"/>
                  </a:lnTo>
                  <a:lnTo>
                    <a:pt x="1849267" y="308855"/>
                  </a:lnTo>
                  <a:lnTo>
                    <a:pt x="1913597" y="358599"/>
                  </a:lnTo>
                  <a:lnTo>
                    <a:pt x="1975070" y="410361"/>
                  </a:lnTo>
                  <a:lnTo>
                    <a:pt x="2033626" y="463996"/>
                  </a:lnTo>
                  <a:lnTo>
                    <a:pt x="2089213" y="519360"/>
                  </a:lnTo>
                  <a:lnTo>
                    <a:pt x="2141785" y="576306"/>
                  </a:lnTo>
                  <a:lnTo>
                    <a:pt x="2191302" y="634687"/>
                  </a:lnTo>
                  <a:lnTo>
                    <a:pt x="2237732" y="694354"/>
                  </a:lnTo>
                  <a:lnTo>
                    <a:pt x="2281049" y="755160"/>
                  </a:lnTo>
                  <a:lnTo>
                    <a:pt x="2321234" y="816955"/>
                  </a:lnTo>
                  <a:lnTo>
                    <a:pt x="2358275" y="879592"/>
                  </a:lnTo>
                  <a:lnTo>
                    <a:pt x="2392167" y="942922"/>
                  </a:lnTo>
                  <a:lnTo>
                    <a:pt x="2422909" y="1006798"/>
                  </a:lnTo>
                  <a:lnTo>
                    <a:pt x="2450510" y="1071075"/>
                  </a:lnTo>
                  <a:lnTo>
                    <a:pt x="2503462" y="1135183"/>
                  </a:lnTo>
                  <a:lnTo>
                    <a:pt x="2553051" y="1201571"/>
                  </a:lnTo>
                  <a:lnTo>
                    <a:pt x="2599182" y="1270064"/>
                  </a:lnTo>
                  <a:lnTo>
                    <a:pt x="2641768" y="1340483"/>
                  </a:lnTo>
                  <a:lnTo>
                    <a:pt x="2680731" y="1412646"/>
                  </a:lnTo>
                  <a:lnTo>
                    <a:pt x="2716001" y="1486368"/>
                  </a:lnTo>
                  <a:lnTo>
                    <a:pt x="2747521" y="1561461"/>
                  </a:lnTo>
                  <a:lnTo>
                    <a:pt x="2775240" y="1637736"/>
                  </a:lnTo>
                  <a:lnTo>
                    <a:pt x="2799118" y="1715000"/>
                  </a:lnTo>
                  <a:lnTo>
                    <a:pt x="2819126" y="1793063"/>
                  </a:lnTo>
                  <a:lnTo>
                    <a:pt x="2835241" y="1871730"/>
                  </a:lnTo>
                  <a:lnTo>
                    <a:pt x="2847453" y="1950809"/>
                  </a:lnTo>
                  <a:lnTo>
                    <a:pt x="2855759" y="2030107"/>
                  </a:lnTo>
                  <a:lnTo>
                    <a:pt x="2860168" y="2109431"/>
                  </a:lnTo>
                  <a:lnTo>
                    <a:pt x="2860696" y="2188592"/>
                  </a:lnTo>
                  <a:lnTo>
                    <a:pt x="2857371" y="2267399"/>
                  </a:lnTo>
                  <a:lnTo>
                    <a:pt x="2850227" y="2345666"/>
                  </a:lnTo>
                  <a:lnTo>
                    <a:pt x="2839309" y="2423209"/>
                  </a:lnTo>
                  <a:lnTo>
                    <a:pt x="2824670" y="2499847"/>
                  </a:lnTo>
                  <a:lnTo>
                    <a:pt x="2806373" y="2575402"/>
                  </a:lnTo>
                  <a:lnTo>
                    <a:pt x="2784488" y="2649699"/>
                  </a:lnTo>
                  <a:lnTo>
                    <a:pt x="2759094" y="2722571"/>
                  </a:lnTo>
                  <a:lnTo>
                    <a:pt x="2730278" y="2793851"/>
                  </a:lnTo>
                  <a:lnTo>
                    <a:pt x="2698134" y="2863380"/>
                  </a:lnTo>
                  <a:lnTo>
                    <a:pt x="2662764" y="2931003"/>
                  </a:lnTo>
                  <a:lnTo>
                    <a:pt x="2624276" y="2996573"/>
                  </a:lnTo>
                  <a:lnTo>
                    <a:pt x="2582787" y="3059946"/>
                  </a:lnTo>
                  <a:lnTo>
                    <a:pt x="2538419" y="3120986"/>
                  </a:lnTo>
                  <a:lnTo>
                    <a:pt x="2491301" y="3179563"/>
                  </a:lnTo>
                  <a:lnTo>
                    <a:pt x="2441565" y="3235556"/>
                  </a:lnTo>
                  <a:lnTo>
                    <a:pt x="2389352" y="3288848"/>
                  </a:lnTo>
                  <a:lnTo>
                    <a:pt x="2334806" y="3339331"/>
                  </a:lnTo>
                  <a:lnTo>
                    <a:pt x="2278076" y="3386907"/>
                  </a:lnTo>
                  <a:lnTo>
                    <a:pt x="2219316" y="3431480"/>
                  </a:lnTo>
                  <a:lnTo>
                    <a:pt x="2158683" y="3472969"/>
                  </a:lnTo>
                  <a:lnTo>
                    <a:pt x="2096337" y="3511295"/>
                  </a:lnTo>
                  <a:lnTo>
                    <a:pt x="2032442" y="3546391"/>
                  </a:lnTo>
                  <a:lnTo>
                    <a:pt x="1967163" y="3578198"/>
                  </a:lnTo>
                  <a:lnTo>
                    <a:pt x="1900669" y="3606663"/>
                  </a:lnTo>
                  <a:lnTo>
                    <a:pt x="1833130" y="3631745"/>
                  </a:lnTo>
                  <a:lnTo>
                    <a:pt x="1764717" y="3653410"/>
                  </a:lnTo>
                  <a:lnTo>
                    <a:pt x="1695602" y="3671631"/>
                  </a:lnTo>
                  <a:lnTo>
                    <a:pt x="1625957" y="3686392"/>
                  </a:lnTo>
                  <a:lnTo>
                    <a:pt x="1555954" y="3697685"/>
                  </a:lnTo>
                  <a:lnTo>
                    <a:pt x="1485766" y="3705510"/>
                  </a:lnTo>
                  <a:lnTo>
                    <a:pt x="1415562" y="3709876"/>
                  </a:lnTo>
                  <a:lnTo>
                    <a:pt x="1345514" y="3710800"/>
                  </a:lnTo>
                  <a:lnTo>
                    <a:pt x="1275789" y="3708308"/>
                  </a:lnTo>
                  <a:lnTo>
                    <a:pt x="1206553" y="3702432"/>
                  </a:lnTo>
                  <a:lnTo>
                    <a:pt x="1137969" y="3693214"/>
                  </a:lnTo>
                  <a:lnTo>
                    <a:pt x="1070197" y="3680705"/>
                  </a:lnTo>
                  <a:lnTo>
                    <a:pt x="1003396" y="3664961"/>
                  </a:lnTo>
                  <a:lnTo>
                    <a:pt x="937718" y="3646046"/>
                  </a:lnTo>
                  <a:lnTo>
                    <a:pt x="873313" y="3624033"/>
                  </a:lnTo>
                  <a:lnTo>
                    <a:pt x="810326" y="3599001"/>
                  </a:lnTo>
                  <a:lnTo>
                    <a:pt x="748899" y="3571034"/>
                  </a:lnTo>
                  <a:lnTo>
                    <a:pt x="689167" y="3540226"/>
                  </a:lnTo>
                  <a:lnTo>
                    <a:pt x="631259" y="3506674"/>
                  </a:lnTo>
                  <a:lnTo>
                    <a:pt x="575302" y="3470482"/>
                  </a:lnTo>
                  <a:lnTo>
                    <a:pt x="521414" y="3431762"/>
                  </a:lnTo>
                  <a:lnTo>
                    <a:pt x="469709" y="3390627"/>
                  </a:lnTo>
                  <a:lnTo>
                    <a:pt x="420292" y="3347199"/>
                  </a:lnTo>
                  <a:lnTo>
                    <a:pt x="373265" y="3301602"/>
                  </a:lnTo>
                  <a:lnTo>
                    <a:pt x="328721" y="3253965"/>
                  </a:lnTo>
                  <a:lnTo>
                    <a:pt x="286746" y="3204421"/>
                  </a:lnTo>
                  <a:lnTo>
                    <a:pt x="247420" y="3153107"/>
                  </a:lnTo>
                  <a:lnTo>
                    <a:pt x="210815" y="3100163"/>
                  </a:lnTo>
                  <a:lnTo>
                    <a:pt x="176997" y="3045731"/>
                  </a:lnTo>
                  <a:lnTo>
                    <a:pt x="146024" y="2989957"/>
                  </a:lnTo>
                  <a:lnTo>
                    <a:pt x="117944" y="2932988"/>
                  </a:lnTo>
                  <a:lnTo>
                    <a:pt x="92802" y="2874973"/>
                  </a:lnTo>
                  <a:lnTo>
                    <a:pt x="70632" y="2816062"/>
                  </a:lnTo>
                  <a:lnTo>
                    <a:pt x="51461" y="2756407"/>
                  </a:lnTo>
                  <a:lnTo>
                    <a:pt x="35309" y="2696158"/>
                  </a:lnTo>
                  <a:lnTo>
                    <a:pt x="22189" y="2635469"/>
                  </a:lnTo>
                  <a:lnTo>
                    <a:pt x="12105" y="2574489"/>
                  </a:lnTo>
                  <a:lnTo>
                    <a:pt x="5053" y="2513371"/>
                  </a:lnTo>
                  <a:lnTo>
                    <a:pt x="1024" y="2452265"/>
                  </a:lnTo>
                  <a:lnTo>
                    <a:pt x="0" y="2391319"/>
                  </a:lnTo>
                  <a:lnTo>
                    <a:pt x="1954" y="2330680"/>
                  </a:lnTo>
                  <a:lnTo>
                    <a:pt x="6856" y="2270492"/>
                  </a:lnTo>
                  <a:lnTo>
                    <a:pt x="14666" y="2210899"/>
                  </a:lnTo>
                  <a:lnTo>
                    <a:pt x="25337" y="2152041"/>
                  </a:lnTo>
                  <a:lnTo>
                    <a:pt x="38817" y="2094053"/>
                  </a:lnTo>
                  <a:lnTo>
                    <a:pt x="55047" y="2037069"/>
                  </a:lnTo>
                  <a:lnTo>
                    <a:pt x="73960" y="1981219"/>
                  </a:lnTo>
                  <a:lnTo>
                    <a:pt x="95486" y="1926627"/>
                  </a:lnTo>
                  <a:lnTo>
                    <a:pt x="119547" y="1873417"/>
                  </a:lnTo>
                  <a:lnTo>
                    <a:pt x="146059" y="1821703"/>
                  </a:lnTo>
                  <a:lnTo>
                    <a:pt x="174935" y="1771598"/>
                  </a:lnTo>
                  <a:lnTo>
                    <a:pt x="206081" y="1723210"/>
                  </a:lnTo>
                  <a:lnTo>
                    <a:pt x="239398" y="1676639"/>
                  </a:lnTo>
                  <a:lnTo>
                    <a:pt x="274785" y="1631982"/>
                  </a:lnTo>
                  <a:lnTo>
                    <a:pt x="312133" y="1589329"/>
                  </a:lnTo>
                  <a:lnTo>
                    <a:pt x="351333" y="1548765"/>
                  </a:lnTo>
                  <a:lnTo>
                    <a:pt x="392270" y="1510369"/>
                  </a:lnTo>
                  <a:lnTo>
                    <a:pt x="434826" y="1474212"/>
                  </a:lnTo>
                  <a:lnTo>
                    <a:pt x="401025" y="1571106"/>
                  </a:lnTo>
                  <a:lnTo>
                    <a:pt x="377586" y="1667790"/>
                  </a:lnTo>
                  <a:lnTo>
                    <a:pt x="364219" y="1763228"/>
                  </a:lnTo>
                  <a:lnTo>
                    <a:pt x="360536" y="1856429"/>
                  </a:lnTo>
                  <a:lnTo>
                    <a:pt x="366055" y="1946464"/>
                  </a:lnTo>
                  <a:lnTo>
                    <a:pt x="380209" y="2032468"/>
                  </a:lnTo>
                  <a:lnTo>
                    <a:pt x="402349" y="2113648"/>
                  </a:lnTo>
                  <a:lnTo>
                    <a:pt x="431761" y="2189296"/>
                  </a:lnTo>
                  <a:lnTo>
                    <a:pt x="467667" y="2258786"/>
                  </a:lnTo>
                  <a:lnTo>
                    <a:pt x="509239" y="2321586"/>
                  </a:lnTo>
                  <a:lnTo>
                    <a:pt x="555607" y="2377262"/>
                  </a:lnTo>
                  <a:lnTo>
                    <a:pt x="605868" y="2425473"/>
                  </a:lnTo>
                  <a:lnTo>
                    <a:pt x="659102" y="2465985"/>
                  </a:lnTo>
                  <a:lnTo>
                    <a:pt x="714376" y="2498662"/>
                  </a:lnTo>
                  <a:lnTo>
                    <a:pt x="770758" y="2523470"/>
                  </a:lnTo>
                  <a:lnTo>
                    <a:pt x="827326" y="2540477"/>
                  </a:lnTo>
                  <a:lnTo>
                    <a:pt x="883181" y="2549848"/>
                  </a:lnTo>
                  <a:lnTo>
                    <a:pt x="937452" y="2551842"/>
                  </a:lnTo>
                  <a:lnTo>
                    <a:pt x="989311" y="2546812"/>
                  </a:lnTo>
                  <a:lnTo>
                    <a:pt x="1037977" y="2535194"/>
                  </a:lnTo>
                  <a:lnTo>
                    <a:pt x="1082728" y="2517505"/>
                  </a:lnTo>
                  <a:lnTo>
                    <a:pt x="1122909" y="2494336"/>
                  </a:lnTo>
                  <a:lnTo>
                    <a:pt x="1157934" y="2466342"/>
                  </a:lnTo>
                  <a:lnTo>
                    <a:pt x="1187300" y="2434237"/>
                  </a:lnTo>
                  <a:lnTo>
                    <a:pt x="1210585" y="2398783"/>
                  </a:lnTo>
                  <a:lnTo>
                    <a:pt x="1227457" y="2360781"/>
                  </a:lnTo>
                  <a:lnTo>
                    <a:pt x="1237677" y="2321065"/>
                  </a:lnTo>
                  <a:lnTo>
                    <a:pt x="1241100" y="2280486"/>
                  </a:lnTo>
                  <a:lnTo>
                    <a:pt x="1212944" y="2284945"/>
                  </a:lnTo>
                  <a:lnTo>
                    <a:pt x="1186878" y="2298104"/>
                  </a:lnTo>
                  <a:lnTo>
                    <a:pt x="1164902" y="2319311"/>
                  </a:lnTo>
                  <a:lnTo>
                    <a:pt x="1148852" y="2347508"/>
                  </a:lnTo>
                  <a:lnTo>
                    <a:pt x="1140315" y="2381270"/>
                  </a:lnTo>
                  <a:lnTo>
                    <a:pt x="1140567" y="2418857"/>
                  </a:lnTo>
                  <a:lnTo>
                    <a:pt x="1150509" y="2458280"/>
                  </a:lnTo>
                  <a:lnTo>
                    <a:pt x="1170629" y="2497373"/>
                  </a:lnTo>
                  <a:lnTo>
                    <a:pt x="1200966" y="2533882"/>
                  </a:lnTo>
                  <a:lnTo>
                    <a:pt x="1241100" y="2565547"/>
                  </a:lnTo>
                  <a:lnTo>
                    <a:pt x="1290152" y="2590192"/>
                  </a:lnTo>
                  <a:lnTo>
                    <a:pt x="1346806" y="2605817"/>
                  </a:lnTo>
                  <a:lnTo>
                    <a:pt x="1409339" y="2610674"/>
                  </a:lnTo>
                  <a:lnTo>
                    <a:pt x="1475676" y="2603353"/>
                  </a:lnTo>
                  <a:lnTo>
                    <a:pt x="1543452" y="2582839"/>
                  </a:lnTo>
                  <a:lnTo>
                    <a:pt x="1610090" y="2548573"/>
                  </a:lnTo>
                  <a:lnTo>
                    <a:pt x="1672884" y="2500491"/>
                  </a:lnTo>
                  <a:lnTo>
                    <a:pt x="1729096" y="2439046"/>
                  </a:lnTo>
                  <a:lnTo>
                    <a:pt x="1776047" y="2365213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910727" y="1532850"/>
              <a:ext cx="2020477" cy="2389161"/>
            </a:xfrm>
            <a:custGeom>
              <a:avLst/>
              <a:pathLst>
                <a:path w="2020477" h="2389161">
                  <a:moveTo>
                    <a:pt x="806273" y="0"/>
                  </a:moveTo>
                  <a:lnTo>
                    <a:pt x="890528" y="28724"/>
                  </a:lnTo>
                  <a:lnTo>
                    <a:pt x="972637" y="60522"/>
                  </a:lnTo>
                  <a:lnTo>
                    <a:pt x="1052488" y="95273"/>
                  </a:lnTo>
                  <a:lnTo>
                    <a:pt x="1129977" y="132852"/>
                  </a:lnTo>
                  <a:lnTo>
                    <a:pt x="1205006" y="173133"/>
                  </a:lnTo>
                  <a:lnTo>
                    <a:pt x="1277482" y="215984"/>
                  </a:lnTo>
                  <a:lnTo>
                    <a:pt x="1347320" y="261270"/>
                  </a:lnTo>
                  <a:lnTo>
                    <a:pt x="1414441" y="308855"/>
                  </a:lnTo>
                  <a:lnTo>
                    <a:pt x="1478771" y="358599"/>
                  </a:lnTo>
                  <a:lnTo>
                    <a:pt x="1540243" y="410361"/>
                  </a:lnTo>
                  <a:lnTo>
                    <a:pt x="1598800" y="463996"/>
                  </a:lnTo>
                  <a:lnTo>
                    <a:pt x="1654387" y="519360"/>
                  </a:lnTo>
                  <a:lnTo>
                    <a:pt x="1706959" y="576306"/>
                  </a:lnTo>
                  <a:lnTo>
                    <a:pt x="1756476" y="634687"/>
                  </a:lnTo>
                  <a:lnTo>
                    <a:pt x="1802906" y="694354"/>
                  </a:lnTo>
                  <a:lnTo>
                    <a:pt x="1846223" y="755160"/>
                  </a:lnTo>
                  <a:lnTo>
                    <a:pt x="1886408" y="816955"/>
                  </a:lnTo>
                  <a:lnTo>
                    <a:pt x="1923449" y="879592"/>
                  </a:lnTo>
                  <a:lnTo>
                    <a:pt x="1957340" y="942922"/>
                  </a:lnTo>
                  <a:lnTo>
                    <a:pt x="1988083" y="1006798"/>
                  </a:lnTo>
                  <a:lnTo>
                    <a:pt x="2015684" y="1071075"/>
                  </a:lnTo>
                  <a:lnTo>
                    <a:pt x="2020477" y="1162733"/>
                  </a:lnTo>
                  <a:lnTo>
                    <a:pt x="2019836" y="1252651"/>
                  </a:lnTo>
                  <a:lnTo>
                    <a:pt x="2013916" y="1340540"/>
                  </a:lnTo>
                  <a:lnTo>
                    <a:pt x="2002886" y="1426121"/>
                  </a:lnTo>
                  <a:lnTo>
                    <a:pt x="1986930" y="1509125"/>
                  </a:lnTo>
                  <a:lnTo>
                    <a:pt x="1966244" y="1589294"/>
                  </a:lnTo>
                  <a:lnTo>
                    <a:pt x="1941037" y="1666383"/>
                  </a:lnTo>
                  <a:lnTo>
                    <a:pt x="1911530" y="1740159"/>
                  </a:lnTo>
                  <a:lnTo>
                    <a:pt x="1877957" y="1810402"/>
                  </a:lnTo>
                  <a:lnTo>
                    <a:pt x="1840560" y="1876906"/>
                  </a:lnTo>
                  <a:lnTo>
                    <a:pt x="1799593" y="1939479"/>
                  </a:lnTo>
                  <a:lnTo>
                    <a:pt x="1755319" y="1997943"/>
                  </a:lnTo>
                  <a:lnTo>
                    <a:pt x="1708008" y="2052136"/>
                  </a:lnTo>
                  <a:lnTo>
                    <a:pt x="1657939" y="2101911"/>
                  </a:lnTo>
                  <a:lnTo>
                    <a:pt x="1605396" y="2147136"/>
                  </a:lnTo>
                  <a:lnTo>
                    <a:pt x="1550673" y="2187697"/>
                  </a:lnTo>
                  <a:lnTo>
                    <a:pt x="1494063" y="2223494"/>
                  </a:lnTo>
                  <a:lnTo>
                    <a:pt x="1435869" y="2254446"/>
                  </a:lnTo>
                  <a:lnTo>
                    <a:pt x="1376395" y="2280486"/>
                  </a:lnTo>
                  <a:lnTo>
                    <a:pt x="1323245" y="2317461"/>
                  </a:lnTo>
                  <a:lnTo>
                    <a:pt x="1267988" y="2346871"/>
                  </a:lnTo>
                  <a:lnTo>
                    <a:pt x="1211431" y="2368623"/>
                  </a:lnTo>
                  <a:lnTo>
                    <a:pt x="1154382" y="2382700"/>
                  </a:lnTo>
                  <a:lnTo>
                    <a:pt x="1097642" y="2389161"/>
                  </a:lnTo>
                  <a:lnTo>
                    <a:pt x="1042001" y="2388139"/>
                  </a:lnTo>
                  <a:lnTo>
                    <a:pt x="988231" y="2379842"/>
                  </a:lnTo>
                  <a:lnTo>
                    <a:pt x="937078" y="2364549"/>
                  </a:lnTo>
                  <a:lnTo>
                    <a:pt x="889256" y="2342606"/>
                  </a:lnTo>
                  <a:lnTo>
                    <a:pt x="845443" y="2314427"/>
                  </a:lnTo>
                  <a:lnTo>
                    <a:pt x="806273" y="2280486"/>
                  </a:lnTo>
                  <a:lnTo>
                    <a:pt x="806273" y="2280486"/>
                  </a:lnTo>
                  <a:lnTo>
                    <a:pt x="806273" y="2280486"/>
                  </a:lnTo>
                  <a:lnTo>
                    <a:pt x="806273" y="2280486"/>
                  </a:lnTo>
                  <a:lnTo>
                    <a:pt x="746312" y="2278006"/>
                  </a:lnTo>
                  <a:lnTo>
                    <a:pt x="686658" y="2270574"/>
                  </a:lnTo>
                  <a:lnTo>
                    <a:pt x="627617" y="2258217"/>
                  </a:lnTo>
                  <a:lnTo>
                    <a:pt x="569496" y="2240975"/>
                  </a:lnTo>
                  <a:lnTo>
                    <a:pt x="512596" y="2218908"/>
                  </a:lnTo>
                  <a:lnTo>
                    <a:pt x="457215" y="2192092"/>
                  </a:lnTo>
                  <a:lnTo>
                    <a:pt x="403648" y="2160619"/>
                  </a:lnTo>
                  <a:lnTo>
                    <a:pt x="352184" y="2124597"/>
                  </a:lnTo>
                  <a:lnTo>
                    <a:pt x="303107" y="2084150"/>
                  </a:lnTo>
                  <a:lnTo>
                    <a:pt x="256692" y="2039417"/>
                  </a:lnTo>
                  <a:lnTo>
                    <a:pt x="213209" y="1990554"/>
                  </a:lnTo>
                  <a:lnTo>
                    <a:pt x="172917" y="1937731"/>
                  </a:lnTo>
                  <a:lnTo>
                    <a:pt x="136068" y="1881131"/>
                  </a:lnTo>
                  <a:lnTo>
                    <a:pt x="102903" y="1820952"/>
                  </a:lnTo>
                  <a:lnTo>
                    <a:pt x="73653" y="1757405"/>
                  </a:lnTo>
                  <a:lnTo>
                    <a:pt x="48537" y="1690716"/>
                  </a:lnTo>
                  <a:lnTo>
                    <a:pt x="27761" y="1621120"/>
                  </a:lnTo>
                  <a:lnTo>
                    <a:pt x="11522" y="1548866"/>
                  </a:lnTo>
                  <a:lnTo>
                    <a:pt x="0" y="1474212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255521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150124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94810" y="2572325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879126" y="297546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2026-03-19T04:05:46Z</dcterms:modified>
  <cp:category/>
</cp:coreProperties>
</file>