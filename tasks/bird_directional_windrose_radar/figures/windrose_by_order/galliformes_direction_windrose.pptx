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09434" y="438295"/>
              <a:ext cx="815133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794385" y="2200789"/>
              <a:ext cx="2949595" cy="3081548"/>
            </a:xfrm>
            <a:custGeom>
              <a:avLst/>
              <a:pathLst>
                <a:path w="2949595" h="3081548">
                  <a:moveTo>
                    <a:pt x="2632980" y="1612547"/>
                  </a:moveTo>
                  <a:lnTo>
                    <a:pt x="2575683" y="1528713"/>
                  </a:lnTo>
                  <a:lnTo>
                    <a:pt x="2514425" y="1450676"/>
                  </a:lnTo>
                  <a:lnTo>
                    <a:pt x="2449646" y="1378614"/>
                  </a:lnTo>
                  <a:lnTo>
                    <a:pt x="2381794" y="1312678"/>
                  </a:lnTo>
                  <a:lnTo>
                    <a:pt x="2311322" y="1252986"/>
                  </a:lnTo>
                  <a:lnTo>
                    <a:pt x="2238685" y="1199628"/>
                  </a:lnTo>
                  <a:lnTo>
                    <a:pt x="2164343" y="1152662"/>
                  </a:lnTo>
                  <a:lnTo>
                    <a:pt x="2088755" y="1112117"/>
                  </a:lnTo>
                  <a:lnTo>
                    <a:pt x="2012377" y="1077993"/>
                  </a:lnTo>
                  <a:lnTo>
                    <a:pt x="1935663" y="1050260"/>
                  </a:lnTo>
                  <a:lnTo>
                    <a:pt x="1859061" y="1028856"/>
                  </a:lnTo>
                  <a:lnTo>
                    <a:pt x="1783012" y="1013693"/>
                  </a:lnTo>
                  <a:lnTo>
                    <a:pt x="1707947" y="1004655"/>
                  </a:lnTo>
                  <a:lnTo>
                    <a:pt x="1634286" y="1001597"/>
                  </a:lnTo>
                  <a:lnTo>
                    <a:pt x="1562440" y="1004348"/>
                  </a:lnTo>
                  <a:lnTo>
                    <a:pt x="1492802" y="1012711"/>
                  </a:lnTo>
                  <a:lnTo>
                    <a:pt x="1425750" y="1026465"/>
                  </a:lnTo>
                  <a:lnTo>
                    <a:pt x="1361648" y="1045363"/>
                  </a:lnTo>
                  <a:lnTo>
                    <a:pt x="1300839" y="1069139"/>
                  </a:lnTo>
                  <a:lnTo>
                    <a:pt x="1243646" y="1097502"/>
                  </a:lnTo>
                  <a:lnTo>
                    <a:pt x="1190371" y="1130143"/>
                  </a:lnTo>
                  <a:lnTo>
                    <a:pt x="1141296" y="1166735"/>
                  </a:lnTo>
                  <a:lnTo>
                    <a:pt x="1096678" y="1206933"/>
                  </a:lnTo>
                  <a:lnTo>
                    <a:pt x="1056749" y="1250376"/>
                  </a:lnTo>
                  <a:lnTo>
                    <a:pt x="1021716" y="1296690"/>
                  </a:lnTo>
                  <a:lnTo>
                    <a:pt x="991762" y="1345488"/>
                  </a:lnTo>
                  <a:lnTo>
                    <a:pt x="967040" y="1396372"/>
                  </a:lnTo>
                  <a:lnTo>
                    <a:pt x="947679" y="1448937"/>
                  </a:lnTo>
                  <a:lnTo>
                    <a:pt x="933779" y="1502767"/>
                  </a:lnTo>
                  <a:lnTo>
                    <a:pt x="925410" y="1557445"/>
                  </a:lnTo>
                  <a:lnTo>
                    <a:pt x="922615" y="1612547"/>
                  </a:lnTo>
                  <a:lnTo>
                    <a:pt x="924364" y="1541303"/>
                  </a:lnTo>
                  <a:lnTo>
                    <a:pt x="929609" y="1470188"/>
                  </a:lnTo>
                  <a:lnTo>
                    <a:pt x="938343" y="1399331"/>
                  </a:lnTo>
                  <a:lnTo>
                    <a:pt x="950556" y="1328859"/>
                  </a:lnTo>
                  <a:lnTo>
                    <a:pt x="966233" y="1258901"/>
                  </a:lnTo>
                  <a:lnTo>
                    <a:pt x="985356" y="1189584"/>
                  </a:lnTo>
                  <a:lnTo>
                    <a:pt x="1007901" y="1121035"/>
                  </a:lnTo>
                  <a:lnTo>
                    <a:pt x="1033841" y="1053380"/>
                  </a:lnTo>
                  <a:lnTo>
                    <a:pt x="1063144" y="986744"/>
                  </a:lnTo>
                  <a:lnTo>
                    <a:pt x="1095776" y="921252"/>
                  </a:lnTo>
                  <a:lnTo>
                    <a:pt x="1131696" y="857026"/>
                  </a:lnTo>
                  <a:lnTo>
                    <a:pt x="1170862" y="794188"/>
                  </a:lnTo>
                  <a:lnTo>
                    <a:pt x="1213225" y="732859"/>
                  </a:lnTo>
                  <a:lnTo>
                    <a:pt x="1258735" y="673156"/>
                  </a:lnTo>
                  <a:lnTo>
                    <a:pt x="1307335" y="615198"/>
                  </a:lnTo>
                  <a:lnTo>
                    <a:pt x="1358968" y="559100"/>
                  </a:lnTo>
                  <a:lnTo>
                    <a:pt x="1413569" y="504974"/>
                  </a:lnTo>
                  <a:lnTo>
                    <a:pt x="1471072" y="452933"/>
                  </a:lnTo>
                  <a:lnTo>
                    <a:pt x="1531407" y="403087"/>
                  </a:lnTo>
                  <a:lnTo>
                    <a:pt x="1594499" y="355541"/>
                  </a:lnTo>
                  <a:lnTo>
                    <a:pt x="1660272" y="310402"/>
                  </a:lnTo>
                  <a:lnTo>
                    <a:pt x="1728643" y="267770"/>
                  </a:lnTo>
                  <a:lnTo>
                    <a:pt x="1799530" y="227748"/>
                  </a:lnTo>
                  <a:lnTo>
                    <a:pt x="1872843" y="190431"/>
                  </a:lnTo>
                  <a:lnTo>
                    <a:pt x="1948493" y="155913"/>
                  </a:lnTo>
                  <a:lnTo>
                    <a:pt x="2026384" y="124288"/>
                  </a:lnTo>
                  <a:lnTo>
                    <a:pt x="2106420" y="95642"/>
                  </a:lnTo>
                  <a:lnTo>
                    <a:pt x="2188500" y="70062"/>
                  </a:lnTo>
                  <a:lnTo>
                    <a:pt x="2272522" y="47630"/>
                  </a:lnTo>
                  <a:lnTo>
                    <a:pt x="2358379" y="28426"/>
                  </a:lnTo>
                  <a:lnTo>
                    <a:pt x="2445963" y="12525"/>
                  </a:lnTo>
                  <a:lnTo>
                    <a:pt x="2535163" y="0"/>
                  </a:lnTo>
                  <a:lnTo>
                    <a:pt x="2599143" y="93031"/>
                  </a:lnTo>
                  <a:lnTo>
                    <a:pt x="2657911" y="188427"/>
                  </a:lnTo>
                  <a:lnTo>
                    <a:pt x="2711389" y="285902"/>
                  </a:lnTo>
                  <a:lnTo>
                    <a:pt x="2759516" y="385169"/>
                  </a:lnTo>
                  <a:lnTo>
                    <a:pt x="2802246" y="485940"/>
                  </a:lnTo>
                  <a:lnTo>
                    <a:pt x="2839549" y="587924"/>
                  </a:lnTo>
                  <a:lnTo>
                    <a:pt x="2871411" y="690836"/>
                  </a:lnTo>
                  <a:lnTo>
                    <a:pt x="2897829" y="794387"/>
                  </a:lnTo>
                  <a:lnTo>
                    <a:pt x="2918820" y="898293"/>
                  </a:lnTo>
                  <a:lnTo>
                    <a:pt x="2934413" y="1002275"/>
                  </a:lnTo>
                  <a:lnTo>
                    <a:pt x="2944652" y="1106053"/>
                  </a:lnTo>
                  <a:lnTo>
                    <a:pt x="2949595" y="1209356"/>
                  </a:lnTo>
                  <a:lnTo>
                    <a:pt x="2949314" y="1311915"/>
                  </a:lnTo>
                  <a:lnTo>
                    <a:pt x="2943894" y="1413468"/>
                  </a:lnTo>
                  <a:lnTo>
                    <a:pt x="2933432" y="1513762"/>
                  </a:lnTo>
                  <a:lnTo>
                    <a:pt x="2918041" y="1612547"/>
                  </a:lnTo>
                  <a:lnTo>
                    <a:pt x="2897843" y="1709584"/>
                  </a:lnTo>
                  <a:lnTo>
                    <a:pt x="2872971" y="1804640"/>
                  </a:lnTo>
                  <a:lnTo>
                    <a:pt x="2843573" y="1897494"/>
                  </a:lnTo>
                  <a:lnTo>
                    <a:pt x="2809804" y="1987932"/>
                  </a:lnTo>
                  <a:lnTo>
                    <a:pt x="2771829" y="2075751"/>
                  </a:lnTo>
                  <a:lnTo>
                    <a:pt x="2729824" y="2160758"/>
                  </a:lnTo>
                  <a:lnTo>
                    <a:pt x="2683973" y="2242771"/>
                  </a:lnTo>
                  <a:lnTo>
                    <a:pt x="2634467" y="2321619"/>
                  </a:lnTo>
                  <a:lnTo>
                    <a:pt x="2581507" y="2397144"/>
                  </a:lnTo>
                  <a:lnTo>
                    <a:pt x="2525298" y="2469199"/>
                  </a:lnTo>
                  <a:lnTo>
                    <a:pt x="2466052" y="2537647"/>
                  </a:lnTo>
                  <a:lnTo>
                    <a:pt x="2403987" y="2602368"/>
                  </a:lnTo>
                  <a:lnTo>
                    <a:pt x="2339324" y="2663250"/>
                  </a:lnTo>
                  <a:lnTo>
                    <a:pt x="2272290" y="2720196"/>
                  </a:lnTo>
                  <a:lnTo>
                    <a:pt x="2203113" y="2773123"/>
                  </a:lnTo>
                  <a:lnTo>
                    <a:pt x="2132026" y="2821958"/>
                  </a:lnTo>
                  <a:lnTo>
                    <a:pt x="2059261" y="2866643"/>
                  </a:lnTo>
                  <a:lnTo>
                    <a:pt x="1985054" y="2907133"/>
                  </a:lnTo>
                  <a:lnTo>
                    <a:pt x="1909639" y="2943394"/>
                  </a:lnTo>
                  <a:lnTo>
                    <a:pt x="1833250" y="2975409"/>
                  </a:lnTo>
                  <a:lnTo>
                    <a:pt x="1756122" y="3003168"/>
                  </a:lnTo>
                  <a:lnTo>
                    <a:pt x="1678484" y="3026679"/>
                  </a:lnTo>
                  <a:lnTo>
                    <a:pt x="1600568" y="3045958"/>
                  </a:lnTo>
                  <a:lnTo>
                    <a:pt x="1522600" y="3061037"/>
                  </a:lnTo>
                  <a:lnTo>
                    <a:pt x="1444801" y="3071957"/>
                  </a:lnTo>
                  <a:lnTo>
                    <a:pt x="1367390" y="3078773"/>
                  </a:lnTo>
                  <a:lnTo>
                    <a:pt x="1290581" y="3081548"/>
                  </a:lnTo>
                  <a:lnTo>
                    <a:pt x="1214581" y="3080360"/>
                  </a:lnTo>
                  <a:lnTo>
                    <a:pt x="1139593" y="3075295"/>
                  </a:lnTo>
                  <a:lnTo>
                    <a:pt x="1065812" y="3066449"/>
                  </a:lnTo>
                  <a:lnTo>
                    <a:pt x="993426" y="3053929"/>
                  </a:lnTo>
                  <a:lnTo>
                    <a:pt x="922615" y="3037851"/>
                  </a:lnTo>
                  <a:lnTo>
                    <a:pt x="853553" y="3018339"/>
                  </a:lnTo>
                  <a:lnTo>
                    <a:pt x="786404" y="2995527"/>
                  </a:lnTo>
                  <a:lnTo>
                    <a:pt x="721322" y="2969554"/>
                  </a:lnTo>
                  <a:lnTo>
                    <a:pt x="658455" y="2940568"/>
                  </a:lnTo>
                  <a:lnTo>
                    <a:pt x="597940" y="2908725"/>
                  </a:lnTo>
                  <a:lnTo>
                    <a:pt x="539902" y="2874183"/>
                  </a:lnTo>
                  <a:lnTo>
                    <a:pt x="484460" y="2837110"/>
                  </a:lnTo>
                  <a:lnTo>
                    <a:pt x="431719" y="2797675"/>
                  </a:lnTo>
                  <a:lnTo>
                    <a:pt x="381776" y="2756055"/>
                  </a:lnTo>
                  <a:lnTo>
                    <a:pt x="334717" y="2712427"/>
                  </a:lnTo>
                  <a:lnTo>
                    <a:pt x="290616" y="2666974"/>
                  </a:lnTo>
                  <a:lnTo>
                    <a:pt x="249537" y="2619879"/>
                  </a:lnTo>
                  <a:lnTo>
                    <a:pt x="211534" y="2571330"/>
                  </a:lnTo>
                  <a:lnTo>
                    <a:pt x="176648" y="2521511"/>
                  </a:lnTo>
                  <a:lnTo>
                    <a:pt x="144910" y="2470613"/>
                  </a:lnTo>
                  <a:lnTo>
                    <a:pt x="116342" y="2418821"/>
                  </a:lnTo>
                  <a:lnTo>
                    <a:pt x="90952" y="2366323"/>
                  </a:lnTo>
                  <a:lnTo>
                    <a:pt x="68740" y="2313305"/>
                  </a:lnTo>
                  <a:lnTo>
                    <a:pt x="49694" y="2259950"/>
                  </a:lnTo>
                  <a:lnTo>
                    <a:pt x="33793" y="2206439"/>
                  </a:lnTo>
                  <a:lnTo>
                    <a:pt x="21004" y="2152952"/>
                  </a:lnTo>
                  <a:lnTo>
                    <a:pt x="11286" y="2099663"/>
                  </a:lnTo>
                  <a:lnTo>
                    <a:pt x="4588" y="2046742"/>
                  </a:lnTo>
                  <a:lnTo>
                    <a:pt x="849" y="1994355"/>
                  </a:lnTo>
                  <a:lnTo>
                    <a:pt x="0" y="1942664"/>
                  </a:lnTo>
                  <a:lnTo>
                    <a:pt x="1962" y="1891824"/>
                  </a:lnTo>
                  <a:lnTo>
                    <a:pt x="6650" y="1841984"/>
                  </a:lnTo>
                  <a:lnTo>
                    <a:pt x="13969" y="1793288"/>
                  </a:lnTo>
                  <a:lnTo>
                    <a:pt x="23818" y="1745871"/>
                  </a:lnTo>
                  <a:lnTo>
                    <a:pt x="36090" y="1699862"/>
                  </a:lnTo>
                  <a:lnTo>
                    <a:pt x="50668" y="1655383"/>
                  </a:lnTo>
                  <a:lnTo>
                    <a:pt x="67433" y="1612547"/>
                  </a:lnTo>
                  <a:lnTo>
                    <a:pt x="86258" y="1571459"/>
                  </a:lnTo>
                  <a:lnTo>
                    <a:pt x="107012" y="1532217"/>
                  </a:lnTo>
                  <a:lnTo>
                    <a:pt x="129559" y="1494908"/>
                  </a:lnTo>
                  <a:lnTo>
                    <a:pt x="153761" y="1459612"/>
                  </a:lnTo>
                  <a:lnTo>
                    <a:pt x="179473" y="1426400"/>
                  </a:lnTo>
                  <a:lnTo>
                    <a:pt x="206552" y="1395331"/>
                  </a:lnTo>
                  <a:lnTo>
                    <a:pt x="234847" y="1366460"/>
                  </a:lnTo>
                  <a:lnTo>
                    <a:pt x="264211" y="1339827"/>
                  </a:lnTo>
                  <a:lnTo>
                    <a:pt x="294491" y="1315466"/>
                  </a:lnTo>
                  <a:lnTo>
                    <a:pt x="325537" y="1293402"/>
                  </a:lnTo>
                  <a:lnTo>
                    <a:pt x="357198" y="1273649"/>
                  </a:lnTo>
                  <a:lnTo>
                    <a:pt x="389322" y="1256212"/>
                  </a:lnTo>
                  <a:lnTo>
                    <a:pt x="421759" y="1241086"/>
                  </a:lnTo>
                  <a:lnTo>
                    <a:pt x="454361" y="1228261"/>
                  </a:lnTo>
                  <a:lnTo>
                    <a:pt x="486982" y="1217712"/>
                  </a:lnTo>
                  <a:lnTo>
                    <a:pt x="519478" y="1209410"/>
                  </a:lnTo>
                  <a:lnTo>
                    <a:pt x="478689" y="1227883"/>
                  </a:lnTo>
                  <a:lnTo>
                    <a:pt x="438548" y="1250179"/>
                  </a:lnTo>
                  <a:lnTo>
                    <a:pt x="399397" y="1276295"/>
                  </a:lnTo>
                  <a:lnTo>
                    <a:pt x="361579" y="1306198"/>
                  </a:lnTo>
                  <a:lnTo>
                    <a:pt x="325439" y="1339826"/>
                  </a:lnTo>
                  <a:lnTo>
                    <a:pt x="291317" y="1377085"/>
                  </a:lnTo>
                  <a:lnTo>
                    <a:pt x="259551" y="1417854"/>
                  </a:lnTo>
                  <a:lnTo>
                    <a:pt x="230470" y="1461980"/>
                  </a:lnTo>
                  <a:lnTo>
                    <a:pt x="204392" y="1509282"/>
                  </a:lnTo>
                  <a:lnTo>
                    <a:pt x="181622" y="1559550"/>
                  </a:lnTo>
                  <a:lnTo>
                    <a:pt x="162453" y="1612547"/>
                  </a:lnTo>
                  <a:lnTo>
                    <a:pt x="147158" y="1668009"/>
                  </a:lnTo>
                  <a:lnTo>
                    <a:pt x="135989" y="1725647"/>
                  </a:lnTo>
                  <a:lnTo>
                    <a:pt x="129180" y="1785148"/>
                  </a:lnTo>
                  <a:lnTo>
                    <a:pt x="126939" y="1846179"/>
                  </a:lnTo>
                  <a:lnTo>
                    <a:pt x="129446" y="1908384"/>
                  </a:lnTo>
                  <a:lnTo>
                    <a:pt x="136856" y="1971391"/>
                  </a:lnTo>
                  <a:lnTo>
                    <a:pt x="149295" y="2034812"/>
                  </a:lnTo>
                  <a:lnTo>
                    <a:pt x="166855" y="2098244"/>
                  </a:lnTo>
                  <a:lnTo>
                    <a:pt x="189600" y="2161276"/>
                  </a:lnTo>
                  <a:lnTo>
                    <a:pt x="217557" y="2223484"/>
                  </a:lnTo>
                  <a:lnTo>
                    <a:pt x="250721" y="2284442"/>
                  </a:lnTo>
                  <a:lnTo>
                    <a:pt x="289051" y="2343719"/>
                  </a:lnTo>
                  <a:lnTo>
                    <a:pt x="332473" y="2400884"/>
                  </a:lnTo>
                  <a:lnTo>
                    <a:pt x="380876" y="2455510"/>
                  </a:lnTo>
                  <a:lnTo>
                    <a:pt x="434113" y="2507173"/>
                  </a:lnTo>
                  <a:lnTo>
                    <a:pt x="492002" y="2555458"/>
                  </a:lnTo>
                  <a:lnTo>
                    <a:pt x="554329" y="2599962"/>
                  </a:lnTo>
                  <a:lnTo>
                    <a:pt x="620841" y="2640296"/>
                  </a:lnTo>
                  <a:lnTo>
                    <a:pt x="691256" y="2676087"/>
                  </a:lnTo>
                  <a:lnTo>
                    <a:pt x="765259" y="2706983"/>
                  </a:lnTo>
                  <a:lnTo>
                    <a:pt x="842504" y="2732653"/>
                  </a:lnTo>
                  <a:lnTo>
                    <a:pt x="922615" y="2752790"/>
                  </a:lnTo>
                  <a:lnTo>
                    <a:pt x="988814" y="2706934"/>
                  </a:lnTo>
                  <a:lnTo>
                    <a:pt x="1049484" y="2657405"/>
                  </a:lnTo>
                  <a:lnTo>
                    <a:pt x="1104434" y="2604702"/>
                  </a:lnTo>
                  <a:lnTo>
                    <a:pt x="1153512" y="2549332"/>
                  </a:lnTo>
                  <a:lnTo>
                    <a:pt x="1196605" y="2491812"/>
                  </a:lnTo>
                  <a:lnTo>
                    <a:pt x="1233643" y="2432659"/>
                  </a:lnTo>
                  <a:lnTo>
                    <a:pt x="1264594" y="2372392"/>
                  </a:lnTo>
                  <a:lnTo>
                    <a:pt x="1289467" y="2311525"/>
                  </a:lnTo>
                  <a:lnTo>
                    <a:pt x="1308313" y="2250569"/>
                  </a:lnTo>
                  <a:lnTo>
                    <a:pt x="1321220" y="2190025"/>
                  </a:lnTo>
                  <a:lnTo>
                    <a:pt x="1328313" y="2130382"/>
                  </a:lnTo>
                  <a:lnTo>
                    <a:pt x="1329757" y="2072116"/>
                  </a:lnTo>
                  <a:lnTo>
                    <a:pt x="1325752" y="2015684"/>
                  </a:lnTo>
                  <a:lnTo>
                    <a:pt x="1247174" y="2026815"/>
                  </a:lnTo>
                  <a:lnTo>
                    <a:pt x="1172185" y="2025385"/>
                  </a:lnTo>
                  <a:lnTo>
                    <a:pt x="1102604" y="2012465"/>
                  </a:lnTo>
                  <a:lnTo>
                    <a:pt x="1040040" y="1989375"/>
                  </a:lnTo>
                  <a:lnTo>
                    <a:pt x="985857" y="1957644"/>
                  </a:lnTo>
                  <a:lnTo>
                    <a:pt x="941151" y="1918975"/>
                  </a:lnTo>
                  <a:lnTo>
                    <a:pt x="906728" y="1875200"/>
                  </a:lnTo>
                  <a:lnTo>
                    <a:pt x="883089" y="1828233"/>
                  </a:lnTo>
                  <a:lnTo>
                    <a:pt x="870427" y="1780026"/>
                  </a:lnTo>
                  <a:lnTo>
                    <a:pt x="868619" y="1732523"/>
                  </a:lnTo>
                  <a:lnTo>
                    <a:pt x="877239" y="1687608"/>
                  </a:lnTo>
                  <a:lnTo>
                    <a:pt x="895569" y="1647069"/>
                  </a:lnTo>
                  <a:lnTo>
                    <a:pt x="922615" y="1612547"/>
                  </a:lnTo>
                  <a:lnTo>
                    <a:pt x="885520" y="1615084"/>
                  </a:lnTo>
                  <a:lnTo>
                    <a:pt x="848944" y="1622673"/>
                  </a:lnTo>
                  <a:lnTo>
                    <a:pt x="813403" y="1635242"/>
                  </a:lnTo>
                  <a:lnTo>
                    <a:pt x="779403" y="1652673"/>
                  </a:lnTo>
                  <a:lnTo>
                    <a:pt x="747440" y="1674804"/>
                  </a:lnTo>
                  <a:lnTo>
                    <a:pt x="717994" y="1701427"/>
                  </a:lnTo>
                  <a:lnTo>
                    <a:pt x="691523" y="1732289"/>
                  </a:lnTo>
                  <a:lnTo>
                    <a:pt x="668464" y="1767100"/>
                  </a:lnTo>
                  <a:lnTo>
                    <a:pt x="649227" y="1805525"/>
                  </a:lnTo>
                  <a:lnTo>
                    <a:pt x="634192" y="1847197"/>
                  </a:lnTo>
                  <a:lnTo>
                    <a:pt x="623703" y="1891711"/>
                  </a:lnTo>
                  <a:lnTo>
                    <a:pt x="618072" y="1938633"/>
                  </a:lnTo>
                  <a:lnTo>
                    <a:pt x="617570" y="1987498"/>
                  </a:lnTo>
                  <a:lnTo>
                    <a:pt x="622427" y="2037817"/>
                  </a:lnTo>
                  <a:lnTo>
                    <a:pt x="632829" y="2089080"/>
                  </a:lnTo>
                  <a:lnTo>
                    <a:pt x="648918" y="2140758"/>
                  </a:lnTo>
                  <a:lnTo>
                    <a:pt x="670789" y="2192308"/>
                  </a:lnTo>
                  <a:lnTo>
                    <a:pt x="698489" y="2243177"/>
                  </a:lnTo>
                  <a:lnTo>
                    <a:pt x="732016" y="2292805"/>
                  </a:lnTo>
                  <a:lnTo>
                    <a:pt x="771318" y="2340630"/>
                  </a:lnTo>
                  <a:lnTo>
                    <a:pt x="816294" y="2386093"/>
                  </a:lnTo>
                  <a:lnTo>
                    <a:pt x="866793" y="2428641"/>
                  </a:lnTo>
                  <a:lnTo>
                    <a:pt x="922615" y="2467729"/>
                  </a:lnTo>
                  <a:lnTo>
                    <a:pt x="983512" y="2502831"/>
                  </a:lnTo>
                  <a:lnTo>
                    <a:pt x="1049188" y="2533435"/>
                  </a:lnTo>
                  <a:lnTo>
                    <a:pt x="1119302" y="2559055"/>
                  </a:lnTo>
                  <a:lnTo>
                    <a:pt x="1193467" y="2579229"/>
                  </a:lnTo>
                  <a:lnTo>
                    <a:pt x="1271256" y="2593527"/>
                  </a:lnTo>
                  <a:lnTo>
                    <a:pt x="1352201" y="2601552"/>
                  </a:lnTo>
                  <a:lnTo>
                    <a:pt x="1435797" y="2602943"/>
                  </a:lnTo>
                  <a:lnTo>
                    <a:pt x="1521507" y="2597383"/>
                  </a:lnTo>
                  <a:lnTo>
                    <a:pt x="1608761" y="2584593"/>
                  </a:lnTo>
                  <a:lnTo>
                    <a:pt x="1696961" y="2564345"/>
                  </a:lnTo>
                  <a:lnTo>
                    <a:pt x="1785487" y="2536457"/>
                  </a:lnTo>
                  <a:lnTo>
                    <a:pt x="1873699" y="2500798"/>
                  </a:lnTo>
                  <a:lnTo>
                    <a:pt x="1960941" y="2457288"/>
                  </a:lnTo>
                  <a:lnTo>
                    <a:pt x="2046544" y="2405902"/>
                  </a:lnTo>
                  <a:lnTo>
                    <a:pt x="2129833" y="2346672"/>
                  </a:lnTo>
                  <a:lnTo>
                    <a:pt x="2210131" y="2279684"/>
                  </a:lnTo>
                  <a:lnTo>
                    <a:pt x="2286760" y="2205079"/>
                  </a:lnTo>
                  <a:lnTo>
                    <a:pt x="2359050" y="2123056"/>
                  </a:lnTo>
                  <a:lnTo>
                    <a:pt x="2426343" y="2033872"/>
                  </a:lnTo>
                  <a:lnTo>
                    <a:pt x="2487994" y="1937836"/>
                  </a:lnTo>
                  <a:lnTo>
                    <a:pt x="2543379" y="1835316"/>
                  </a:lnTo>
                  <a:lnTo>
                    <a:pt x="2591898" y="1726729"/>
                  </a:lnTo>
                  <a:close/>
                </a:path>
              </a:pathLst>
            </a:custGeom>
            <a:solidFill>
              <a:srgbClr val="B7C36B">
                <a:alpha val="25882"/>
              </a:srgbClr>
            </a:solidFill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13864" y="2200789"/>
              <a:ext cx="2248148" cy="2752790"/>
            </a:xfrm>
            <a:custGeom>
              <a:avLst/>
              <a:pathLst>
                <a:path w="2248148" h="2752790">
                  <a:moveTo>
                    <a:pt x="403136" y="1612547"/>
                  </a:moveTo>
                  <a:lnTo>
                    <a:pt x="404885" y="1541303"/>
                  </a:lnTo>
                  <a:lnTo>
                    <a:pt x="410130" y="1470188"/>
                  </a:lnTo>
                  <a:lnTo>
                    <a:pt x="418864" y="1399331"/>
                  </a:lnTo>
                  <a:lnTo>
                    <a:pt x="431077" y="1328859"/>
                  </a:lnTo>
                  <a:lnTo>
                    <a:pt x="446754" y="1258901"/>
                  </a:lnTo>
                  <a:lnTo>
                    <a:pt x="465877" y="1189584"/>
                  </a:lnTo>
                  <a:lnTo>
                    <a:pt x="488422" y="1121035"/>
                  </a:lnTo>
                  <a:lnTo>
                    <a:pt x="514362" y="1053380"/>
                  </a:lnTo>
                  <a:lnTo>
                    <a:pt x="543665" y="986744"/>
                  </a:lnTo>
                  <a:lnTo>
                    <a:pt x="576297" y="921252"/>
                  </a:lnTo>
                  <a:lnTo>
                    <a:pt x="612217" y="857026"/>
                  </a:lnTo>
                  <a:lnTo>
                    <a:pt x="651383" y="794188"/>
                  </a:lnTo>
                  <a:lnTo>
                    <a:pt x="693746" y="732859"/>
                  </a:lnTo>
                  <a:lnTo>
                    <a:pt x="739256" y="673156"/>
                  </a:lnTo>
                  <a:lnTo>
                    <a:pt x="787856" y="615198"/>
                  </a:lnTo>
                  <a:lnTo>
                    <a:pt x="839489" y="559100"/>
                  </a:lnTo>
                  <a:lnTo>
                    <a:pt x="894090" y="504974"/>
                  </a:lnTo>
                  <a:lnTo>
                    <a:pt x="951593" y="452933"/>
                  </a:lnTo>
                  <a:lnTo>
                    <a:pt x="1011928" y="403087"/>
                  </a:lnTo>
                  <a:lnTo>
                    <a:pt x="1075020" y="355541"/>
                  </a:lnTo>
                  <a:lnTo>
                    <a:pt x="1140793" y="310402"/>
                  </a:lnTo>
                  <a:lnTo>
                    <a:pt x="1209164" y="267770"/>
                  </a:lnTo>
                  <a:lnTo>
                    <a:pt x="1280051" y="227748"/>
                  </a:lnTo>
                  <a:lnTo>
                    <a:pt x="1353364" y="190431"/>
                  </a:lnTo>
                  <a:lnTo>
                    <a:pt x="1429014" y="155913"/>
                  </a:lnTo>
                  <a:lnTo>
                    <a:pt x="1506905" y="124288"/>
                  </a:lnTo>
                  <a:lnTo>
                    <a:pt x="1586941" y="95642"/>
                  </a:lnTo>
                  <a:lnTo>
                    <a:pt x="1669021" y="70062"/>
                  </a:lnTo>
                  <a:lnTo>
                    <a:pt x="1753043" y="47630"/>
                  </a:lnTo>
                  <a:lnTo>
                    <a:pt x="1838900" y="28426"/>
                  </a:lnTo>
                  <a:lnTo>
                    <a:pt x="1926484" y="12525"/>
                  </a:lnTo>
                  <a:lnTo>
                    <a:pt x="2015684" y="0"/>
                  </a:lnTo>
                  <a:lnTo>
                    <a:pt x="2054950" y="79888"/>
                  </a:lnTo>
                  <a:lnTo>
                    <a:pt x="2090525" y="160432"/>
                  </a:lnTo>
                  <a:lnTo>
                    <a:pt x="2122416" y="241468"/>
                  </a:lnTo>
                  <a:lnTo>
                    <a:pt x="2150636" y="322834"/>
                  </a:lnTo>
                  <a:lnTo>
                    <a:pt x="2175206" y="404370"/>
                  </a:lnTo>
                  <a:lnTo>
                    <a:pt x="2196155" y="485919"/>
                  </a:lnTo>
                  <a:lnTo>
                    <a:pt x="2213516" y="567324"/>
                  </a:lnTo>
                  <a:lnTo>
                    <a:pt x="2227329" y="648433"/>
                  </a:lnTo>
                  <a:lnTo>
                    <a:pt x="2237643" y="729095"/>
                  </a:lnTo>
                  <a:lnTo>
                    <a:pt x="2244510" y="809164"/>
                  </a:lnTo>
                  <a:lnTo>
                    <a:pt x="2247990" y="888495"/>
                  </a:lnTo>
                  <a:lnTo>
                    <a:pt x="2248148" y="966950"/>
                  </a:lnTo>
                  <a:lnTo>
                    <a:pt x="2245055" y="1044390"/>
                  </a:lnTo>
                  <a:lnTo>
                    <a:pt x="2238787" y="1120686"/>
                  </a:lnTo>
                  <a:lnTo>
                    <a:pt x="2229427" y="1195708"/>
                  </a:lnTo>
                  <a:lnTo>
                    <a:pt x="2217060" y="1269334"/>
                  </a:lnTo>
                  <a:lnTo>
                    <a:pt x="2201780" y="1341445"/>
                  </a:lnTo>
                  <a:lnTo>
                    <a:pt x="2183681" y="1411928"/>
                  </a:lnTo>
                  <a:lnTo>
                    <a:pt x="2162864" y="1480674"/>
                  </a:lnTo>
                  <a:lnTo>
                    <a:pt x="2139435" y="1547579"/>
                  </a:lnTo>
                  <a:lnTo>
                    <a:pt x="2113501" y="1612547"/>
                  </a:lnTo>
                  <a:lnTo>
                    <a:pt x="2052079" y="1680748"/>
                  </a:lnTo>
                  <a:lnTo>
                    <a:pt x="1988044" y="1743876"/>
                  </a:lnTo>
                  <a:lnTo>
                    <a:pt x="1921711" y="1801837"/>
                  </a:lnTo>
                  <a:lnTo>
                    <a:pt x="1853397" y="1854553"/>
                  </a:lnTo>
                  <a:lnTo>
                    <a:pt x="1783422" y="1901962"/>
                  </a:lnTo>
                  <a:lnTo>
                    <a:pt x="1712106" y="1944023"/>
                  </a:lnTo>
                  <a:lnTo>
                    <a:pt x="1639772" y="1980709"/>
                  </a:lnTo>
                  <a:lnTo>
                    <a:pt x="1566740" y="2012013"/>
                  </a:lnTo>
                  <a:lnTo>
                    <a:pt x="1493331" y="2037942"/>
                  </a:lnTo>
                  <a:lnTo>
                    <a:pt x="1419862" y="2058524"/>
                  </a:lnTo>
                  <a:lnTo>
                    <a:pt x="1346648" y="2073802"/>
                  </a:lnTo>
                  <a:lnTo>
                    <a:pt x="1274001" y="2083835"/>
                  </a:lnTo>
                  <a:lnTo>
                    <a:pt x="1202227" y="2088702"/>
                  </a:lnTo>
                  <a:lnTo>
                    <a:pt x="1131627" y="2088493"/>
                  </a:lnTo>
                  <a:lnTo>
                    <a:pt x="1062495" y="2083320"/>
                  </a:lnTo>
                  <a:lnTo>
                    <a:pt x="995118" y="2073305"/>
                  </a:lnTo>
                  <a:lnTo>
                    <a:pt x="929777" y="2058589"/>
                  </a:lnTo>
                  <a:lnTo>
                    <a:pt x="866741" y="2039325"/>
                  </a:lnTo>
                  <a:lnTo>
                    <a:pt x="806273" y="2015684"/>
                  </a:lnTo>
                  <a:lnTo>
                    <a:pt x="810279" y="2072116"/>
                  </a:lnTo>
                  <a:lnTo>
                    <a:pt x="808834" y="2130382"/>
                  </a:lnTo>
                  <a:lnTo>
                    <a:pt x="801741" y="2190025"/>
                  </a:lnTo>
                  <a:lnTo>
                    <a:pt x="788834" y="2250569"/>
                  </a:lnTo>
                  <a:lnTo>
                    <a:pt x="769988" y="2311525"/>
                  </a:lnTo>
                  <a:lnTo>
                    <a:pt x="745115" y="2372392"/>
                  </a:lnTo>
                  <a:lnTo>
                    <a:pt x="714164" y="2432659"/>
                  </a:lnTo>
                  <a:lnTo>
                    <a:pt x="677126" y="2491812"/>
                  </a:lnTo>
                  <a:lnTo>
                    <a:pt x="634033" y="2549332"/>
                  </a:lnTo>
                  <a:lnTo>
                    <a:pt x="584955" y="2604702"/>
                  </a:lnTo>
                  <a:lnTo>
                    <a:pt x="530005" y="2657405"/>
                  </a:lnTo>
                  <a:lnTo>
                    <a:pt x="469335" y="2706934"/>
                  </a:lnTo>
                  <a:lnTo>
                    <a:pt x="403136" y="2752790"/>
                  </a:lnTo>
                  <a:lnTo>
                    <a:pt x="358496" y="2691855"/>
                  </a:lnTo>
                  <a:lnTo>
                    <a:pt x="318887" y="2629280"/>
                  </a:lnTo>
                  <a:lnTo>
                    <a:pt x="284366" y="2565378"/>
                  </a:lnTo>
                  <a:lnTo>
                    <a:pt x="254970" y="2500462"/>
                  </a:lnTo>
                  <a:lnTo>
                    <a:pt x="230719" y="2434845"/>
                  </a:lnTo>
                  <a:lnTo>
                    <a:pt x="211617" y="2368841"/>
                  </a:lnTo>
                  <a:lnTo>
                    <a:pt x="197650" y="2302762"/>
                  </a:lnTo>
                  <a:lnTo>
                    <a:pt x="188789" y="2236920"/>
                  </a:lnTo>
                  <a:lnTo>
                    <a:pt x="184985" y="2171621"/>
                  </a:lnTo>
                  <a:lnTo>
                    <a:pt x="186175" y="2107170"/>
                  </a:lnTo>
                  <a:lnTo>
                    <a:pt x="192277" y="2043867"/>
                  </a:lnTo>
                  <a:lnTo>
                    <a:pt x="203196" y="1982005"/>
                  </a:lnTo>
                  <a:lnTo>
                    <a:pt x="218818" y="1921872"/>
                  </a:lnTo>
                  <a:lnTo>
                    <a:pt x="239017" y="1863751"/>
                  </a:lnTo>
                  <a:lnTo>
                    <a:pt x="263648" y="1807912"/>
                  </a:lnTo>
                  <a:lnTo>
                    <a:pt x="292554" y="1754623"/>
                  </a:lnTo>
                  <a:lnTo>
                    <a:pt x="325564" y="1704137"/>
                  </a:lnTo>
                  <a:lnTo>
                    <a:pt x="362491" y="1656700"/>
                  </a:lnTo>
                  <a:lnTo>
                    <a:pt x="403136" y="1612547"/>
                  </a:lnTo>
                  <a:lnTo>
                    <a:pt x="403136" y="1612547"/>
                  </a:lnTo>
                  <a:lnTo>
                    <a:pt x="351439" y="1608850"/>
                  </a:lnTo>
                  <a:lnTo>
                    <a:pt x="300533" y="1597795"/>
                  </a:lnTo>
                  <a:lnTo>
                    <a:pt x="251202" y="1579496"/>
                  </a:lnTo>
                  <a:lnTo>
                    <a:pt x="204217" y="1554139"/>
                  </a:lnTo>
                  <a:lnTo>
                    <a:pt x="160329" y="1521985"/>
                  </a:lnTo>
                  <a:lnTo>
                    <a:pt x="120263" y="1483363"/>
                  </a:lnTo>
                  <a:lnTo>
                    <a:pt x="84710" y="1438673"/>
                  </a:lnTo>
                  <a:lnTo>
                    <a:pt x="54324" y="1388379"/>
                  </a:lnTo>
                  <a:lnTo>
                    <a:pt x="29713" y="1333006"/>
                  </a:lnTo>
                  <a:lnTo>
                    <a:pt x="11437" y="1273138"/>
                  </a:lnTo>
                  <a:lnTo>
                    <a:pt x="0" y="1209410"/>
                  </a:lnTo>
                </a:path>
              </a:pathLst>
            </a:custGeom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395764" y="3781736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97947" y="2169188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82263" y="3378599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4921979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88536" y="418487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2026-03-19T05:58:30Z</dcterms:modified>
  <cp:category/>
</cp:coreProperties>
</file>