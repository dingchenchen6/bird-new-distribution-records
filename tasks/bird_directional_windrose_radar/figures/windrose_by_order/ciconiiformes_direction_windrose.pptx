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551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24771"/>
              <a:ext cx="9004821" cy="58636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8638904" cy="85518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223059" y="438873"/>
              <a:ext cx="987882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1866392" y="962729"/>
              <a:ext cx="5701216" cy="5701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17001" y="1247789"/>
              <a:ext cx="0" cy="2565547"/>
            </a:xfrm>
            <a:custGeom>
              <a:avLst/>
              <a:pathLst>
                <a:path w="0" h="2565547">
                  <a:moveTo>
                    <a:pt x="0" y="256554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01" y="1999221"/>
              <a:ext cx="1814115" cy="1814115"/>
            </a:xfrm>
            <a:custGeom>
              <a:avLst/>
              <a:pathLst>
                <a:path w="1814115" h="1814115">
                  <a:moveTo>
                    <a:pt x="0" y="1814115"/>
                  </a:moveTo>
                  <a:lnTo>
                    <a:pt x="1814115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01" y="3813337"/>
              <a:ext cx="2565547" cy="0"/>
            </a:xfrm>
            <a:custGeom>
              <a:avLst/>
              <a:pathLst>
                <a:path w="2565547" h="0">
                  <a:moveTo>
                    <a:pt x="0" y="0"/>
                  </a:moveTo>
                  <a:lnTo>
                    <a:pt x="256554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01" y="3813337"/>
              <a:ext cx="1814115" cy="1814115"/>
            </a:xfrm>
            <a:custGeom>
              <a:avLst/>
              <a:pathLst>
                <a:path w="1814115" h="1814115">
                  <a:moveTo>
                    <a:pt x="0" y="0"/>
                  </a:moveTo>
                  <a:lnTo>
                    <a:pt x="1814115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01" y="3813337"/>
              <a:ext cx="0" cy="2565547"/>
            </a:xfrm>
            <a:custGeom>
              <a:avLst/>
              <a:pathLst>
                <a:path w="0" h="2565547">
                  <a:moveTo>
                    <a:pt x="0" y="0"/>
                  </a:moveTo>
                  <a:lnTo>
                    <a:pt x="0" y="256554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02885" y="3813337"/>
              <a:ext cx="1814115" cy="1814115"/>
            </a:xfrm>
            <a:custGeom>
              <a:avLst/>
              <a:pathLst>
                <a:path w="1814115" h="1814115">
                  <a:moveTo>
                    <a:pt x="1814115" y="0"/>
                  </a:moveTo>
                  <a:lnTo>
                    <a:pt x="0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1453" y="3813337"/>
              <a:ext cx="2565547" cy="0"/>
            </a:xfrm>
            <a:custGeom>
              <a:avLst/>
              <a:pathLst>
                <a:path w="2565547" h="0">
                  <a:moveTo>
                    <a:pt x="2565547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02885" y="1999221"/>
              <a:ext cx="1814115" cy="1814115"/>
            </a:xfrm>
            <a:custGeom>
              <a:avLst/>
              <a:pathLst>
                <a:path w="1814115" h="1814115">
                  <a:moveTo>
                    <a:pt x="1814115" y="1814115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76901" y="2673094"/>
              <a:ext cx="2280199" cy="2279912"/>
            </a:xfrm>
            <a:custGeom>
              <a:avLst/>
              <a:pathLst>
                <a:path w="2280199" h="2279912">
                  <a:moveTo>
                    <a:pt x="1140099" y="0"/>
                  </a:moveTo>
                  <a:lnTo>
                    <a:pt x="1212418" y="2295"/>
                  </a:lnTo>
                  <a:lnTo>
                    <a:pt x="1284445" y="9173"/>
                  </a:lnTo>
                  <a:lnTo>
                    <a:pt x="1355892" y="20605"/>
                  </a:lnTo>
                  <a:lnTo>
                    <a:pt x="1426469" y="36546"/>
                  </a:lnTo>
                  <a:lnTo>
                    <a:pt x="1495893" y="56931"/>
                  </a:lnTo>
                  <a:lnTo>
                    <a:pt x="1563885" y="81677"/>
                  </a:lnTo>
                  <a:lnTo>
                    <a:pt x="1630170" y="110687"/>
                  </a:lnTo>
                  <a:lnTo>
                    <a:pt x="1694482" y="143842"/>
                  </a:lnTo>
                  <a:lnTo>
                    <a:pt x="1756561" y="181009"/>
                  </a:lnTo>
                  <a:lnTo>
                    <a:pt x="1816159" y="222039"/>
                  </a:lnTo>
                  <a:lnTo>
                    <a:pt x="1873034" y="266766"/>
                  </a:lnTo>
                  <a:lnTo>
                    <a:pt x="1926957" y="315010"/>
                  </a:lnTo>
                  <a:lnTo>
                    <a:pt x="1977713" y="366577"/>
                  </a:lnTo>
                  <a:lnTo>
                    <a:pt x="2025095" y="421259"/>
                  </a:lnTo>
                  <a:lnTo>
                    <a:pt x="2068914" y="478837"/>
                  </a:lnTo>
                  <a:lnTo>
                    <a:pt x="2108993" y="539077"/>
                  </a:lnTo>
                  <a:lnTo>
                    <a:pt x="2145171" y="601739"/>
                  </a:lnTo>
                  <a:lnTo>
                    <a:pt x="2177301" y="666569"/>
                  </a:lnTo>
                  <a:lnTo>
                    <a:pt x="2205255" y="733306"/>
                  </a:lnTo>
                  <a:lnTo>
                    <a:pt x="2228920" y="801681"/>
                  </a:lnTo>
                  <a:lnTo>
                    <a:pt x="2248201" y="871420"/>
                  </a:lnTo>
                  <a:lnTo>
                    <a:pt x="2263020" y="942242"/>
                  </a:lnTo>
                  <a:lnTo>
                    <a:pt x="2273317" y="1013860"/>
                  </a:lnTo>
                  <a:lnTo>
                    <a:pt x="2279051" y="1085988"/>
                  </a:lnTo>
                  <a:lnTo>
                    <a:pt x="2280199" y="1158334"/>
                  </a:lnTo>
                  <a:lnTo>
                    <a:pt x="2276756" y="1230607"/>
                  </a:lnTo>
                  <a:lnTo>
                    <a:pt x="2268736" y="1302516"/>
                  </a:lnTo>
                  <a:lnTo>
                    <a:pt x="2256172" y="1373772"/>
                  </a:lnTo>
                  <a:lnTo>
                    <a:pt x="2239114" y="1444088"/>
                  </a:lnTo>
                  <a:lnTo>
                    <a:pt x="2217630" y="1513180"/>
                  </a:lnTo>
                  <a:lnTo>
                    <a:pt x="2191808" y="1580770"/>
                  </a:lnTo>
                  <a:lnTo>
                    <a:pt x="2161750" y="1646587"/>
                  </a:lnTo>
                  <a:lnTo>
                    <a:pt x="2127579" y="1710364"/>
                  </a:lnTo>
                  <a:lnTo>
                    <a:pt x="2089431" y="1771846"/>
                  </a:lnTo>
                  <a:lnTo>
                    <a:pt x="2047461" y="1830785"/>
                  </a:lnTo>
                  <a:lnTo>
                    <a:pt x="2001838" y="1886943"/>
                  </a:lnTo>
                  <a:lnTo>
                    <a:pt x="1952744" y="1940095"/>
                  </a:lnTo>
                  <a:lnTo>
                    <a:pt x="1900378" y="1990026"/>
                  </a:lnTo>
                  <a:lnTo>
                    <a:pt x="1844951" y="2036535"/>
                  </a:lnTo>
                  <a:lnTo>
                    <a:pt x="1786685" y="2079434"/>
                  </a:lnTo>
                  <a:lnTo>
                    <a:pt x="1725816" y="2118553"/>
                  </a:lnTo>
                  <a:lnTo>
                    <a:pt x="1662589" y="2153731"/>
                  </a:lnTo>
                  <a:lnTo>
                    <a:pt x="1597258" y="2184829"/>
                  </a:lnTo>
                  <a:lnTo>
                    <a:pt x="1530085" y="2211721"/>
                  </a:lnTo>
                  <a:lnTo>
                    <a:pt x="1461343" y="2234298"/>
                  </a:lnTo>
                  <a:lnTo>
                    <a:pt x="1391307" y="2252470"/>
                  </a:lnTo>
                  <a:lnTo>
                    <a:pt x="1320259" y="2266163"/>
                  </a:lnTo>
                  <a:lnTo>
                    <a:pt x="1248486" y="2275323"/>
                  </a:lnTo>
                  <a:lnTo>
                    <a:pt x="1176277" y="2279912"/>
                  </a:lnTo>
                  <a:lnTo>
                    <a:pt x="1103922" y="2279912"/>
                  </a:lnTo>
                  <a:lnTo>
                    <a:pt x="1031712" y="2275323"/>
                  </a:lnTo>
                  <a:lnTo>
                    <a:pt x="959939" y="2266163"/>
                  </a:lnTo>
                  <a:lnTo>
                    <a:pt x="888892" y="2252470"/>
                  </a:lnTo>
                  <a:lnTo>
                    <a:pt x="818856" y="2234298"/>
                  </a:lnTo>
                  <a:lnTo>
                    <a:pt x="750113" y="2211721"/>
                  </a:lnTo>
                  <a:lnTo>
                    <a:pt x="682941" y="2184829"/>
                  </a:lnTo>
                  <a:lnTo>
                    <a:pt x="617610" y="2153731"/>
                  </a:lnTo>
                  <a:lnTo>
                    <a:pt x="554382" y="2118553"/>
                  </a:lnTo>
                  <a:lnTo>
                    <a:pt x="493513" y="2079434"/>
                  </a:lnTo>
                  <a:lnTo>
                    <a:pt x="435248" y="2036535"/>
                  </a:lnTo>
                  <a:lnTo>
                    <a:pt x="379820" y="1990026"/>
                  </a:lnTo>
                  <a:lnTo>
                    <a:pt x="327455" y="1940095"/>
                  </a:lnTo>
                  <a:lnTo>
                    <a:pt x="278361" y="1886943"/>
                  </a:lnTo>
                  <a:lnTo>
                    <a:pt x="232737" y="1830785"/>
                  </a:lnTo>
                  <a:lnTo>
                    <a:pt x="190767" y="1771846"/>
                  </a:lnTo>
                  <a:lnTo>
                    <a:pt x="152620" y="1710364"/>
                  </a:lnTo>
                  <a:lnTo>
                    <a:pt x="118448" y="1646587"/>
                  </a:lnTo>
                  <a:lnTo>
                    <a:pt x="88391" y="1580770"/>
                  </a:lnTo>
                  <a:lnTo>
                    <a:pt x="62568" y="1513180"/>
                  </a:lnTo>
                  <a:lnTo>
                    <a:pt x="41085" y="1444088"/>
                  </a:lnTo>
                  <a:lnTo>
                    <a:pt x="24026" y="1373772"/>
                  </a:lnTo>
                  <a:lnTo>
                    <a:pt x="11462" y="1302516"/>
                  </a:lnTo>
                  <a:lnTo>
                    <a:pt x="3442" y="1230607"/>
                  </a:lnTo>
                  <a:lnTo>
                    <a:pt x="0" y="1158334"/>
                  </a:lnTo>
                  <a:lnTo>
                    <a:pt x="1147" y="1085988"/>
                  </a:lnTo>
                  <a:lnTo>
                    <a:pt x="6882" y="1013860"/>
                  </a:lnTo>
                  <a:lnTo>
                    <a:pt x="17179" y="942242"/>
                  </a:lnTo>
                  <a:lnTo>
                    <a:pt x="31998" y="871420"/>
                  </a:lnTo>
                  <a:lnTo>
                    <a:pt x="51278" y="801681"/>
                  </a:lnTo>
                  <a:lnTo>
                    <a:pt x="74943" y="733306"/>
                  </a:lnTo>
                  <a:lnTo>
                    <a:pt x="102897" y="666569"/>
                  </a:lnTo>
                  <a:lnTo>
                    <a:pt x="135028" y="601739"/>
                  </a:lnTo>
                  <a:lnTo>
                    <a:pt x="171206" y="539077"/>
                  </a:lnTo>
                  <a:lnTo>
                    <a:pt x="211284" y="478837"/>
                  </a:lnTo>
                  <a:lnTo>
                    <a:pt x="255103" y="421259"/>
                  </a:lnTo>
                  <a:lnTo>
                    <a:pt x="302486" y="366577"/>
                  </a:lnTo>
                  <a:lnTo>
                    <a:pt x="353241" y="315010"/>
                  </a:lnTo>
                  <a:lnTo>
                    <a:pt x="407165" y="266766"/>
                  </a:lnTo>
                  <a:lnTo>
                    <a:pt x="464040" y="222039"/>
                  </a:lnTo>
                  <a:lnTo>
                    <a:pt x="523637" y="181009"/>
                  </a:lnTo>
                  <a:lnTo>
                    <a:pt x="585717" y="143842"/>
                  </a:lnTo>
                  <a:lnTo>
                    <a:pt x="650028" y="110687"/>
                  </a:lnTo>
                  <a:lnTo>
                    <a:pt x="716314" y="81677"/>
                  </a:lnTo>
                  <a:lnTo>
                    <a:pt x="784305" y="56931"/>
                  </a:lnTo>
                  <a:lnTo>
                    <a:pt x="853729" y="36546"/>
                  </a:lnTo>
                  <a:lnTo>
                    <a:pt x="924307" y="20605"/>
                  </a:lnTo>
                  <a:lnTo>
                    <a:pt x="995753" y="9173"/>
                  </a:lnTo>
                  <a:lnTo>
                    <a:pt x="1067781" y="2295"/>
                  </a:lnTo>
                  <a:lnTo>
                    <a:pt x="11400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801" y="1532850"/>
              <a:ext cx="4560399" cy="4559824"/>
            </a:xfrm>
            <a:custGeom>
              <a:avLst/>
              <a:pathLst>
                <a:path w="4560399" h="4559824">
                  <a:moveTo>
                    <a:pt x="2280199" y="0"/>
                  </a:moveTo>
                  <a:lnTo>
                    <a:pt x="2424836" y="4591"/>
                  </a:lnTo>
                  <a:lnTo>
                    <a:pt x="2568891" y="18346"/>
                  </a:lnTo>
                  <a:lnTo>
                    <a:pt x="2711784" y="41211"/>
                  </a:lnTo>
                  <a:lnTo>
                    <a:pt x="2852939" y="73092"/>
                  </a:lnTo>
                  <a:lnTo>
                    <a:pt x="2991787" y="113862"/>
                  </a:lnTo>
                  <a:lnTo>
                    <a:pt x="3127770" y="163355"/>
                  </a:lnTo>
                  <a:lnTo>
                    <a:pt x="3260341" y="221374"/>
                  </a:lnTo>
                  <a:lnTo>
                    <a:pt x="3388964" y="287684"/>
                  </a:lnTo>
                  <a:lnTo>
                    <a:pt x="3513123" y="362019"/>
                  </a:lnTo>
                  <a:lnTo>
                    <a:pt x="3632318" y="444078"/>
                  </a:lnTo>
                  <a:lnTo>
                    <a:pt x="3746068" y="533532"/>
                  </a:lnTo>
                  <a:lnTo>
                    <a:pt x="3853915" y="630020"/>
                  </a:lnTo>
                  <a:lnTo>
                    <a:pt x="3955426" y="733154"/>
                  </a:lnTo>
                  <a:lnTo>
                    <a:pt x="4050191" y="842519"/>
                  </a:lnTo>
                  <a:lnTo>
                    <a:pt x="4137829" y="957674"/>
                  </a:lnTo>
                  <a:lnTo>
                    <a:pt x="4217986" y="1078155"/>
                  </a:lnTo>
                  <a:lnTo>
                    <a:pt x="4290342" y="1203478"/>
                  </a:lnTo>
                  <a:lnTo>
                    <a:pt x="4354603" y="1333138"/>
                  </a:lnTo>
                  <a:lnTo>
                    <a:pt x="4410511" y="1466612"/>
                  </a:lnTo>
                  <a:lnTo>
                    <a:pt x="4457841" y="1603363"/>
                  </a:lnTo>
                  <a:lnTo>
                    <a:pt x="4496402" y="1742841"/>
                  </a:lnTo>
                  <a:lnTo>
                    <a:pt x="4526040" y="1884484"/>
                  </a:lnTo>
                  <a:lnTo>
                    <a:pt x="4546634" y="2027721"/>
                  </a:lnTo>
                  <a:lnTo>
                    <a:pt x="4558103" y="2171976"/>
                  </a:lnTo>
                  <a:lnTo>
                    <a:pt x="4560399" y="2316668"/>
                  </a:lnTo>
                  <a:lnTo>
                    <a:pt x="4553513" y="2461215"/>
                  </a:lnTo>
                  <a:lnTo>
                    <a:pt x="4537473" y="2605033"/>
                  </a:lnTo>
                  <a:lnTo>
                    <a:pt x="4512345" y="2747545"/>
                  </a:lnTo>
                  <a:lnTo>
                    <a:pt x="4478228" y="2888176"/>
                  </a:lnTo>
                  <a:lnTo>
                    <a:pt x="4435261" y="3026360"/>
                  </a:lnTo>
                  <a:lnTo>
                    <a:pt x="4383616" y="3161541"/>
                  </a:lnTo>
                  <a:lnTo>
                    <a:pt x="4323501" y="3293174"/>
                  </a:lnTo>
                  <a:lnTo>
                    <a:pt x="4255158" y="3420729"/>
                  </a:lnTo>
                  <a:lnTo>
                    <a:pt x="4178863" y="3543693"/>
                  </a:lnTo>
                  <a:lnTo>
                    <a:pt x="4094923" y="3661571"/>
                  </a:lnTo>
                  <a:lnTo>
                    <a:pt x="4003676" y="3773887"/>
                  </a:lnTo>
                  <a:lnTo>
                    <a:pt x="3905488" y="3880190"/>
                  </a:lnTo>
                  <a:lnTo>
                    <a:pt x="3800757" y="3980052"/>
                  </a:lnTo>
                  <a:lnTo>
                    <a:pt x="3689902" y="4073070"/>
                  </a:lnTo>
                  <a:lnTo>
                    <a:pt x="3573371" y="4158869"/>
                  </a:lnTo>
                  <a:lnTo>
                    <a:pt x="3451633" y="4237106"/>
                  </a:lnTo>
                  <a:lnTo>
                    <a:pt x="3325178" y="4307463"/>
                  </a:lnTo>
                  <a:lnTo>
                    <a:pt x="3194516" y="4369659"/>
                  </a:lnTo>
                  <a:lnTo>
                    <a:pt x="3060171" y="4423442"/>
                  </a:lnTo>
                  <a:lnTo>
                    <a:pt x="2922686" y="4468597"/>
                  </a:lnTo>
                  <a:lnTo>
                    <a:pt x="2782614" y="4504941"/>
                  </a:lnTo>
                  <a:lnTo>
                    <a:pt x="2640519" y="4532327"/>
                  </a:lnTo>
                  <a:lnTo>
                    <a:pt x="2496973" y="4550646"/>
                  </a:lnTo>
                  <a:lnTo>
                    <a:pt x="2352554" y="4559824"/>
                  </a:lnTo>
                  <a:lnTo>
                    <a:pt x="2207844" y="4559824"/>
                  </a:lnTo>
                  <a:lnTo>
                    <a:pt x="2063425" y="4550646"/>
                  </a:lnTo>
                  <a:lnTo>
                    <a:pt x="1919879" y="4532327"/>
                  </a:lnTo>
                  <a:lnTo>
                    <a:pt x="1777784" y="4504941"/>
                  </a:lnTo>
                  <a:lnTo>
                    <a:pt x="1637712" y="4468597"/>
                  </a:lnTo>
                  <a:lnTo>
                    <a:pt x="1500227" y="4423442"/>
                  </a:lnTo>
                  <a:lnTo>
                    <a:pt x="1365882" y="4369659"/>
                  </a:lnTo>
                  <a:lnTo>
                    <a:pt x="1235220" y="4307463"/>
                  </a:lnTo>
                  <a:lnTo>
                    <a:pt x="1108765" y="4237106"/>
                  </a:lnTo>
                  <a:lnTo>
                    <a:pt x="987027" y="4158869"/>
                  </a:lnTo>
                  <a:lnTo>
                    <a:pt x="870496" y="4073070"/>
                  </a:lnTo>
                  <a:lnTo>
                    <a:pt x="759641" y="3980052"/>
                  </a:lnTo>
                  <a:lnTo>
                    <a:pt x="654910" y="3880190"/>
                  </a:lnTo>
                  <a:lnTo>
                    <a:pt x="556722" y="3773887"/>
                  </a:lnTo>
                  <a:lnTo>
                    <a:pt x="465475" y="3661571"/>
                  </a:lnTo>
                  <a:lnTo>
                    <a:pt x="381535" y="3543693"/>
                  </a:lnTo>
                  <a:lnTo>
                    <a:pt x="305240" y="3420729"/>
                  </a:lnTo>
                  <a:lnTo>
                    <a:pt x="236897" y="3293174"/>
                  </a:lnTo>
                  <a:lnTo>
                    <a:pt x="176782" y="3161541"/>
                  </a:lnTo>
                  <a:lnTo>
                    <a:pt x="125137" y="3026360"/>
                  </a:lnTo>
                  <a:lnTo>
                    <a:pt x="82170" y="2888176"/>
                  </a:lnTo>
                  <a:lnTo>
                    <a:pt x="48053" y="2747545"/>
                  </a:lnTo>
                  <a:lnTo>
                    <a:pt x="22925" y="2605033"/>
                  </a:lnTo>
                  <a:lnTo>
                    <a:pt x="6885" y="2461215"/>
                  </a:lnTo>
                  <a:lnTo>
                    <a:pt x="0" y="2316668"/>
                  </a:lnTo>
                  <a:lnTo>
                    <a:pt x="2295" y="2171976"/>
                  </a:lnTo>
                  <a:lnTo>
                    <a:pt x="13764" y="2027721"/>
                  </a:lnTo>
                  <a:lnTo>
                    <a:pt x="34358" y="1884484"/>
                  </a:lnTo>
                  <a:lnTo>
                    <a:pt x="63996" y="1742841"/>
                  </a:lnTo>
                  <a:lnTo>
                    <a:pt x="102557" y="1603363"/>
                  </a:lnTo>
                  <a:lnTo>
                    <a:pt x="149887" y="1466612"/>
                  </a:lnTo>
                  <a:lnTo>
                    <a:pt x="205795" y="1333138"/>
                  </a:lnTo>
                  <a:lnTo>
                    <a:pt x="270056" y="1203478"/>
                  </a:lnTo>
                  <a:lnTo>
                    <a:pt x="342412" y="1078155"/>
                  </a:lnTo>
                  <a:lnTo>
                    <a:pt x="422569" y="957674"/>
                  </a:lnTo>
                  <a:lnTo>
                    <a:pt x="510207" y="842519"/>
                  </a:lnTo>
                  <a:lnTo>
                    <a:pt x="604972" y="733154"/>
                  </a:lnTo>
                  <a:lnTo>
                    <a:pt x="706483" y="630020"/>
                  </a:lnTo>
                  <a:lnTo>
                    <a:pt x="814331" y="533532"/>
                  </a:lnTo>
                  <a:lnTo>
                    <a:pt x="928080" y="444078"/>
                  </a:lnTo>
                  <a:lnTo>
                    <a:pt x="1047275" y="362019"/>
                  </a:lnTo>
                  <a:lnTo>
                    <a:pt x="1171434" y="287684"/>
                  </a:lnTo>
                  <a:lnTo>
                    <a:pt x="1300057" y="221374"/>
                  </a:lnTo>
                  <a:lnTo>
                    <a:pt x="1432628" y="163355"/>
                  </a:lnTo>
                  <a:lnTo>
                    <a:pt x="1568611" y="113862"/>
                  </a:lnTo>
                  <a:lnTo>
                    <a:pt x="1707459" y="73092"/>
                  </a:lnTo>
                  <a:lnTo>
                    <a:pt x="1848614" y="41211"/>
                  </a:lnTo>
                  <a:lnTo>
                    <a:pt x="1991507" y="18346"/>
                  </a:lnTo>
                  <a:lnTo>
                    <a:pt x="2135562" y="4591"/>
                  </a:lnTo>
                  <a:lnTo>
                    <a:pt x="22801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51776" y="1247789"/>
              <a:ext cx="5130448" cy="5129803"/>
            </a:xfrm>
            <a:custGeom>
              <a:avLst/>
              <a:pathLst>
                <a:path w="5130448" h="5129803">
                  <a:moveTo>
                    <a:pt x="2565224" y="0"/>
                  </a:moveTo>
                  <a:lnTo>
                    <a:pt x="2727941" y="5165"/>
                  </a:lnTo>
                  <a:lnTo>
                    <a:pt x="2890003" y="20640"/>
                  </a:lnTo>
                  <a:lnTo>
                    <a:pt x="3050757" y="46362"/>
                  </a:lnTo>
                  <a:lnTo>
                    <a:pt x="3209556" y="82229"/>
                  </a:lnTo>
                  <a:lnTo>
                    <a:pt x="3365761" y="128094"/>
                  </a:lnTo>
                  <a:lnTo>
                    <a:pt x="3518742" y="183775"/>
                  </a:lnTo>
                  <a:lnTo>
                    <a:pt x="3667883" y="249046"/>
                  </a:lnTo>
                  <a:lnTo>
                    <a:pt x="3812585" y="323645"/>
                  </a:lnTo>
                  <a:lnTo>
                    <a:pt x="3952264" y="407271"/>
                  </a:lnTo>
                  <a:lnTo>
                    <a:pt x="4086357" y="499588"/>
                  </a:lnTo>
                  <a:lnTo>
                    <a:pt x="4214326" y="600224"/>
                  </a:lnTo>
                  <a:lnTo>
                    <a:pt x="4335654" y="708773"/>
                  </a:lnTo>
                  <a:lnTo>
                    <a:pt x="4449854" y="824799"/>
                  </a:lnTo>
                  <a:lnTo>
                    <a:pt x="4556464" y="947834"/>
                  </a:lnTo>
                  <a:lnTo>
                    <a:pt x="4655057" y="1077383"/>
                  </a:lnTo>
                  <a:lnTo>
                    <a:pt x="4745235" y="1212925"/>
                  </a:lnTo>
                  <a:lnTo>
                    <a:pt x="4826634" y="1353913"/>
                  </a:lnTo>
                  <a:lnTo>
                    <a:pt x="4898928" y="1499780"/>
                  </a:lnTo>
                  <a:lnTo>
                    <a:pt x="4961825" y="1649938"/>
                  </a:lnTo>
                  <a:lnTo>
                    <a:pt x="5015071" y="1803784"/>
                  </a:lnTo>
                  <a:lnTo>
                    <a:pt x="5058453" y="1960696"/>
                  </a:lnTo>
                  <a:lnTo>
                    <a:pt x="5091795" y="2120044"/>
                  </a:lnTo>
                  <a:lnTo>
                    <a:pt x="5114964" y="2281186"/>
                  </a:lnTo>
                  <a:lnTo>
                    <a:pt x="5127865" y="2443473"/>
                  </a:lnTo>
                  <a:lnTo>
                    <a:pt x="5130448" y="2606252"/>
                  </a:lnTo>
                  <a:lnTo>
                    <a:pt x="5122702" y="2768866"/>
                  </a:lnTo>
                  <a:lnTo>
                    <a:pt x="5104658" y="2930662"/>
                  </a:lnTo>
                  <a:lnTo>
                    <a:pt x="5076388" y="3090988"/>
                  </a:lnTo>
                  <a:lnTo>
                    <a:pt x="5038007" y="3249198"/>
                  </a:lnTo>
                  <a:lnTo>
                    <a:pt x="4989668" y="3404655"/>
                  </a:lnTo>
                  <a:lnTo>
                    <a:pt x="4931568" y="3556734"/>
                  </a:lnTo>
                  <a:lnTo>
                    <a:pt x="4863938" y="3704821"/>
                  </a:lnTo>
                  <a:lnTo>
                    <a:pt x="4787053" y="3848321"/>
                  </a:lnTo>
                  <a:lnTo>
                    <a:pt x="4701221" y="3986655"/>
                  </a:lnTo>
                  <a:lnTo>
                    <a:pt x="4606789" y="4119267"/>
                  </a:lnTo>
                  <a:lnTo>
                    <a:pt x="4504135" y="4245623"/>
                  </a:lnTo>
                  <a:lnTo>
                    <a:pt x="4393675" y="4365214"/>
                  </a:lnTo>
                  <a:lnTo>
                    <a:pt x="4275851" y="4477558"/>
                  </a:lnTo>
                  <a:lnTo>
                    <a:pt x="4151140" y="4582203"/>
                  </a:lnTo>
                  <a:lnTo>
                    <a:pt x="4020043" y="4678728"/>
                  </a:lnTo>
                  <a:lnTo>
                    <a:pt x="3883088" y="4766744"/>
                  </a:lnTo>
                  <a:lnTo>
                    <a:pt x="3740826" y="4845896"/>
                  </a:lnTo>
                  <a:lnTo>
                    <a:pt x="3593830" y="4915867"/>
                  </a:lnTo>
                  <a:lnTo>
                    <a:pt x="3442693" y="4976373"/>
                  </a:lnTo>
                  <a:lnTo>
                    <a:pt x="3288022" y="5027172"/>
                  </a:lnTo>
                  <a:lnTo>
                    <a:pt x="3130441" y="5068058"/>
                  </a:lnTo>
                  <a:lnTo>
                    <a:pt x="2970584" y="5098868"/>
                  </a:lnTo>
                  <a:lnTo>
                    <a:pt x="2809095" y="5119477"/>
                  </a:lnTo>
                  <a:lnTo>
                    <a:pt x="2646623" y="5129803"/>
                  </a:lnTo>
                  <a:lnTo>
                    <a:pt x="2483824" y="5129803"/>
                  </a:lnTo>
                  <a:lnTo>
                    <a:pt x="2321353" y="5119477"/>
                  </a:lnTo>
                  <a:lnTo>
                    <a:pt x="2159864" y="5098868"/>
                  </a:lnTo>
                  <a:lnTo>
                    <a:pt x="2000007" y="5068058"/>
                  </a:lnTo>
                  <a:lnTo>
                    <a:pt x="1842426" y="5027172"/>
                  </a:lnTo>
                  <a:lnTo>
                    <a:pt x="1687755" y="4976373"/>
                  </a:lnTo>
                  <a:lnTo>
                    <a:pt x="1536618" y="4915867"/>
                  </a:lnTo>
                  <a:lnTo>
                    <a:pt x="1389622" y="4845896"/>
                  </a:lnTo>
                  <a:lnTo>
                    <a:pt x="1247360" y="4766744"/>
                  </a:lnTo>
                  <a:lnTo>
                    <a:pt x="1110405" y="4678728"/>
                  </a:lnTo>
                  <a:lnTo>
                    <a:pt x="979308" y="4582203"/>
                  </a:lnTo>
                  <a:lnTo>
                    <a:pt x="854596" y="4477558"/>
                  </a:lnTo>
                  <a:lnTo>
                    <a:pt x="736773" y="4365214"/>
                  </a:lnTo>
                  <a:lnTo>
                    <a:pt x="626313" y="4245623"/>
                  </a:lnTo>
                  <a:lnTo>
                    <a:pt x="523659" y="4119267"/>
                  </a:lnTo>
                  <a:lnTo>
                    <a:pt x="429227" y="3986655"/>
                  </a:lnTo>
                  <a:lnTo>
                    <a:pt x="343395" y="3848321"/>
                  </a:lnTo>
                  <a:lnTo>
                    <a:pt x="266509" y="3704821"/>
                  </a:lnTo>
                  <a:lnTo>
                    <a:pt x="198880" y="3556734"/>
                  </a:lnTo>
                  <a:lnTo>
                    <a:pt x="140780" y="3404655"/>
                  </a:lnTo>
                  <a:lnTo>
                    <a:pt x="92441" y="3249198"/>
                  </a:lnTo>
                  <a:lnTo>
                    <a:pt x="54060" y="3090988"/>
                  </a:lnTo>
                  <a:lnTo>
                    <a:pt x="25790" y="2930662"/>
                  </a:lnTo>
                  <a:lnTo>
                    <a:pt x="7746" y="2768866"/>
                  </a:lnTo>
                  <a:lnTo>
                    <a:pt x="0" y="2606252"/>
                  </a:lnTo>
                  <a:lnTo>
                    <a:pt x="2582" y="2443473"/>
                  </a:lnTo>
                  <a:lnTo>
                    <a:pt x="15484" y="2281186"/>
                  </a:lnTo>
                  <a:lnTo>
                    <a:pt x="38653" y="2120044"/>
                  </a:lnTo>
                  <a:lnTo>
                    <a:pt x="71995" y="1960696"/>
                  </a:lnTo>
                  <a:lnTo>
                    <a:pt x="115377" y="1803784"/>
                  </a:lnTo>
                  <a:lnTo>
                    <a:pt x="168623" y="1649938"/>
                  </a:lnTo>
                  <a:lnTo>
                    <a:pt x="231520" y="1499780"/>
                  </a:lnTo>
                  <a:lnTo>
                    <a:pt x="303814" y="1353913"/>
                  </a:lnTo>
                  <a:lnTo>
                    <a:pt x="385213" y="1212925"/>
                  </a:lnTo>
                  <a:lnTo>
                    <a:pt x="475391" y="1077383"/>
                  </a:lnTo>
                  <a:lnTo>
                    <a:pt x="573983" y="947834"/>
                  </a:lnTo>
                  <a:lnTo>
                    <a:pt x="680594" y="824799"/>
                  </a:lnTo>
                  <a:lnTo>
                    <a:pt x="794794" y="708773"/>
                  </a:lnTo>
                  <a:lnTo>
                    <a:pt x="916122" y="600224"/>
                  </a:lnTo>
                  <a:lnTo>
                    <a:pt x="1044091" y="499588"/>
                  </a:lnTo>
                  <a:lnTo>
                    <a:pt x="1178184" y="407271"/>
                  </a:lnTo>
                  <a:lnTo>
                    <a:pt x="1317863" y="323645"/>
                  </a:lnTo>
                  <a:lnTo>
                    <a:pt x="1462565" y="249046"/>
                  </a:lnTo>
                  <a:lnTo>
                    <a:pt x="1611706" y="183775"/>
                  </a:lnTo>
                  <a:lnTo>
                    <a:pt x="1764687" y="128094"/>
                  </a:lnTo>
                  <a:lnTo>
                    <a:pt x="1920892" y="82229"/>
                  </a:lnTo>
                  <a:lnTo>
                    <a:pt x="2079691" y="46362"/>
                  </a:lnTo>
                  <a:lnTo>
                    <a:pt x="2240445" y="20640"/>
                  </a:lnTo>
                  <a:lnTo>
                    <a:pt x="2402507" y="5165"/>
                  </a:lnTo>
                  <a:lnTo>
                    <a:pt x="256522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3910727" y="2152966"/>
              <a:ext cx="2765006" cy="2890539"/>
            </a:xfrm>
            <a:custGeom>
              <a:avLst/>
              <a:pathLst>
                <a:path w="2765006" h="2890539">
                  <a:moveTo>
                    <a:pt x="1946517" y="1660370"/>
                  </a:moveTo>
                  <a:lnTo>
                    <a:pt x="1944587" y="1594071"/>
                  </a:lnTo>
                  <a:lnTo>
                    <a:pt x="1938807" y="1527996"/>
                  </a:lnTo>
                  <a:lnTo>
                    <a:pt x="1929194" y="1462369"/>
                  </a:lnTo>
                  <a:lnTo>
                    <a:pt x="1915781" y="1397412"/>
                  </a:lnTo>
                  <a:lnTo>
                    <a:pt x="1898614" y="1333345"/>
                  </a:lnTo>
                  <a:lnTo>
                    <a:pt x="1877751" y="1270384"/>
                  </a:lnTo>
                  <a:lnTo>
                    <a:pt x="1853263" y="1208743"/>
                  </a:lnTo>
                  <a:lnTo>
                    <a:pt x="1825232" y="1148630"/>
                  </a:lnTo>
                  <a:lnTo>
                    <a:pt x="1793753" y="1090249"/>
                  </a:lnTo>
                  <a:lnTo>
                    <a:pt x="1758933" y="1033797"/>
                  </a:lnTo>
                  <a:lnTo>
                    <a:pt x="1720889" y="979464"/>
                  </a:lnTo>
                  <a:lnTo>
                    <a:pt x="1679750" y="927436"/>
                  </a:lnTo>
                  <a:lnTo>
                    <a:pt x="1635656" y="877888"/>
                  </a:lnTo>
                  <a:lnTo>
                    <a:pt x="1588756" y="830988"/>
                  </a:lnTo>
                  <a:lnTo>
                    <a:pt x="1539208" y="786893"/>
                  </a:lnTo>
                  <a:lnTo>
                    <a:pt x="1487179" y="745755"/>
                  </a:lnTo>
                  <a:lnTo>
                    <a:pt x="1432847" y="707711"/>
                  </a:lnTo>
                  <a:lnTo>
                    <a:pt x="1376395" y="672891"/>
                  </a:lnTo>
                  <a:lnTo>
                    <a:pt x="1318014" y="641412"/>
                  </a:lnTo>
                  <a:lnTo>
                    <a:pt x="1257901" y="613381"/>
                  </a:lnTo>
                  <a:lnTo>
                    <a:pt x="1196259" y="588892"/>
                  </a:lnTo>
                  <a:lnTo>
                    <a:pt x="1133299" y="568029"/>
                  </a:lnTo>
                  <a:lnTo>
                    <a:pt x="1069231" y="550863"/>
                  </a:lnTo>
                  <a:lnTo>
                    <a:pt x="1004274" y="537450"/>
                  </a:lnTo>
                  <a:lnTo>
                    <a:pt x="938647" y="527837"/>
                  </a:lnTo>
                  <a:lnTo>
                    <a:pt x="872573" y="522056"/>
                  </a:lnTo>
                  <a:lnTo>
                    <a:pt x="806273" y="520127"/>
                  </a:lnTo>
                  <a:lnTo>
                    <a:pt x="848821" y="469058"/>
                  </a:lnTo>
                  <a:lnTo>
                    <a:pt x="895012" y="419638"/>
                  </a:lnTo>
                  <a:lnTo>
                    <a:pt x="944781" y="372064"/>
                  </a:lnTo>
                  <a:lnTo>
                    <a:pt x="998051" y="326526"/>
                  </a:lnTo>
                  <a:lnTo>
                    <a:pt x="1054739" y="283216"/>
                  </a:lnTo>
                  <a:lnTo>
                    <a:pt x="1114752" y="242317"/>
                  </a:lnTo>
                  <a:lnTo>
                    <a:pt x="1177987" y="204011"/>
                  </a:lnTo>
                  <a:lnTo>
                    <a:pt x="1244333" y="168477"/>
                  </a:lnTo>
                  <a:lnTo>
                    <a:pt x="1313670" y="135886"/>
                  </a:lnTo>
                  <a:lnTo>
                    <a:pt x="1385872" y="106406"/>
                  </a:lnTo>
                  <a:lnTo>
                    <a:pt x="1460802" y="80199"/>
                  </a:lnTo>
                  <a:lnTo>
                    <a:pt x="1538315" y="57422"/>
                  </a:lnTo>
                  <a:lnTo>
                    <a:pt x="1618261" y="38225"/>
                  </a:lnTo>
                  <a:lnTo>
                    <a:pt x="1700481" y="22751"/>
                  </a:lnTo>
                  <a:lnTo>
                    <a:pt x="1784809" y="11137"/>
                  </a:lnTo>
                  <a:lnTo>
                    <a:pt x="1871071" y="3512"/>
                  </a:lnTo>
                  <a:lnTo>
                    <a:pt x="1959089" y="0"/>
                  </a:lnTo>
                  <a:lnTo>
                    <a:pt x="2048677" y="713"/>
                  </a:lnTo>
                  <a:lnTo>
                    <a:pt x="2139644" y="5758"/>
                  </a:lnTo>
                  <a:lnTo>
                    <a:pt x="2231792" y="15234"/>
                  </a:lnTo>
                  <a:lnTo>
                    <a:pt x="2324920" y="29228"/>
                  </a:lnTo>
                  <a:lnTo>
                    <a:pt x="2418821" y="47823"/>
                  </a:lnTo>
                  <a:lnTo>
                    <a:pt x="2491358" y="167516"/>
                  </a:lnTo>
                  <a:lnTo>
                    <a:pt x="2555405" y="290013"/>
                  </a:lnTo>
                  <a:lnTo>
                    <a:pt x="2610892" y="414732"/>
                  </a:lnTo>
                  <a:lnTo>
                    <a:pt x="2657789" y="541090"/>
                  </a:lnTo>
                  <a:lnTo>
                    <a:pt x="2696103" y="668511"/>
                  </a:lnTo>
                  <a:lnTo>
                    <a:pt x="2725881" y="796425"/>
                  </a:lnTo>
                  <a:lnTo>
                    <a:pt x="2747206" y="924272"/>
                  </a:lnTo>
                  <a:lnTo>
                    <a:pt x="2760196" y="1051504"/>
                  </a:lnTo>
                  <a:lnTo>
                    <a:pt x="2765006" y="1177586"/>
                  </a:lnTo>
                  <a:lnTo>
                    <a:pt x="2761824" y="1302002"/>
                  </a:lnTo>
                  <a:lnTo>
                    <a:pt x="2750870" y="1424254"/>
                  </a:lnTo>
                  <a:lnTo>
                    <a:pt x="2732395" y="1543862"/>
                  </a:lnTo>
                  <a:lnTo>
                    <a:pt x="2706679" y="1660370"/>
                  </a:lnTo>
                  <a:lnTo>
                    <a:pt x="2674028" y="1773349"/>
                  </a:lnTo>
                  <a:lnTo>
                    <a:pt x="2634775" y="1882391"/>
                  </a:lnTo>
                  <a:lnTo>
                    <a:pt x="2589276" y="1987118"/>
                  </a:lnTo>
                  <a:lnTo>
                    <a:pt x="2537907" y="2087180"/>
                  </a:lnTo>
                  <a:lnTo>
                    <a:pt x="2481064" y="2182256"/>
                  </a:lnTo>
                  <a:lnTo>
                    <a:pt x="2419161" y="2272058"/>
                  </a:lnTo>
                  <a:lnTo>
                    <a:pt x="2352624" y="2356327"/>
                  </a:lnTo>
                  <a:lnTo>
                    <a:pt x="2281894" y="2434836"/>
                  </a:lnTo>
                  <a:lnTo>
                    <a:pt x="2207420" y="2507393"/>
                  </a:lnTo>
                  <a:lnTo>
                    <a:pt x="2129660" y="2573839"/>
                  </a:lnTo>
                  <a:lnTo>
                    <a:pt x="2049077" y="2634045"/>
                  </a:lnTo>
                  <a:lnTo>
                    <a:pt x="1966137" y="2687920"/>
                  </a:lnTo>
                  <a:lnTo>
                    <a:pt x="1881305" y="2735402"/>
                  </a:lnTo>
                  <a:lnTo>
                    <a:pt x="1795047" y="2776465"/>
                  </a:lnTo>
                  <a:lnTo>
                    <a:pt x="1707824" y="2811115"/>
                  </a:lnTo>
                  <a:lnTo>
                    <a:pt x="1620090" y="2839388"/>
                  </a:lnTo>
                  <a:lnTo>
                    <a:pt x="1532293" y="2861354"/>
                  </a:lnTo>
                  <a:lnTo>
                    <a:pt x="1444868" y="2877110"/>
                  </a:lnTo>
                  <a:lnTo>
                    <a:pt x="1358238" y="2886787"/>
                  </a:lnTo>
                  <a:lnTo>
                    <a:pt x="1272815" y="2890539"/>
                  </a:lnTo>
                  <a:lnTo>
                    <a:pt x="1188990" y="2888550"/>
                  </a:lnTo>
                  <a:lnTo>
                    <a:pt x="1107139" y="2881030"/>
                  </a:lnTo>
                  <a:lnTo>
                    <a:pt x="1027618" y="2868211"/>
                  </a:lnTo>
                  <a:lnTo>
                    <a:pt x="950763" y="2850348"/>
                  </a:lnTo>
                  <a:lnTo>
                    <a:pt x="876885" y="2827717"/>
                  </a:lnTo>
                  <a:lnTo>
                    <a:pt x="806273" y="2800614"/>
                  </a:lnTo>
                  <a:lnTo>
                    <a:pt x="739192" y="2769350"/>
                  </a:lnTo>
                  <a:lnTo>
                    <a:pt x="675880" y="2734252"/>
                  </a:lnTo>
                  <a:lnTo>
                    <a:pt x="616549" y="2695662"/>
                  </a:lnTo>
                  <a:lnTo>
                    <a:pt x="561383" y="2653931"/>
                  </a:lnTo>
                  <a:lnTo>
                    <a:pt x="510538" y="2609419"/>
                  </a:lnTo>
                  <a:lnTo>
                    <a:pt x="464143" y="2562494"/>
                  </a:lnTo>
                  <a:lnTo>
                    <a:pt x="422298" y="2513530"/>
                  </a:lnTo>
                  <a:lnTo>
                    <a:pt x="385073" y="2462901"/>
                  </a:lnTo>
                  <a:lnTo>
                    <a:pt x="352511" y="2410985"/>
                  </a:lnTo>
                  <a:lnTo>
                    <a:pt x="324626" y="2358156"/>
                  </a:lnTo>
                  <a:lnTo>
                    <a:pt x="301405" y="2304787"/>
                  </a:lnTo>
                  <a:lnTo>
                    <a:pt x="282805" y="2251244"/>
                  </a:lnTo>
                  <a:lnTo>
                    <a:pt x="268757" y="2197886"/>
                  </a:lnTo>
                  <a:lnTo>
                    <a:pt x="259168" y="2145064"/>
                  </a:lnTo>
                  <a:lnTo>
                    <a:pt x="253916" y="2093115"/>
                  </a:lnTo>
                  <a:lnTo>
                    <a:pt x="252857" y="2042366"/>
                  </a:lnTo>
                  <a:lnTo>
                    <a:pt x="255823" y="1993129"/>
                  </a:lnTo>
                  <a:lnTo>
                    <a:pt x="262623" y="1945700"/>
                  </a:lnTo>
                  <a:lnTo>
                    <a:pt x="273049" y="1900355"/>
                  </a:lnTo>
                  <a:lnTo>
                    <a:pt x="286869" y="1857355"/>
                  </a:lnTo>
                  <a:lnTo>
                    <a:pt x="303836" y="1816936"/>
                  </a:lnTo>
                  <a:lnTo>
                    <a:pt x="323687" y="1779317"/>
                  </a:lnTo>
                  <a:lnTo>
                    <a:pt x="346144" y="1744692"/>
                  </a:lnTo>
                  <a:lnTo>
                    <a:pt x="370916" y="1713232"/>
                  </a:lnTo>
                  <a:lnTo>
                    <a:pt x="397702" y="1685084"/>
                  </a:lnTo>
                  <a:lnTo>
                    <a:pt x="426192" y="1660370"/>
                  </a:lnTo>
                  <a:lnTo>
                    <a:pt x="456069" y="1639187"/>
                  </a:lnTo>
                  <a:lnTo>
                    <a:pt x="487011" y="1621605"/>
                  </a:lnTo>
                  <a:lnTo>
                    <a:pt x="518692" y="1607669"/>
                  </a:lnTo>
                  <a:lnTo>
                    <a:pt x="550786" y="1597399"/>
                  </a:lnTo>
                  <a:lnTo>
                    <a:pt x="582968" y="1590786"/>
                  </a:lnTo>
                  <a:lnTo>
                    <a:pt x="614914" y="1587797"/>
                  </a:lnTo>
                  <a:lnTo>
                    <a:pt x="646306" y="1588375"/>
                  </a:lnTo>
                  <a:lnTo>
                    <a:pt x="676833" y="1592435"/>
                  </a:lnTo>
                  <a:lnTo>
                    <a:pt x="706191" y="1599869"/>
                  </a:lnTo>
                  <a:lnTo>
                    <a:pt x="734088" y="1610545"/>
                  </a:lnTo>
                  <a:lnTo>
                    <a:pt x="760243" y="1624308"/>
                  </a:lnTo>
                  <a:lnTo>
                    <a:pt x="784389" y="1640983"/>
                  </a:lnTo>
                  <a:lnTo>
                    <a:pt x="806273" y="1660370"/>
                  </a:lnTo>
                  <a:lnTo>
                    <a:pt x="808753" y="1720332"/>
                  </a:lnTo>
                  <a:lnTo>
                    <a:pt x="816185" y="1779986"/>
                  </a:lnTo>
                  <a:lnTo>
                    <a:pt x="828543" y="1839026"/>
                  </a:lnTo>
                  <a:lnTo>
                    <a:pt x="845784" y="1897148"/>
                  </a:lnTo>
                  <a:lnTo>
                    <a:pt x="867851" y="1954048"/>
                  </a:lnTo>
                  <a:lnTo>
                    <a:pt x="894667" y="2009429"/>
                  </a:lnTo>
                  <a:lnTo>
                    <a:pt x="926140" y="2062996"/>
                  </a:lnTo>
                  <a:lnTo>
                    <a:pt x="962162" y="2114460"/>
                  </a:lnTo>
                  <a:lnTo>
                    <a:pt x="1002609" y="2163537"/>
                  </a:lnTo>
                  <a:lnTo>
                    <a:pt x="1047342" y="2209952"/>
                  </a:lnTo>
                  <a:lnTo>
                    <a:pt x="1096205" y="2253435"/>
                  </a:lnTo>
                  <a:lnTo>
                    <a:pt x="1149029" y="2293727"/>
                  </a:lnTo>
                  <a:lnTo>
                    <a:pt x="1205629" y="2330576"/>
                  </a:lnTo>
                  <a:lnTo>
                    <a:pt x="1265808" y="2363740"/>
                  </a:lnTo>
                  <a:lnTo>
                    <a:pt x="1329354" y="2392991"/>
                  </a:lnTo>
                  <a:lnTo>
                    <a:pt x="1396043" y="2418107"/>
                  </a:lnTo>
                  <a:lnTo>
                    <a:pt x="1465639" y="2438882"/>
                  </a:lnTo>
                  <a:lnTo>
                    <a:pt x="1537893" y="2455122"/>
                  </a:lnTo>
                  <a:lnTo>
                    <a:pt x="1612547" y="2466644"/>
                  </a:lnTo>
                  <a:lnTo>
                    <a:pt x="1564302" y="2512161"/>
                  </a:lnTo>
                  <a:lnTo>
                    <a:pt x="1513493" y="2554795"/>
                  </a:lnTo>
                  <a:lnTo>
                    <a:pt x="1460290" y="2594403"/>
                  </a:lnTo>
                  <a:lnTo>
                    <a:pt x="1404874" y="2630851"/>
                  </a:lnTo>
                  <a:lnTo>
                    <a:pt x="1347433" y="2664014"/>
                  </a:lnTo>
                  <a:lnTo>
                    <a:pt x="1288161" y="2693782"/>
                  </a:lnTo>
                  <a:lnTo>
                    <a:pt x="1227258" y="2720053"/>
                  </a:lnTo>
                  <a:lnTo>
                    <a:pt x="1164931" y="2742738"/>
                  </a:lnTo>
                  <a:lnTo>
                    <a:pt x="1101390" y="2761761"/>
                  </a:lnTo>
                  <a:lnTo>
                    <a:pt x="1036850" y="2777057"/>
                  </a:lnTo>
                  <a:lnTo>
                    <a:pt x="971531" y="2788575"/>
                  </a:lnTo>
                  <a:lnTo>
                    <a:pt x="905652" y="2796275"/>
                  </a:lnTo>
                  <a:lnTo>
                    <a:pt x="839437" y="2800131"/>
                  </a:lnTo>
                  <a:lnTo>
                    <a:pt x="773110" y="2800131"/>
                  </a:lnTo>
                  <a:lnTo>
                    <a:pt x="706895" y="2796275"/>
                  </a:lnTo>
                  <a:lnTo>
                    <a:pt x="641016" y="2788575"/>
                  </a:lnTo>
                  <a:lnTo>
                    <a:pt x="575696" y="2777057"/>
                  </a:lnTo>
                  <a:lnTo>
                    <a:pt x="511157" y="2761761"/>
                  </a:lnTo>
                  <a:lnTo>
                    <a:pt x="447616" y="2742738"/>
                  </a:lnTo>
                  <a:lnTo>
                    <a:pt x="385288" y="2720053"/>
                  </a:lnTo>
                  <a:lnTo>
                    <a:pt x="324386" y="2693782"/>
                  </a:lnTo>
                  <a:lnTo>
                    <a:pt x="265113" y="2664014"/>
                  </a:lnTo>
                  <a:lnTo>
                    <a:pt x="207672" y="2630851"/>
                  </a:lnTo>
                  <a:lnTo>
                    <a:pt x="152257" y="2594403"/>
                  </a:lnTo>
                  <a:lnTo>
                    <a:pt x="99054" y="2554795"/>
                  </a:lnTo>
                  <a:lnTo>
                    <a:pt x="48244" y="2512161"/>
                  </a:lnTo>
                  <a:lnTo>
                    <a:pt x="0" y="2466644"/>
                  </a:lnTo>
                  <a:lnTo>
                    <a:pt x="11522" y="2391991"/>
                  </a:lnTo>
                  <a:lnTo>
                    <a:pt x="27761" y="2319736"/>
                  </a:lnTo>
                  <a:lnTo>
                    <a:pt x="48537" y="2250140"/>
                  </a:lnTo>
                  <a:lnTo>
                    <a:pt x="73653" y="2183451"/>
                  </a:lnTo>
                  <a:lnTo>
                    <a:pt x="102903" y="2119905"/>
                  </a:lnTo>
                  <a:lnTo>
                    <a:pt x="136068" y="2059726"/>
                  </a:lnTo>
                  <a:lnTo>
                    <a:pt x="172917" y="2003126"/>
                  </a:lnTo>
                  <a:lnTo>
                    <a:pt x="213209" y="1950302"/>
                  </a:lnTo>
                  <a:lnTo>
                    <a:pt x="256692" y="1901439"/>
                  </a:lnTo>
                  <a:lnTo>
                    <a:pt x="303107" y="1856707"/>
                  </a:lnTo>
                  <a:lnTo>
                    <a:pt x="352184" y="1816259"/>
                  </a:lnTo>
                  <a:lnTo>
                    <a:pt x="403648" y="1780237"/>
                  </a:lnTo>
                  <a:lnTo>
                    <a:pt x="457215" y="1748764"/>
                  </a:lnTo>
                  <a:lnTo>
                    <a:pt x="512596" y="1721948"/>
                  </a:lnTo>
                  <a:lnTo>
                    <a:pt x="569496" y="1699882"/>
                  </a:lnTo>
                  <a:lnTo>
                    <a:pt x="627617" y="1682640"/>
                  </a:lnTo>
                  <a:lnTo>
                    <a:pt x="686658" y="1670282"/>
                  </a:lnTo>
                  <a:lnTo>
                    <a:pt x="746312" y="1662850"/>
                  </a:lnTo>
                  <a:lnTo>
                    <a:pt x="806273" y="1660370"/>
                  </a:lnTo>
                  <a:lnTo>
                    <a:pt x="772880" y="1663465"/>
                  </a:lnTo>
                  <a:lnTo>
                    <a:pt x="740342" y="1672695"/>
                  </a:lnTo>
                  <a:lnTo>
                    <a:pt x="709504" y="1687904"/>
                  </a:lnTo>
                  <a:lnTo>
                    <a:pt x="681186" y="1708830"/>
                  </a:lnTo>
                  <a:lnTo>
                    <a:pt x="656170" y="1735113"/>
                  </a:lnTo>
                  <a:lnTo>
                    <a:pt x="635193" y="1766299"/>
                  </a:lnTo>
                  <a:lnTo>
                    <a:pt x="618934" y="1801843"/>
                  </a:lnTo>
                  <a:lnTo>
                    <a:pt x="608003" y="1841118"/>
                  </a:lnTo>
                  <a:lnTo>
                    <a:pt x="602932" y="1883425"/>
                  </a:lnTo>
                  <a:lnTo>
                    <a:pt x="604170" y="1927998"/>
                  </a:lnTo>
                  <a:lnTo>
                    <a:pt x="612071" y="1974017"/>
                  </a:lnTo>
                  <a:lnTo>
                    <a:pt x="626891" y="2020619"/>
                  </a:lnTo>
                  <a:lnTo>
                    <a:pt x="648781" y="2066905"/>
                  </a:lnTo>
                  <a:lnTo>
                    <a:pt x="677785" y="2111959"/>
                  </a:lnTo>
                  <a:lnTo>
                    <a:pt x="713838" y="2154854"/>
                  </a:lnTo>
                  <a:lnTo>
                    <a:pt x="756763" y="2194667"/>
                  </a:lnTo>
                  <a:lnTo>
                    <a:pt x="806273" y="2230492"/>
                  </a:lnTo>
                  <a:lnTo>
                    <a:pt x="861972" y="2261454"/>
                  </a:lnTo>
                  <a:lnTo>
                    <a:pt x="923357" y="2286716"/>
                  </a:lnTo>
                  <a:lnTo>
                    <a:pt x="989828" y="2305497"/>
                  </a:lnTo>
                  <a:lnTo>
                    <a:pt x="1060684" y="2317081"/>
                  </a:lnTo>
                  <a:lnTo>
                    <a:pt x="1135141" y="2320826"/>
                  </a:lnTo>
                  <a:lnTo>
                    <a:pt x="1212332" y="2316178"/>
                  </a:lnTo>
                  <a:lnTo>
                    <a:pt x="1291320" y="2302677"/>
                  </a:lnTo>
                  <a:lnTo>
                    <a:pt x="1371109" y="2279966"/>
                  </a:lnTo>
                  <a:lnTo>
                    <a:pt x="1450653" y="2247800"/>
                  </a:lnTo>
                  <a:lnTo>
                    <a:pt x="1528868" y="2206048"/>
                  </a:lnTo>
                  <a:lnTo>
                    <a:pt x="1604647" y="2154703"/>
                  </a:lnTo>
                  <a:lnTo>
                    <a:pt x="1676874" y="2093878"/>
                  </a:lnTo>
                  <a:lnTo>
                    <a:pt x="1744431" y="2023815"/>
                  </a:lnTo>
                  <a:lnTo>
                    <a:pt x="1806219" y="1944880"/>
                  </a:lnTo>
                  <a:lnTo>
                    <a:pt x="1861171" y="1857565"/>
                  </a:lnTo>
                  <a:lnTo>
                    <a:pt x="1908259" y="1762484"/>
                  </a:lnTo>
                  <a:close/>
                </a:path>
              </a:pathLst>
            </a:custGeom>
            <a:solidFill>
              <a:srgbClr val="7FB3FF">
                <a:alpha val="25882"/>
              </a:srgbClr>
            </a:solidFill>
            <a:ln w="24933" cap="flat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910727" y="2152966"/>
              <a:ext cx="2466644" cy="2466644"/>
            </a:xfrm>
            <a:custGeom>
              <a:avLst/>
              <a:pathLst>
                <a:path w="2466644" h="2466644">
                  <a:moveTo>
                    <a:pt x="806273" y="520127"/>
                  </a:moveTo>
                  <a:lnTo>
                    <a:pt x="848821" y="469058"/>
                  </a:lnTo>
                  <a:lnTo>
                    <a:pt x="895012" y="419638"/>
                  </a:lnTo>
                  <a:lnTo>
                    <a:pt x="944781" y="372064"/>
                  </a:lnTo>
                  <a:lnTo>
                    <a:pt x="998051" y="326526"/>
                  </a:lnTo>
                  <a:lnTo>
                    <a:pt x="1054739" y="283216"/>
                  </a:lnTo>
                  <a:lnTo>
                    <a:pt x="1114752" y="242317"/>
                  </a:lnTo>
                  <a:lnTo>
                    <a:pt x="1177987" y="204011"/>
                  </a:lnTo>
                  <a:lnTo>
                    <a:pt x="1244333" y="168477"/>
                  </a:lnTo>
                  <a:lnTo>
                    <a:pt x="1313670" y="135886"/>
                  </a:lnTo>
                  <a:lnTo>
                    <a:pt x="1385872" y="106406"/>
                  </a:lnTo>
                  <a:lnTo>
                    <a:pt x="1460802" y="80199"/>
                  </a:lnTo>
                  <a:lnTo>
                    <a:pt x="1538315" y="57422"/>
                  </a:lnTo>
                  <a:lnTo>
                    <a:pt x="1618261" y="38225"/>
                  </a:lnTo>
                  <a:lnTo>
                    <a:pt x="1700481" y="22751"/>
                  </a:lnTo>
                  <a:lnTo>
                    <a:pt x="1784809" y="11137"/>
                  </a:lnTo>
                  <a:lnTo>
                    <a:pt x="1871071" y="3512"/>
                  </a:lnTo>
                  <a:lnTo>
                    <a:pt x="1959089" y="0"/>
                  </a:lnTo>
                  <a:lnTo>
                    <a:pt x="2048677" y="713"/>
                  </a:lnTo>
                  <a:lnTo>
                    <a:pt x="2139644" y="5758"/>
                  </a:lnTo>
                  <a:lnTo>
                    <a:pt x="2231792" y="15234"/>
                  </a:lnTo>
                  <a:lnTo>
                    <a:pt x="2324920" y="29228"/>
                  </a:lnTo>
                  <a:lnTo>
                    <a:pt x="2418821" y="47823"/>
                  </a:lnTo>
                  <a:lnTo>
                    <a:pt x="2437415" y="141723"/>
                  </a:lnTo>
                  <a:lnTo>
                    <a:pt x="2451410" y="234851"/>
                  </a:lnTo>
                  <a:lnTo>
                    <a:pt x="2460886" y="327000"/>
                  </a:lnTo>
                  <a:lnTo>
                    <a:pt x="2465931" y="417966"/>
                  </a:lnTo>
                  <a:lnTo>
                    <a:pt x="2466644" y="507554"/>
                  </a:lnTo>
                  <a:lnTo>
                    <a:pt x="2463131" y="595572"/>
                  </a:lnTo>
                  <a:lnTo>
                    <a:pt x="2455507" y="681835"/>
                  </a:lnTo>
                  <a:lnTo>
                    <a:pt x="2443893" y="766162"/>
                  </a:lnTo>
                  <a:lnTo>
                    <a:pt x="2428419" y="848382"/>
                  </a:lnTo>
                  <a:lnTo>
                    <a:pt x="2409221" y="928329"/>
                  </a:lnTo>
                  <a:lnTo>
                    <a:pt x="2386444" y="1005842"/>
                  </a:lnTo>
                  <a:lnTo>
                    <a:pt x="2360238" y="1080772"/>
                  </a:lnTo>
                  <a:lnTo>
                    <a:pt x="2330758" y="1152973"/>
                  </a:lnTo>
                  <a:lnTo>
                    <a:pt x="2298167" y="1222311"/>
                  </a:lnTo>
                  <a:lnTo>
                    <a:pt x="2262632" y="1288657"/>
                  </a:lnTo>
                  <a:lnTo>
                    <a:pt x="2224327" y="1351892"/>
                  </a:lnTo>
                  <a:lnTo>
                    <a:pt x="2183428" y="1411904"/>
                  </a:lnTo>
                  <a:lnTo>
                    <a:pt x="2140117" y="1468593"/>
                  </a:lnTo>
                  <a:lnTo>
                    <a:pt x="2094580" y="1521863"/>
                  </a:lnTo>
                  <a:lnTo>
                    <a:pt x="2047006" y="1571632"/>
                  </a:lnTo>
                  <a:lnTo>
                    <a:pt x="1997586" y="1617823"/>
                  </a:lnTo>
                  <a:lnTo>
                    <a:pt x="1946517" y="1660370"/>
                  </a:lnTo>
                  <a:lnTo>
                    <a:pt x="1944436" y="1729217"/>
                  </a:lnTo>
                  <a:lnTo>
                    <a:pt x="1938203" y="1797812"/>
                  </a:lnTo>
                  <a:lnTo>
                    <a:pt x="1927839" y="1865905"/>
                  </a:lnTo>
                  <a:lnTo>
                    <a:pt x="1913383" y="1933249"/>
                  </a:lnTo>
                  <a:lnTo>
                    <a:pt x="1894887" y="1999596"/>
                  </a:lnTo>
                  <a:lnTo>
                    <a:pt x="1872419" y="2064706"/>
                  </a:lnTo>
                  <a:lnTo>
                    <a:pt x="1846061" y="2128341"/>
                  </a:lnTo>
                  <a:lnTo>
                    <a:pt x="1815909" y="2190268"/>
                  </a:lnTo>
                  <a:lnTo>
                    <a:pt x="1782072" y="2250261"/>
                  </a:lnTo>
                  <a:lnTo>
                    <a:pt x="1744675" y="2308102"/>
                  </a:lnTo>
                  <a:lnTo>
                    <a:pt x="1703854" y="2363580"/>
                  </a:lnTo>
                  <a:lnTo>
                    <a:pt x="1659758" y="2416492"/>
                  </a:lnTo>
                  <a:lnTo>
                    <a:pt x="1612547" y="2466644"/>
                  </a:lnTo>
                  <a:lnTo>
                    <a:pt x="1537893" y="2455122"/>
                  </a:lnTo>
                  <a:lnTo>
                    <a:pt x="1465639" y="2438882"/>
                  </a:lnTo>
                  <a:lnTo>
                    <a:pt x="1396043" y="2418107"/>
                  </a:lnTo>
                  <a:lnTo>
                    <a:pt x="1329354" y="2392991"/>
                  </a:lnTo>
                  <a:lnTo>
                    <a:pt x="1265808" y="2363740"/>
                  </a:lnTo>
                  <a:lnTo>
                    <a:pt x="1205629" y="2330576"/>
                  </a:lnTo>
                  <a:lnTo>
                    <a:pt x="1149029" y="2293727"/>
                  </a:lnTo>
                  <a:lnTo>
                    <a:pt x="1096205" y="2253435"/>
                  </a:lnTo>
                  <a:lnTo>
                    <a:pt x="1047342" y="2209952"/>
                  </a:lnTo>
                  <a:lnTo>
                    <a:pt x="1002609" y="2163537"/>
                  </a:lnTo>
                  <a:lnTo>
                    <a:pt x="962162" y="2114460"/>
                  </a:lnTo>
                  <a:lnTo>
                    <a:pt x="926140" y="2062996"/>
                  </a:lnTo>
                  <a:lnTo>
                    <a:pt x="894667" y="2009429"/>
                  </a:lnTo>
                  <a:lnTo>
                    <a:pt x="867851" y="1954048"/>
                  </a:lnTo>
                  <a:lnTo>
                    <a:pt x="845784" y="1897148"/>
                  </a:lnTo>
                  <a:lnTo>
                    <a:pt x="828543" y="1839026"/>
                  </a:lnTo>
                  <a:lnTo>
                    <a:pt x="816185" y="1779986"/>
                  </a:lnTo>
                  <a:lnTo>
                    <a:pt x="808753" y="1720332"/>
                  </a:lnTo>
                  <a:lnTo>
                    <a:pt x="806273" y="1660370"/>
                  </a:lnTo>
                  <a:lnTo>
                    <a:pt x="803793" y="1720332"/>
                  </a:lnTo>
                  <a:lnTo>
                    <a:pt x="796362" y="1779986"/>
                  </a:lnTo>
                  <a:lnTo>
                    <a:pt x="784004" y="1839026"/>
                  </a:lnTo>
                  <a:lnTo>
                    <a:pt x="766762" y="1897148"/>
                  </a:lnTo>
                  <a:lnTo>
                    <a:pt x="744696" y="1954048"/>
                  </a:lnTo>
                  <a:lnTo>
                    <a:pt x="717880" y="2009429"/>
                  </a:lnTo>
                  <a:lnTo>
                    <a:pt x="686406" y="2062996"/>
                  </a:lnTo>
                  <a:lnTo>
                    <a:pt x="650384" y="2114460"/>
                  </a:lnTo>
                  <a:lnTo>
                    <a:pt x="609937" y="2163537"/>
                  </a:lnTo>
                  <a:lnTo>
                    <a:pt x="565205" y="2209952"/>
                  </a:lnTo>
                  <a:lnTo>
                    <a:pt x="516342" y="2253435"/>
                  </a:lnTo>
                  <a:lnTo>
                    <a:pt x="463518" y="2293727"/>
                  </a:lnTo>
                  <a:lnTo>
                    <a:pt x="406918" y="2330576"/>
                  </a:lnTo>
                  <a:lnTo>
                    <a:pt x="346739" y="2363740"/>
                  </a:lnTo>
                  <a:lnTo>
                    <a:pt x="283193" y="2392991"/>
                  </a:lnTo>
                  <a:lnTo>
                    <a:pt x="216503" y="2418107"/>
                  </a:lnTo>
                  <a:lnTo>
                    <a:pt x="146907" y="2438882"/>
                  </a:lnTo>
                  <a:lnTo>
                    <a:pt x="74653" y="2455122"/>
                  </a:lnTo>
                  <a:lnTo>
                    <a:pt x="0" y="2466644"/>
                  </a:lnTo>
                  <a:lnTo>
                    <a:pt x="11522" y="2391991"/>
                  </a:lnTo>
                  <a:lnTo>
                    <a:pt x="27761" y="2319736"/>
                  </a:lnTo>
                  <a:lnTo>
                    <a:pt x="48537" y="2250140"/>
                  </a:lnTo>
                  <a:lnTo>
                    <a:pt x="73653" y="2183451"/>
                  </a:lnTo>
                  <a:lnTo>
                    <a:pt x="102903" y="2119905"/>
                  </a:lnTo>
                  <a:lnTo>
                    <a:pt x="136068" y="2059726"/>
                  </a:lnTo>
                  <a:lnTo>
                    <a:pt x="172917" y="2003126"/>
                  </a:lnTo>
                  <a:lnTo>
                    <a:pt x="213209" y="1950302"/>
                  </a:lnTo>
                  <a:lnTo>
                    <a:pt x="256692" y="1901439"/>
                  </a:lnTo>
                  <a:lnTo>
                    <a:pt x="303107" y="1856707"/>
                  </a:lnTo>
                  <a:lnTo>
                    <a:pt x="352184" y="1816259"/>
                  </a:lnTo>
                  <a:lnTo>
                    <a:pt x="403648" y="1780237"/>
                  </a:lnTo>
                  <a:lnTo>
                    <a:pt x="457215" y="1748764"/>
                  </a:lnTo>
                  <a:lnTo>
                    <a:pt x="512596" y="1721948"/>
                  </a:lnTo>
                  <a:lnTo>
                    <a:pt x="569496" y="1699882"/>
                  </a:lnTo>
                  <a:lnTo>
                    <a:pt x="627617" y="1682640"/>
                  </a:lnTo>
                  <a:lnTo>
                    <a:pt x="686658" y="1670282"/>
                  </a:lnTo>
                  <a:lnTo>
                    <a:pt x="746312" y="1662850"/>
                  </a:lnTo>
                  <a:lnTo>
                    <a:pt x="806273" y="1660370"/>
                  </a:lnTo>
                  <a:lnTo>
                    <a:pt x="806273" y="1660370"/>
                  </a:lnTo>
                </a:path>
              </a:pathLst>
            </a:custGeom>
            <a:ln w="24933" cap="flat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825643" y="3781736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399" y="2641492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297947" y="2169188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491673" y="4588009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79126" y="4588009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17001" y="1532850"/>
              <a:ext cx="0" cy="2280486"/>
            </a:xfrm>
            <a:custGeom>
              <a:avLst/>
              <a:pathLst>
                <a:path w="0" h="2280486">
                  <a:moveTo>
                    <a:pt x="0" y="2280486"/>
                  </a:moveTo>
                  <a:lnTo>
                    <a:pt x="0" y="2201849"/>
                  </a:lnTo>
                  <a:lnTo>
                    <a:pt x="0" y="2123211"/>
                  </a:lnTo>
                  <a:lnTo>
                    <a:pt x="0" y="2044574"/>
                  </a:lnTo>
                  <a:lnTo>
                    <a:pt x="0" y="1965936"/>
                  </a:lnTo>
                  <a:lnTo>
                    <a:pt x="0" y="1887299"/>
                  </a:lnTo>
                  <a:lnTo>
                    <a:pt x="0" y="1808661"/>
                  </a:lnTo>
                  <a:lnTo>
                    <a:pt x="0" y="1730024"/>
                  </a:lnTo>
                  <a:lnTo>
                    <a:pt x="0" y="1651386"/>
                  </a:lnTo>
                  <a:lnTo>
                    <a:pt x="0" y="1572749"/>
                  </a:lnTo>
                  <a:lnTo>
                    <a:pt x="0" y="1494111"/>
                  </a:lnTo>
                  <a:lnTo>
                    <a:pt x="0" y="1415474"/>
                  </a:lnTo>
                  <a:lnTo>
                    <a:pt x="0" y="1336836"/>
                  </a:lnTo>
                  <a:lnTo>
                    <a:pt x="0" y="1258199"/>
                  </a:lnTo>
                  <a:lnTo>
                    <a:pt x="0" y="1179562"/>
                  </a:lnTo>
                  <a:lnTo>
                    <a:pt x="0" y="1100924"/>
                  </a:lnTo>
                  <a:lnTo>
                    <a:pt x="0" y="1022287"/>
                  </a:lnTo>
                  <a:lnTo>
                    <a:pt x="0" y="943649"/>
                  </a:lnTo>
                  <a:lnTo>
                    <a:pt x="0" y="865012"/>
                  </a:lnTo>
                  <a:lnTo>
                    <a:pt x="0" y="786374"/>
                  </a:lnTo>
                  <a:lnTo>
                    <a:pt x="0" y="707737"/>
                  </a:lnTo>
                  <a:lnTo>
                    <a:pt x="0" y="629099"/>
                  </a:lnTo>
                  <a:lnTo>
                    <a:pt x="0" y="550462"/>
                  </a:lnTo>
                  <a:lnTo>
                    <a:pt x="0" y="471824"/>
                  </a:lnTo>
                  <a:lnTo>
                    <a:pt x="0" y="393187"/>
                  </a:lnTo>
                  <a:lnTo>
                    <a:pt x="0" y="314549"/>
                  </a:lnTo>
                  <a:lnTo>
                    <a:pt x="0" y="235912"/>
                  </a:lnTo>
                  <a:lnTo>
                    <a:pt x="0" y="157274"/>
                  </a:lnTo>
                  <a:lnTo>
                    <a:pt x="0" y="7863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01" y="2200789"/>
              <a:ext cx="1612547" cy="1612547"/>
            </a:xfrm>
            <a:custGeom>
              <a:avLst/>
              <a:pathLst>
                <a:path w="1612547" h="1612547">
                  <a:moveTo>
                    <a:pt x="0" y="1612547"/>
                  </a:moveTo>
                  <a:lnTo>
                    <a:pt x="55605" y="1556942"/>
                  </a:lnTo>
                  <a:lnTo>
                    <a:pt x="111210" y="1501337"/>
                  </a:lnTo>
                  <a:lnTo>
                    <a:pt x="166815" y="1445732"/>
                  </a:lnTo>
                  <a:lnTo>
                    <a:pt x="222420" y="1390127"/>
                  </a:lnTo>
                  <a:lnTo>
                    <a:pt x="278025" y="1334522"/>
                  </a:lnTo>
                  <a:lnTo>
                    <a:pt x="333630" y="1278916"/>
                  </a:lnTo>
                  <a:lnTo>
                    <a:pt x="389235" y="1223311"/>
                  </a:lnTo>
                  <a:lnTo>
                    <a:pt x="444840" y="1167706"/>
                  </a:lnTo>
                  <a:lnTo>
                    <a:pt x="500445" y="1112101"/>
                  </a:lnTo>
                  <a:lnTo>
                    <a:pt x="556050" y="1056496"/>
                  </a:lnTo>
                  <a:lnTo>
                    <a:pt x="611655" y="1000891"/>
                  </a:lnTo>
                  <a:lnTo>
                    <a:pt x="667261" y="945286"/>
                  </a:lnTo>
                  <a:lnTo>
                    <a:pt x="722866" y="889681"/>
                  </a:lnTo>
                  <a:lnTo>
                    <a:pt x="778471" y="834076"/>
                  </a:lnTo>
                  <a:lnTo>
                    <a:pt x="834076" y="778471"/>
                  </a:lnTo>
                  <a:lnTo>
                    <a:pt x="889681" y="722866"/>
                  </a:lnTo>
                  <a:lnTo>
                    <a:pt x="945286" y="667261"/>
                  </a:lnTo>
                  <a:lnTo>
                    <a:pt x="1000891" y="611655"/>
                  </a:lnTo>
                  <a:lnTo>
                    <a:pt x="1056496" y="556050"/>
                  </a:lnTo>
                  <a:lnTo>
                    <a:pt x="1112101" y="500445"/>
                  </a:lnTo>
                  <a:lnTo>
                    <a:pt x="1167706" y="444840"/>
                  </a:lnTo>
                  <a:lnTo>
                    <a:pt x="1223311" y="389235"/>
                  </a:lnTo>
                  <a:lnTo>
                    <a:pt x="1278916" y="333630"/>
                  </a:lnTo>
                  <a:lnTo>
                    <a:pt x="1334522" y="278025"/>
                  </a:lnTo>
                  <a:lnTo>
                    <a:pt x="1390127" y="222420"/>
                  </a:lnTo>
                  <a:lnTo>
                    <a:pt x="1445732" y="166815"/>
                  </a:lnTo>
                  <a:lnTo>
                    <a:pt x="1501337" y="111210"/>
                  </a:lnTo>
                  <a:lnTo>
                    <a:pt x="1556942" y="55605"/>
                  </a:lnTo>
                  <a:lnTo>
                    <a:pt x="1612547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01" y="3813337"/>
              <a:ext cx="2280486" cy="0"/>
            </a:xfrm>
            <a:custGeom>
              <a:avLst/>
              <a:pathLst>
                <a:path w="2280486" h="0">
                  <a:moveTo>
                    <a:pt x="0" y="0"/>
                  </a:moveTo>
                  <a:lnTo>
                    <a:pt x="78637" y="0"/>
                  </a:lnTo>
                  <a:lnTo>
                    <a:pt x="157274" y="0"/>
                  </a:lnTo>
                  <a:lnTo>
                    <a:pt x="235912" y="0"/>
                  </a:lnTo>
                  <a:lnTo>
                    <a:pt x="314549" y="0"/>
                  </a:lnTo>
                  <a:lnTo>
                    <a:pt x="393187" y="0"/>
                  </a:lnTo>
                  <a:lnTo>
                    <a:pt x="471824" y="0"/>
                  </a:lnTo>
                  <a:lnTo>
                    <a:pt x="550462" y="0"/>
                  </a:lnTo>
                  <a:lnTo>
                    <a:pt x="629099" y="0"/>
                  </a:lnTo>
                  <a:lnTo>
                    <a:pt x="707737" y="0"/>
                  </a:lnTo>
                  <a:lnTo>
                    <a:pt x="786374" y="0"/>
                  </a:lnTo>
                  <a:lnTo>
                    <a:pt x="865012" y="0"/>
                  </a:lnTo>
                  <a:lnTo>
                    <a:pt x="943649" y="0"/>
                  </a:lnTo>
                  <a:lnTo>
                    <a:pt x="1022287" y="0"/>
                  </a:lnTo>
                  <a:lnTo>
                    <a:pt x="1100924" y="0"/>
                  </a:lnTo>
                  <a:lnTo>
                    <a:pt x="1179562" y="0"/>
                  </a:lnTo>
                  <a:lnTo>
                    <a:pt x="1258199" y="0"/>
                  </a:lnTo>
                  <a:lnTo>
                    <a:pt x="1336836" y="0"/>
                  </a:lnTo>
                  <a:lnTo>
                    <a:pt x="1415474" y="0"/>
                  </a:lnTo>
                  <a:lnTo>
                    <a:pt x="1494111" y="0"/>
                  </a:lnTo>
                  <a:lnTo>
                    <a:pt x="1572749" y="0"/>
                  </a:lnTo>
                  <a:lnTo>
                    <a:pt x="1651386" y="0"/>
                  </a:lnTo>
                  <a:lnTo>
                    <a:pt x="1730024" y="0"/>
                  </a:lnTo>
                  <a:lnTo>
                    <a:pt x="1808661" y="0"/>
                  </a:lnTo>
                  <a:lnTo>
                    <a:pt x="1887299" y="0"/>
                  </a:lnTo>
                  <a:lnTo>
                    <a:pt x="1965936" y="0"/>
                  </a:lnTo>
                  <a:lnTo>
                    <a:pt x="2044574" y="0"/>
                  </a:lnTo>
                  <a:lnTo>
                    <a:pt x="2123211" y="0"/>
                  </a:lnTo>
                  <a:lnTo>
                    <a:pt x="2201849" y="0"/>
                  </a:lnTo>
                  <a:lnTo>
                    <a:pt x="2280486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01" y="3813337"/>
              <a:ext cx="1612547" cy="1612547"/>
            </a:xfrm>
            <a:custGeom>
              <a:avLst/>
              <a:pathLst>
                <a:path w="1612547" h="1612547">
                  <a:moveTo>
                    <a:pt x="0" y="0"/>
                  </a:moveTo>
                  <a:lnTo>
                    <a:pt x="55605" y="55605"/>
                  </a:lnTo>
                  <a:lnTo>
                    <a:pt x="111210" y="111210"/>
                  </a:lnTo>
                  <a:lnTo>
                    <a:pt x="166815" y="166815"/>
                  </a:lnTo>
                  <a:lnTo>
                    <a:pt x="222420" y="222420"/>
                  </a:lnTo>
                  <a:lnTo>
                    <a:pt x="278025" y="278025"/>
                  </a:lnTo>
                  <a:lnTo>
                    <a:pt x="333630" y="333630"/>
                  </a:lnTo>
                  <a:lnTo>
                    <a:pt x="389235" y="389235"/>
                  </a:lnTo>
                  <a:lnTo>
                    <a:pt x="444840" y="444840"/>
                  </a:lnTo>
                  <a:lnTo>
                    <a:pt x="500445" y="500445"/>
                  </a:lnTo>
                  <a:lnTo>
                    <a:pt x="556050" y="556050"/>
                  </a:lnTo>
                  <a:lnTo>
                    <a:pt x="611655" y="611655"/>
                  </a:lnTo>
                  <a:lnTo>
                    <a:pt x="667261" y="667261"/>
                  </a:lnTo>
                  <a:lnTo>
                    <a:pt x="722866" y="722866"/>
                  </a:lnTo>
                  <a:lnTo>
                    <a:pt x="778471" y="778471"/>
                  </a:lnTo>
                  <a:lnTo>
                    <a:pt x="834076" y="834076"/>
                  </a:lnTo>
                  <a:lnTo>
                    <a:pt x="889681" y="889681"/>
                  </a:lnTo>
                  <a:lnTo>
                    <a:pt x="945286" y="945286"/>
                  </a:lnTo>
                  <a:lnTo>
                    <a:pt x="1000891" y="1000891"/>
                  </a:lnTo>
                  <a:lnTo>
                    <a:pt x="1056496" y="1056496"/>
                  </a:lnTo>
                  <a:lnTo>
                    <a:pt x="1112101" y="1112101"/>
                  </a:lnTo>
                  <a:lnTo>
                    <a:pt x="1167706" y="1167706"/>
                  </a:lnTo>
                  <a:lnTo>
                    <a:pt x="1223311" y="1223311"/>
                  </a:lnTo>
                  <a:lnTo>
                    <a:pt x="1278916" y="1278916"/>
                  </a:lnTo>
                  <a:lnTo>
                    <a:pt x="1334522" y="1334522"/>
                  </a:lnTo>
                  <a:lnTo>
                    <a:pt x="1390127" y="1390127"/>
                  </a:lnTo>
                  <a:lnTo>
                    <a:pt x="1445732" y="1445732"/>
                  </a:lnTo>
                  <a:lnTo>
                    <a:pt x="1501337" y="1501337"/>
                  </a:lnTo>
                  <a:lnTo>
                    <a:pt x="1556942" y="1556942"/>
                  </a:lnTo>
                  <a:lnTo>
                    <a:pt x="1612547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01" y="3813337"/>
              <a:ext cx="0" cy="2280486"/>
            </a:xfrm>
            <a:custGeom>
              <a:avLst/>
              <a:pathLst>
                <a:path w="0" h="2280486">
                  <a:moveTo>
                    <a:pt x="0" y="0"/>
                  </a:moveTo>
                  <a:lnTo>
                    <a:pt x="0" y="78637"/>
                  </a:lnTo>
                  <a:lnTo>
                    <a:pt x="0" y="157274"/>
                  </a:lnTo>
                  <a:lnTo>
                    <a:pt x="0" y="235912"/>
                  </a:lnTo>
                  <a:lnTo>
                    <a:pt x="0" y="314549"/>
                  </a:lnTo>
                  <a:lnTo>
                    <a:pt x="0" y="393187"/>
                  </a:lnTo>
                  <a:lnTo>
                    <a:pt x="0" y="471824"/>
                  </a:lnTo>
                  <a:lnTo>
                    <a:pt x="0" y="550462"/>
                  </a:lnTo>
                  <a:lnTo>
                    <a:pt x="0" y="629099"/>
                  </a:lnTo>
                  <a:lnTo>
                    <a:pt x="0" y="707737"/>
                  </a:lnTo>
                  <a:lnTo>
                    <a:pt x="0" y="786374"/>
                  </a:lnTo>
                  <a:lnTo>
                    <a:pt x="0" y="865012"/>
                  </a:lnTo>
                  <a:lnTo>
                    <a:pt x="0" y="943649"/>
                  </a:lnTo>
                  <a:lnTo>
                    <a:pt x="0" y="1022287"/>
                  </a:lnTo>
                  <a:lnTo>
                    <a:pt x="0" y="1100924"/>
                  </a:lnTo>
                  <a:lnTo>
                    <a:pt x="0" y="1179562"/>
                  </a:lnTo>
                  <a:lnTo>
                    <a:pt x="0" y="1258199"/>
                  </a:lnTo>
                  <a:lnTo>
                    <a:pt x="0" y="1336836"/>
                  </a:lnTo>
                  <a:lnTo>
                    <a:pt x="0" y="1415474"/>
                  </a:lnTo>
                  <a:lnTo>
                    <a:pt x="0" y="1494111"/>
                  </a:lnTo>
                  <a:lnTo>
                    <a:pt x="0" y="1572749"/>
                  </a:lnTo>
                  <a:lnTo>
                    <a:pt x="0" y="1651386"/>
                  </a:lnTo>
                  <a:lnTo>
                    <a:pt x="0" y="1730024"/>
                  </a:lnTo>
                  <a:lnTo>
                    <a:pt x="0" y="1808661"/>
                  </a:lnTo>
                  <a:lnTo>
                    <a:pt x="0" y="1887299"/>
                  </a:lnTo>
                  <a:lnTo>
                    <a:pt x="0" y="1965936"/>
                  </a:lnTo>
                  <a:lnTo>
                    <a:pt x="0" y="2044574"/>
                  </a:lnTo>
                  <a:lnTo>
                    <a:pt x="0" y="2123211"/>
                  </a:lnTo>
                  <a:lnTo>
                    <a:pt x="0" y="2201849"/>
                  </a:lnTo>
                  <a:lnTo>
                    <a:pt x="0" y="2280486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04453" y="3813337"/>
              <a:ext cx="1612547" cy="1612547"/>
            </a:xfrm>
            <a:custGeom>
              <a:avLst/>
              <a:pathLst>
                <a:path w="1612547" h="1612547">
                  <a:moveTo>
                    <a:pt x="1612547" y="0"/>
                  </a:moveTo>
                  <a:lnTo>
                    <a:pt x="1556942" y="55605"/>
                  </a:lnTo>
                  <a:lnTo>
                    <a:pt x="1501337" y="111210"/>
                  </a:lnTo>
                  <a:lnTo>
                    <a:pt x="1445732" y="166815"/>
                  </a:lnTo>
                  <a:lnTo>
                    <a:pt x="1390127" y="222420"/>
                  </a:lnTo>
                  <a:lnTo>
                    <a:pt x="1334522" y="278025"/>
                  </a:lnTo>
                  <a:lnTo>
                    <a:pt x="1278916" y="333630"/>
                  </a:lnTo>
                  <a:lnTo>
                    <a:pt x="1223311" y="389235"/>
                  </a:lnTo>
                  <a:lnTo>
                    <a:pt x="1167706" y="444840"/>
                  </a:lnTo>
                  <a:lnTo>
                    <a:pt x="1112101" y="500445"/>
                  </a:lnTo>
                  <a:lnTo>
                    <a:pt x="1056496" y="556050"/>
                  </a:lnTo>
                  <a:lnTo>
                    <a:pt x="1000891" y="611655"/>
                  </a:lnTo>
                  <a:lnTo>
                    <a:pt x="945286" y="667261"/>
                  </a:lnTo>
                  <a:lnTo>
                    <a:pt x="889681" y="722866"/>
                  </a:lnTo>
                  <a:lnTo>
                    <a:pt x="834076" y="778471"/>
                  </a:lnTo>
                  <a:lnTo>
                    <a:pt x="778471" y="834076"/>
                  </a:lnTo>
                  <a:lnTo>
                    <a:pt x="722866" y="889681"/>
                  </a:lnTo>
                  <a:lnTo>
                    <a:pt x="667261" y="945286"/>
                  </a:lnTo>
                  <a:lnTo>
                    <a:pt x="611655" y="1000891"/>
                  </a:lnTo>
                  <a:lnTo>
                    <a:pt x="556050" y="1056496"/>
                  </a:lnTo>
                  <a:lnTo>
                    <a:pt x="500445" y="1112101"/>
                  </a:lnTo>
                  <a:lnTo>
                    <a:pt x="444840" y="1167706"/>
                  </a:lnTo>
                  <a:lnTo>
                    <a:pt x="389235" y="1223311"/>
                  </a:lnTo>
                  <a:lnTo>
                    <a:pt x="333630" y="1278916"/>
                  </a:lnTo>
                  <a:lnTo>
                    <a:pt x="278025" y="1334522"/>
                  </a:lnTo>
                  <a:lnTo>
                    <a:pt x="222420" y="1390127"/>
                  </a:lnTo>
                  <a:lnTo>
                    <a:pt x="166815" y="1445732"/>
                  </a:lnTo>
                  <a:lnTo>
                    <a:pt x="111210" y="1501337"/>
                  </a:lnTo>
                  <a:lnTo>
                    <a:pt x="55605" y="1556942"/>
                  </a:lnTo>
                  <a:lnTo>
                    <a:pt x="0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36514" y="3813337"/>
              <a:ext cx="2280486" cy="0"/>
            </a:xfrm>
            <a:custGeom>
              <a:avLst/>
              <a:pathLst>
                <a:path w="2280486" h="0">
                  <a:moveTo>
                    <a:pt x="2280486" y="0"/>
                  </a:moveTo>
                  <a:lnTo>
                    <a:pt x="2201849" y="0"/>
                  </a:lnTo>
                  <a:lnTo>
                    <a:pt x="2123211" y="0"/>
                  </a:lnTo>
                  <a:lnTo>
                    <a:pt x="2044574" y="0"/>
                  </a:lnTo>
                  <a:lnTo>
                    <a:pt x="1965936" y="0"/>
                  </a:lnTo>
                  <a:lnTo>
                    <a:pt x="1887299" y="0"/>
                  </a:lnTo>
                  <a:lnTo>
                    <a:pt x="1808661" y="0"/>
                  </a:lnTo>
                  <a:lnTo>
                    <a:pt x="1730024" y="0"/>
                  </a:lnTo>
                  <a:lnTo>
                    <a:pt x="1651386" y="0"/>
                  </a:lnTo>
                  <a:lnTo>
                    <a:pt x="1572749" y="0"/>
                  </a:lnTo>
                  <a:lnTo>
                    <a:pt x="1494111" y="0"/>
                  </a:lnTo>
                  <a:lnTo>
                    <a:pt x="1415474" y="0"/>
                  </a:lnTo>
                  <a:lnTo>
                    <a:pt x="1336836" y="0"/>
                  </a:lnTo>
                  <a:lnTo>
                    <a:pt x="1258199" y="0"/>
                  </a:lnTo>
                  <a:lnTo>
                    <a:pt x="1179562" y="0"/>
                  </a:lnTo>
                  <a:lnTo>
                    <a:pt x="1100924" y="0"/>
                  </a:lnTo>
                  <a:lnTo>
                    <a:pt x="1022287" y="0"/>
                  </a:lnTo>
                  <a:lnTo>
                    <a:pt x="943649" y="0"/>
                  </a:lnTo>
                  <a:lnTo>
                    <a:pt x="865012" y="0"/>
                  </a:lnTo>
                  <a:lnTo>
                    <a:pt x="786374" y="0"/>
                  </a:lnTo>
                  <a:lnTo>
                    <a:pt x="707737" y="0"/>
                  </a:lnTo>
                  <a:lnTo>
                    <a:pt x="629099" y="0"/>
                  </a:lnTo>
                  <a:lnTo>
                    <a:pt x="550462" y="0"/>
                  </a:lnTo>
                  <a:lnTo>
                    <a:pt x="471824" y="0"/>
                  </a:lnTo>
                  <a:lnTo>
                    <a:pt x="393187" y="0"/>
                  </a:lnTo>
                  <a:lnTo>
                    <a:pt x="314549" y="0"/>
                  </a:lnTo>
                  <a:lnTo>
                    <a:pt x="235912" y="0"/>
                  </a:lnTo>
                  <a:lnTo>
                    <a:pt x="157274" y="0"/>
                  </a:lnTo>
                  <a:lnTo>
                    <a:pt x="78637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104453" y="2200789"/>
              <a:ext cx="1612547" cy="1612547"/>
            </a:xfrm>
            <a:custGeom>
              <a:avLst/>
              <a:pathLst>
                <a:path w="1612547" h="1612547">
                  <a:moveTo>
                    <a:pt x="1612547" y="1612547"/>
                  </a:moveTo>
                  <a:lnTo>
                    <a:pt x="1556942" y="1556942"/>
                  </a:lnTo>
                  <a:lnTo>
                    <a:pt x="1501337" y="1501337"/>
                  </a:lnTo>
                  <a:lnTo>
                    <a:pt x="1445732" y="1445732"/>
                  </a:lnTo>
                  <a:lnTo>
                    <a:pt x="1390127" y="1390127"/>
                  </a:lnTo>
                  <a:lnTo>
                    <a:pt x="1334522" y="1334522"/>
                  </a:lnTo>
                  <a:lnTo>
                    <a:pt x="1278916" y="1278916"/>
                  </a:lnTo>
                  <a:lnTo>
                    <a:pt x="1223311" y="1223311"/>
                  </a:lnTo>
                  <a:lnTo>
                    <a:pt x="1167706" y="1167706"/>
                  </a:lnTo>
                  <a:lnTo>
                    <a:pt x="1112101" y="1112101"/>
                  </a:lnTo>
                  <a:lnTo>
                    <a:pt x="1056496" y="1056496"/>
                  </a:lnTo>
                  <a:lnTo>
                    <a:pt x="1000891" y="1000891"/>
                  </a:lnTo>
                  <a:lnTo>
                    <a:pt x="945286" y="945286"/>
                  </a:lnTo>
                  <a:lnTo>
                    <a:pt x="889681" y="889681"/>
                  </a:lnTo>
                  <a:lnTo>
                    <a:pt x="834076" y="834076"/>
                  </a:lnTo>
                  <a:lnTo>
                    <a:pt x="778471" y="778471"/>
                  </a:lnTo>
                  <a:lnTo>
                    <a:pt x="722866" y="722866"/>
                  </a:lnTo>
                  <a:lnTo>
                    <a:pt x="667261" y="667261"/>
                  </a:lnTo>
                  <a:lnTo>
                    <a:pt x="611655" y="611655"/>
                  </a:lnTo>
                  <a:lnTo>
                    <a:pt x="556050" y="556050"/>
                  </a:lnTo>
                  <a:lnTo>
                    <a:pt x="500445" y="500445"/>
                  </a:lnTo>
                  <a:lnTo>
                    <a:pt x="444840" y="444840"/>
                  </a:lnTo>
                  <a:lnTo>
                    <a:pt x="389235" y="389235"/>
                  </a:lnTo>
                  <a:lnTo>
                    <a:pt x="333630" y="333630"/>
                  </a:lnTo>
                  <a:lnTo>
                    <a:pt x="278025" y="278025"/>
                  </a:lnTo>
                  <a:lnTo>
                    <a:pt x="222420" y="222420"/>
                  </a:lnTo>
                  <a:lnTo>
                    <a:pt x="166815" y="166815"/>
                  </a:lnTo>
                  <a:lnTo>
                    <a:pt x="111210" y="111210"/>
                  </a:lnTo>
                  <a:lnTo>
                    <a:pt x="55605" y="55605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585015" y="1206755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97111" y="1958081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174545" y="377246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288045" y="5584362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75949" y="6335794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50852" y="5584362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28507" y="377246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59918" y="1958081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25832" y="2641123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76390" y="150088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2026-03-19T04:05:50Z</dcterms:modified>
  <cp:category/>
</cp:coreProperties>
</file>