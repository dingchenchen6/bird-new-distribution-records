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23059" y="438873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10727" y="2152966"/>
              <a:ext cx="2765006" cy="2890539"/>
            </a:xfrm>
            <a:custGeom>
              <a:avLst/>
              <a:pathLst>
                <a:path w="2765006" h="2890539">
                  <a:moveTo>
                    <a:pt x="1946517" y="1660370"/>
                  </a:moveTo>
                  <a:lnTo>
                    <a:pt x="1944587" y="1594071"/>
                  </a:lnTo>
                  <a:lnTo>
                    <a:pt x="1938807" y="1527996"/>
                  </a:lnTo>
                  <a:lnTo>
                    <a:pt x="1929194" y="1462369"/>
                  </a:lnTo>
                  <a:lnTo>
                    <a:pt x="1915781" y="1397412"/>
                  </a:lnTo>
                  <a:lnTo>
                    <a:pt x="1898614" y="1333345"/>
                  </a:lnTo>
                  <a:lnTo>
                    <a:pt x="1877751" y="1270384"/>
                  </a:lnTo>
                  <a:lnTo>
                    <a:pt x="1853263" y="1208743"/>
                  </a:lnTo>
                  <a:lnTo>
                    <a:pt x="1825232" y="1148630"/>
                  </a:lnTo>
                  <a:lnTo>
                    <a:pt x="1793753" y="1090249"/>
                  </a:lnTo>
                  <a:lnTo>
                    <a:pt x="1758933" y="1033797"/>
                  </a:lnTo>
                  <a:lnTo>
                    <a:pt x="1720889" y="979464"/>
                  </a:lnTo>
                  <a:lnTo>
                    <a:pt x="1679750" y="927436"/>
                  </a:lnTo>
                  <a:lnTo>
                    <a:pt x="1635656" y="877888"/>
                  </a:lnTo>
                  <a:lnTo>
                    <a:pt x="1588756" y="830988"/>
                  </a:lnTo>
                  <a:lnTo>
                    <a:pt x="1539208" y="786893"/>
                  </a:lnTo>
                  <a:lnTo>
                    <a:pt x="1487179" y="745755"/>
                  </a:lnTo>
                  <a:lnTo>
                    <a:pt x="1432847" y="707711"/>
                  </a:lnTo>
                  <a:lnTo>
                    <a:pt x="1376395" y="672891"/>
                  </a:lnTo>
                  <a:lnTo>
                    <a:pt x="1318014" y="641412"/>
                  </a:lnTo>
                  <a:lnTo>
                    <a:pt x="1257901" y="613381"/>
                  </a:lnTo>
                  <a:lnTo>
                    <a:pt x="1196259" y="588892"/>
                  </a:lnTo>
                  <a:lnTo>
                    <a:pt x="1133299" y="568029"/>
                  </a:lnTo>
                  <a:lnTo>
                    <a:pt x="1069231" y="550863"/>
                  </a:lnTo>
                  <a:lnTo>
                    <a:pt x="1004274" y="537450"/>
                  </a:lnTo>
                  <a:lnTo>
                    <a:pt x="938647" y="527837"/>
                  </a:lnTo>
                  <a:lnTo>
                    <a:pt x="872573" y="522056"/>
                  </a:lnTo>
                  <a:lnTo>
                    <a:pt x="806273" y="520127"/>
                  </a:lnTo>
                  <a:lnTo>
                    <a:pt x="848821" y="469058"/>
                  </a:lnTo>
                  <a:lnTo>
                    <a:pt x="895012" y="419638"/>
                  </a:lnTo>
                  <a:lnTo>
                    <a:pt x="944781" y="372064"/>
                  </a:lnTo>
                  <a:lnTo>
                    <a:pt x="998051" y="326526"/>
                  </a:lnTo>
                  <a:lnTo>
                    <a:pt x="1054739" y="283216"/>
                  </a:lnTo>
                  <a:lnTo>
                    <a:pt x="1114752" y="242317"/>
                  </a:lnTo>
                  <a:lnTo>
                    <a:pt x="1177987" y="204011"/>
                  </a:lnTo>
                  <a:lnTo>
                    <a:pt x="1244333" y="168477"/>
                  </a:lnTo>
                  <a:lnTo>
                    <a:pt x="1313670" y="135886"/>
                  </a:lnTo>
                  <a:lnTo>
                    <a:pt x="1385872" y="106406"/>
                  </a:lnTo>
                  <a:lnTo>
                    <a:pt x="1460802" y="80199"/>
                  </a:lnTo>
                  <a:lnTo>
                    <a:pt x="1538315" y="57422"/>
                  </a:lnTo>
                  <a:lnTo>
                    <a:pt x="1618261" y="38225"/>
                  </a:lnTo>
                  <a:lnTo>
                    <a:pt x="1700481" y="22751"/>
                  </a:lnTo>
                  <a:lnTo>
                    <a:pt x="1784809" y="11137"/>
                  </a:lnTo>
                  <a:lnTo>
                    <a:pt x="1871071" y="3512"/>
                  </a:lnTo>
                  <a:lnTo>
                    <a:pt x="1959089" y="0"/>
                  </a:lnTo>
                  <a:lnTo>
                    <a:pt x="2048677" y="713"/>
                  </a:lnTo>
                  <a:lnTo>
                    <a:pt x="2139644" y="5758"/>
                  </a:lnTo>
                  <a:lnTo>
                    <a:pt x="2231792" y="15234"/>
                  </a:lnTo>
                  <a:lnTo>
                    <a:pt x="2324920" y="29228"/>
                  </a:lnTo>
                  <a:lnTo>
                    <a:pt x="2418821" y="47823"/>
                  </a:lnTo>
                  <a:lnTo>
                    <a:pt x="2491358" y="167516"/>
                  </a:lnTo>
                  <a:lnTo>
                    <a:pt x="2555405" y="290013"/>
                  </a:lnTo>
                  <a:lnTo>
                    <a:pt x="2610892" y="414732"/>
                  </a:lnTo>
                  <a:lnTo>
                    <a:pt x="2657789" y="541090"/>
                  </a:lnTo>
                  <a:lnTo>
                    <a:pt x="2696103" y="668511"/>
                  </a:lnTo>
                  <a:lnTo>
                    <a:pt x="2725881" y="796425"/>
                  </a:lnTo>
                  <a:lnTo>
                    <a:pt x="2747206" y="924272"/>
                  </a:lnTo>
                  <a:lnTo>
                    <a:pt x="2760196" y="1051504"/>
                  </a:lnTo>
                  <a:lnTo>
                    <a:pt x="2765006" y="1177586"/>
                  </a:lnTo>
                  <a:lnTo>
                    <a:pt x="2761824" y="1302002"/>
                  </a:lnTo>
                  <a:lnTo>
                    <a:pt x="2750870" y="1424254"/>
                  </a:lnTo>
                  <a:lnTo>
                    <a:pt x="2732395" y="1543862"/>
                  </a:lnTo>
                  <a:lnTo>
                    <a:pt x="2706679" y="1660370"/>
                  </a:lnTo>
                  <a:lnTo>
                    <a:pt x="2674028" y="1773349"/>
                  </a:lnTo>
                  <a:lnTo>
                    <a:pt x="2634775" y="1882391"/>
                  </a:lnTo>
                  <a:lnTo>
                    <a:pt x="2589276" y="1987118"/>
                  </a:lnTo>
                  <a:lnTo>
                    <a:pt x="2537907" y="2087180"/>
                  </a:lnTo>
                  <a:lnTo>
                    <a:pt x="2481064" y="2182256"/>
                  </a:lnTo>
                  <a:lnTo>
                    <a:pt x="2419161" y="2272058"/>
                  </a:lnTo>
                  <a:lnTo>
                    <a:pt x="2352624" y="2356327"/>
                  </a:lnTo>
                  <a:lnTo>
                    <a:pt x="2281894" y="2434836"/>
                  </a:lnTo>
                  <a:lnTo>
                    <a:pt x="2207420" y="2507393"/>
                  </a:lnTo>
                  <a:lnTo>
                    <a:pt x="2129660" y="2573839"/>
                  </a:lnTo>
                  <a:lnTo>
                    <a:pt x="2049077" y="2634045"/>
                  </a:lnTo>
                  <a:lnTo>
                    <a:pt x="1966137" y="2687920"/>
                  </a:lnTo>
                  <a:lnTo>
                    <a:pt x="1881305" y="2735402"/>
                  </a:lnTo>
                  <a:lnTo>
                    <a:pt x="1795047" y="2776465"/>
                  </a:lnTo>
                  <a:lnTo>
                    <a:pt x="1707824" y="2811115"/>
                  </a:lnTo>
                  <a:lnTo>
                    <a:pt x="1620090" y="2839388"/>
                  </a:lnTo>
                  <a:lnTo>
                    <a:pt x="1532293" y="2861354"/>
                  </a:lnTo>
                  <a:lnTo>
                    <a:pt x="1444868" y="2877110"/>
                  </a:lnTo>
                  <a:lnTo>
                    <a:pt x="1358238" y="2886787"/>
                  </a:lnTo>
                  <a:lnTo>
                    <a:pt x="1272815" y="2890539"/>
                  </a:lnTo>
                  <a:lnTo>
                    <a:pt x="1188990" y="2888550"/>
                  </a:lnTo>
                  <a:lnTo>
                    <a:pt x="1107139" y="2881030"/>
                  </a:lnTo>
                  <a:lnTo>
                    <a:pt x="1027618" y="2868211"/>
                  </a:lnTo>
                  <a:lnTo>
                    <a:pt x="950763" y="2850348"/>
                  </a:lnTo>
                  <a:lnTo>
                    <a:pt x="876885" y="2827717"/>
                  </a:lnTo>
                  <a:lnTo>
                    <a:pt x="806273" y="2800614"/>
                  </a:lnTo>
                  <a:lnTo>
                    <a:pt x="739192" y="2769350"/>
                  </a:lnTo>
                  <a:lnTo>
                    <a:pt x="675880" y="2734252"/>
                  </a:lnTo>
                  <a:lnTo>
                    <a:pt x="616549" y="2695662"/>
                  </a:lnTo>
                  <a:lnTo>
                    <a:pt x="561383" y="2653931"/>
                  </a:lnTo>
                  <a:lnTo>
                    <a:pt x="510538" y="2609419"/>
                  </a:lnTo>
                  <a:lnTo>
                    <a:pt x="464143" y="2562494"/>
                  </a:lnTo>
                  <a:lnTo>
                    <a:pt x="422298" y="2513530"/>
                  </a:lnTo>
                  <a:lnTo>
                    <a:pt x="385073" y="2462901"/>
                  </a:lnTo>
                  <a:lnTo>
                    <a:pt x="352511" y="2410985"/>
                  </a:lnTo>
                  <a:lnTo>
                    <a:pt x="324626" y="2358156"/>
                  </a:lnTo>
                  <a:lnTo>
                    <a:pt x="301405" y="2304787"/>
                  </a:lnTo>
                  <a:lnTo>
                    <a:pt x="282805" y="2251244"/>
                  </a:lnTo>
                  <a:lnTo>
                    <a:pt x="268757" y="2197886"/>
                  </a:lnTo>
                  <a:lnTo>
                    <a:pt x="259168" y="2145064"/>
                  </a:lnTo>
                  <a:lnTo>
                    <a:pt x="253916" y="2093115"/>
                  </a:lnTo>
                  <a:lnTo>
                    <a:pt x="252857" y="2042366"/>
                  </a:lnTo>
                  <a:lnTo>
                    <a:pt x="255823" y="1993129"/>
                  </a:lnTo>
                  <a:lnTo>
                    <a:pt x="262623" y="1945700"/>
                  </a:lnTo>
                  <a:lnTo>
                    <a:pt x="273049" y="1900355"/>
                  </a:lnTo>
                  <a:lnTo>
                    <a:pt x="286869" y="1857355"/>
                  </a:lnTo>
                  <a:lnTo>
                    <a:pt x="303836" y="1816936"/>
                  </a:lnTo>
                  <a:lnTo>
                    <a:pt x="323687" y="1779317"/>
                  </a:lnTo>
                  <a:lnTo>
                    <a:pt x="346144" y="1744692"/>
                  </a:lnTo>
                  <a:lnTo>
                    <a:pt x="370916" y="1713232"/>
                  </a:lnTo>
                  <a:lnTo>
                    <a:pt x="397702" y="1685084"/>
                  </a:lnTo>
                  <a:lnTo>
                    <a:pt x="426192" y="1660370"/>
                  </a:lnTo>
                  <a:lnTo>
                    <a:pt x="456069" y="1639187"/>
                  </a:lnTo>
                  <a:lnTo>
                    <a:pt x="487011" y="1621605"/>
                  </a:lnTo>
                  <a:lnTo>
                    <a:pt x="518692" y="1607669"/>
                  </a:lnTo>
                  <a:lnTo>
                    <a:pt x="550786" y="1597399"/>
                  </a:lnTo>
                  <a:lnTo>
                    <a:pt x="582968" y="1590786"/>
                  </a:lnTo>
                  <a:lnTo>
                    <a:pt x="614914" y="1587797"/>
                  </a:lnTo>
                  <a:lnTo>
                    <a:pt x="646306" y="1588375"/>
                  </a:lnTo>
                  <a:lnTo>
                    <a:pt x="676833" y="1592435"/>
                  </a:lnTo>
                  <a:lnTo>
                    <a:pt x="706191" y="1599869"/>
                  </a:lnTo>
                  <a:lnTo>
                    <a:pt x="734088" y="1610545"/>
                  </a:lnTo>
                  <a:lnTo>
                    <a:pt x="760243" y="1624308"/>
                  </a:lnTo>
                  <a:lnTo>
                    <a:pt x="784389" y="1640983"/>
                  </a:lnTo>
                  <a:lnTo>
                    <a:pt x="806273" y="1660370"/>
                  </a:lnTo>
                  <a:lnTo>
                    <a:pt x="808753" y="1720332"/>
                  </a:lnTo>
                  <a:lnTo>
                    <a:pt x="816185" y="1779986"/>
                  </a:lnTo>
                  <a:lnTo>
                    <a:pt x="828543" y="1839026"/>
                  </a:lnTo>
                  <a:lnTo>
                    <a:pt x="845784" y="1897148"/>
                  </a:lnTo>
                  <a:lnTo>
                    <a:pt x="867851" y="1954048"/>
                  </a:lnTo>
                  <a:lnTo>
                    <a:pt x="894667" y="2009429"/>
                  </a:lnTo>
                  <a:lnTo>
                    <a:pt x="926140" y="2062996"/>
                  </a:lnTo>
                  <a:lnTo>
                    <a:pt x="962162" y="2114460"/>
                  </a:lnTo>
                  <a:lnTo>
                    <a:pt x="1002609" y="2163537"/>
                  </a:lnTo>
                  <a:lnTo>
                    <a:pt x="1047342" y="2209952"/>
                  </a:lnTo>
                  <a:lnTo>
                    <a:pt x="1096205" y="2253435"/>
                  </a:lnTo>
                  <a:lnTo>
                    <a:pt x="1149029" y="2293727"/>
                  </a:lnTo>
                  <a:lnTo>
                    <a:pt x="1205629" y="2330576"/>
                  </a:lnTo>
                  <a:lnTo>
                    <a:pt x="1265808" y="2363740"/>
                  </a:lnTo>
                  <a:lnTo>
                    <a:pt x="1329354" y="2392991"/>
                  </a:lnTo>
                  <a:lnTo>
                    <a:pt x="1396043" y="2418107"/>
                  </a:lnTo>
                  <a:lnTo>
                    <a:pt x="1465639" y="2438882"/>
                  </a:lnTo>
                  <a:lnTo>
                    <a:pt x="1537893" y="2455122"/>
                  </a:lnTo>
                  <a:lnTo>
                    <a:pt x="1612547" y="2466644"/>
                  </a:lnTo>
                  <a:lnTo>
                    <a:pt x="1564302" y="2512161"/>
                  </a:lnTo>
                  <a:lnTo>
                    <a:pt x="1513493" y="2554795"/>
                  </a:lnTo>
                  <a:lnTo>
                    <a:pt x="1460290" y="2594403"/>
                  </a:lnTo>
                  <a:lnTo>
                    <a:pt x="1404874" y="2630851"/>
                  </a:lnTo>
                  <a:lnTo>
                    <a:pt x="1347433" y="2664014"/>
                  </a:lnTo>
                  <a:lnTo>
                    <a:pt x="1288161" y="2693782"/>
                  </a:lnTo>
                  <a:lnTo>
                    <a:pt x="1227258" y="2720053"/>
                  </a:lnTo>
                  <a:lnTo>
                    <a:pt x="1164931" y="2742738"/>
                  </a:lnTo>
                  <a:lnTo>
                    <a:pt x="1101390" y="2761761"/>
                  </a:lnTo>
                  <a:lnTo>
                    <a:pt x="1036850" y="2777057"/>
                  </a:lnTo>
                  <a:lnTo>
                    <a:pt x="971531" y="2788575"/>
                  </a:lnTo>
                  <a:lnTo>
                    <a:pt x="905652" y="2796275"/>
                  </a:lnTo>
                  <a:lnTo>
                    <a:pt x="839437" y="2800131"/>
                  </a:lnTo>
                  <a:lnTo>
                    <a:pt x="773110" y="2800131"/>
                  </a:lnTo>
                  <a:lnTo>
                    <a:pt x="706895" y="2796275"/>
                  </a:lnTo>
                  <a:lnTo>
                    <a:pt x="641016" y="2788575"/>
                  </a:lnTo>
                  <a:lnTo>
                    <a:pt x="575696" y="2777057"/>
                  </a:lnTo>
                  <a:lnTo>
                    <a:pt x="511157" y="2761761"/>
                  </a:lnTo>
                  <a:lnTo>
                    <a:pt x="447616" y="2742738"/>
                  </a:lnTo>
                  <a:lnTo>
                    <a:pt x="385288" y="2720053"/>
                  </a:lnTo>
                  <a:lnTo>
                    <a:pt x="324386" y="2693782"/>
                  </a:lnTo>
                  <a:lnTo>
                    <a:pt x="265113" y="2664014"/>
                  </a:lnTo>
                  <a:lnTo>
                    <a:pt x="207672" y="2630851"/>
                  </a:lnTo>
                  <a:lnTo>
                    <a:pt x="152257" y="2594403"/>
                  </a:lnTo>
                  <a:lnTo>
                    <a:pt x="99054" y="2554795"/>
                  </a:lnTo>
                  <a:lnTo>
                    <a:pt x="48244" y="2512161"/>
                  </a:lnTo>
                  <a:lnTo>
                    <a:pt x="0" y="2466644"/>
                  </a:lnTo>
                  <a:lnTo>
                    <a:pt x="11522" y="2391991"/>
                  </a:lnTo>
                  <a:lnTo>
                    <a:pt x="27761" y="2319736"/>
                  </a:lnTo>
                  <a:lnTo>
                    <a:pt x="48537" y="2250140"/>
                  </a:lnTo>
                  <a:lnTo>
                    <a:pt x="73653" y="2183451"/>
                  </a:lnTo>
                  <a:lnTo>
                    <a:pt x="102903" y="2119905"/>
                  </a:lnTo>
                  <a:lnTo>
                    <a:pt x="136068" y="2059726"/>
                  </a:lnTo>
                  <a:lnTo>
                    <a:pt x="172917" y="2003126"/>
                  </a:lnTo>
                  <a:lnTo>
                    <a:pt x="213209" y="1950302"/>
                  </a:lnTo>
                  <a:lnTo>
                    <a:pt x="256692" y="1901439"/>
                  </a:lnTo>
                  <a:lnTo>
                    <a:pt x="303107" y="1856707"/>
                  </a:lnTo>
                  <a:lnTo>
                    <a:pt x="352184" y="1816259"/>
                  </a:lnTo>
                  <a:lnTo>
                    <a:pt x="403648" y="1780237"/>
                  </a:lnTo>
                  <a:lnTo>
                    <a:pt x="457215" y="1748764"/>
                  </a:lnTo>
                  <a:lnTo>
                    <a:pt x="512596" y="1721948"/>
                  </a:lnTo>
                  <a:lnTo>
                    <a:pt x="569496" y="1699882"/>
                  </a:lnTo>
                  <a:lnTo>
                    <a:pt x="627617" y="1682640"/>
                  </a:lnTo>
                  <a:lnTo>
                    <a:pt x="686658" y="1670282"/>
                  </a:lnTo>
                  <a:lnTo>
                    <a:pt x="746312" y="1662850"/>
                  </a:lnTo>
                  <a:lnTo>
                    <a:pt x="806273" y="1660370"/>
                  </a:lnTo>
                  <a:lnTo>
                    <a:pt x="772880" y="1663465"/>
                  </a:lnTo>
                  <a:lnTo>
                    <a:pt x="740342" y="1672695"/>
                  </a:lnTo>
                  <a:lnTo>
                    <a:pt x="709504" y="1687904"/>
                  </a:lnTo>
                  <a:lnTo>
                    <a:pt x="681186" y="1708830"/>
                  </a:lnTo>
                  <a:lnTo>
                    <a:pt x="656170" y="1735113"/>
                  </a:lnTo>
                  <a:lnTo>
                    <a:pt x="635193" y="1766299"/>
                  </a:lnTo>
                  <a:lnTo>
                    <a:pt x="618934" y="1801843"/>
                  </a:lnTo>
                  <a:lnTo>
                    <a:pt x="608003" y="1841118"/>
                  </a:lnTo>
                  <a:lnTo>
                    <a:pt x="602932" y="1883425"/>
                  </a:lnTo>
                  <a:lnTo>
                    <a:pt x="604170" y="1927998"/>
                  </a:lnTo>
                  <a:lnTo>
                    <a:pt x="612071" y="1974017"/>
                  </a:lnTo>
                  <a:lnTo>
                    <a:pt x="626891" y="2020619"/>
                  </a:lnTo>
                  <a:lnTo>
                    <a:pt x="648781" y="2066905"/>
                  </a:lnTo>
                  <a:lnTo>
                    <a:pt x="677785" y="2111959"/>
                  </a:lnTo>
                  <a:lnTo>
                    <a:pt x="713838" y="2154854"/>
                  </a:lnTo>
                  <a:lnTo>
                    <a:pt x="756763" y="2194667"/>
                  </a:lnTo>
                  <a:lnTo>
                    <a:pt x="806273" y="2230492"/>
                  </a:lnTo>
                  <a:lnTo>
                    <a:pt x="861972" y="2261454"/>
                  </a:lnTo>
                  <a:lnTo>
                    <a:pt x="923357" y="2286716"/>
                  </a:lnTo>
                  <a:lnTo>
                    <a:pt x="989828" y="2305497"/>
                  </a:lnTo>
                  <a:lnTo>
                    <a:pt x="1060684" y="2317081"/>
                  </a:lnTo>
                  <a:lnTo>
                    <a:pt x="1135141" y="2320826"/>
                  </a:lnTo>
                  <a:lnTo>
                    <a:pt x="1212332" y="2316178"/>
                  </a:lnTo>
                  <a:lnTo>
                    <a:pt x="1291320" y="2302677"/>
                  </a:lnTo>
                  <a:lnTo>
                    <a:pt x="1371109" y="2279966"/>
                  </a:lnTo>
                  <a:lnTo>
                    <a:pt x="1450653" y="2247800"/>
                  </a:lnTo>
                  <a:lnTo>
                    <a:pt x="1528868" y="2206048"/>
                  </a:lnTo>
                  <a:lnTo>
                    <a:pt x="1604647" y="2154703"/>
                  </a:lnTo>
                  <a:lnTo>
                    <a:pt x="1676874" y="2093878"/>
                  </a:lnTo>
                  <a:lnTo>
                    <a:pt x="1744431" y="2023815"/>
                  </a:lnTo>
                  <a:lnTo>
                    <a:pt x="1806219" y="1944880"/>
                  </a:lnTo>
                  <a:lnTo>
                    <a:pt x="1861171" y="1857565"/>
                  </a:lnTo>
                  <a:lnTo>
                    <a:pt x="1908259" y="176248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10727" y="2152966"/>
              <a:ext cx="2466644" cy="2466644"/>
            </a:xfrm>
            <a:custGeom>
              <a:avLst/>
              <a:pathLst>
                <a:path w="2466644" h="2466644">
                  <a:moveTo>
                    <a:pt x="806273" y="520127"/>
                  </a:moveTo>
                  <a:lnTo>
                    <a:pt x="848821" y="469058"/>
                  </a:lnTo>
                  <a:lnTo>
                    <a:pt x="895012" y="419638"/>
                  </a:lnTo>
                  <a:lnTo>
                    <a:pt x="944781" y="372064"/>
                  </a:lnTo>
                  <a:lnTo>
                    <a:pt x="998051" y="326526"/>
                  </a:lnTo>
                  <a:lnTo>
                    <a:pt x="1054739" y="283216"/>
                  </a:lnTo>
                  <a:lnTo>
                    <a:pt x="1114752" y="242317"/>
                  </a:lnTo>
                  <a:lnTo>
                    <a:pt x="1177987" y="204011"/>
                  </a:lnTo>
                  <a:lnTo>
                    <a:pt x="1244333" y="168477"/>
                  </a:lnTo>
                  <a:lnTo>
                    <a:pt x="1313670" y="135886"/>
                  </a:lnTo>
                  <a:lnTo>
                    <a:pt x="1385872" y="106406"/>
                  </a:lnTo>
                  <a:lnTo>
                    <a:pt x="1460802" y="80199"/>
                  </a:lnTo>
                  <a:lnTo>
                    <a:pt x="1538315" y="57422"/>
                  </a:lnTo>
                  <a:lnTo>
                    <a:pt x="1618261" y="38225"/>
                  </a:lnTo>
                  <a:lnTo>
                    <a:pt x="1700481" y="22751"/>
                  </a:lnTo>
                  <a:lnTo>
                    <a:pt x="1784809" y="11137"/>
                  </a:lnTo>
                  <a:lnTo>
                    <a:pt x="1871071" y="3512"/>
                  </a:lnTo>
                  <a:lnTo>
                    <a:pt x="1959089" y="0"/>
                  </a:lnTo>
                  <a:lnTo>
                    <a:pt x="2048677" y="713"/>
                  </a:lnTo>
                  <a:lnTo>
                    <a:pt x="2139644" y="5758"/>
                  </a:lnTo>
                  <a:lnTo>
                    <a:pt x="2231792" y="15234"/>
                  </a:lnTo>
                  <a:lnTo>
                    <a:pt x="2324920" y="29228"/>
                  </a:lnTo>
                  <a:lnTo>
                    <a:pt x="2418821" y="47823"/>
                  </a:lnTo>
                  <a:lnTo>
                    <a:pt x="2437415" y="141723"/>
                  </a:lnTo>
                  <a:lnTo>
                    <a:pt x="2451410" y="234851"/>
                  </a:lnTo>
                  <a:lnTo>
                    <a:pt x="2460886" y="327000"/>
                  </a:lnTo>
                  <a:lnTo>
                    <a:pt x="2465931" y="417966"/>
                  </a:lnTo>
                  <a:lnTo>
                    <a:pt x="2466644" y="507554"/>
                  </a:lnTo>
                  <a:lnTo>
                    <a:pt x="2463131" y="595572"/>
                  </a:lnTo>
                  <a:lnTo>
                    <a:pt x="2455507" y="681835"/>
                  </a:lnTo>
                  <a:lnTo>
                    <a:pt x="2443893" y="766162"/>
                  </a:lnTo>
                  <a:lnTo>
                    <a:pt x="2428419" y="848382"/>
                  </a:lnTo>
                  <a:lnTo>
                    <a:pt x="2409221" y="928329"/>
                  </a:lnTo>
                  <a:lnTo>
                    <a:pt x="2386444" y="1005842"/>
                  </a:lnTo>
                  <a:lnTo>
                    <a:pt x="2360238" y="1080772"/>
                  </a:lnTo>
                  <a:lnTo>
                    <a:pt x="2330758" y="1152973"/>
                  </a:lnTo>
                  <a:lnTo>
                    <a:pt x="2298167" y="1222311"/>
                  </a:lnTo>
                  <a:lnTo>
                    <a:pt x="2262632" y="1288657"/>
                  </a:lnTo>
                  <a:lnTo>
                    <a:pt x="2224327" y="1351892"/>
                  </a:lnTo>
                  <a:lnTo>
                    <a:pt x="2183428" y="1411904"/>
                  </a:lnTo>
                  <a:lnTo>
                    <a:pt x="2140117" y="1468593"/>
                  </a:lnTo>
                  <a:lnTo>
                    <a:pt x="2094580" y="1521863"/>
                  </a:lnTo>
                  <a:lnTo>
                    <a:pt x="2047006" y="1571632"/>
                  </a:lnTo>
                  <a:lnTo>
                    <a:pt x="1997586" y="1617823"/>
                  </a:lnTo>
                  <a:lnTo>
                    <a:pt x="1946517" y="1660370"/>
                  </a:lnTo>
                  <a:lnTo>
                    <a:pt x="1944436" y="1729217"/>
                  </a:lnTo>
                  <a:lnTo>
                    <a:pt x="1938203" y="1797812"/>
                  </a:lnTo>
                  <a:lnTo>
                    <a:pt x="1927839" y="1865905"/>
                  </a:lnTo>
                  <a:lnTo>
                    <a:pt x="1913383" y="1933249"/>
                  </a:lnTo>
                  <a:lnTo>
                    <a:pt x="1894887" y="1999596"/>
                  </a:lnTo>
                  <a:lnTo>
                    <a:pt x="1872419" y="2064706"/>
                  </a:lnTo>
                  <a:lnTo>
                    <a:pt x="1846061" y="2128341"/>
                  </a:lnTo>
                  <a:lnTo>
                    <a:pt x="1815909" y="2190268"/>
                  </a:lnTo>
                  <a:lnTo>
                    <a:pt x="1782072" y="2250261"/>
                  </a:lnTo>
                  <a:lnTo>
                    <a:pt x="1744675" y="2308102"/>
                  </a:lnTo>
                  <a:lnTo>
                    <a:pt x="1703854" y="2363580"/>
                  </a:lnTo>
                  <a:lnTo>
                    <a:pt x="1659758" y="2416492"/>
                  </a:lnTo>
                  <a:lnTo>
                    <a:pt x="1612547" y="2466644"/>
                  </a:lnTo>
                  <a:lnTo>
                    <a:pt x="1537893" y="2455122"/>
                  </a:lnTo>
                  <a:lnTo>
                    <a:pt x="1465639" y="2438882"/>
                  </a:lnTo>
                  <a:lnTo>
                    <a:pt x="1396043" y="2418107"/>
                  </a:lnTo>
                  <a:lnTo>
                    <a:pt x="1329354" y="2392991"/>
                  </a:lnTo>
                  <a:lnTo>
                    <a:pt x="1265808" y="2363740"/>
                  </a:lnTo>
                  <a:lnTo>
                    <a:pt x="1205629" y="2330576"/>
                  </a:lnTo>
                  <a:lnTo>
                    <a:pt x="1149029" y="2293727"/>
                  </a:lnTo>
                  <a:lnTo>
                    <a:pt x="1096205" y="2253435"/>
                  </a:lnTo>
                  <a:lnTo>
                    <a:pt x="1047342" y="2209952"/>
                  </a:lnTo>
                  <a:lnTo>
                    <a:pt x="1002609" y="2163537"/>
                  </a:lnTo>
                  <a:lnTo>
                    <a:pt x="962162" y="2114460"/>
                  </a:lnTo>
                  <a:lnTo>
                    <a:pt x="926140" y="2062996"/>
                  </a:lnTo>
                  <a:lnTo>
                    <a:pt x="894667" y="2009429"/>
                  </a:lnTo>
                  <a:lnTo>
                    <a:pt x="867851" y="1954048"/>
                  </a:lnTo>
                  <a:lnTo>
                    <a:pt x="845784" y="1897148"/>
                  </a:lnTo>
                  <a:lnTo>
                    <a:pt x="828543" y="1839026"/>
                  </a:lnTo>
                  <a:lnTo>
                    <a:pt x="816185" y="1779986"/>
                  </a:lnTo>
                  <a:lnTo>
                    <a:pt x="808753" y="1720332"/>
                  </a:lnTo>
                  <a:lnTo>
                    <a:pt x="806273" y="1660370"/>
                  </a:lnTo>
                  <a:lnTo>
                    <a:pt x="803793" y="1720332"/>
                  </a:lnTo>
                  <a:lnTo>
                    <a:pt x="796362" y="1779986"/>
                  </a:lnTo>
                  <a:lnTo>
                    <a:pt x="784004" y="1839026"/>
                  </a:lnTo>
                  <a:lnTo>
                    <a:pt x="766762" y="1897148"/>
                  </a:lnTo>
                  <a:lnTo>
                    <a:pt x="744696" y="1954048"/>
                  </a:lnTo>
                  <a:lnTo>
                    <a:pt x="717880" y="2009429"/>
                  </a:lnTo>
                  <a:lnTo>
                    <a:pt x="686406" y="2062996"/>
                  </a:lnTo>
                  <a:lnTo>
                    <a:pt x="650384" y="2114460"/>
                  </a:lnTo>
                  <a:lnTo>
                    <a:pt x="609937" y="2163537"/>
                  </a:lnTo>
                  <a:lnTo>
                    <a:pt x="565205" y="2209952"/>
                  </a:lnTo>
                  <a:lnTo>
                    <a:pt x="516342" y="2253435"/>
                  </a:lnTo>
                  <a:lnTo>
                    <a:pt x="463518" y="2293727"/>
                  </a:lnTo>
                  <a:lnTo>
                    <a:pt x="406918" y="2330576"/>
                  </a:lnTo>
                  <a:lnTo>
                    <a:pt x="346739" y="2363740"/>
                  </a:lnTo>
                  <a:lnTo>
                    <a:pt x="283193" y="2392991"/>
                  </a:lnTo>
                  <a:lnTo>
                    <a:pt x="216503" y="2418107"/>
                  </a:lnTo>
                  <a:lnTo>
                    <a:pt x="146907" y="2438882"/>
                  </a:lnTo>
                  <a:lnTo>
                    <a:pt x="74653" y="2455122"/>
                  </a:lnTo>
                  <a:lnTo>
                    <a:pt x="0" y="2466644"/>
                  </a:lnTo>
                  <a:lnTo>
                    <a:pt x="11522" y="2391991"/>
                  </a:lnTo>
                  <a:lnTo>
                    <a:pt x="27761" y="2319736"/>
                  </a:lnTo>
                  <a:lnTo>
                    <a:pt x="48537" y="2250140"/>
                  </a:lnTo>
                  <a:lnTo>
                    <a:pt x="73653" y="2183451"/>
                  </a:lnTo>
                  <a:lnTo>
                    <a:pt x="102903" y="2119905"/>
                  </a:lnTo>
                  <a:lnTo>
                    <a:pt x="136068" y="2059726"/>
                  </a:lnTo>
                  <a:lnTo>
                    <a:pt x="172917" y="2003126"/>
                  </a:lnTo>
                  <a:lnTo>
                    <a:pt x="213209" y="1950302"/>
                  </a:lnTo>
                  <a:lnTo>
                    <a:pt x="256692" y="1901439"/>
                  </a:lnTo>
                  <a:lnTo>
                    <a:pt x="303107" y="1856707"/>
                  </a:lnTo>
                  <a:lnTo>
                    <a:pt x="352184" y="1816259"/>
                  </a:lnTo>
                  <a:lnTo>
                    <a:pt x="403648" y="1780237"/>
                  </a:lnTo>
                  <a:lnTo>
                    <a:pt x="457215" y="1748764"/>
                  </a:lnTo>
                  <a:lnTo>
                    <a:pt x="512596" y="1721948"/>
                  </a:lnTo>
                  <a:lnTo>
                    <a:pt x="569496" y="1699882"/>
                  </a:lnTo>
                  <a:lnTo>
                    <a:pt x="627617" y="1682640"/>
                  </a:lnTo>
                  <a:lnTo>
                    <a:pt x="686658" y="1670282"/>
                  </a:lnTo>
                  <a:lnTo>
                    <a:pt x="746312" y="1662850"/>
                  </a:lnTo>
                  <a:lnTo>
                    <a:pt x="806273" y="1660370"/>
                  </a:lnTo>
                  <a:lnTo>
                    <a:pt x="806273" y="1660370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825643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491673" y="458800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79126" y="458800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2026-03-18T22:01:56Z</dcterms:modified>
  <cp:category/>
</cp:coreProperties>
</file>