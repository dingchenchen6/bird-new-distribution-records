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050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74657"/>
              <a:ext cx="9004821" cy="59137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4045" y="69589"/>
              <a:ext cx="8632407" cy="8050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26286" y="416368"/>
              <a:ext cx="987925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45005" y="912614"/>
              <a:ext cx="5750487" cy="5750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20249" y="1200139"/>
              <a:ext cx="0" cy="2587719"/>
            </a:xfrm>
            <a:custGeom>
              <a:avLst/>
              <a:pathLst>
                <a:path w="0" h="2587719">
                  <a:moveTo>
                    <a:pt x="0" y="2587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0249" y="1958064"/>
              <a:ext cx="1829794" cy="1829794"/>
            </a:xfrm>
            <a:custGeom>
              <a:avLst/>
              <a:pathLst>
                <a:path w="1829794" h="1829794">
                  <a:moveTo>
                    <a:pt x="0" y="1829794"/>
                  </a:moveTo>
                  <a:lnTo>
                    <a:pt x="1829794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20249" y="3787858"/>
              <a:ext cx="2587719" cy="0"/>
            </a:xfrm>
            <a:custGeom>
              <a:avLst/>
              <a:pathLst>
                <a:path w="2587719" h="0">
                  <a:moveTo>
                    <a:pt x="0" y="0"/>
                  </a:moveTo>
                  <a:lnTo>
                    <a:pt x="2587719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20249" y="3787858"/>
              <a:ext cx="1829794" cy="1829794"/>
            </a:xfrm>
            <a:custGeom>
              <a:avLst/>
              <a:pathLst>
                <a:path w="1829794" h="1829794">
                  <a:moveTo>
                    <a:pt x="0" y="0"/>
                  </a:moveTo>
                  <a:lnTo>
                    <a:pt x="1829794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20249" y="3787858"/>
              <a:ext cx="0" cy="2587719"/>
            </a:xfrm>
            <a:custGeom>
              <a:avLst/>
              <a:pathLst>
                <a:path w="0" h="2587719">
                  <a:moveTo>
                    <a:pt x="0" y="0"/>
                  </a:moveTo>
                  <a:lnTo>
                    <a:pt x="0" y="2587719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0455" y="3787858"/>
              <a:ext cx="1829794" cy="1829794"/>
            </a:xfrm>
            <a:custGeom>
              <a:avLst/>
              <a:pathLst>
                <a:path w="1829794" h="1829794">
                  <a:moveTo>
                    <a:pt x="1829794" y="0"/>
                  </a:moveTo>
                  <a:lnTo>
                    <a:pt x="0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2529" y="3787858"/>
              <a:ext cx="2587719" cy="0"/>
            </a:xfrm>
            <a:custGeom>
              <a:avLst/>
              <a:pathLst>
                <a:path w="2587719" h="0">
                  <a:moveTo>
                    <a:pt x="2587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0455" y="1958064"/>
              <a:ext cx="1829794" cy="1829794"/>
            </a:xfrm>
            <a:custGeom>
              <a:avLst/>
              <a:pathLst>
                <a:path w="1829794" h="1829794">
                  <a:moveTo>
                    <a:pt x="1829794" y="182979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0296" y="2637761"/>
              <a:ext cx="2299905" cy="2299616"/>
            </a:xfrm>
            <a:custGeom>
              <a:avLst/>
              <a:pathLst>
                <a:path w="2299905" h="2299616">
                  <a:moveTo>
                    <a:pt x="1149952" y="0"/>
                  </a:moveTo>
                  <a:lnTo>
                    <a:pt x="1222896" y="2315"/>
                  </a:lnTo>
                  <a:lnTo>
                    <a:pt x="1295546" y="9252"/>
                  </a:lnTo>
                  <a:lnTo>
                    <a:pt x="1367610" y="20783"/>
                  </a:lnTo>
                  <a:lnTo>
                    <a:pt x="1438797" y="36862"/>
                  </a:lnTo>
                  <a:lnTo>
                    <a:pt x="1508821" y="57423"/>
                  </a:lnTo>
                  <a:lnTo>
                    <a:pt x="1577400" y="82383"/>
                  </a:lnTo>
                  <a:lnTo>
                    <a:pt x="1644258" y="111643"/>
                  </a:lnTo>
                  <a:lnTo>
                    <a:pt x="1709126" y="145085"/>
                  </a:lnTo>
                  <a:lnTo>
                    <a:pt x="1771742" y="182573"/>
                  </a:lnTo>
                  <a:lnTo>
                    <a:pt x="1831854" y="223958"/>
                  </a:lnTo>
                  <a:lnTo>
                    <a:pt x="1889221" y="269071"/>
                  </a:lnTo>
                  <a:lnTo>
                    <a:pt x="1943610" y="317732"/>
                  </a:lnTo>
                  <a:lnTo>
                    <a:pt x="1994804" y="369745"/>
                  </a:lnTo>
                  <a:lnTo>
                    <a:pt x="2042596" y="424900"/>
                  </a:lnTo>
                  <a:lnTo>
                    <a:pt x="2086794" y="482975"/>
                  </a:lnTo>
                  <a:lnTo>
                    <a:pt x="2127219" y="543736"/>
                  </a:lnTo>
                  <a:lnTo>
                    <a:pt x="2163710" y="606939"/>
                  </a:lnTo>
                  <a:lnTo>
                    <a:pt x="2196118" y="672329"/>
                  </a:lnTo>
                  <a:lnTo>
                    <a:pt x="2224313" y="739643"/>
                  </a:lnTo>
                  <a:lnTo>
                    <a:pt x="2248183" y="808610"/>
                  </a:lnTo>
                  <a:lnTo>
                    <a:pt x="2267630" y="878951"/>
                  </a:lnTo>
                  <a:lnTo>
                    <a:pt x="2282577" y="950385"/>
                  </a:lnTo>
                  <a:lnTo>
                    <a:pt x="2292963" y="1022622"/>
                  </a:lnTo>
                  <a:lnTo>
                    <a:pt x="2298747" y="1095373"/>
                  </a:lnTo>
                  <a:lnTo>
                    <a:pt x="2299905" y="1168344"/>
                  </a:lnTo>
                  <a:lnTo>
                    <a:pt x="2296433" y="1241242"/>
                  </a:lnTo>
                  <a:lnTo>
                    <a:pt x="2288344" y="1313773"/>
                  </a:lnTo>
                  <a:lnTo>
                    <a:pt x="2275671" y="1385645"/>
                  </a:lnTo>
                  <a:lnTo>
                    <a:pt x="2258465" y="1456568"/>
                  </a:lnTo>
                  <a:lnTo>
                    <a:pt x="2236795" y="1526257"/>
                  </a:lnTo>
                  <a:lnTo>
                    <a:pt x="2210750" y="1594432"/>
                  </a:lnTo>
                  <a:lnTo>
                    <a:pt x="2180433" y="1660817"/>
                  </a:lnTo>
                  <a:lnTo>
                    <a:pt x="2145966" y="1725146"/>
                  </a:lnTo>
                  <a:lnTo>
                    <a:pt x="2107489" y="1787159"/>
                  </a:lnTo>
                  <a:lnTo>
                    <a:pt x="2065156" y="1846607"/>
                  </a:lnTo>
                  <a:lnTo>
                    <a:pt x="2019138" y="1903251"/>
                  </a:lnTo>
                  <a:lnTo>
                    <a:pt x="1969620" y="1956862"/>
                  </a:lnTo>
                  <a:lnTo>
                    <a:pt x="1916802" y="2007224"/>
                  </a:lnTo>
                  <a:lnTo>
                    <a:pt x="1860895" y="2054135"/>
                  </a:lnTo>
                  <a:lnTo>
                    <a:pt x="1802126" y="2097405"/>
                  </a:lnTo>
                  <a:lnTo>
                    <a:pt x="1740731" y="2136862"/>
                  </a:lnTo>
                  <a:lnTo>
                    <a:pt x="1676958" y="2172345"/>
                  </a:lnTo>
                  <a:lnTo>
                    <a:pt x="1611062" y="2203711"/>
                  </a:lnTo>
                  <a:lnTo>
                    <a:pt x="1543309" y="2230835"/>
                  </a:lnTo>
                  <a:lnTo>
                    <a:pt x="1473972" y="2253608"/>
                  </a:lnTo>
                  <a:lnTo>
                    <a:pt x="1403331" y="2271936"/>
                  </a:lnTo>
                  <a:lnTo>
                    <a:pt x="1331669" y="2285748"/>
                  </a:lnTo>
                  <a:lnTo>
                    <a:pt x="1259276" y="2294987"/>
                  </a:lnTo>
                  <a:lnTo>
                    <a:pt x="1186443" y="2299616"/>
                  </a:lnTo>
                  <a:lnTo>
                    <a:pt x="1113462" y="2299616"/>
                  </a:lnTo>
                  <a:lnTo>
                    <a:pt x="1040629" y="2294987"/>
                  </a:lnTo>
                  <a:lnTo>
                    <a:pt x="968235" y="2285748"/>
                  </a:lnTo>
                  <a:lnTo>
                    <a:pt x="896574" y="2271936"/>
                  </a:lnTo>
                  <a:lnTo>
                    <a:pt x="825932" y="2253608"/>
                  </a:lnTo>
                  <a:lnTo>
                    <a:pt x="756596" y="2230835"/>
                  </a:lnTo>
                  <a:lnTo>
                    <a:pt x="688843" y="2203711"/>
                  </a:lnTo>
                  <a:lnTo>
                    <a:pt x="622947" y="2172345"/>
                  </a:lnTo>
                  <a:lnTo>
                    <a:pt x="559173" y="2136862"/>
                  </a:lnTo>
                  <a:lnTo>
                    <a:pt x="497778" y="2097405"/>
                  </a:lnTo>
                  <a:lnTo>
                    <a:pt x="439009" y="2054135"/>
                  </a:lnTo>
                  <a:lnTo>
                    <a:pt x="383103" y="2007224"/>
                  </a:lnTo>
                  <a:lnTo>
                    <a:pt x="330284" y="1956862"/>
                  </a:lnTo>
                  <a:lnTo>
                    <a:pt x="280767" y="1903251"/>
                  </a:lnTo>
                  <a:lnTo>
                    <a:pt x="234749" y="1846607"/>
                  </a:lnTo>
                  <a:lnTo>
                    <a:pt x="192416" y="1787159"/>
                  </a:lnTo>
                  <a:lnTo>
                    <a:pt x="153939" y="1725146"/>
                  </a:lnTo>
                  <a:lnTo>
                    <a:pt x="119472" y="1660817"/>
                  </a:lnTo>
                  <a:lnTo>
                    <a:pt x="89155" y="1594432"/>
                  </a:lnTo>
                  <a:lnTo>
                    <a:pt x="63109" y="1526257"/>
                  </a:lnTo>
                  <a:lnTo>
                    <a:pt x="41440" y="1456568"/>
                  </a:lnTo>
                  <a:lnTo>
                    <a:pt x="24234" y="1385645"/>
                  </a:lnTo>
                  <a:lnTo>
                    <a:pt x="11561" y="1313773"/>
                  </a:lnTo>
                  <a:lnTo>
                    <a:pt x="3472" y="1241242"/>
                  </a:lnTo>
                  <a:lnTo>
                    <a:pt x="0" y="1168344"/>
                  </a:lnTo>
                  <a:lnTo>
                    <a:pt x="1157" y="1095373"/>
                  </a:lnTo>
                  <a:lnTo>
                    <a:pt x="6941" y="1022622"/>
                  </a:lnTo>
                  <a:lnTo>
                    <a:pt x="17327" y="950385"/>
                  </a:lnTo>
                  <a:lnTo>
                    <a:pt x="32274" y="878951"/>
                  </a:lnTo>
                  <a:lnTo>
                    <a:pt x="51722" y="808610"/>
                  </a:lnTo>
                  <a:lnTo>
                    <a:pt x="75591" y="739643"/>
                  </a:lnTo>
                  <a:lnTo>
                    <a:pt x="103787" y="672329"/>
                  </a:lnTo>
                  <a:lnTo>
                    <a:pt x="136195" y="606939"/>
                  </a:lnTo>
                  <a:lnTo>
                    <a:pt x="172685" y="543736"/>
                  </a:lnTo>
                  <a:lnTo>
                    <a:pt x="213110" y="482975"/>
                  </a:lnTo>
                  <a:lnTo>
                    <a:pt x="257308" y="424900"/>
                  </a:lnTo>
                  <a:lnTo>
                    <a:pt x="305100" y="369745"/>
                  </a:lnTo>
                  <a:lnTo>
                    <a:pt x="356294" y="317732"/>
                  </a:lnTo>
                  <a:lnTo>
                    <a:pt x="410684" y="269071"/>
                  </a:lnTo>
                  <a:lnTo>
                    <a:pt x="468050" y="223958"/>
                  </a:lnTo>
                  <a:lnTo>
                    <a:pt x="528163" y="182573"/>
                  </a:lnTo>
                  <a:lnTo>
                    <a:pt x="590779" y="145085"/>
                  </a:lnTo>
                  <a:lnTo>
                    <a:pt x="655646" y="111643"/>
                  </a:lnTo>
                  <a:lnTo>
                    <a:pt x="722504" y="82383"/>
                  </a:lnTo>
                  <a:lnTo>
                    <a:pt x="791083" y="57423"/>
                  </a:lnTo>
                  <a:lnTo>
                    <a:pt x="861108" y="36862"/>
                  </a:lnTo>
                  <a:lnTo>
                    <a:pt x="932295" y="20783"/>
                  </a:lnTo>
                  <a:lnTo>
                    <a:pt x="1004359" y="9252"/>
                  </a:lnTo>
                  <a:lnTo>
                    <a:pt x="1077009" y="2315"/>
                  </a:lnTo>
                  <a:lnTo>
                    <a:pt x="1149952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343" y="1487663"/>
              <a:ext cx="4599811" cy="4599232"/>
            </a:xfrm>
            <a:custGeom>
              <a:avLst/>
              <a:pathLst>
                <a:path w="4599811" h="4599232">
                  <a:moveTo>
                    <a:pt x="2299905" y="0"/>
                  </a:moveTo>
                  <a:lnTo>
                    <a:pt x="2445792" y="4631"/>
                  </a:lnTo>
                  <a:lnTo>
                    <a:pt x="2591092" y="18505"/>
                  </a:lnTo>
                  <a:lnTo>
                    <a:pt x="2735220" y="41567"/>
                  </a:lnTo>
                  <a:lnTo>
                    <a:pt x="2877594" y="73724"/>
                  </a:lnTo>
                  <a:lnTo>
                    <a:pt x="3017643" y="114846"/>
                  </a:lnTo>
                  <a:lnTo>
                    <a:pt x="3154801" y="164767"/>
                  </a:lnTo>
                  <a:lnTo>
                    <a:pt x="3288517" y="223287"/>
                  </a:lnTo>
                  <a:lnTo>
                    <a:pt x="3418252" y="290171"/>
                  </a:lnTo>
                  <a:lnTo>
                    <a:pt x="3543484" y="365147"/>
                  </a:lnTo>
                  <a:lnTo>
                    <a:pt x="3663709" y="447916"/>
                  </a:lnTo>
                  <a:lnTo>
                    <a:pt x="3778442" y="538143"/>
                  </a:lnTo>
                  <a:lnTo>
                    <a:pt x="3887221" y="635465"/>
                  </a:lnTo>
                  <a:lnTo>
                    <a:pt x="3989609" y="739491"/>
                  </a:lnTo>
                  <a:lnTo>
                    <a:pt x="4085193" y="849800"/>
                  </a:lnTo>
                  <a:lnTo>
                    <a:pt x="4173589" y="965951"/>
                  </a:lnTo>
                  <a:lnTo>
                    <a:pt x="4254439" y="1087473"/>
                  </a:lnTo>
                  <a:lnTo>
                    <a:pt x="4327420" y="1213879"/>
                  </a:lnTo>
                  <a:lnTo>
                    <a:pt x="4392236" y="1344659"/>
                  </a:lnTo>
                  <a:lnTo>
                    <a:pt x="4448627" y="1479287"/>
                  </a:lnTo>
                  <a:lnTo>
                    <a:pt x="4496367" y="1617220"/>
                  </a:lnTo>
                  <a:lnTo>
                    <a:pt x="4535261" y="1757903"/>
                  </a:lnTo>
                  <a:lnTo>
                    <a:pt x="4565155" y="1900770"/>
                  </a:lnTo>
                  <a:lnTo>
                    <a:pt x="4585927" y="2045245"/>
                  </a:lnTo>
                  <a:lnTo>
                    <a:pt x="4597495" y="2190747"/>
                  </a:lnTo>
                  <a:lnTo>
                    <a:pt x="4599811" y="2336689"/>
                  </a:lnTo>
                  <a:lnTo>
                    <a:pt x="4592866" y="2482485"/>
                  </a:lnTo>
                  <a:lnTo>
                    <a:pt x="4576688" y="2627547"/>
                  </a:lnTo>
                  <a:lnTo>
                    <a:pt x="4551342" y="2771290"/>
                  </a:lnTo>
                  <a:lnTo>
                    <a:pt x="4516930" y="2913136"/>
                  </a:lnTo>
                  <a:lnTo>
                    <a:pt x="4473591" y="3052515"/>
                  </a:lnTo>
                  <a:lnTo>
                    <a:pt x="4421500" y="3188864"/>
                  </a:lnTo>
                  <a:lnTo>
                    <a:pt x="4360866" y="3321634"/>
                  </a:lnTo>
                  <a:lnTo>
                    <a:pt x="4291933" y="3450292"/>
                  </a:lnTo>
                  <a:lnTo>
                    <a:pt x="4214978" y="3574319"/>
                  </a:lnTo>
                  <a:lnTo>
                    <a:pt x="4130313" y="3693215"/>
                  </a:lnTo>
                  <a:lnTo>
                    <a:pt x="4038277" y="3806502"/>
                  </a:lnTo>
                  <a:lnTo>
                    <a:pt x="3939241" y="3913724"/>
                  </a:lnTo>
                  <a:lnTo>
                    <a:pt x="3833604" y="4014448"/>
                  </a:lnTo>
                  <a:lnTo>
                    <a:pt x="3721791" y="4108270"/>
                  </a:lnTo>
                  <a:lnTo>
                    <a:pt x="3604253" y="4194811"/>
                  </a:lnTo>
                  <a:lnTo>
                    <a:pt x="3481463" y="4273724"/>
                  </a:lnTo>
                  <a:lnTo>
                    <a:pt x="3353916" y="4344690"/>
                  </a:lnTo>
                  <a:lnTo>
                    <a:pt x="3222124" y="4407423"/>
                  </a:lnTo>
                  <a:lnTo>
                    <a:pt x="3086618" y="4461671"/>
                  </a:lnTo>
                  <a:lnTo>
                    <a:pt x="2947945" y="4507216"/>
                  </a:lnTo>
                  <a:lnTo>
                    <a:pt x="2806662" y="4543873"/>
                  </a:lnTo>
                  <a:lnTo>
                    <a:pt x="2663339" y="4571497"/>
                  </a:lnTo>
                  <a:lnTo>
                    <a:pt x="2518553" y="4589974"/>
                  </a:lnTo>
                  <a:lnTo>
                    <a:pt x="2372886" y="4599232"/>
                  </a:lnTo>
                  <a:lnTo>
                    <a:pt x="2226925" y="4599232"/>
                  </a:lnTo>
                  <a:lnTo>
                    <a:pt x="2081258" y="4589974"/>
                  </a:lnTo>
                  <a:lnTo>
                    <a:pt x="1936471" y="4571497"/>
                  </a:lnTo>
                  <a:lnTo>
                    <a:pt x="1793148" y="4543873"/>
                  </a:lnTo>
                  <a:lnTo>
                    <a:pt x="1651865" y="4507216"/>
                  </a:lnTo>
                  <a:lnTo>
                    <a:pt x="1513192" y="4461671"/>
                  </a:lnTo>
                  <a:lnTo>
                    <a:pt x="1377687" y="4407423"/>
                  </a:lnTo>
                  <a:lnTo>
                    <a:pt x="1245895" y="4344690"/>
                  </a:lnTo>
                  <a:lnTo>
                    <a:pt x="1118347" y="4273724"/>
                  </a:lnTo>
                  <a:lnTo>
                    <a:pt x="995557" y="4194811"/>
                  </a:lnTo>
                  <a:lnTo>
                    <a:pt x="878019" y="4108270"/>
                  </a:lnTo>
                  <a:lnTo>
                    <a:pt x="766206" y="4014448"/>
                  </a:lnTo>
                  <a:lnTo>
                    <a:pt x="660569" y="3913724"/>
                  </a:lnTo>
                  <a:lnTo>
                    <a:pt x="561534" y="3806502"/>
                  </a:lnTo>
                  <a:lnTo>
                    <a:pt x="469498" y="3693215"/>
                  </a:lnTo>
                  <a:lnTo>
                    <a:pt x="384832" y="3574319"/>
                  </a:lnTo>
                  <a:lnTo>
                    <a:pt x="307878" y="3450292"/>
                  </a:lnTo>
                  <a:lnTo>
                    <a:pt x="238945" y="3321634"/>
                  </a:lnTo>
                  <a:lnTo>
                    <a:pt x="178310" y="3188864"/>
                  </a:lnTo>
                  <a:lnTo>
                    <a:pt x="126219" y="3052515"/>
                  </a:lnTo>
                  <a:lnTo>
                    <a:pt x="82880" y="2913136"/>
                  </a:lnTo>
                  <a:lnTo>
                    <a:pt x="48468" y="2771290"/>
                  </a:lnTo>
                  <a:lnTo>
                    <a:pt x="23123" y="2627547"/>
                  </a:lnTo>
                  <a:lnTo>
                    <a:pt x="6945" y="2482485"/>
                  </a:lnTo>
                  <a:lnTo>
                    <a:pt x="0" y="2336689"/>
                  </a:lnTo>
                  <a:lnTo>
                    <a:pt x="2315" y="2190747"/>
                  </a:lnTo>
                  <a:lnTo>
                    <a:pt x="13883" y="2045245"/>
                  </a:lnTo>
                  <a:lnTo>
                    <a:pt x="34655" y="1900770"/>
                  </a:lnTo>
                  <a:lnTo>
                    <a:pt x="64549" y="1757903"/>
                  </a:lnTo>
                  <a:lnTo>
                    <a:pt x="103444" y="1617220"/>
                  </a:lnTo>
                  <a:lnTo>
                    <a:pt x="151183" y="1479287"/>
                  </a:lnTo>
                  <a:lnTo>
                    <a:pt x="207574" y="1344659"/>
                  </a:lnTo>
                  <a:lnTo>
                    <a:pt x="272390" y="1213879"/>
                  </a:lnTo>
                  <a:lnTo>
                    <a:pt x="345371" y="1087473"/>
                  </a:lnTo>
                  <a:lnTo>
                    <a:pt x="426221" y="965951"/>
                  </a:lnTo>
                  <a:lnTo>
                    <a:pt x="514617" y="849800"/>
                  </a:lnTo>
                  <a:lnTo>
                    <a:pt x="610201" y="739491"/>
                  </a:lnTo>
                  <a:lnTo>
                    <a:pt x="712589" y="635465"/>
                  </a:lnTo>
                  <a:lnTo>
                    <a:pt x="821368" y="538143"/>
                  </a:lnTo>
                  <a:lnTo>
                    <a:pt x="936101" y="447916"/>
                  </a:lnTo>
                  <a:lnTo>
                    <a:pt x="1056326" y="365147"/>
                  </a:lnTo>
                  <a:lnTo>
                    <a:pt x="1181558" y="290171"/>
                  </a:lnTo>
                  <a:lnTo>
                    <a:pt x="1311293" y="223287"/>
                  </a:lnTo>
                  <a:lnTo>
                    <a:pt x="1445009" y="164767"/>
                  </a:lnTo>
                  <a:lnTo>
                    <a:pt x="1582167" y="114846"/>
                  </a:lnTo>
                  <a:lnTo>
                    <a:pt x="1722216" y="73724"/>
                  </a:lnTo>
                  <a:lnTo>
                    <a:pt x="1864590" y="41567"/>
                  </a:lnTo>
                  <a:lnTo>
                    <a:pt x="2008718" y="18505"/>
                  </a:lnTo>
                  <a:lnTo>
                    <a:pt x="2154018" y="4631"/>
                  </a:lnTo>
                  <a:lnTo>
                    <a:pt x="2299905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32855" y="1200139"/>
              <a:ext cx="5174787" cy="5174136"/>
            </a:xfrm>
            <a:custGeom>
              <a:avLst/>
              <a:pathLst>
                <a:path w="5174787" h="5174136">
                  <a:moveTo>
                    <a:pt x="2587393" y="0"/>
                  </a:moveTo>
                  <a:lnTo>
                    <a:pt x="2751517" y="5209"/>
                  </a:lnTo>
                  <a:lnTo>
                    <a:pt x="2914979" y="20818"/>
                  </a:lnTo>
                  <a:lnTo>
                    <a:pt x="3077122" y="46763"/>
                  </a:lnTo>
                  <a:lnTo>
                    <a:pt x="3237294" y="82939"/>
                  </a:lnTo>
                  <a:lnTo>
                    <a:pt x="3394848" y="129201"/>
                  </a:lnTo>
                  <a:lnTo>
                    <a:pt x="3549151" y="185363"/>
                  </a:lnTo>
                  <a:lnTo>
                    <a:pt x="3699582" y="251198"/>
                  </a:lnTo>
                  <a:lnTo>
                    <a:pt x="3845534" y="326442"/>
                  </a:lnTo>
                  <a:lnTo>
                    <a:pt x="3986420" y="410791"/>
                  </a:lnTo>
                  <a:lnTo>
                    <a:pt x="4121673" y="503905"/>
                  </a:lnTo>
                  <a:lnTo>
                    <a:pt x="4250747" y="605411"/>
                  </a:lnTo>
                  <a:lnTo>
                    <a:pt x="4373124" y="714898"/>
                  </a:lnTo>
                  <a:lnTo>
                    <a:pt x="4488311" y="831927"/>
                  </a:lnTo>
                  <a:lnTo>
                    <a:pt x="4595843" y="956026"/>
                  </a:lnTo>
                  <a:lnTo>
                    <a:pt x="4695287" y="1086694"/>
                  </a:lnTo>
                  <a:lnTo>
                    <a:pt x="4786244" y="1223407"/>
                  </a:lnTo>
                  <a:lnTo>
                    <a:pt x="4868347" y="1365614"/>
                  </a:lnTo>
                  <a:lnTo>
                    <a:pt x="4941266" y="1512741"/>
                  </a:lnTo>
                  <a:lnTo>
                    <a:pt x="5004706" y="1664198"/>
                  </a:lnTo>
                  <a:lnTo>
                    <a:pt x="5058412" y="1819372"/>
                  </a:lnTo>
                  <a:lnTo>
                    <a:pt x="5102169" y="1977641"/>
                  </a:lnTo>
                  <a:lnTo>
                    <a:pt x="5135800" y="2138366"/>
                  </a:lnTo>
                  <a:lnTo>
                    <a:pt x="5159168" y="2300901"/>
                  </a:lnTo>
                  <a:lnTo>
                    <a:pt x="5172182" y="2464590"/>
                  </a:lnTo>
                  <a:lnTo>
                    <a:pt x="5174787" y="2628776"/>
                  </a:lnTo>
                  <a:lnTo>
                    <a:pt x="5166974" y="2792796"/>
                  </a:lnTo>
                  <a:lnTo>
                    <a:pt x="5148774" y="2955990"/>
                  </a:lnTo>
                  <a:lnTo>
                    <a:pt x="5120259" y="3117701"/>
                  </a:lnTo>
                  <a:lnTo>
                    <a:pt x="5081546" y="3277279"/>
                  </a:lnTo>
                  <a:lnTo>
                    <a:pt x="5032790" y="3434079"/>
                  </a:lnTo>
                  <a:lnTo>
                    <a:pt x="4974188" y="3587472"/>
                  </a:lnTo>
                  <a:lnTo>
                    <a:pt x="4905974" y="3736839"/>
                  </a:lnTo>
                  <a:lnTo>
                    <a:pt x="4828424" y="3881579"/>
                  </a:lnTo>
                  <a:lnTo>
                    <a:pt x="4741851" y="4021109"/>
                  </a:lnTo>
                  <a:lnTo>
                    <a:pt x="4646602" y="4154867"/>
                  </a:lnTo>
                  <a:lnTo>
                    <a:pt x="4543061" y="4282315"/>
                  </a:lnTo>
                  <a:lnTo>
                    <a:pt x="4431646" y="4402939"/>
                  </a:lnTo>
                  <a:lnTo>
                    <a:pt x="4312804" y="4516254"/>
                  </a:lnTo>
                  <a:lnTo>
                    <a:pt x="4187015" y="4621804"/>
                  </a:lnTo>
                  <a:lnTo>
                    <a:pt x="4054785" y="4719163"/>
                  </a:lnTo>
                  <a:lnTo>
                    <a:pt x="3916646" y="4807939"/>
                  </a:lnTo>
                  <a:lnTo>
                    <a:pt x="3773155" y="4887776"/>
                  </a:lnTo>
                  <a:lnTo>
                    <a:pt x="3624889" y="4958351"/>
                  </a:lnTo>
                  <a:lnTo>
                    <a:pt x="3472445" y="5019380"/>
                  </a:lnTo>
                  <a:lnTo>
                    <a:pt x="3316438" y="5070618"/>
                  </a:lnTo>
                  <a:lnTo>
                    <a:pt x="3157495" y="5111858"/>
                  </a:lnTo>
                  <a:lnTo>
                    <a:pt x="2996257" y="5142934"/>
                  </a:lnTo>
                  <a:lnTo>
                    <a:pt x="2833372" y="5163721"/>
                  </a:lnTo>
                  <a:lnTo>
                    <a:pt x="2669496" y="5174136"/>
                  </a:lnTo>
                  <a:lnTo>
                    <a:pt x="2505290" y="5174136"/>
                  </a:lnTo>
                  <a:lnTo>
                    <a:pt x="2341415" y="5163721"/>
                  </a:lnTo>
                  <a:lnTo>
                    <a:pt x="2178530" y="5142934"/>
                  </a:lnTo>
                  <a:lnTo>
                    <a:pt x="2017291" y="5111858"/>
                  </a:lnTo>
                  <a:lnTo>
                    <a:pt x="1858348" y="5070618"/>
                  </a:lnTo>
                  <a:lnTo>
                    <a:pt x="1702341" y="5019380"/>
                  </a:lnTo>
                  <a:lnTo>
                    <a:pt x="1549898" y="4958351"/>
                  </a:lnTo>
                  <a:lnTo>
                    <a:pt x="1401632" y="4887776"/>
                  </a:lnTo>
                  <a:lnTo>
                    <a:pt x="1258140" y="4807939"/>
                  </a:lnTo>
                  <a:lnTo>
                    <a:pt x="1120001" y="4719163"/>
                  </a:lnTo>
                  <a:lnTo>
                    <a:pt x="987771" y="4621804"/>
                  </a:lnTo>
                  <a:lnTo>
                    <a:pt x="861982" y="4516254"/>
                  </a:lnTo>
                  <a:lnTo>
                    <a:pt x="743141" y="4402939"/>
                  </a:lnTo>
                  <a:lnTo>
                    <a:pt x="631725" y="4282315"/>
                  </a:lnTo>
                  <a:lnTo>
                    <a:pt x="528185" y="4154867"/>
                  </a:lnTo>
                  <a:lnTo>
                    <a:pt x="432936" y="4021109"/>
                  </a:lnTo>
                  <a:lnTo>
                    <a:pt x="346362" y="3881579"/>
                  </a:lnTo>
                  <a:lnTo>
                    <a:pt x="268813" y="3736839"/>
                  </a:lnTo>
                  <a:lnTo>
                    <a:pt x="200599" y="3587472"/>
                  </a:lnTo>
                  <a:lnTo>
                    <a:pt x="141996" y="3434079"/>
                  </a:lnTo>
                  <a:lnTo>
                    <a:pt x="93240" y="3277279"/>
                  </a:lnTo>
                  <a:lnTo>
                    <a:pt x="54527" y="3117701"/>
                  </a:lnTo>
                  <a:lnTo>
                    <a:pt x="26013" y="2955990"/>
                  </a:lnTo>
                  <a:lnTo>
                    <a:pt x="7813" y="2792796"/>
                  </a:lnTo>
                  <a:lnTo>
                    <a:pt x="0" y="2628776"/>
                  </a:lnTo>
                  <a:lnTo>
                    <a:pt x="2605" y="2464590"/>
                  </a:lnTo>
                  <a:lnTo>
                    <a:pt x="15618" y="2300901"/>
                  </a:lnTo>
                  <a:lnTo>
                    <a:pt x="38987" y="2138366"/>
                  </a:lnTo>
                  <a:lnTo>
                    <a:pt x="72618" y="1977641"/>
                  </a:lnTo>
                  <a:lnTo>
                    <a:pt x="116374" y="1819372"/>
                  </a:lnTo>
                  <a:lnTo>
                    <a:pt x="170081" y="1664198"/>
                  </a:lnTo>
                  <a:lnTo>
                    <a:pt x="233521" y="1512741"/>
                  </a:lnTo>
                  <a:lnTo>
                    <a:pt x="306439" y="1365614"/>
                  </a:lnTo>
                  <a:lnTo>
                    <a:pt x="388542" y="1223407"/>
                  </a:lnTo>
                  <a:lnTo>
                    <a:pt x="479499" y="1086694"/>
                  </a:lnTo>
                  <a:lnTo>
                    <a:pt x="578944" y="956026"/>
                  </a:lnTo>
                  <a:lnTo>
                    <a:pt x="686476" y="831927"/>
                  </a:lnTo>
                  <a:lnTo>
                    <a:pt x="801662" y="714898"/>
                  </a:lnTo>
                  <a:lnTo>
                    <a:pt x="924039" y="605411"/>
                  </a:lnTo>
                  <a:lnTo>
                    <a:pt x="1053114" y="503905"/>
                  </a:lnTo>
                  <a:lnTo>
                    <a:pt x="1188367" y="410791"/>
                  </a:lnTo>
                  <a:lnTo>
                    <a:pt x="1329253" y="326442"/>
                  </a:lnTo>
                  <a:lnTo>
                    <a:pt x="1475205" y="251198"/>
                  </a:lnTo>
                  <a:lnTo>
                    <a:pt x="1625635" y="185363"/>
                  </a:lnTo>
                  <a:lnTo>
                    <a:pt x="1779938" y="129201"/>
                  </a:lnTo>
                  <a:lnTo>
                    <a:pt x="1937493" y="82939"/>
                  </a:lnTo>
                  <a:lnTo>
                    <a:pt x="2097664" y="46763"/>
                  </a:lnTo>
                  <a:lnTo>
                    <a:pt x="2259808" y="20818"/>
                  </a:lnTo>
                  <a:lnTo>
                    <a:pt x="2423270" y="5209"/>
                  </a:lnTo>
                  <a:lnTo>
                    <a:pt x="2587393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744588" y="2161375"/>
              <a:ext cx="3602144" cy="3301392"/>
            </a:xfrm>
            <a:custGeom>
              <a:avLst/>
              <a:pathLst>
                <a:path w="3602144" h="3301392">
                  <a:moveTo>
                    <a:pt x="1975660" y="1626483"/>
                  </a:moveTo>
                  <a:lnTo>
                    <a:pt x="1997734" y="1606928"/>
                  </a:lnTo>
                  <a:lnTo>
                    <a:pt x="2022088" y="1590109"/>
                  </a:lnTo>
                  <a:lnTo>
                    <a:pt x="2048469" y="1576227"/>
                  </a:lnTo>
                  <a:lnTo>
                    <a:pt x="2076607" y="1565459"/>
                  </a:lnTo>
                  <a:lnTo>
                    <a:pt x="2106219" y="1557960"/>
                  </a:lnTo>
                  <a:lnTo>
                    <a:pt x="2137010" y="1553865"/>
                  </a:lnTo>
                  <a:lnTo>
                    <a:pt x="2168674" y="1553283"/>
                  </a:lnTo>
                  <a:lnTo>
                    <a:pt x="2200896" y="1556297"/>
                  </a:lnTo>
                  <a:lnTo>
                    <a:pt x="2233355" y="1562967"/>
                  </a:lnTo>
                  <a:lnTo>
                    <a:pt x="2265727" y="1573326"/>
                  </a:lnTo>
                  <a:lnTo>
                    <a:pt x="2297682" y="1587383"/>
                  </a:lnTo>
                  <a:lnTo>
                    <a:pt x="2328891" y="1605117"/>
                  </a:lnTo>
                  <a:lnTo>
                    <a:pt x="2359026" y="1626483"/>
                  </a:lnTo>
                  <a:lnTo>
                    <a:pt x="2387763" y="1651411"/>
                  </a:lnTo>
                  <a:lnTo>
                    <a:pt x="2414780" y="1679802"/>
                  </a:lnTo>
                  <a:lnTo>
                    <a:pt x="2439766" y="1711534"/>
                  </a:lnTo>
                  <a:lnTo>
                    <a:pt x="2462417" y="1746458"/>
                  </a:lnTo>
                  <a:lnTo>
                    <a:pt x="2482440" y="1784402"/>
                  </a:lnTo>
                  <a:lnTo>
                    <a:pt x="2499554" y="1825170"/>
                  </a:lnTo>
                  <a:lnTo>
                    <a:pt x="2513493" y="1868542"/>
                  </a:lnTo>
                  <a:lnTo>
                    <a:pt x="2524008" y="1914278"/>
                  </a:lnTo>
                  <a:lnTo>
                    <a:pt x="2530868" y="1962118"/>
                  </a:lnTo>
                  <a:lnTo>
                    <a:pt x="2533859" y="2011780"/>
                  </a:lnTo>
                  <a:lnTo>
                    <a:pt x="2532791" y="2062967"/>
                  </a:lnTo>
                  <a:lnTo>
                    <a:pt x="2527494" y="2115365"/>
                  </a:lnTo>
                  <a:lnTo>
                    <a:pt x="2517821" y="2168644"/>
                  </a:lnTo>
                  <a:lnTo>
                    <a:pt x="2503653" y="2222463"/>
                  </a:lnTo>
                  <a:lnTo>
                    <a:pt x="2484892" y="2276469"/>
                  </a:lnTo>
                  <a:lnTo>
                    <a:pt x="2461470" y="2330299"/>
                  </a:lnTo>
                  <a:lnTo>
                    <a:pt x="2433344" y="2383585"/>
                  </a:lnTo>
                  <a:lnTo>
                    <a:pt x="2400501" y="2435949"/>
                  </a:lnTo>
                  <a:lnTo>
                    <a:pt x="2362954" y="2487015"/>
                  </a:lnTo>
                  <a:lnTo>
                    <a:pt x="2320747" y="2536403"/>
                  </a:lnTo>
                  <a:lnTo>
                    <a:pt x="2273951" y="2583733"/>
                  </a:lnTo>
                  <a:lnTo>
                    <a:pt x="2222667" y="2628630"/>
                  </a:lnTo>
                  <a:lnTo>
                    <a:pt x="2167024" y="2670722"/>
                  </a:lnTo>
                  <a:lnTo>
                    <a:pt x="2107180" y="2709646"/>
                  </a:lnTo>
                  <a:lnTo>
                    <a:pt x="2043321" y="2745046"/>
                  </a:lnTo>
                  <a:lnTo>
                    <a:pt x="1975660" y="2776581"/>
                  </a:lnTo>
                  <a:lnTo>
                    <a:pt x="1904439" y="2803918"/>
                  </a:lnTo>
                  <a:lnTo>
                    <a:pt x="1829922" y="2826744"/>
                  </a:lnTo>
                  <a:lnTo>
                    <a:pt x="1752402" y="2844762"/>
                  </a:lnTo>
                  <a:lnTo>
                    <a:pt x="1672195" y="2857692"/>
                  </a:lnTo>
                  <a:lnTo>
                    <a:pt x="1589636" y="2865277"/>
                  </a:lnTo>
                  <a:lnTo>
                    <a:pt x="1505087" y="2867283"/>
                  </a:lnTo>
                  <a:lnTo>
                    <a:pt x="1418925" y="2863498"/>
                  </a:lnTo>
                  <a:lnTo>
                    <a:pt x="1331547" y="2853738"/>
                  </a:lnTo>
                  <a:lnTo>
                    <a:pt x="1243366" y="2837845"/>
                  </a:lnTo>
                  <a:lnTo>
                    <a:pt x="1154810" y="2815690"/>
                  </a:lnTo>
                  <a:lnTo>
                    <a:pt x="1066318" y="2787173"/>
                  </a:lnTo>
                  <a:lnTo>
                    <a:pt x="978341" y="2752224"/>
                  </a:lnTo>
                  <a:lnTo>
                    <a:pt x="891338" y="2710805"/>
                  </a:lnTo>
                  <a:lnTo>
                    <a:pt x="805773" y="2662913"/>
                  </a:lnTo>
                  <a:lnTo>
                    <a:pt x="722116" y="2608573"/>
                  </a:lnTo>
                  <a:lnTo>
                    <a:pt x="640836" y="2547846"/>
                  </a:lnTo>
                  <a:lnTo>
                    <a:pt x="562404" y="2480826"/>
                  </a:lnTo>
                  <a:lnTo>
                    <a:pt x="487287" y="2407642"/>
                  </a:lnTo>
                  <a:lnTo>
                    <a:pt x="415945" y="2328454"/>
                  </a:lnTo>
                  <a:lnTo>
                    <a:pt x="348834" y="2243457"/>
                  </a:lnTo>
                  <a:lnTo>
                    <a:pt x="286395" y="2152879"/>
                  </a:lnTo>
                  <a:lnTo>
                    <a:pt x="229062" y="2056981"/>
                  </a:lnTo>
                  <a:lnTo>
                    <a:pt x="177249" y="1956054"/>
                  </a:lnTo>
                  <a:lnTo>
                    <a:pt x="131356" y="1850422"/>
                  </a:lnTo>
                  <a:lnTo>
                    <a:pt x="91764" y="1740438"/>
                  </a:lnTo>
                  <a:lnTo>
                    <a:pt x="58831" y="1626483"/>
                  </a:lnTo>
                  <a:lnTo>
                    <a:pt x="32892" y="1508967"/>
                  </a:lnTo>
                  <a:lnTo>
                    <a:pt x="14257" y="1388326"/>
                  </a:lnTo>
                  <a:lnTo>
                    <a:pt x="3209" y="1265018"/>
                  </a:lnTo>
                  <a:lnTo>
                    <a:pt x="0" y="1139526"/>
                  </a:lnTo>
                  <a:lnTo>
                    <a:pt x="4851" y="1012354"/>
                  </a:lnTo>
                  <a:lnTo>
                    <a:pt x="17954" y="884023"/>
                  </a:lnTo>
                  <a:lnTo>
                    <a:pt x="39462" y="755071"/>
                  </a:lnTo>
                  <a:lnTo>
                    <a:pt x="69498" y="626052"/>
                  </a:lnTo>
                  <a:lnTo>
                    <a:pt x="108143" y="497530"/>
                  </a:lnTo>
                  <a:lnTo>
                    <a:pt x="155445" y="370079"/>
                  </a:lnTo>
                  <a:lnTo>
                    <a:pt x="211412" y="244283"/>
                  </a:lnTo>
                  <a:lnTo>
                    <a:pt x="276013" y="120727"/>
                  </a:lnTo>
                  <a:lnTo>
                    <a:pt x="349177" y="0"/>
                  </a:lnTo>
                  <a:lnTo>
                    <a:pt x="306012" y="116376"/>
                  </a:lnTo>
                  <a:lnTo>
                    <a:pt x="270333" y="232909"/>
                  </a:lnTo>
                  <a:lnTo>
                    <a:pt x="242043" y="349145"/>
                  </a:lnTo>
                  <a:lnTo>
                    <a:pt x="221018" y="464642"/>
                  </a:lnTo>
                  <a:lnTo>
                    <a:pt x="207110" y="578969"/>
                  </a:lnTo>
                  <a:lnTo>
                    <a:pt x="200146" y="691708"/>
                  </a:lnTo>
                  <a:lnTo>
                    <a:pt x="199927" y="802456"/>
                  </a:lnTo>
                  <a:lnTo>
                    <a:pt x="206236" y="910825"/>
                  </a:lnTo>
                  <a:lnTo>
                    <a:pt x="218829" y="1016445"/>
                  </a:lnTo>
                  <a:lnTo>
                    <a:pt x="237445" y="1118964"/>
                  </a:lnTo>
                  <a:lnTo>
                    <a:pt x="261804" y="1218050"/>
                  </a:lnTo>
                  <a:lnTo>
                    <a:pt x="291606" y="1313392"/>
                  </a:lnTo>
                  <a:lnTo>
                    <a:pt x="326536" y="1404697"/>
                  </a:lnTo>
                  <a:lnTo>
                    <a:pt x="366264" y="1491699"/>
                  </a:lnTo>
                  <a:lnTo>
                    <a:pt x="410445" y="1574152"/>
                  </a:lnTo>
                  <a:lnTo>
                    <a:pt x="458722" y="1651834"/>
                  </a:lnTo>
                  <a:lnTo>
                    <a:pt x="510729" y="1724549"/>
                  </a:lnTo>
                  <a:lnTo>
                    <a:pt x="566090" y="1792123"/>
                  </a:lnTo>
                  <a:lnTo>
                    <a:pt x="624420" y="1854409"/>
                  </a:lnTo>
                  <a:lnTo>
                    <a:pt x="685329" y="1911286"/>
                  </a:lnTo>
                  <a:lnTo>
                    <a:pt x="748423" y="1962658"/>
                  </a:lnTo>
                  <a:lnTo>
                    <a:pt x="813305" y="2008455"/>
                  </a:lnTo>
                  <a:lnTo>
                    <a:pt x="879576" y="2048632"/>
                  </a:lnTo>
                  <a:lnTo>
                    <a:pt x="946839" y="2083171"/>
                  </a:lnTo>
                  <a:lnTo>
                    <a:pt x="1014697" y="2112080"/>
                  </a:lnTo>
                  <a:lnTo>
                    <a:pt x="1082757" y="2135391"/>
                  </a:lnTo>
                  <a:lnTo>
                    <a:pt x="1150632" y="2153162"/>
                  </a:lnTo>
                  <a:lnTo>
                    <a:pt x="1217941" y="2165475"/>
                  </a:lnTo>
                  <a:lnTo>
                    <a:pt x="1284310" y="2172437"/>
                  </a:lnTo>
                  <a:lnTo>
                    <a:pt x="1349377" y="2174178"/>
                  </a:lnTo>
                  <a:lnTo>
                    <a:pt x="1412789" y="2170850"/>
                  </a:lnTo>
                  <a:lnTo>
                    <a:pt x="1474205" y="2162629"/>
                  </a:lnTo>
                  <a:lnTo>
                    <a:pt x="1533299" y="2149710"/>
                  </a:lnTo>
                  <a:lnTo>
                    <a:pt x="1589759" y="2132310"/>
                  </a:lnTo>
                  <a:lnTo>
                    <a:pt x="1643289" y="2110664"/>
                  </a:lnTo>
                  <a:lnTo>
                    <a:pt x="1693610" y="2085026"/>
                  </a:lnTo>
                  <a:lnTo>
                    <a:pt x="1740462" y="2055665"/>
                  </a:lnTo>
                  <a:lnTo>
                    <a:pt x="1783604" y="2022869"/>
                  </a:lnTo>
                  <a:lnTo>
                    <a:pt x="1822814" y="1986938"/>
                  </a:lnTo>
                  <a:lnTo>
                    <a:pt x="1857893" y="1948187"/>
                  </a:lnTo>
                  <a:lnTo>
                    <a:pt x="1888661" y="1906941"/>
                  </a:lnTo>
                  <a:lnTo>
                    <a:pt x="1914964" y="1863538"/>
                  </a:lnTo>
                  <a:lnTo>
                    <a:pt x="1936667" y="1818322"/>
                  </a:lnTo>
                  <a:lnTo>
                    <a:pt x="1953662" y="1771647"/>
                  </a:lnTo>
                  <a:lnTo>
                    <a:pt x="1965863" y="1723872"/>
                  </a:lnTo>
                  <a:lnTo>
                    <a:pt x="1973208" y="1675362"/>
                  </a:lnTo>
                  <a:lnTo>
                    <a:pt x="1975660" y="1626483"/>
                  </a:lnTo>
                  <a:lnTo>
                    <a:pt x="1977424" y="1698343"/>
                  </a:lnTo>
                  <a:lnTo>
                    <a:pt x="1982714" y="1770072"/>
                  </a:lnTo>
                  <a:lnTo>
                    <a:pt x="1991524" y="1841542"/>
                  </a:lnTo>
                  <a:lnTo>
                    <a:pt x="2003843" y="1912623"/>
                  </a:lnTo>
                  <a:lnTo>
                    <a:pt x="2019655" y="1983186"/>
                  </a:lnTo>
                  <a:lnTo>
                    <a:pt x="2038943" y="2053102"/>
                  </a:lnTo>
                  <a:lnTo>
                    <a:pt x="2061683" y="2122243"/>
                  </a:lnTo>
                  <a:lnTo>
                    <a:pt x="2087847" y="2190482"/>
                  </a:lnTo>
                  <a:lnTo>
                    <a:pt x="2117403" y="2257694"/>
                  </a:lnTo>
                  <a:lnTo>
                    <a:pt x="2150317" y="2323752"/>
                  </a:lnTo>
                  <a:lnTo>
                    <a:pt x="2186548" y="2388533"/>
                  </a:lnTo>
                  <a:lnTo>
                    <a:pt x="2226052" y="2451914"/>
                  </a:lnTo>
                  <a:lnTo>
                    <a:pt x="2268781" y="2513774"/>
                  </a:lnTo>
                  <a:lnTo>
                    <a:pt x="2314684" y="2573992"/>
                  </a:lnTo>
                  <a:lnTo>
                    <a:pt x="2363705" y="2632451"/>
                  </a:lnTo>
                  <a:lnTo>
                    <a:pt x="2415784" y="2689035"/>
                  </a:lnTo>
                  <a:lnTo>
                    <a:pt x="2470856" y="2743628"/>
                  </a:lnTo>
                  <a:lnTo>
                    <a:pt x="2528857" y="2796118"/>
                  </a:lnTo>
                  <a:lnTo>
                    <a:pt x="2589713" y="2846396"/>
                  </a:lnTo>
                  <a:lnTo>
                    <a:pt x="2653351" y="2894352"/>
                  </a:lnTo>
                  <a:lnTo>
                    <a:pt x="2719692" y="2939882"/>
                  </a:lnTo>
                  <a:lnTo>
                    <a:pt x="2788654" y="2982882"/>
                  </a:lnTo>
                  <a:lnTo>
                    <a:pt x="2860153" y="3023250"/>
                  </a:lnTo>
                  <a:lnTo>
                    <a:pt x="2934100" y="3060890"/>
                  </a:lnTo>
                  <a:lnTo>
                    <a:pt x="3010403" y="3095705"/>
                  </a:lnTo>
                  <a:lnTo>
                    <a:pt x="3088968" y="3127604"/>
                  </a:lnTo>
                  <a:lnTo>
                    <a:pt x="3169695" y="3156498"/>
                  </a:lnTo>
                  <a:lnTo>
                    <a:pt x="3252485" y="3182299"/>
                  </a:lnTo>
                  <a:lnTo>
                    <a:pt x="3337233" y="3204924"/>
                  </a:lnTo>
                  <a:lnTo>
                    <a:pt x="3423832" y="3224294"/>
                  </a:lnTo>
                  <a:lnTo>
                    <a:pt x="3512173" y="3240333"/>
                  </a:lnTo>
                  <a:lnTo>
                    <a:pt x="3602144" y="3252967"/>
                  </a:lnTo>
                  <a:lnTo>
                    <a:pt x="3495341" y="3273789"/>
                  </a:lnTo>
                  <a:lnTo>
                    <a:pt x="3389565" y="3288719"/>
                  </a:lnTo>
                  <a:lnTo>
                    <a:pt x="3285113" y="3297876"/>
                  </a:lnTo>
                  <a:lnTo>
                    <a:pt x="3182276" y="3301392"/>
                  </a:lnTo>
                  <a:lnTo>
                    <a:pt x="3081336" y="3299416"/>
                  </a:lnTo>
                  <a:lnTo>
                    <a:pt x="2982565" y="3292106"/>
                  </a:lnTo>
                  <a:lnTo>
                    <a:pt x="2886225" y="3279638"/>
                  </a:lnTo>
                  <a:lnTo>
                    <a:pt x="2792569" y="3262197"/>
                  </a:lnTo>
                  <a:lnTo>
                    <a:pt x="2701837" y="3239981"/>
                  </a:lnTo>
                  <a:lnTo>
                    <a:pt x="2614258" y="3213199"/>
                  </a:lnTo>
                  <a:lnTo>
                    <a:pt x="2530050" y="3182069"/>
                  </a:lnTo>
                  <a:lnTo>
                    <a:pt x="2449417" y="3146821"/>
                  </a:lnTo>
                  <a:lnTo>
                    <a:pt x="2372550" y="3107695"/>
                  </a:lnTo>
                  <a:lnTo>
                    <a:pt x="2299627" y="3064937"/>
                  </a:lnTo>
                  <a:lnTo>
                    <a:pt x="2230812" y="3018802"/>
                  </a:lnTo>
                  <a:lnTo>
                    <a:pt x="2166255" y="2969552"/>
                  </a:lnTo>
                  <a:lnTo>
                    <a:pt x="2106092" y="2917457"/>
                  </a:lnTo>
                  <a:lnTo>
                    <a:pt x="2050443" y="2862790"/>
                  </a:lnTo>
                  <a:lnTo>
                    <a:pt x="1999414" y="2805831"/>
                  </a:lnTo>
                  <a:lnTo>
                    <a:pt x="1953095" y="2746864"/>
                  </a:lnTo>
                  <a:lnTo>
                    <a:pt x="1911561" y="2686175"/>
                  </a:lnTo>
                  <a:lnTo>
                    <a:pt x="1874872" y="2624054"/>
                  </a:lnTo>
                  <a:lnTo>
                    <a:pt x="1843072" y="2560792"/>
                  </a:lnTo>
                  <a:lnTo>
                    <a:pt x="1816190" y="2496682"/>
                  </a:lnTo>
                  <a:lnTo>
                    <a:pt x="1794239" y="2432017"/>
                  </a:lnTo>
                  <a:lnTo>
                    <a:pt x="1777215" y="2367089"/>
                  </a:lnTo>
                  <a:lnTo>
                    <a:pt x="1765102" y="2302189"/>
                  </a:lnTo>
                  <a:lnTo>
                    <a:pt x="1757864" y="2237606"/>
                  </a:lnTo>
                  <a:lnTo>
                    <a:pt x="1755454" y="2173626"/>
                  </a:lnTo>
                  <a:lnTo>
                    <a:pt x="1757807" y="2110533"/>
                  </a:lnTo>
                  <a:lnTo>
                    <a:pt x="1764845" y="2048603"/>
                  </a:lnTo>
                  <a:lnTo>
                    <a:pt x="1776474" y="1988111"/>
                  </a:lnTo>
                  <a:lnTo>
                    <a:pt x="1792587" y="1929324"/>
                  </a:lnTo>
                  <a:lnTo>
                    <a:pt x="1813061" y="1872503"/>
                  </a:lnTo>
                  <a:lnTo>
                    <a:pt x="1837761" y="1817901"/>
                  </a:lnTo>
                  <a:lnTo>
                    <a:pt x="1866539" y="1765766"/>
                  </a:lnTo>
                  <a:lnTo>
                    <a:pt x="1899233" y="1716334"/>
                  </a:lnTo>
                  <a:lnTo>
                    <a:pt x="1935669" y="1669833"/>
                  </a:lnTo>
                  <a:close/>
                </a:path>
              </a:pathLst>
            </a:custGeom>
            <a:solidFill>
              <a:srgbClr val="8EABEB">
                <a:alpha val="27843"/>
              </a:srgbClr>
            </a:solidFill>
            <a:ln w="25746" cap="flat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093765" y="2161375"/>
              <a:ext cx="3252967" cy="3252967"/>
            </a:xfrm>
            <a:custGeom>
              <a:avLst/>
              <a:pathLst>
                <a:path w="3252967" h="3252967">
                  <a:moveTo>
                    <a:pt x="1626483" y="1626483"/>
                  </a:moveTo>
                  <a:lnTo>
                    <a:pt x="1626483" y="1626483"/>
                  </a:lnTo>
                  <a:lnTo>
                    <a:pt x="1626483" y="1626483"/>
                  </a:lnTo>
                  <a:lnTo>
                    <a:pt x="1698343" y="1628247"/>
                  </a:lnTo>
                  <a:lnTo>
                    <a:pt x="1770072" y="1633537"/>
                  </a:lnTo>
                  <a:lnTo>
                    <a:pt x="1841542" y="1642347"/>
                  </a:lnTo>
                  <a:lnTo>
                    <a:pt x="1912623" y="1654665"/>
                  </a:lnTo>
                  <a:lnTo>
                    <a:pt x="1983186" y="1670478"/>
                  </a:lnTo>
                  <a:lnTo>
                    <a:pt x="2053102" y="1689766"/>
                  </a:lnTo>
                  <a:lnTo>
                    <a:pt x="2122243" y="1712506"/>
                  </a:lnTo>
                  <a:lnTo>
                    <a:pt x="2190482" y="1738670"/>
                  </a:lnTo>
                  <a:lnTo>
                    <a:pt x="2257694" y="1768226"/>
                  </a:lnTo>
                  <a:lnTo>
                    <a:pt x="2323752" y="1801140"/>
                  </a:lnTo>
                  <a:lnTo>
                    <a:pt x="2388533" y="1837371"/>
                  </a:lnTo>
                  <a:lnTo>
                    <a:pt x="2451914" y="1876875"/>
                  </a:lnTo>
                  <a:lnTo>
                    <a:pt x="2513774" y="1919604"/>
                  </a:lnTo>
                  <a:lnTo>
                    <a:pt x="2573992" y="1965507"/>
                  </a:lnTo>
                  <a:lnTo>
                    <a:pt x="2632451" y="2014528"/>
                  </a:lnTo>
                  <a:lnTo>
                    <a:pt x="2689035" y="2066606"/>
                  </a:lnTo>
                  <a:lnTo>
                    <a:pt x="2743628" y="2121679"/>
                  </a:lnTo>
                  <a:lnTo>
                    <a:pt x="2796118" y="2179679"/>
                  </a:lnTo>
                  <a:lnTo>
                    <a:pt x="2846396" y="2240536"/>
                  </a:lnTo>
                  <a:lnTo>
                    <a:pt x="2894352" y="2304173"/>
                  </a:lnTo>
                  <a:lnTo>
                    <a:pt x="2939882" y="2370514"/>
                  </a:lnTo>
                  <a:lnTo>
                    <a:pt x="2982882" y="2439477"/>
                  </a:lnTo>
                  <a:lnTo>
                    <a:pt x="3023250" y="2510976"/>
                  </a:lnTo>
                  <a:lnTo>
                    <a:pt x="3060890" y="2584923"/>
                  </a:lnTo>
                  <a:lnTo>
                    <a:pt x="3095705" y="2661226"/>
                  </a:lnTo>
                  <a:lnTo>
                    <a:pt x="3127604" y="2739791"/>
                  </a:lnTo>
                  <a:lnTo>
                    <a:pt x="3156498" y="2820518"/>
                  </a:lnTo>
                  <a:lnTo>
                    <a:pt x="3182299" y="2903308"/>
                  </a:lnTo>
                  <a:lnTo>
                    <a:pt x="3204924" y="2988056"/>
                  </a:lnTo>
                  <a:lnTo>
                    <a:pt x="3224294" y="3074655"/>
                  </a:lnTo>
                  <a:lnTo>
                    <a:pt x="3240333" y="3162996"/>
                  </a:lnTo>
                  <a:lnTo>
                    <a:pt x="3252967" y="3252967"/>
                  </a:lnTo>
                  <a:lnTo>
                    <a:pt x="3162996" y="3240333"/>
                  </a:lnTo>
                  <a:lnTo>
                    <a:pt x="3074655" y="3224294"/>
                  </a:lnTo>
                  <a:lnTo>
                    <a:pt x="2988056" y="3204924"/>
                  </a:lnTo>
                  <a:lnTo>
                    <a:pt x="2903308" y="3182299"/>
                  </a:lnTo>
                  <a:lnTo>
                    <a:pt x="2820518" y="3156498"/>
                  </a:lnTo>
                  <a:lnTo>
                    <a:pt x="2739791" y="3127604"/>
                  </a:lnTo>
                  <a:lnTo>
                    <a:pt x="2661226" y="3095705"/>
                  </a:lnTo>
                  <a:lnTo>
                    <a:pt x="2584923" y="3060890"/>
                  </a:lnTo>
                  <a:lnTo>
                    <a:pt x="2510976" y="3023250"/>
                  </a:lnTo>
                  <a:lnTo>
                    <a:pt x="2439477" y="2982882"/>
                  </a:lnTo>
                  <a:lnTo>
                    <a:pt x="2370514" y="2939882"/>
                  </a:lnTo>
                  <a:lnTo>
                    <a:pt x="2304173" y="2894352"/>
                  </a:lnTo>
                  <a:lnTo>
                    <a:pt x="2240536" y="2846396"/>
                  </a:lnTo>
                  <a:lnTo>
                    <a:pt x="2179679" y="2796118"/>
                  </a:lnTo>
                  <a:lnTo>
                    <a:pt x="2121679" y="2743628"/>
                  </a:lnTo>
                  <a:lnTo>
                    <a:pt x="2066606" y="2689035"/>
                  </a:lnTo>
                  <a:lnTo>
                    <a:pt x="2014528" y="2632451"/>
                  </a:lnTo>
                  <a:lnTo>
                    <a:pt x="1965507" y="2573992"/>
                  </a:lnTo>
                  <a:lnTo>
                    <a:pt x="1919604" y="2513774"/>
                  </a:lnTo>
                  <a:lnTo>
                    <a:pt x="1876875" y="2451914"/>
                  </a:lnTo>
                  <a:lnTo>
                    <a:pt x="1837371" y="2388533"/>
                  </a:lnTo>
                  <a:lnTo>
                    <a:pt x="1801140" y="2323752"/>
                  </a:lnTo>
                  <a:lnTo>
                    <a:pt x="1768226" y="2257694"/>
                  </a:lnTo>
                  <a:lnTo>
                    <a:pt x="1738670" y="2190482"/>
                  </a:lnTo>
                  <a:lnTo>
                    <a:pt x="1712506" y="2122243"/>
                  </a:lnTo>
                  <a:lnTo>
                    <a:pt x="1689766" y="2053102"/>
                  </a:lnTo>
                  <a:lnTo>
                    <a:pt x="1670478" y="1983186"/>
                  </a:lnTo>
                  <a:lnTo>
                    <a:pt x="1654665" y="1912623"/>
                  </a:lnTo>
                  <a:lnTo>
                    <a:pt x="1642347" y="1841542"/>
                  </a:lnTo>
                  <a:lnTo>
                    <a:pt x="1633537" y="1770072"/>
                  </a:lnTo>
                  <a:lnTo>
                    <a:pt x="1628247" y="1698343"/>
                  </a:lnTo>
                  <a:lnTo>
                    <a:pt x="1626483" y="1626483"/>
                  </a:lnTo>
                  <a:lnTo>
                    <a:pt x="1626483" y="1626483"/>
                  </a:lnTo>
                  <a:lnTo>
                    <a:pt x="1626483" y="1626483"/>
                  </a:lnTo>
                  <a:lnTo>
                    <a:pt x="1554624" y="1624719"/>
                  </a:lnTo>
                  <a:lnTo>
                    <a:pt x="1482894" y="1619429"/>
                  </a:lnTo>
                  <a:lnTo>
                    <a:pt x="1411424" y="1610619"/>
                  </a:lnTo>
                  <a:lnTo>
                    <a:pt x="1340343" y="1598301"/>
                  </a:lnTo>
                  <a:lnTo>
                    <a:pt x="1269780" y="1582488"/>
                  </a:lnTo>
                  <a:lnTo>
                    <a:pt x="1199865" y="1563200"/>
                  </a:lnTo>
                  <a:lnTo>
                    <a:pt x="1130723" y="1540461"/>
                  </a:lnTo>
                  <a:lnTo>
                    <a:pt x="1062484" y="1514297"/>
                  </a:lnTo>
                  <a:lnTo>
                    <a:pt x="995272" y="1484740"/>
                  </a:lnTo>
                  <a:lnTo>
                    <a:pt x="929214" y="1451826"/>
                  </a:lnTo>
                  <a:lnTo>
                    <a:pt x="864433" y="1415595"/>
                  </a:lnTo>
                  <a:lnTo>
                    <a:pt x="801052" y="1376091"/>
                  </a:lnTo>
                  <a:lnTo>
                    <a:pt x="739192" y="1333362"/>
                  </a:lnTo>
                  <a:lnTo>
                    <a:pt x="678974" y="1287459"/>
                  </a:lnTo>
                  <a:lnTo>
                    <a:pt x="620515" y="1238438"/>
                  </a:lnTo>
                  <a:lnTo>
                    <a:pt x="563931" y="1186360"/>
                  </a:lnTo>
                  <a:lnTo>
                    <a:pt x="509338" y="1131287"/>
                  </a:lnTo>
                  <a:lnTo>
                    <a:pt x="456848" y="1073287"/>
                  </a:lnTo>
                  <a:lnTo>
                    <a:pt x="406570" y="1012431"/>
                  </a:lnTo>
                  <a:lnTo>
                    <a:pt x="358614" y="948793"/>
                  </a:lnTo>
                  <a:lnTo>
                    <a:pt x="313084" y="882452"/>
                  </a:lnTo>
                  <a:lnTo>
                    <a:pt x="270085" y="813489"/>
                  </a:lnTo>
                  <a:lnTo>
                    <a:pt x="229716" y="741990"/>
                  </a:lnTo>
                  <a:lnTo>
                    <a:pt x="192076" y="668043"/>
                  </a:lnTo>
                  <a:lnTo>
                    <a:pt x="157261" y="591740"/>
                  </a:lnTo>
                  <a:lnTo>
                    <a:pt x="125362" y="513176"/>
                  </a:lnTo>
                  <a:lnTo>
                    <a:pt x="96468" y="432448"/>
                  </a:lnTo>
                  <a:lnTo>
                    <a:pt x="70668" y="349658"/>
                  </a:lnTo>
                  <a:lnTo>
                    <a:pt x="48042" y="264910"/>
                  </a:lnTo>
                  <a:lnTo>
                    <a:pt x="28672" y="178311"/>
                  </a:lnTo>
                  <a:lnTo>
                    <a:pt x="12633" y="89970"/>
                  </a:lnTo>
                  <a:lnTo>
                    <a:pt x="0" y="0"/>
                  </a:lnTo>
                </a:path>
              </a:pathLst>
            </a:custGeom>
            <a:ln w="25746" cap="flat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059454" y="2127063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312421" y="5380031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9000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20249" y="1487663"/>
              <a:ext cx="0" cy="2300195"/>
            </a:xfrm>
            <a:custGeom>
              <a:avLst/>
              <a:pathLst>
                <a:path w="0" h="2300195">
                  <a:moveTo>
                    <a:pt x="0" y="2300195"/>
                  </a:moveTo>
                  <a:lnTo>
                    <a:pt x="0" y="2220878"/>
                  </a:lnTo>
                  <a:lnTo>
                    <a:pt x="0" y="2141560"/>
                  </a:lnTo>
                  <a:lnTo>
                    <a:pt x="0" y="2062243"/>
                  </a:lnTo>
                  <a:lnTo>
                    <a:pt x="0" y="1982926"/>
                  </a:lnTo>
                  <a:lnTo>
                    <a:pt x="0" y="1903609"/>
                  </a:lnTo>
                  <a:lnTo>
                    <a:pt x="0" y="1824292"/>
                  </a:lnTo>
                  <a:lnTo>
                    <a:pt x="0" y="1744975"/>
                  </a:lnTo>
                  <a:lnTo>
                    <a:pt x="0" y="1665658"/>
                  </a:lnTo>
                  <a:lnTo>
                    <a:pt x="0" y="1586341"/>
                  </a:lnTo>
                  <a:lnTo>
                    <a:pt x="0" y="1507024"/>
                  </a:lnTo>
                  <a:lnTo>
                    <a:pt x="0" y="1427707"/>
                  </a:lnTo>
                  <a:lnTo>
                    <a:pt x="0" y="1348390"/>
                  </a:lnTo>
                  <a:lnTo>
                    <a:pt x="0" y="1269073"/>
                  </a:lnTo>
                  <a:lnTo>
                    <a:pt x="0" y="1189756"/>
                  </a:lnTo>
                  <a:lnTo>
                    <a:pt x="0" y="1110439"/>
                  </a:lnTo>
                  <a:lnTo>
                    <a:pt x="0" y="1031121"/>
                  </a:lnTo>
                  <a:lnTo>
                    <a:pt x="0" y="951804"/>
                  </a:lnTo>
                  <a:lnTo>
                    <a:pt x="0" y="872487"/>
                  </a:lnTo>
                  <a:lnTo>
                    <a:pt x="0" y="793170"/>
                  </a:lnTo>
                  <a:lnTo>
                    <a:pt x="0" y="713853"/>
                  </a:lnTo>
                  <a:lnTo>
                    <a:pt x="0" y="634536"/>
                  </a:lnTo>
                  <a:lnTo>
                    <a:pt x="0" y="555219"/>
                  </a:lnTo>
                  <a:lnTo>
                    <a:pt x="0" y="475902"/>
                  </a:lnTo>
                  <a:lnTo>
                    <a:pt x="0" y="396585"/>
                  </a:lnTo>
                  <a:lnTo>
                    <a:pt x="0" y="317268"/>
                  </a:lnTo>
                  <a:lnTo>
                    <a:pt x="0" y="237951"/>
                  </a:lnTo>
                  <a:lnTo>
                    <a:pt x="0" y="158634"/>
                  </a:lnTo>
                  <a:lnTo>
                    <a:pt x="0" y="79317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20249" y="2161375"/>
              <a:ext cx="1626483" cy="1626483"/>
            </a:xfrm>
            <a:custGeom>
              <a:avLst/>
              <a:pathLst>
                <a:path w="1626483" h="1626483">
                  <a:moveTo>
                    <a:pt x="0" y="1626483"/>
                  </a:moveTo>
                  <a:lnTo>
                    <a:pt x="56085" y="1570397"/>
                  </a:lnTo>
                  <a:lnTo>
                    <a:pt x="112171" y="1514312"/>
                  </a:lnTo>
                  <a:lnTo>
                    <a:pt x="168256" y="1458226"/>
                  </a:lnTo>
                  <a:lnTo>
                    <a:pt x="224342" y="1402141"/>
                  </a:lnTo>
                  <a:lnTo>
                    <a:pt x="280428" y="1346055"/>
                  </a:lnTo>
                  <a:lnTo>
                    <a:pt x="336513" y="1289969"/>
                  </a:lnTo>
                  <a:lnTo>
                    <a:pt x="392599" y="1233884"/>
                  </a:lnTo>
                  <a:lnTo>
                    <a:pt x="448685" y="1177798"/>
                  </a:lnTo>
                  <a:lnTo>
                    <a:pt x="504770" y="1121712"/>
                  </a:lnTo>
                  <a:lnTo>
                    <a:pt x="560856" y="1065627"/>
                  </a:lnTo>
                  <a:lnTo>
                    <a:pt x="616942" y="1009541"/>
                  </a:lnTo>
                  <a:lnTo>
                    <a:pt x="673027" y="953455"/>
                  </a:lnTo>
                  <a:lnTo>
                    <a:pt x="729113" y="897370"/>
                  </a:lnTo>
                  <a:lnTo>
                    <a:pt x="785198" y="841284"/>
                  </a:lnTo>
                  <a:lnTo>
                    <a:pt x="841284" y="785198"/>
                  </a:lnTo>
                  <a:lnTo>
                    <a:pt x="897370" y="729113"/>
                  </a:lnTo>
                  <a:lnTo>
                    <a:pt x="953455" y="673027"/>
                  </a:lnTo>
                  <a:lnTo>
                    <a:pt x="1009541" y="616942"/>
                  </a:lnTo>
                  <a:lnTo>
                    <a:pt x="1065627" y="560856"/>
                  </a:lnTo>
                  <a:lnTo>
                    <a:pt x="1121712" y="504770"/>
                  </a:lnTo>
                  <a:lnTo>
                    <a:pt x="1177798" y="448685"/>
                  </a:lnTo>
                  <a:lnTo>
                    <a:pt x="1233884" y="392599"/>
                  </a:lnTo>
                  <a:lnTo>
                    <a:pt x="1289969" y="336513"/>
                  </a:lnTo>
                  <a:lnTo>
                    <a:pt x="1346055" y="280428"/>
                  </a:lnTo>
                  <a:lnTo>
                    <a:pt x="1402141" y="224342"/>
                  </a:lnTo>
                  <a:lnTo>
                    <a:pt x="1458226" y="168256"/>
                  </a:lnTo>
                  <a:lnTo>
                    <a:pt x="1514312" y="112171"/>
                  </a:lnTo>
                  <a:lnTo>
                    <a:pt x="1570397" y="56085"/>
                  </a:lnTo>
                  <a:lnTo>
                    <a:pt x="1626483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20249" y="3787858"/>
              <a:ext cx="2300195" cy="0"/>
            </a:xfrm>
            <a:custGeom>
              <a:avLst/>
              <a:pathLst>
                <a:path w="2300195" h="0">
                  <a:moveTo>
                    <a:pt x="0" y="0"/>
                  </a:moveTo>
                  <a:lnTo>
                    <a:pt x="79317" y="0"/>
                  </a:lnTo>
                  <a:lnTo>
                    <a:pt x="158634" y="0"/>
                  </a:lnTo>
                  <a:lnTo>
                    <a:pt x="237951" y="0"/>
                  </a:lnTo>
                  <a:lnTo>
                    <a:pt x="317268" y="0"/>
                  </a:lnTo>
                  <a:lnTo>
                    <a:pt x="396585" y="0"/>
                  </a:lnTo>
                  <a:lnTo>
                    <a:pt x="475902" y="0"/>
                  </a:lnTo>
                  <a:lnTo>
                    <a:pt x="555219" y="0"/>
                  </a:lnTo>
                  <a:lnTo>
                    <a:pt x="634536" y="0"/>
                  </a:lnTo>
                  <a:lnTo>
                    <a:pt x="713853" y="0"/>
                  </a:lnTo>
                  <a:lnTo>
                    <a:pt x="793170" y="0"/>
                  </a:lnTo>
                  <a:lnTo>
                    <a:pt x="872487" y="0"/>
                  </a:lnTo>
                  <a:lnTo>
                    <a:pt x="951804" y="0"/>
                  </a:lnTo>
                  <a:lnTo>
                    <a:pt x="1031121" y="0"/>
                  </a:lnTo>
                  <a:lnTo>
                    <a:pt x="1110439" y="0"/>
                  </a:lnTo>
                  <a:lnTo>
                    <a:pt x="1189756" y="0"/>
                  </a:lnTo>
                  <a:lnTo>
                    <a:pt x="1269073" y="0"/>
                  </a:lnTo>
                  <a:lnTo>
                    <a:pt x="1348390" y="0"/>
                  </a:lnTo>
                  <a:lnTo>
                    <a:pt x="1427707" y="0"/>
                  </a:lnTo>
                  <a:lnTo>
                    <a:pt x="1507024" y="0"/>
                  </a:lnTo>
                  <a:lnTo>
                    <a:pt x="1586341" y="0"/>
                  </a:lnTo>
                  <a:lnTo>
                    <a:pt x="1665658" y="0"/>
                  </a:lnTo>
                  <a:lnTo>
                    <a:pt x="1744975" y="0"/>
                  </a:lnTo>
                  <a:lnTo>
                    <a:pt x="1824292" y="0"/>
                  </a:lnTo>
                  <a:lnTo>
                    <a:pt x="1903609" y="0"/>
                  </a:lnTo>
                  <a:lnTo>
                    <a:pt x="1982926" y="0"/>
                  </a:lnTo>
                  <a:lnTo>
                    <a:pt x="2062243" y="0"/>
                  </a:lnTo>
                  <a:lnTo>
                    <a:pt x="2141560" y="0"/>
                  </a:lnTo>
                  <a:lnTo>
                    <a:pt x="2220878" y="0"/>
                  </a:lnTo>
                  <a:lnTo>
                    <a:pt x="2300195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56085" y="56085"/>
                  </a:lnTo>
                  <a:lnTo>
                    <a:pt x="112171" y="112171"/>
                  </a:lnTo>
                  <a:lnTo>
                    <a:pt x="168256" y="168256"/>
                  </a:lnTo>
                  <a:lnTo>
                    <a:pt x="224342" y="224342"/>
                  </a:lnTo>
                  <a:lnTo>
                    <a:pt x="280428" y="280428"/>
                  </a:lnTo>
                  <a:lnTo>
                    <a:pt x="336513" y="336513"/>
                  </a:lnTo>
                  <a:lnTo>
                    <a:pt x="392599" y="392599"/>
                  </a:lnTo>
                  <a:lnTo>
                    <a:pt x="448685" y="448685"/>
                  </a:lnTo>
                  <a:lnTo>
                    <a:pt x="504770" y="504770"/>
                  </a:lnTo>
                  <a:lnTo>
                    <a:pt x="560856" y="560856"/>
                  </a:lnTo>
                  <a:lnTo>
                    <a:pt x="616942" y="616942"/>
                  </a:lnTo>
                  <a:lnTo>
                    <a:pt x="673027" y="673027"/>
                  </a:lnTo>
                  <a:lnTo>
                    <a:pt x="729113" y="729113"/>
                  </a:lnTo>
                  <a:lnTo>
                    <a:pt x="785198" y="785198"/>
                  </a:lnTo>
                  <a:lnTo>
                    <a:pt x="841284" y="841284"/>
                  </a:lnTo>
                  <a:lnTo>
                    <a:pt x="897370" y="897370"/>
                  </a:lnTo>
                  <a:lnTo>
                    <a:pt x="953455" y="953455"/>
                  </a:lnTo>
                  <a:lnTo>
                    <a:pt x="1009541" y="1009541"/>
                  </a:lnTo>
                  <a:lnTo>
                    <a:pt x="1065627" y="1065627"/>
                  </a:lnTo>
                  <a:lnTo>
                    <a:pt x="1121712" y="1121712"/>
                  </a:lnTo>
                  <a:lnTo>
                    <a:pt x="1177798" y="1177798"/>
                  </a:lnTo>
                  <a:lnTo>
                    <a:pt x="1233884" y="1233884"/>
                  </a:lnTo>
                  <a:lnTo>
                    <a:pt x="1289969" y="1289969"/>
                  </a:lnTo>
                  <a:lnTo>
                    <a:pt x="1346055" y="1346055"/>
                  </a:lnTo>
                  <a:lnTo>
                    <a:pt x="1402141" y="1402141"/>
                  </a:lnTo>
                  <a:lnTo>
                    <a:pt x="1458226" y="1458226"/>
                  </a:lnTo>
                  <a:lnTo>
                    <a:pt x="1514312" y="1514312"/>
                  </a:lnTo>
                  <a:lnTo>
                    <a:pt x="1570397" y="1570397"/>
                  </a:lnTo>
                  <a:lnTo>
                    <a:pt x="1626483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20249" y="3787858"/>
              <a:ext cx="0" cy="2300195"/>
            </a:xfrm>
            <a:custGeom>
              <a:avLst/>
              <a:pathLst>
                <a:path w="0" h="2300195">
                  <a:moveTo>
                    <a:pt x="0" y="0"/>
                  </a:moveTo>
                  <a:lnTo>
                    <a:pt x="0" y="79317"/>
                  </a:lnTo>
                  <a:lnTo>
                    <a:pt x="0" y="158634"/>
                  </a:lnTo>
                  <a:lnTo>
                    <a:pt x="0" y="237951"/>
                  </a:lnTo>
                  <a:lnTo>
                    <a:pt x="0" y="317268"/>
                  </a:lnTo>
                  <a:lnTo>
                    <a:pt x="0" y="396585"/>
                  </a:lnTo>
                  <a:lnTo>
                    <a:pt x="0" y="475902"/>
                  </a:lnTo>
                  <a:lnTo>
                    <a:pt x="0" y="555219"/>
                  </a:lnTo>
                  <a:lnTo>
                    <a:pt x="0" y="634536"/>
                  </a:lnTo>
                  <a:lnTo>
                    <a:pt x="0" y="713853"/>
                  </a:lnTo>
                  <a:lnTo>
                    <a:pt x="0" y="793170"/>
                  </a:lnTo>
                  <a:lnTo>
                    <a:pt x="0" y="872487"/>
                  </a:lnTo>
                  <a:lnTo>
                    <a:pt x="0" y="951804"/>
                  </a:lnTo>
                  <a:lnTo>
                    <a:pt x="0" y="1031121"/>
                  </a:lnTo>
                  <a:lnTo>
                    <a:pt x="0" y="1110439"/>
                  </a:lnTo>
                  <a:lnTo>
                    <a:pt x="0" y="1189756"/>
                  </a:lnTo>
                  <a:lnTo>
                    <a:pt x="0" y="1269073"/>
                  </a:lnTo>
                  <a:lnTo>
                    <a:pt x="0" y="1348390"/>
                  </a:lnTo>
                  <a:lnTo>
                    <a:pt x="0" y="1427707"/>
                  </a:lnTo>
                  <a:lnTo>
                    <a:pt x="0" y="1507024"/>
                  </a:lnTo>
                  <a:lnTo>
                    <a:pt x="0" y="1586341"/>
                  </a:lnTo>
                  <a:lnTo>
                    <a:pt x="0" y="1665658"/>
                  </a:lnTo>
                  <a:lnTo>
                    <a:pt x="0" y="1744975"/>
                  </a:lnTo>
                  <a:lnTo>
                    <a:pt x="0" y="1824292"/>
                  </a:lnTo>
                  <a:lnTo>
                    <a:pt x="0" y="1903609"/>
                  </a:lnTo>
                  <a:lnTo>
                    <a:pt x="0" y="1982926"/>
                  </a:lnTo>
                  <a:lnTo>
                    <a:pt x="0" y="2062243"/>
                  </a:lnTo>
                  <a:lnTo>
                    <a:pt x="0" y="2141560"/>
                  </a:lnTo>
                  <a:lnTo>
                    <a:pt x="0" y="2220878"/>
                  </a:lnTo>
                  <a:lnTo>
                    <a:pt x="0" y="2300195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93765" y="3787858"/>
              <a:ext cx="1626483" cy="1626483"/>
            </a:xfrm>
            <a:custGeom>
              <a:avLst/>
              <a:pathLst>
                <a:path w="1626483" h="1626483">
                  <a:moveTo>
                    <a:pt x="1626483" y="0"/>
                  </a:moveTo>
                  <a:lnTo>
                    <a:pt x="1570397" y="56085"/>
                  </a:lnTo>
                  <a:lnTo>
                    <a:pt x="1514312" y="112171"/>
                  </a:lnTo>
                  <a:lnTo>
                    <a:pt x="1458226" y="168256"/>
                  </a:lnTo>
                  <a:lnTo>
                    <a:pt x="1402141" y="224342"/>
                  </a:lnTo>
                  <a:lnTo>
                    <a:pt x="1346055" y="280428"/>
                  </a:lnTo>
                  <a:lnTo>
                    <a:pt x="1289969" y="336513"/>
                  </a:lnTo>
                  <a:lnTo>
                    <a:pt x="1233884" y="392599"/>
                  </a:lnTo>
                  <a:lnTo>
                    <a:pt x="1177798" y="448685"/>
                  </a:lnTo>
                  <a:lnTo>
                    <a:pt x="1121712" y="504770"/>
                  </a:lnTo>
                  <a:lnTo>
                    <a:pt x="1065627" y="560856"/>
                  </a:lnTo>
                  <a:lnTo>
                    <a:pt x="1009541" y="616942"/>
                  </a:lnTo>
                  <a:lnTo>
                    <a:pt x="953455" y="673027"/>
                  </a:lnTo>
                  <a:lnTo>
                    <a:pt x="897370" y="729113"/>
                  </a:lnTo>
                  <a:lnTo>
                    <a:pt x="841284" y="785198"/>
                  </a:lnTo>
                  <a:lnTo>
                    <a:pt x="785198" y="841284"/>
                  </a:lnTo>
                  <a:lnTo>
                    <a:pt x="729113" y="897370"/>
                  </a:lnTo>
                  <a:lnTo>
                    <a:pt x="673027" y="953455"/>
                  </a:lnTo>
                  <a:lnTo>
                    <a:pt x="616942" y="1009541"/>
                  </a:lnTo>
                  <a:lnTo>
                    <a:pt x="560856" y="1065627"/>
                  </a:lnTo>
                  <a:lnTo>
                    <a:pt x="504770" y="1121712"/>
                  </a:lnTo>
                  <a:lnTo>
                    <a:pt x="448685" y="1177798"/>
                  </a:lnTo>
                  <a:lnTo>
                    <a:pt x="392599" y="1233884"/>
                  </a:lnTo>
                  <a:lnTo>
                    <a:pt x="336513" y="1289969"/>
                  </a:lnTo>
                  <a:lnTo>
                    <a:pt x="280428" y="1346055"/>
                  </a:lnTo>
                  <a:lnTo>
                    <a:pt x="224342" y="1402141"/>
                  </a:lnTo>
                  <a:lnTo>
                    <a:pt x="168256" y="1458226"/>
                  </a:lnTo>
                  <a:lnTo>
                    <a:pt x="112171" y="1514312"/>
                  </a:lnTo>
                  <a:lnTo>
                    <a:pt x="56085" y="1570397"/>
                  </a:lnTo>
                  <a:lnTo>
                    <a:pt x="0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20054" y="3787858"/>
              <a:ext cx="2300195" cy="0"/>
            </a:xfrm>
            <a:custGeom>
              <a:avLst/>
              <a:pathLst>
                <a:path w="2300195" h="0">
                  <a:moveTo>
                    <a:pt x="2300195" y="0"/>
                  </a:moveTo>
                  <a:lnTo>
                    <a:pt x="2220878" y="0"/>
                  </a:lnTo>
                  <a:lnTo>
                    <a:pt x="2141560" y="0"/>
                  </a:lnTo>
                  <a:lnTo>
                    <a:pt x="2062243" y="0"/>
                  </a:lnTo>
                  <a:lnTo>
                    <a:pt x="1982926" y="0"/>
                  </a:lnTo>
                  <a:lnTo>
                    <a:pt x="1903609" y="0"/>
                  </a:lnTo>
                  <a:lnTo>
                    <a:pt x="1824292" y="0"/>
                  </a:lnTo>
                  <a:lnTo>
                    <a:pt x="1744975" y="0"/>
                  </a:lnTo>
                  <a:lnTo>
                    <a:pt x="1665658" y="0"/>
                  </a:lnTo>
                  <a:lnTo>
                    <a:pt x="1586341" y="0"/>
                  </a:lnTo>
                  <a:lnTo>
                    <a:pt x="1507024" y="0"/>
                  </a:lnTo>
                  <a:lnTo>
                    <a:pt x="1427707" y="0"/>
                  </a:lnTo>
                  <a:lnTo>
                    <a:pt x="1348390" y="0"/>
                  </a:lnTo>
                  <a:lnTo>
                    <a:pt x="1269073" y="0"/>
                  </a:lnTo>
                  <a:lnTo>
                    <a:pt x="1189756" y="0"/>
                  </a:lnTo>
                  <a:lnTo>
                    <a:pt x="1110439" y="0"/>
                  </a:lnTo>
                  <a:lnTo>
                    <a:pt x="1031121" y="0"/>
                  </a:lnTo>
                  <a:lnTo>
                    <a:pt x="951804" y="0"/>
                  </a:lnTo>
                  <a:lnTo>
                    <a:pt x="872487" y="0"/>
                  </a:lnTo>
                  <a:lnTo>
                    <a:pt x="793170" y="0"/>
                  </a:lnTo>
                  <a:lnTo>
                    <a:pt x="713853" y="0"/>
                  </a:lnTo>
                  <a:lnTo>
                    <a:pt x="634536" y="0"/>
                  </a:lnTo>
                  <a:lnTo>
                    <a:pt x="555219" y="0"/>
                  </a:lnTo>
                  <a:lnTo>
                    <a:pt x="475902" y="0"/>
                  </a:lnTo>
                  <a:lnTo>
                    <a:pt x="396585" y="0"/>
                  </a:lnTo>
                  <a:lnTo>
                    <a:pt x="317268" y="0"/>
                  </a:lnTo>
                  <a:lnTo>
                    <a:pt x="237951" y="0"/>
                  </a:lnTo>
                  <a:lnTo>
                    <a:pt x="158634" y="0"/>
                  </a:lnTo>
                  <a:lnTo>
                    <a:pt x="79317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93765" y="2161375"/>
              <a:ext cx="1626483" cy="1626483"/>
            </a:xfrm>
            <a:custGeom>
              <a:avLst/>
              <a:pathLst>
                <a:path w="1626483" h="1626483">
                  <a:moveTo>
                    <a:pt x="1626483" y="1626483"/>
                  </a:moveTo>
                  <a:lnTo>
                    <a:pt x="1570397" y="1570397"/>
                  </a:lnTo>
                  <a:lnTo>
                    <a:pt x="1514312" y="1514312"/>
                  </a:lnTo>
                  <a:lnTo>
                    <a:pt x="1458226" y="1458226"/>
                  </a:lnTo>
                  <a:lnTo>
                    <a:pt x="1402141" y="1402141"/>
                  </a:lnTo>
                  <a:lnTo>
                    <a:pt x="1346055" y="1346055"/>
                  </a:lnTo>
                  <a:lnTo>
                    <a:pt x="1289969" y="1289969"/>
                  </a:lnTo>
                  <a:lnTo>
                    <a:pt x="1233884" y="1233884"/>
                  </a:lnTo>
                  <a:lnTo>
                    <a:pt x="1177798" y="1177798"/>
                  </a:lnTo>
                  <a:lnTo>
                    <a:pt x="1121712" y="1121712"/>
                  </a:lnTo>
                  <a:lnTo>
                    <a:pt x="1065627" y="1065627"/>
                  </a:lnTo>
                  <a:lnTo>
                    <a:pt x="1009541" y="1009541"/>
                  </a:lnTo>
                  <a:lnTo>
                    <a:pt x="953455" y="953455"/>
                  </a:lnTo>
                  <a:lnTo>
                    <a:pt x="897370" y="897370"/>
                  </a:lnTo>
                  <a:lnTo>
                    <a:pt x="841284" y="841284"/>
                  </a:lnTo>
                  <a:lnTo>
                    <a:pt x="785198" y="785198"/>
                  </a:lnTo>
                  <a:lnTo>
                    <a:pt x="729113" y="729113"/>
                  </a:lnTo>
                  <a:lnTo>
                    <a:pt x="673027" y="673027"/>
                  </a:lnTo>
                  <a:lnTo>
                    <a:pt x="616942" y="616942"/>
                  </a:lnTo>
                  <a:lnTo>
                    <a:pt x="560856" y="560856"/>
                  </a:lnTo>
                  <a:lnTo>
                    <a:pt x="504770" y="504770"/>
                  </a:lnTo>
                  <a:lnTo>
                    <a:pt x="448685" y="448685"/>
                  </a:lnTo>
                  <a:lnTo>
                    <a:pt x="392599" y="392599"/>
                  </a:lnTo>
                  <a:lnTo>
                    <a:pt x="336513" y="336513"/>
                  </a:lnTo>
                  <a:lnTo>
                    <a:pt x="280428" y="280428"/>
                  </a:lnTo>
                  <a:lnTo>
                    <a:pt x="224342" y="224342"/>
                  </a:lnTo>
                  <a:lnTo>
                    <a:pt x="168256" y="168256"/>
                  </a:lnTo>
                  <a:lnTo>
                    <a:pt x="112171" y="112171"/>
                  </a:lnTo>
                  <a:lnTo>
                    <a:pt x="56085" y="56085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3605" y="1157656"/>
              <a:ext cx="273288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307778" y="1915472"/>
              <a:ext cx="484529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96154" y="3745539"/>
              <a:ext cx="223629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98392" y="5573041"/>
              <a:ext cx="503301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4219" y="6330967"/>
              <a:ext cx="292060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29527" y="5573041"/>
              <a:ext cx="521855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05244" y="3745539"/>
              <a:ext cx="254570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38913" y="1915472"/>
              <a:ext cx="503083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599361" y="2604877"/>
              <a:ext cx="183013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48506" y="1454780"/>
              <a:ext cx="233868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2026-03-18T21:41:46Z</dcterms:modified>
  <cp:category/>
</cp:coreProperties>
</file>