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11763" y="440031"/>
              <a:ext cx="1210474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146952" y="2999053"/>
              <a:ext cx="2850534" cy="2135102"/>
            </a:xfrm>
            <a:custGeom>
              <a:avLst/>
              <a:pathLst>
                <a:path w="2850534" h="2135102">
                  <a:moveTo>
                    <a:pt x="2850534" y="814284"/>
                  </a:moveTo>
                  <a:lnTo>
                    <a:pt x="2790258" y="724812"/>
                  </a:lnTo>
                  <a:lnTo>
                    <a:pt x="2726571" y="640191"/>
                  </a:lnTo>
                  <a:lnTo>
                    <a:pt x="2659764" y="560546"/>
                  </a:lnTo>
                  <a:lnTo>
                    <a:pt x="2590136" y="485988"/>
                  </a:lnTo>
                  <a:lnTo>
                    <a:pt x="2517986" y="416609"/>
                  </a:lnTo>
                  <a:lnTo>
                    <a:pt x="2443618" y="352490"/>
                  </a:lnTo>
                  <a:lnTo>
                    <a:pt x="2367339" y="293692"/>
                  </a:lnTo>
                  <a:lnTo>
                    <a:pt x="2289455" y="240262"/>
                  </a:lnTo>
                  <a:lnTo>
                    <a:pt x="2210272" y="192229"/>
                  </a:lnTo>
                  <a:lnTo>
                    <a:pt x="2130100" y="149608"/>
                  </a:lnTo>
                  <a:lnTo>
                    <a:pt x="2049242" y="112397"/>
                  </a:lnTo>
                  <a:lnTo>
                    <a:pt x="1968004" y="80580"/>
                  </a:lnTo>
                  <a:lnTo>
                    <a:pt x="1886687" y="54122"/>
                  </a:lnTo>
                  <a:lnTo>
                    <a:pt x="1805589" y="32975"/>
                  </a:lnTo>
                  <a:lnTo>
                    <a:pt x="1725004" y="17075"/>
                  </a:lnTo>
                  <a:lnTo>
                    <a:pt x="1645220" y="6344"/>
                  </a:lnTo>
                  <a:lnTo>
                    <a:pt x="1566522" y="688"/>
                  </a:lnTo>
                  <a:lnTo>
                    <a:pt x="1489185" y="0"/>
                  </a:lnTo>
                  <a:lnTo>
                    <a:pt x="1413480" y="4156"/>
                  </a:lnTo>
                  <a:lnTo>
                    <a:pt x="1339669" y="13023"/>
                  </a:lnTo>
                  <a:lnTo>
                    <a:pt x="1268006" y="26452"/>
                  </a:lnTo>
                  <a:lnTo>
                    <a:pt x="1198735" y="44281"/>
                  </a:lnTo>
                  <a:lnTo>
                    <a:pt x="1132093" y="66338"/>
                  </a:lnTo>
                  <a:lnTo>
                    <a:pt x="1068303" y="92436"/>
                  </a:lnTo>
                  <a:lnTo>
                    <a:pt x="1007581" y="122381"/>
                  </a:lnTo>
                  <a:lnTo>
                    <a:pt x="950129" y="155964"/>
                  </a:lnTo>
                  <a:lnTo>
                    <a:pt x="896139" y="192970"/>
                  </a:lnTo>
                  <a:lnTo>
                    <a:pt x="845789" y="233172"/>
                  </a:lnTo>
                  <a:lnTo>
                    <a:pt x="799247" y="276335"/>
                  </a:lnTo>
                  <a:lnTo>
                    <a:pt x="756664" y="322216"/>
                  </a:lnTo>
                  <a:lnTo>
                    <a:pt x="718183" y="370566"/>
                  </a:lnTo>
                  <a:lnTo>
                    <a:pt x="683927" y="421126"/>
                  </a:lnTo>
                  <a:lnTo>
                    <a:pt x="654010" y="473635"/>
                  </a:lnTo>
                  <a:lnTo>
                    <a:pt x="628529" y="527822"/>
                  </a:lnTo>
                  <a:lnTo>
                    <a:pt x="607567" y="583417"/>
                  </a:lnTo>
                  <a:lnTo>
                    <a:pt x="591193" y="640141"/>
                  </a:lnTo>
                  <a:lnTo>
                    <a:pt x="579458" y="697715"/>
                  </a:lnTo>
                  <a:lnTo>
                    <a:pt x="572402" y="755857"/>
                  </a:lnTo>
                  <a:lnTo>
                    <a:pt x="570048" y="814284"/>
                  </a:lnTo>
                  <a:lnTo>
                    <a:pt x="573745" y="762587"/>
                  </a:lnTo>
                  <a:lnTo>
                    <a:pt x="584800" y="711680"/>
                  </a:lnTo>
                  <a:lnTo>
                    <a:pt x="603099" y="662349"/>
                  </a:lnTo>
                  <a:lnTo>
                    <a:pt x="628456" y="615365"/>
                  </a:lnTo>
                  <a:lnTo>
                    <a:pt x="660610" y="571477"/>
                  </a:lnTo>
                  <a:lnTo>
                    <a:pt x="699232" y="531411"/>
                  </a:lnTo>
                  <a:lnTo>
                    <a:pt x="743922" y="495858"/>
                  </a:lnTo>
                  <a:lnTo>
                    <a:pt x="794216" y="465472"/>
                  </a:lnTo>
                  <a:lnTo>
                    <a:pt x="849589" y="440861"/>
                  </a:lnTo>
                  <a:lnTo>
                    <a:pt x="909457" y="422585"/>
                  </a:lnTo>
                  <a:lnTo>
                    <a:pt x="973185" y="411147"/>
                  </a:lnTo>
                  <a:lnTo>
                    <a:pt x="1010032" y="451720"/>
                  </a:lnTo>
                  <a:lnTo>
                    <a:pt x="1042814" y="495644"/>
                  </a:lnTo>
                  <a:lnTo>
                    <a:pt x="1071226" y="542513"/>
                  </a:lnTo>
                  <a:lnTo>
                    <a:pt x="1095006" y="591893"/>
                  </a:lnTo>
                  <a:lnTo>
                    <a:pt x="1113935" y="643329"/>
                  </a:lnTo>
                  <a:lnTo>
                    <a:pt x="1127837" y="696345"/>
                  </a:lnTo>
                  <a:lnTo>
                    <a:pt x="1136585" y="750450"/>
                  </a:lnTo>
                  <a:lnTo>
                    <a:pt x="1140096" y="805146"/>
                  </a:lnTo>
                  <a:lnTo>
                    <a:pt x="1138340" y="859926"/>
                  </a:lnTo>
                  <a:lnTo>
                    <a:pt x="1131331" y="914284"/>
                  </a:lnTo>
                  <a:lnTo>
                    <a:pt x="1119135" y="967718"/>
                  </a:lnTo>
                  <a:lnTo>
                    <a:pt x="1101864" y="1019734"/>
                  </a:lnTo>
                  <a:lnTo>
                    <a:pt x="1079679" y="1069851"/>
                  </a:lnTo>
                  <a:lnTo>
                    <a:pt x="1052784" y="1117607"/>
                  </a:lnTo>
                  <a:lnTo>
                    <a:pt x="1021427" y="1162559"/>
                  </a:lnTo>
                  <a:lnTo>
                    <a:pt x="985899" y="1204292"/>
                  </a:lnTo>
                  <a:lnTo>
                    <a:pt x="946527" y="1242421"/>
                  </a:lnTo>
                  <a:lnTo>
                    <a:pt x="903677" y="1276594"/>
                  </a:lnTo>
                  <a:lnTo>
                    <a:pt x="857743" y="1306494"/>
                  </a:lnTo>
                  <a:lnTo>
                    <a:pt x="809150" y="1331844"/>
                  </a:lnTo>
                  <a:lnTo>
                    <a:pt x="758347" y="1352412"/>
                  </a:lnTo>
                  <a:lnTo>
                    <a:pt x="705804" y="1368007"/>
                  </a:lnTo>
                  <a:lnTo>
                    <a:pt x="652007" y="1378484"/>
                  </a:lnTo>
                  <a:lnTo>
                    <a:pt x="597452" y="1383746"/>
                  </a:lnTo>
                  <a:lnTo>
                    <a:pt x="542644" y="1383746"/>
                  </a:lnTo>
                  <a:lnTo>
                    <a:pt x="488089" y="1378484"/>
                  </a:lnTo>
                  <a:lnTo>
                    <a:pt x="434291" y="1368007"/>
                  </a:lnTo>
                  <a:lnTo>
                    <a:pt x="381749" y="1352412"/>
                  </a:lnTo>
                  <a:lnTo>
                    <a:pt x="330946" y="1331844"/>
                  </a:lnTo>
                  <a:lnTo>
                    <a:pt x="282353" y="1306494"/>
                  </a:lnTo>
                  <a:lnTo>
                    <a:pt x="236419" y="1276594"/>
                  </a:lnTo>
                  <a:lnTo>
                    <a:pt x="193568" y="1242421"/>
                  </a:lnTo>
                  <a:lnTo>
                    <a:pt x="154197" y="1204292"/>
                  </a:lnTo>
                  <a:lnTo>
                    <a:pt x="118669" y="1162559"/>
                  </a:lnTo>
                  <a:lnTo>
                    <a:pt x="87312" y="1117607"/>
                  </a:lnTo>
                  <a:lnTo>
                    <a:pt x="60417" y="1069851"/>
                  </a:lnTo>
                  <a:lnTo>
                    <a:pt x="38231" y="1019734"/>
                  </a:lnTo>
                  <a:lnTo>
                    <a:pt x="20961" y="967718"/>
                  </a:lnTo>
                  <a:lnTo>
                    <a:pt x="8765" y="914284"/>
                  </a:lnTo>
                  <a:lnTo>
                    <a:pt x="1756" y="859926"/>
                  </a:lnTo>
                  <a:lnTo>
                    <a:pt x="0" y="805146"/>
                  </a:lnTo>
                  <a:lnTo>
                    <a:pt x="3511" y="750450"/>
                  </a:lnTo>
                  <a:lnTo>
                    <a:pt x="12258" y="696345"/>
                  </a:lnTo>
                  <a:lnTo>
                    <a:pt x="26161" y="643329"/>
                  </a:lnTo>
                  <a:lnTo>
                    <a:pt x="45090" y="591893"/>
                  </a:lnTo>
                  <a:lnTo>
                    <a:pt x="68870" y="542513"/>
                  </a:lnTo>
                  <a:lnTo>
                    <a:pt x="97282" y="495644"/>
                  </a:lnTo>
                  <a:lnTo>
                    <a:pt x="130063" y="451720"/>
                  </a:lnTo>
                  <a:lnTo>
                    <a:pt x="166911" y="411147"/>
                  </a:lnTo>
                  <a:lnTo>
                    <a:pt x="140742" y="495889"/>
                  </a:lnTo>
                  <a:lnTo>
                    <a:pt x="130096" y="579125"/>
                  </a:lnTo>
                  <a:lnTo>
                    <a:pt x="133902" y="658228"/>
                  </a:lnTo>
                  <a:lnTo>
                    <a:pt x="150673" y="730865"/>
                  </a:lnTo>
                  <a:lnTo>
                    <a:pt x="178561" y="795051"/>
                  </a:lnTo>
                  <a:lnTo>
                    <a:pt x="215438" y="849210"/>
                  </a:lnTo>
                  <a:lnTo>
                    <a:pt x="258965" y="892206"/>
                  </a:lnTo>
                  <a:lnTo>
                    <a:pt x="306686" y="923372"/>
                  </a:lnTo>
                  <a:lnTo>
                    <a:pt x="356106" y="942516"/>
                  </a:lnTo>
                  <a:lnTo>
                    <a:pt x="404782" y="949914"/>
                  </a:lnTo>
                  <a:lnTo>
                    <a:pt x="450401" y="946294"/>
                  </a:lnTo>
                  <a:lnTo>
                    <a:pt x="490862" y="932794"/>
                  </a:lnTo>
                  <a:lnTo>
                    <a:pt x="524343" y="910918"/>
                  </a:lnTo>
                  <a:lnTo>
                    <a:pt x="549361" y="882480"/>
                  </a:lnTo>
                  <a:lnTo>
                    <a:pt x="564820" y="849531"/>
                  </a:lnTo>
                  <a:lnTo>
                    <a:pt x="570048" y="814284"/>
                  </a:lnTo>
                  <a:lnTo>
                    <a:pt x="530100" y="816488"/>
                  </a:lnTo>
                  <a:lnTo>
                    <a:pt x="490516" y="823086"/>
                  </a:lnTo>
                  <a:lnTo>
                    <a:pt x="451659" y="834039"/>
                  </a:lnTo>
                  <a:lnTo>
                    <a:pt x="413887" y="849280"/>
                  </a:lnTo>
                  <a:lnTo>
                    <a:pt x="377553" y="868716"/>
                  </a:lnTo>
                  <a:lnTo>
                    <a:pt x="343003" y="892228"/>
                  </a:lnTo>
                  <a:lnTo>
                    <a:pt x="310574" y="919673"/>
                  </a:lnTo>
                  <a:lnTo>
                    <a:pt x="280592" y="950881"/>
                  </a:lnTo>
                  <a:lnTo>
                    <a:pt x="253370" y="985661"/>
                  </a:lnTo>
                  <a:lnTo>
                    <a:pt x="229207" y="1023798"/>
                  </a:lnTo>
                  <a:lnTo>
                    <a:pt x="208389" y="1065053"/>
                  </a:lnTo>
                  <a:lnTo>
                    <a:pt x="191180" y="1109169"/>
                  </a:lnTo>
                  <a:lnTo>
                    <a:pt x="177829" y="1155868"/>
                  </a:lnTo>
                  <a:lnTo>
                    <a:pt x="168564" y="1204853"/>
                  </a:lnTo>
                  <a:lnTo>
                    <a:pt x="163592" y="1255812"/>
                  </a:lnTo>
                  <a:lnTo>
                    <a:pt x="163098" y="1308416"/>
                  </a:lnTo>
                  <a:lnTo>
                    <a:pt x="167242" y="1362321"/>
                  </a:lnTo>
                  <a:lnTo>
                    <a:pt x="176161" y="1417172"/>
                  </a:lnTo>
                  <a:lnTo>
                    <a:pt x="189967" y="1472604"/>
                  </a:lnTo>
                  <a:lnTo>
                    <a:pt x="208744" y="1528240"/>
                  </a:lnTo>
                  <a:lnTo>
                    <a:pt x="232552" y="1583698"/>
                  </a:lnTo>
                  <a:lnTo>
                    <a:pt x="261421" y="1638590"/>
                  </a:lnTo>
                  <a:lnTo>
                    <a:pt x="295356" y="1692524"/>
                  </a:lnTo>
                  <a:lnTo>
                    <a:pt x="334332" y="1745107"/>
                  </a:lnTo>
                  <a:lnTo>
                    <a:pt x="378296" y="1795945"/>
                  </a:lnTo>
                  <a:lnTo>
                    <a:pt x="427170" y="1844647"/>
                  </a:lnTo>
                  <a:lnTo>
                    <a:pt x="480843" y="1890825"/>
                  </a:lnTo>
                  <a:lnTo>
                    <a:pt x="539180" y="1934097"/>
                  </a:lnTo>
                  <a:lnTo>
                    <a:pt x="602018" y="1974091"/>
                  </a:lnTo>
                  <a:lnTo>
                    <a:pt x="669164" y="2010440"/>
                  </a:lnTo>
                  <a:lnTo>
                    <a:pt x="740403" y="2042793"/>
                  </a:lnTo>
                  <a:lnTo>
                    <a:pt x="815490" y="2070810"/>
                  </a:lnTo>
                  <a:lnTo>
                    <a:pt x="894158" y="2094165"/>
                  </a:lnTo>
                  <a:lnTo>
                    <a:pt x="976115" y="2112552"/>
                  </a:lnTo>
                  <a:lnTo>
                    <a:pt x="1061045" y="2125679"/>
                  </a:lnTo>
                  <a:lnTo>
                    <a:pt x="1148613" y="2133279"/>
                  </a:lnTo>
                  <a:lnTo>
                    <a:pt x="1238460" y="2135102"/>
                  </a:lnTo>
                  <a:lnTo>
                    <a:pt x="1330210" y="2130923"/>
                  </a:lnTo>
                  <a:lnTo>
                    <a:pt x="1423469" y="2120542"/>
                  </a:lnTo>
                  <a:lnTo>
                    <a:pt x="1517827" y="2103783"/>
                  </a:lnTo>
                  <a:lnTo>
                    <a:pt x="1612857" y="2080497"/>
                  </a:lnTo>
                  <a:lnTo>
                    <a:pt x="1708124" y="2050564"/>
                  </a:lnTo>
                  <a:lnTo>
                    <a:pt x="1803177" y="2013890"/>
                  </a:lnTo>
                  <a:lnTo>
                    <a:pt x="1897559" y="1970414"/>
                  </a:lnTo>
                  <a:lnTo>
                    <a:pt x="1990804" y="1920103"/>
                  </a:lnTo>
                  <a:lnTo>
                    <a:pt x="2082442" y="1862954"/>
                  </a:lnTo>
                  <a:lnTo>
                    <a:pt x="2171998" y="1798999"/>
                  </a:lnTo>
                  <a:lnTo>
                    <a:pt x="2258998" y="1728298"/>
                  </a:lnTo>
                  <a:lnTo>
                    <a:pt x="2342966" y="1650944"/>
                  </a:lnTo>
                  <a:lnTo>
                    <a:pt x="2423431" y="1567063"/>
                  </a:lnTo>
                  <a:lnTo>
                    <a:pt x="2499927" y="1476812"/>
                  </a:lnTo>
                  <a:lnTo>
                    <a:pt x="2571992" y="1380380"/>
                  </a:lnTo>
                  <a:lnTo>
                    <a:pt x="2639178" y="1277987"/>
                  </a:lnTo>
                  <a:lnTo>
                    <a:pt x="2701043" y="1169884"/>
                  </a:lnTo>
                  <a:lnTo>
                    <a:pt x="2757162" y="1056354"/>
                  </a:lnTo>
                  <a:lnTo>
                    <a:pt x="2807124" y="937707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864" y="3242236"/>
              <a:ext cx="2683623" cy="1007453"/>
            </a:xfrm>
            <a:custGeom>
              <a:avLst/>
              <a:pathLst>
                <a:path w="2683623" h="1007453">
                  <a:moveTo>
                    <a:pt x="403136" y="571101"/>
                  </a:moveTo>
                  <a:lnTo>
                    <a:pt x="406834" y="519403"/>
                  </a:lnTo>
                  <a:lnTo>
                    <a:pt x="417889" y="468497"/>
                  </a:lnTo>
                  <a:lnTo>
                    <a:pt x="436188" y="419166"/>
                  </a:lnTo>
                  <a:lnTo>
                    <a:pt x="461544" y="372181"/>
                  </a:lnTo>
                  <a:lnTo>
                    <a:pt x="493699" y="328294"/>
                  </a:lnTo>
                  <a:lnTo>
                    <a:pt x="532320" y="288227"/>
                  </a:lnTo>
                  <a:lnTo>
                    <a:pt x="577010" y="252675"/>
                  </a:lnTo>
                  <a:lnTo>
                    <a:pt x="627304" y="222288"/>
                  </a:lnTo>
                  <a:lnTo>
                    <a:pt x="682677" y="197678"/>
                  </a:lnTo>
                  <a:lnTo>
                    <a:pt x="742546" y="179401"/>
                  </a:lnTo>
                  <a:lnTo>
                    <a:pt x="806273" y="167964"/>
                  </a:lnTo>
                  <a:lnTo>
                    <a:pt x="871262" y="132654"/>
                  </a:lnTo>
                  <a:lnTo>
                    <a:pt x="938937" y="101216"/>
                  </a:lnTo>
                  <a:lnTo>
                    <a:pt x="1009113" y="73789"/>
                  </a:lnTo>
                  <a:lnTo>
                    <a:pt x="1081598" y="50499"/>
                  </a:lnTo>
                  <a:lnTo>
                    <a:pt x="1156196" y="31466"/>
                  </a:lnTo>
                  <a:lnTo>
                    <a:pt x="1232704" y="16801"/>
                  </a:lnTo>
                  <a:lnTo>
                    <a:pt x="1310915" y="6608"/>
                  </a:lnTo>
                  <a:lnTo>
                    <a:pt x="1390616" y="979"/>
                  </a:lnTo>
                  <a:lnTo>
                    <a:pt x="1471591" y="0"/>
                  </a:lnTo>
                  <a:lnTo>
                    <a:pt x="1553621" y="3744"/>
                  </a:lnTo>
                  <a:lnTo>
                    <a:pt x="1636481" y="12279"/>
                  </a:lnTo>
                  <a:lnTo>
                    <a:pt x="1719946" y="25660"/>
                  </a:lnTo>
                  <a:lnTo>
                    <a:pt x="1803784" y="43934"/>
                  </a:lnTo>
                  <a:lnTo>
                    <a:pt x="1887766" y="67137"/>
                  </a:lnTo>
                  <a:lnTo>
                    <a:pt x="1971657" y="95295"/>
                  </a:lnTo>
                  <a:lnTo>
                    <a:pt x="2055222" y="128426"/>
                  </a:lnTo>
                  <a:lnTo>
                    <a:pt x="2138225" y="166535"/>
                  </a:lnTo>
                  <a:lnTo>
                    <a:pt x="2220429" y="209619"/>
                  </a:lnTo>
                  <a:lnTo>
                    <a:pt x="2301597" y="257664"/>
                  </a:lnTo>
                  <a:lnTo>
                    <a:pt x="2381491" y="310645"/>
                  </a:lnTo>
                  <a:lnTo>
                    <a:pt x="2459876" y="368530"/>
                  </a:lnTo>
                  <a:lnTo>
                    <a:pt x="2536515" y="431272"/>
                  </a:lnTo>
                  <a:lnTo>
                    <a:pt x="2611175" y="498817"/>
                  </a:lnTo>
                  <a:lnTo>
                    <a:pt x="2683623" y="571101"/>
                  </a:lnTo>
                  <a:lnTo>
                    <a:pt x="2611692" y="625318"/>
                  </a:lnTo>
                  <a:lnTo>
                    <a:pt x="2538517" y="676005"/>
                  </a:lnTo>
                  <a:lnTo>
                    <a:pt x="2464228" y="723136"/>
                  </a:lnTo>
                  <a:lnTo>
                    <a:pt x="2388954" y="766687"/>
                  </a:lnTo>
                  <a:lnTo>
                    <a:pt x="2312826" y="806638"/>
                  </a:lnTo>
                  <a:lnTo>
                    <a:pt x="2235977" y="842977"/>
                  </a:lnTo>
                  <a:lnTo>
                    <a:pt x="2158537" y="875691"/>
                  </a:lnTo>
                  <a:lnTo>
                    <a:pt x="2080637" y="904776"/>
                  </a:lnTo>
                  <a:lnTo>
                    <a:pt x="2002409" y="930229"/>
                  </a:lnTo>
                  <a:lnTo>
                    <a:pt x="1923985" y="952053"/>
                  </a:lnTo>
                  <a:lnTo>
                    <a:pt x="1845494" y="970255"/>
                  </a:lnTo>
                  <a:lnTo>
                    <a:pt x="1767067" y="984845"/>
                  </a:lnTo>
                  <a:lnTo>
                    <a:pt x="1688834" y="995838"/>
                  </a:lnTo>
                  <a:lnTo>
                    <a:pt x="1610924" y="1003254"/>
                  </a:lnTo>
                  <a:lnTo>
                    <a:pt x="1533465" y="1007117"/>
                  </a:lnTo>
                  <a:lnTo>
                    <a:pt x="1456584" y="1007453"/>
                  </a:lnTo>
                  <a:lnTo>
                    <a:pt x="1380407" y="1004295"/>
                  </a:lnTo>
                  <a:lnTo>
                    <a:pt x="1305058" y="997678"/>
                  </a:lnTo>
                  <a:lnTo>
                    <a:pt x="1230662" y="987642"/>
                  </a:lnTo>
                  <a:lnTo>
                    <a:pt x="1157340" y="974231"/>
                  </a:lnTo>
                  <a:lnTo>
                    <a:pt x="1085213" y="957492"/>
                  </a:lnTo>
                  <a:lnTo>
                    <a:pt x="1014398" y="937477"/>
                  </a:lnTo>
                  <a:lnTo>
                    <a:pt x="945014" y="914241"/>
                  </a:lnTo>
                  <a:lnTo>
                    <a:pt x="877175" y="887843"/>
                  </a:lnTo>
                  <a:lnTo>
                    <a:pt x="810994" y="858346"/>
                  </a:lnTo>
                  <a:lnTo>
                    <a:pt x="746581" y="825816"/>
                  </a:lnTo>
                  <a:lnTo>
                    <a:pt x="684045" y="790324"/>
                  </a:lnTo>
                  <a:lnTo>
                    <a:pt x="623491" y="751941"/>
                  </a:lnTo>
                  <a:lnTo>
                    <a:pt x="565024" y="710746"/>
                  </a:lnTo>
                  <a:lnTo>
                    <a:pt x="508744" y="666818"/>
                  </a:lnTo>
                  <a:lnTo>
                    <a:pt x="454750" y="620241"/>
                  </a:lnTo>
                  <a:lnTo>
                    <a:pt x="403136" y="571101"/>
                  </a:lnTo>
                  <a:lnTo>
                    <a:pt x="403136" y="571101"/>
                  </a:lnTo>
                  <a:lnTo>
                    <a:pt x="403136" y="571101"/>
                  </a:lnTo>
                  <a:lnTo>
                    <a:pt x="403136" y="571101"/>
                  </a:lnTo>
                  <a:lnTo>
                    <a:pt x="351439" y="567403"/>
                  </a:lnTo>
                  <a:lnTo>
                    <a:pt x="300533" y="556349"/>
                  </a:lnTo>
                  <a:lnTo>
                    <a:pt x="251202" y="538049"/>
                  </a:lnTo>
                  <a:lnTo>
                    <a:pt x="204217" y="512693"/>
                  </a:lnTo>
                  <a:lnTo>
                    <a:pt x="160329" y="480538"/>
                  </a:lnTo>
                  <a:lnTo>
                    <a:pt x="120263" y="441917"/>
                  </a:lnTo>
                  <a:lnTo>
                    <a:pt x="84710" y="397227"/>
                  </a:lnTo>
                  <a:lnTo>
                    <a:pt x="54324" y="346933"/>
                  </a:lnTo>
                  <a:lnTo>
                    <a:pt x="29713" y="291560"/>
                  </a:lnTo>
                  <a:lnTo>
                    <a:pt x="11437" y="231691"/>
                  </a:lnTo>
                  <a:lnTo>
                    <a:pt x="0" y="167964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088536" y="337859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2026-03-19T05:58:37Z</dcterms:modified>
  <cp:category/>
</cp:coreProperties>
</file>